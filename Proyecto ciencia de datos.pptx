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5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315" r:id="rId6"/>
    <p:sldId id="262" r:id="rId7"/>
    <p:sldId id="316" r:id="rId8"/>
    <p:sldId id="317" r:id="rId9"/>
    <p:sldId id="318" r:id="rId10"/>
    <p:sldId id="319" r:id="rId11"/>
    <p:sldId id="323" r:id="rId12"/>
    <p:sldId id="324" r:id="rId13"/>
    <p:sldId id="320" r:id="rId14"/>
    <p:sldId id="263" r:id="rId15"/>
    <p:sldId id="321" r:id="rId16"/>
    <p:sldId id="322" r:id="rId17"/>
    <p:sldId id="327" r:id="rId18"/>
    <p:sldId id="267" r:id="rId19"/>
    <p:sldId id="325" r:id="rId20"/>
    <p:sldId id="326" r:id="rId21"/>
  </p:sldIdLst>
  <p:sldSz cx="9144000" cy="5143500" type="screen16x9"/>
  <p:notesSz cx="6858000" cy="9144000"/>
  <p:embeddedFontLst>
    <p:embeddedFont>
      <p:font typeface="Amatic SC" panose="00000500000000000000" pitchFamily="2" charset="-79"/>
      <p:regular r:id="rId23"/>
      <p:bold r:id="rId24"/>
    </p:embeddedFont>
    <p:embeddedFont>
      <p:font typeface="Cambria Math" panose="02040503050406030204" pitchFamily="18" charset="0"/>
      <p:regular r:id="rId25"/>
    </p:embeddedFont>
    <p:embeddedFont>
      <p:font typeface="Cantata One" panose="02060503070700060704" charset="0"/>
      <p:regular r:id="rId26"/>
    </p:embeddedFont>
    <p:embeddedFont>
      <p:font typeface="Catamaran" panose="020B0604020202020204" charset="0"/>
      <p:regular r:id="rId27"/>
      <p:bold r:id="rId28"/>
    </p:embeddedFont>
    <p:embeddedFont>
      <p:font typeface="Dreaming Outloud Pro" panose="03050502040302030504" pitchFamily="66" charset="0"/>
      <p:regular r:id="rId29"/>
      <p:italic r:id="rId30"/>
    </p:embeddedFont>
    <p:embeddedFont>
      <p:font typeface="Karla" pitchFamily="2" charset="0"/>
      <p:regular r:id="rId31"/>
      <p:bold r:id="rId32"/>
    </p:embeddedFont>
    <p:embeddedFont>
      <p:font typeface="Modern Love Grunge" panose="04070805081005020601" pitchFamily="82" charset="0"/>
      <p:regular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BC889B-D672-42EC-825F-092DBC71883A}">
  <a:tblStyle styleId="{0ABC889B-D672-42EC-825F-092DBC71883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301B821-A1FF-4177-AEE7-76D212191A09}" styleName="Estilo medio 1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666" y="4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1T23:13:03.590"/>
    </inkml:context>
    <inkml:brush xml:id="br0">
      <inkml:brushProperty name="width" value="0.05" units="cm"/>
      <inkml:brushProperty name="height" value="0.05" units="cm"/>
      <inkml:brushProperty name="color" value="#EEB3A6"/>
      <inkml:brushProperty name="inkEffects" value="rosegold"/>
      <inkml:brushProperty name="anchorX" value="0"/>
      <inkml:brushProperty name="anchorY" value="0"/>
      <inkml:brushProperty name="scaleFactor" value="0.5"/>
    </inkml:brush>
  </inkml:definitions>
  <inkml:trace contextRef="#ctx0" brushRef="#br0">755 1 24575,'0'0'0,"-3"0"0,-5 3 0,-6 8 0,-8 4 0,-5 7 0,-1 1 0,-3 4 0,-2 3 0,-1 3 0,-6-2 0,4 1 0,0-6 0,0 4 0,4-3 0,3-1 0,4-2 0,0-6 0,5 1 0,2-3 0,4-1 0,1-4 0,1 1 0,1 0 0,0-2 0,-2 2 0,0 1 0,-3 1 0,-1-2 0,3 1 0,0 1 0,3 1 0,-4-3 0,2 2 0,3 0 0,-1-3 0,-1-2 0,2 0 0,-1-2 0,2 2 0,2-1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1T23:13:09.161"/>
    </inkml:context>
    <inkml:brush xml:id="br0">
      <inkml:brushProperty name="width" value="0.05" units="cm"/>
      <inkml:brushProperty name="height" value="0.05" units="cm"/>
      <inkml:brushProperty name="color" value="#EEB3A6"/>
      <inkml:brushProperty name="inkEffects" value="rosegold"/>
      <inkml:brushProperty name="anchorX" value="-143.33879"/>
      <inkml:brushProperty name="anchorY" value="-1313.93347"/>
      <inkml:brushProperty name="scaleFactor" value="0.5"/>
    </inkml:brush>
  </inkml:definitions>
  <inkml:trace contextRef="#ctx0" brushRef="#br0">0 0 24575,'0'0'0,"3"0"0,5 0 0,0 4 0,2 0 0,10 3 0,-1 3 0,11 7 0,5-1 0,0 5 0,4 0 0,0 4 0,5-4 0,-5 3 0,3-1 0,-1-2 0,-1 0 0,-5-1 0,-8-1 0,3 0 0,-4-1 0,-2-4 0,-2 0 0,-1-3 0,-5 0 0,-2-2 0,1 1 0,-1-2 0,-2 1 0,1 3 0,0-3 0,2-1 0,-3 1 0,1 2 0,-3-2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01:10:32.349"/>
    </inkml:context>
    <inkml:brush xml:id="br0">
      <inkml:brushProperty name="width" value="0.05" units="cm"/>
      <inkml:brushProperty name="height" value="0.05" units="cm"/>
      <inkml:brushProperty name="color" value="#EEB3A6"/>
      <inkml:brushProperty name="inkEffects" value="rosegold"/>
      <inkml:brushProperty name="anchorX" value="-6006.94873"/>
      <inkml:brushProperty name="anchorY" value="-6848.91553"/>
      <inkml:brushProperty name="scaleFactor" value="0.5"/>
    </inkml:brush>
  </inkml:definitions>
  <inkml:trace contextRef="#ctx0" brushRef="#br0">1 1 24575,'0'0'0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01:10:53.064"/>
    </inkml:context>
    <inkml:brush xml:id="br0">
      <inkml:brushProperty name="width" value="0.05" units="cm"/>
      <inkml:brushProperty name="height" value="0.05" units="cm"/>
      <inkml:brushProperty name="color" value="#EEB3A6"/>
      <inkml:brushProperty name="inkEffects" value="rosegold"/>
      <inkml:brushProperty name="anchorX" value="-7260.5752"/>
      <inkml:brushProperty name="anchorY" value="-12548.05664"/>
      <inkml:brushProperty name="scaleFactor" value="0.5"/>
    </inkml:brush>
  </inkml:definitions>
  <inkml:trace contextRef="#ctx0" brushRef="#br0">61 501 24575,'0'0'0,"0"-8"0,0-7 0,0-3 0,0-3 0,0-3 0,0 0 0,0 0 0,0 0 0,0 1 0,0-1 0,0 1 0,0 0 0,5 5 0,-1 0 0,6 4 0,-2 0 0,0-1 0,-2-2 0,2-2 0,3 3 0,4 4 0,-2-1 0,-2-2 0,2 3 0,-3-1 0,1 1 0,4 4 0,2-2 0,2 2 0,1 2 0,2 1 0,1 3 0,0 0 0,0 2 0,-4 4 0,4 6 0,4 4 0,-3 4 0,-5 3 0,0-3 0,-2 5 0,2-4 0,-4 1 0,-4 0 0,1 0 0,-3 5 0,3 6 0,1 1 0,-1 3 0,-3-1 0,3-6 0,-3 1 0,-2-2 0,-2-1 0,-2-2 0,-2 0 0,0-1 0,-2 0 0,1 0 0,0-1 0,-1 0 0,1 5 0,0 1 0,0-1 0,0-1 0,-5 0 0,0-2 0,-4-4 0,0 2 0,2 1 0,1 0 0,2 5 0,2 1 0,1-1 0,1 3 0,0-1 0,0 0 0,1-3 0,-1 4 0,0-2 0,0 3 0,1 0 0,-1-2 0,0 2 0,0 3 0,0-1 0,4 3 0,1-3 0,-1 2 0,0-3 0,8 3 0,-1-3 0,0 2 0,-3-2 0,-3 2 0,8-2 0,-2-2 0,3-7 0,3 1 0,-3 0 0,2-1 0,-3-1 0,1-4 0,2-1 0,2-4 0,-4 0 0,3 2 0,0-4 0,-3 2 0,1-2 0,2-4 0,1-2 0,2-3 0,1-1 0,-3 3 0,-5 4 0,-8-1 0,-9 0 0,-3 3 0,-5-2 0,0 3 0,-2-3 0,2 4 0,-2-3 0,-2 2 0,3 3 0,-3-2 0,-5 1 0,-1 7 0,2 2 0,-1 2 0,1 0 0,-1 0 0,0 0 0,-1 3 0,0 5 0,0 4 0,-1-1 0,1 2 0,3 2 0,6-2 0,-1-4 0,4-3 0,4 1 0,1-3 0,-1-5 0,0-2 0,1-2 0,2 0 0,-4 0 0,1 5 0,1 1 0,1 6 0,2-2 0,0 0 0,2-2 0,-1-1 0,-3-2 0,-1-1 0,1-1 0,0 4 0,1 0 0,1 5 0,1-2 0,1 5 0,0-2 0,0-2 0,0-3 0,1 3 0,-1-2 0,0 0 0,0-3 0,5-1 0,0-1 0,-1 0 0,5 3 0,-2 0 0,0 0 0,-2-1 0,2-5 0,0 3 0,-2 0 0,-1 4 0,-1 0 0,3-4 0,-1 3 0,4-1 0,-1-1 0,-1 0 0,-1 4 0,-3-1 0,-1-1 0,-1 5 0,-1 2 0,0 0 0,0 2 0,-1-2 0,1-2 0,0-3 0,0-2 0,-5-2 0,-4-6 0,-5-6 0,-3-4 0,-4-5 0,-1-2 0,-1-2 0,-1-1 0,1 0 0,-1 0 0,1 0 0,0 1 0,0-1 0,0 1 0,0 0 0,1 0 0,4-4 0,0-1 0,0 0 0,-1-3 0,-1 0 0,4-3 0,-1 2 0,4-4 0,-1 3 0,-2-2 0,3-3 0,3-3 0,-1 3 0,2-1 0,2-2 0,-2 4 0,2-7 0,-4 5 0,3-3 0,0 0 0,3-1 0,-2 4 0,0-1 0,2 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01:11:05.096"/>
    </inkml:context>
    <inkml:brush xml:id="br0">
      <inkml:brushProperty name="width" value="0.05" units="cm"/>
      <inkml:brushProperty name="height" value="0.05" units="cm"/>
      <inkml:brushProperty name="color" value="#EEB3A6"/>
      <inkml:brushProperty name="inkEffects" value="rosegold"/>
      <inkml:brushProperty name="anchorX" value="-5053.16748"/>
      <inkml:brushProperty name="anchorY" value="-16228.00781"/>
      <inkml:brushProperty name="scaleFactor" value="0.5"/>
    </inkml:brush>
  </inkml:definitions>
  <inkml:trace contextRef="#ctx0" brushRef="#br0">2 254 24575,'0'0'0,"0"-4"0,0-6 0,0-4 0,0-4 0,4-2 0,1-2 0,4 3 0,-1 0 0,4 0 0,-2 0 0,-1-2 0,-3 0 0,2 3 0,3 5 0,4 5 0,3 2 0,2 4 0,2 1 0,0 2 0,-3 4 0,0 1 0,0 3 0,-5 5 0,-2 3 0,-1-2 0,-2 2 0,-2 1 0,1-3 0,-1 1 0,-1 1 0,-2 1 0,-2 2 0,0 1 0,-2 1 0,0 5 0,0 1 0,0-1 0,-1 4 0,1 0 0,0-2 0,0-1 0,0-3 0,0 0 0,0-1 0,0-1 0,0-1 0,0 0 0,4-4 0,1 0 0,0 0 0,3-4 0,0 1 0,-2 6 0,4 1 0,2-2 0,-1 0 0,3-5 0,2 1 0,2-4 0,-3 1 0,2-2 0,1-4 0,1-2 0,1-2 0,2-1 0,-9-2 0,-9 0 0,-9-1 0,-3 5 0,-5 1 0,-4-1 0,2 4 0,-2-1 0,3 4 0,0-2 0,2 3 0,3 3 0,-1-1 0,-2-4 0,1 2 0,2 2 0,3 2 0,2 3 0,2 1 0,1 2 0,1 0 0,1 1 0,-1 1 0,1-1 0,-1 0 0,0 0 0,0 0 0,0-1 0,0 1 0,0 0 0,0-1 0,0 1 0,0 0 0,0 0 0,-4-5 0,-1 0 0,1 0 0,0 0 0,1 2 0,1 1 0,1 1 0,1 0 0,0 1 0,0 0 0,-4 0 0,-1 0 0,0-1 0,1 1 0,-3-5 0,1 0 0,0 0 0,2 1 0,1 1 0,2 1 0,0 1 0,1 0 0,0 1 0,0 0 0,0-1 0,0 1 0,1 0 0,-1 0 0,-5-5 0,1 0 0,-5-4 0,-4-5 0,-4-3 0,-2-3 0,2-6 0,-1-1 0,-1-6 0,4-4 0,-1 2 0,-1 1 0,4-2 0,2-1 0,0 2 0,-3 2 0,3-1 0,-3 2 0,3-3 0,2-2 0,3-2 0,-2 1 0,2-1 0,-4 3 0,2-1 0,1-1 0,2-3 0,2-2 0,1-1 0,1 0 0,1-2 0,0 0 0,1 4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01:17:52.551"/>
    </inkml:context>
    <inkml:brush xml:id="br0">
      <inkml:brushProperty name="width" value="0.05" units="cm"/>
      <inkml:brushProperty name="height" value="0.05" units="cm"/>
      <inkml:brushProperty name="color" value="#EEB3A6"/>
      <inkml:brushProperty name="inkEffects" value="rosegold"/>
      <inkml:brushProperty name="anchorX" value="-1128.05139"/>
      <inkml:brushProperty name="anchorY" value="-22027.11133"/>
      <inkml:brushProperty name="scaleFactor" value="0.5"/>
    </inkml:brush>
  </inkml:definitions>
  <inkml:trace contextRef="#ctx0" brushRef="#br0">1 1 24575,'0'0'0,"0"3"0,0 12 0,0 12 0,0 14 0,0 7 0,4 7 0,1 6 0,4 5 0,0-8 0,-2-3 0,-1-8 0,2-9 0,3-6 0,0-4 0,7 0 0,-3-1 0,3-1 0,6 3 0,1 5 0,1 3 0,5 4 0,-1 6 0,3 3 0,4 4 0,3 6 0,3-7 0,-4-1 0,-3-3 0,0-7 0,2-6 0,-3-9 0,2-5 0,1-2 0,2-6 0,7 0 0,2-3 0,4 1 0,6-3 0,7-1 0,13-4 0,7-1 0,-5-6 0,-1-1 0,0-10 0,-3-4 0,-7-3 0,-3-8 0,-10-4 0,-1 3 0,-9-2 0,-7 1 0,-6 2 0,-10 2 0,-9 2 0,-6 1 0,-5 1 0,-3 1 0,-6 4 0,-2 0 0,-3 0 0,-5 4 0,-7-1 0,-3 3 0,-1-1 0,-1-1 0,-3 1 0,-5 3 0,2 4 0,1 1 0,2 3 0,3 2 0,-3 0 0,6 5 0,1 0 0,1 4 0,-4 9 0,1 4 0,-6 6 0,1 2 0,5 5 0,1-6 0,3 2 0,0-6 0,4-1 0,5-3 0,4 0 0,4 4 0,2 1 0,2 1 0,9 3 0,1 9 0,14 8 0,7 4 0,8 5 0,4 5 0,-2 3 0,2-7 0,-5-12 0,-4-8 0,-8-8 0,-4-10 0,3-2 0,-2-1 0,2 1 0,-1-4 0,-5 2 0,4-4 0,5-2 0,0 1 0,5 2 0,4-1 0,-2-2 0,-2-3 0,-2-2 0,1 3 0,-2-1 0,-1 3 0,2-1 0,3-1 0,4-1 0,-2-3 0,-2-1 0,-3-1 0,-3-6 0,-3 1 0,-1-1 0,-1 0 0,-1 2 0,-4-3 0,-1 0 0,1 0 0,-4 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2T01:17:54.605"/>
    </inkml:context>
    <inkml:brush xml:id="br0">
      <inkml:brushProperty name="width" value="0.05" units="cm"/>
      <inkml:brushProperty name="height" value="0.05" units="cm"/>
      <inkml:brushProperty name="color" value="#EEB3A6"/>
      <inkml:brushProperty name="inkEffects" value="rosegold"/>
      <inkml:brushProperty name="anchorX" value="-4572.97021"/>
      <inkml:brushProperty name="anchorY" value="-24974.84375"/>
      <inkml:brushProperty name="scaleFactor" value="0.5"/>
    </inkml:brush>
  </inkml:definitions>
  <inkml:trace contextRef="#ctx0" brushRef="#br0">99 0 24575,'0'0'0,"4"0"0,6 0 0,0 5 0,3-1 0,-2 5 0,3 0 0,1-2 0,3-1 0,-3 2 0,2-1 0,-4 3 0,-3 4 0,-3 2 0,-8-1 0,-2 1 0,-6-3 0,0 1 0,-3-2 0,1 1 0,-3-3 0,-1-2 0,-3 2 0,-2 3 0,-1-3 0,3 4 0,4 1 0,0-1 0,4 1 0,-2-3 0,-1-3 0,1 2 0,3 2 0,-3-2 0,4-2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13c3c73614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13c3c73614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13cb634ff42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13cb634ff42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g13cb634ff42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1" name="Google Shape;471;g13cb634ff42_0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13cbf9440d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9" name="Google Shape;479;g13cbf9440d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7">
          <a:extLst>
            <a:ext uri="{FF2B5EF4-FFF2-40B4-BE49-F238E27FC236}">
              <a16:creationId xmlns:a16="http://schemas.microsoft.com/office/drawing/2014/main" id="{EC91902C-7BAE-3FE3-6740-B77F3EE8C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13cbf9440d5_0_0:notes">
            <a:extLst>
              <a:ext uri="{FF2B5EF4-FFF2-40B4-BE49-F238E27FC236}">
                <a16:creationId xmlns:a16="http://schemas.microsoft.com/office/drawing/2014/main" id="{D6E6F919-05BA-AABB-E5CE-C70F43FC8D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9" name="Google Shape;479;g13cbf9440d5_0_0:notes">
            <a:extLst>
              <a:ext uri="{FF2B5EF4-FFF2-40B4-BE49-F238E27FC236}">
                <a16:creationId xmlns:a16="http://schemas.microsoft.com/office/drawing/2014/main" id="{D9676214-C70E-CE9D-9CA9-F419A22E3B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99243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g13cb634ff42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5" name="Google Shape;575;g13cb634ff42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>
          <a:extLst>
            <a:ext uri="{FF2B5EF4-FFF2-40B4-BE49-F238E27FC236}">
              <a16:creationId xmlns:a16="http://schemas.microsoft.com/office/drawing/2014/main" id="{123F25B7-67EC-CD2B-2B4C-7DC851313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13c3c73614f_0_49:notes">
            <a:extLst>
              <a:ext uri="{FF2B5EF4-FFF2-40B4-BE49-F238E27FC236}">
                <a16:creationId xmlns:a16="http://schemas.microsoft.com/office/drawing/2014/main" id="{14ACA407-DA94-21E0-BD0D-363A43535A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13c3c73614f_0_49:notes">
            <a:extLst>
              <a:ext uri="{FF2B5EF4-FFF2-40B4-BE49-F238E27FC236}">
                <a16:creationId xmlns:a16="http://schemas.microsoft.com/office/drawing/2014/main" id="{CD40B324-849A-4094-C32C-04ECA71CD4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89529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>
          <a:extLst>
            <a:ext uri="{FF2B5EF4-FFF2-40B4-BE49-F238E27FC236}">
              <a16:creationId xmlns:a16="http://schemas.microsoft.com/office/drawing/2014/main" id="{5ED9B27D-D15F-EB92-85B4-5EEA6D0CE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13c3c73614f_0_49:notes">
            <a:extLst>
              <a:ext uri="{FF2B5EF4-FFF2-40B4-BE49-F238E27FC236}">
                <a16:creationId xmlns:a16="http://schemas.microsoft.com/office/drawing/2014/main" id="{6E9F1E0A-A229-E198-10ED-550900A11A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13c3c73614f_0_49:notes">
            <a:extLst>
              <a:ext uri="{FF2B5EF4-FFF2-40B4-BE49-F238E27FC236}">
                <a16:creationId xmlns:a16="http://schemas.microsoft.com/office/drawing/2014/main" id="{7E58FE7A-79B3-94FB-27E1-DBCB532B63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9007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>
          <a:extLst>
            <a:ext uri="{FF2B5EF4-FFF2-40B4-BE49-F238E27FC236}">
              <a16:creationId xmlns:a16="http://schemas.microsoft.com/office/drawing/2014/main" id="{B3852515-523C-E1CC-6B9B-43B436E93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13c3c73614f_0_49:notes">
            <a:extLst>
              <a:ext uri="{FF2B5EF4-FFF2-40B4-BE49-F238E27FC236}">
                <a16:creationId xmlns:a16="http://schemas.microsoft.com/office/drawing/2014/main" id="{F3E02135-4720-1662-68E4-EA62F3F89D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13c3c73614f_0_49:notes">
            <a:extLst>
              <a:ext uri="{FF2B5EF4-FFF2-40B4-BE49-F238E27FC236}">
                <a16:creationId xmlns:a16="http://schemas.microsoft.com/office/drawing/2014/main" id="{26EB945F-397B-D7D2-FF50-A42161FEE6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61753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>
          <a:extLst>
            <a:ext uri="{FF2B5EF4-FFF2-40B4-BE49-F238E27FC236}">
              <a16:creationId xmlns:a16="http://schemas.microsoft.com/office/drawing/2014/main" id="{8C80CDF2-E7BD-2569-749F-36DD2E754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13c3c73614f_0_49:notes">
            <a:extLst>
              <a:ext uri="{FF2B5EF4-FFF2-40B4-BE49-F238E27FC236}">
                <a16:creationId xmlns:a16="http://schemas.microsoft.com/office/drawing/2014/main" id="{A68C274F-3F98-63F2-F6F4-329CCCF555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13c3c73614f_0_49:notes">
            <a:extLst>
              <a:ext uri="{FF2B5EF4-FFF2-40B4-BE49-F238E27FC236}">
                <a16:creationId xmlns:a16="http://schemas.microsoft.com/office/drawing/2014/main" id="{59EEB437-D96E-C160-1E7F-7885E7FA53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58777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>
          <a:extLst>
            <a:ext uri="{FF2B5EF4-FFF2-40B4-BE49-F238E27FC236}">
              <a16:creationId xmlns:a16="http://schemas.microsoft.com/office/drawing/2014/main" id="{361A4749-6375-7FA6-11B4-A54BAD1AB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13c3c73614f_0_49:notes">
            <a:extLst>
              <a:ext uri="{FF2B5EF4-FFF2-40B4-BE49-F238E27FC236}">
                <a16:creationId xmlns:a16="http://schemas.microsoft.com/office/drawing/2014/main" id="{AE9DC636-570A-DFB8-E6E1-70EEF94BB1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13c3c73614f_0_49:notes">
            <a:extLst>
              <a:ext uri="{FF2B5EF4-FFF2-40B4-BE49-F238E27FC236}">
                <a16:creationId xmlns:a16="http://schemas.microsoft.com/office/drawing/2014/main" id="{18BF5915-E586-47C1-058C-3FB71E76DB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94029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>
          <a:extLst>
            <a:ext uri="{FF2B5EF4-FFF2-40B4-BE49-F238E27FC236}">
              <a16:creationId xmlns:a16="http://schemas.microsoft.com/office/drawing/2014/main" id="{BB47EC83-B837-09DD-6484-16CE48965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13c3c73614f_0_49:notes">
            <a:extLst>
              <a:ext uri="{FF2B5EF4-FFF2-40B4-BE49-F238E27FC236}">
                <a16:creationId xmlns:a16="http://schemas.microsoft.com/office/drawing/2014/main" id="{4FA27648-D8A5-F463-D499-D993723133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13c3c73614f_0_49:notes">
            <a:extLst>
              <a:ext uri="{FF2B5EF4-FFF2-40B4-BE49-F238E27FC236}">
                <a16:creationId xmlns:a16="http://schemas.microsoft.com/office/drawing/2014/main" id="{C31EE2F5-1B9D-ED03-BBB7-8125778BF1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288335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3">
          <a:extLst>
            <a:ext uri="{FF2B5EF4-FFF2-40B4-BE49-F238E27FC236}">
              <a16:creationId xmlns:a16="http://schemas.microsoft.com/office/drawing/2014/main" id="{801ED59E-53D4-F534-1F65-E57622BC2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g13cb634ff42_0_225:notes">
            <a:extLst>
              <a:ext uri="{FF2B5EF4-FFF2-40B4-BE49-F238E27FC236}">
                <a16:creationId xmlns:a16="http://schemas.microsoft.com/office/drawing/2014/main" id="{1A255BCE-405E-2C9B-E98A-C4C402502E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5" name="Google Shape;575;g13cb634ff42_0_225:notes">
            <a:extLst>
              <a:ext uri="{FF2B5EF4-FFF2-40B4-BE49-F238E27FC236}">
                <a16:creationId xmlns:a16="http://schemas.microsoft.com/office/drawing/2014/main" id="{A2ADBB87-03A9-7D5E-D986-A922376F5D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84930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13c3c73614f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13c3c73614f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6">
          <a:extLst>
            <a:ext uri="{FF2B5EF4-FFF2-40B4-BE49-F238E27FC236}">
              <a16:creationId xmlns:a16="http://schemas.microsoft.com/office/drawing/2014/main" id="{9C2C7702-7BED-FB67-3E38-70E9BB4FD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g13c3c73614f_0_108:notes">
            <a:extLst>
              <a:ext uri="{FF2B5EF4-FFF2-40B4-BE49-F238E27FC236}">
                <a16:creationId xmlns:a16="http://schemas.microsoft.com/office/drawing/2014/main" id="{5F81F1BF-7A11-86A2-BD83-E8B40CAD7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" name="Google Shape;648;g13c3c73614f_0_108:notes">
            <a:extLst>
              <a:ext uri="{FF2B5EF4-FFF2-40B4-BE49-F238E27FC236}">
                <a16:creationId xmlns:a16="http://schemas.microsoft.com/office/drawing/2014/main" id="{92EBE838-32C9-62F5-1EB4-00D56B801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29608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g13c3c73614f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" name="Google Shape;648;g13c3c73614f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6">
          <a:extLst>
            <a:ext uri="{FF2B5EF4-FFF2-40B4-BE49-F238E27FC236}">
              <a16:creationId xmlns:a16="http://schemas.microsoft.com/office/drawing/2014/main" id="{827AD8E4-0747-A27D-945F-0986BEE84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g13c3c73614f_0_108:notes">
            <a:extLst>
              <a:ext uri="{FF2B5EF4-FFF2-40B4-BE49-F238E27FC236}">
                <a16:creationId xmlns:a16="http://schemas.microsoft.com/office/drawing/2014/main" id="{F4853494-D3B5-3A3A-497E-FB9428F30A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" name="Google Shape;648;g13c3c73614f_0_108:notes">
            <a:extLst>
              <a:ext uri="{FF2B5EF4-FFF2-40B4-BE49-F238E27FC236}">
                <a16:creationId xmlns:a16="http://schemas.microsoft.com/office/drawing/2014/main" id="{DB18F594-9A4A-E684-69F2-7F0DA9E121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11664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6">
          <a:extLst>
            <a:ext uri="{FF2B5EF4-FFF2-40B4-BE49-F238E27FC236}">
              <a16:creationId xmlns:a16="http://schemas.microsoft.com/office/drawing/2014/main" id="{A105939E-44A0-C794-D183-A0C045959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g13c3c73614f_0_108:notes">
            <a:extLst>
              <a:ext uri="{FF2B5EF4-FFF2-40B4-BE49-F238E27FC236}">
                <a16:creationId xmlns:a16="http://schemas.microsoft.com/office/drawing/2014/main" id="{B1189773-6FE8-BB4C-41C7-5A2AC737D5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" name="Google Shape;648;g13c3c73614f_0_108:notes">
            <a:extLst>
              <a:ext uri="{FF2B5EF4-FFF2-40B4-BE49-F238E27FC236}">
                <a16:creationId xmlns:a16="http://schemas.microsoft.com/office/drawing/2014/main" id="{1B924194-72DC-4FA8-C7D4-8F5794E1D5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45009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974100" y="1371188"/>
            <a:ext cx="7195800" cy="19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700">
                <a:latin typeface="Cantata One"/>
                <a:ea typeface="Cantata One"/>
                <a:cs typeface="Cantata One"/>
                <a:sym typeface="Cantata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974100" y="3292588"/>
            <a:ext cx="7195800" cy="47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7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 amt="73000"/>
          </a:blip>
          <a:srcRect l="11472" t="21324" r="10378" b="61757"/>
          <a:stretch/>
        </p:blipFill>
        <p:spPr>
          <a:xfrm>
            <a:off x="-882025" y="181851"/>
            <a:ext cx="5077949" cy="618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2"/>
          <p:cNvPicPr preferRelativeResize="0"/>
          <p:nvPr/>
        </p:nvPicPr>
        <p:blipFill rotWithShape="1">
          <a:blip r:embed="rId3">
            <a:alphaModFix amt="77000"/>
          </a:blip>
          <a:srcRect l="2217" t="17852" r="9074" b="32321"/>
          <a:stretch/>
        </p:blipFill>
        <p:spPr>
          <a:xfrm>
            <a:off x="0" y="4412575"/>
            <a:ext cx="4759008" cy="1503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2"/>
          <p:cNvPicPr preferRelativeResize="0"/>
          <p:nvPr/>
        </p:nvPicPr>
        <p:blipFill rotWithShape="1">
          <a:blip r:embed="rId4">
            <a:alphaModFix amt="69000"/>
          </a:blip>
          <a:srcRect l="50645" t="40792" r="22239" b="39046"/>
          <a:stretch/>
        </p:blipFill>
        <p:spPr>
          <a:xfrm flipH="1">
            <a:off x="7765065" y="2856625"/>
            <a:ext cx="2446373" cy="1023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2"/>
          <p:cNvPicPr preferRelativeResize="0"/>
          <p:nvPr/>
        </p:nvPicPr>
        <p:blipFill rotWithShape="1">
          <a:blip r:embed="rId5">
            <a:alphaModFix/>
          </a:blip>
          <a:srcRect l="45691" t="12052" r="18787" b="20159"/>
          <a:stretch/>
        </p:blipFill>
        <p:spPr>
          <a:xfrm>
            <a:off x="7795200" y="3069226"/>
            <a:ext cx="1149350" cy="123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2"/>
          <p:cNvPicPr preferRelativeResize="0"/>
          <p:nvPr/>
        </p:nvPicPr>
        <p:blipFill rotWithShape="1">
          <a:blip r:embed="rId6">
            <a:alphaModFix amt="63000"/>
          </a:blip>
          <a:srcRect l="17536" t="30943" r="20804" b="36495"/>
          <a:stretch/>
        </p:blipFill>
        <p:spPr>
          <a:xfrm rot="-2080542">
            <a:off x="-1060392" y="-140497"/>
            <a:ext cx="4824681" cy="1433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2"/>
          <p:cNvPicPr preferRelativeResize="0"/>
          <p:nvPr/>
        </p:nvPicPr>
        <p:blipFill rotWithShape="1">
          <a:blip r:embed="rId7">
            <a:alphaModFix amt="76000"/>
          </a:blip>
          <a:srcRect l="37412" t="9009" r="30455" b="20771"/>
          <a:stretch/>
        </p:blipFill>
        <p:spPr>
          <a:xfrm>
            <a:off x="8430775" y="1154400"/>
            <a:ext cx="1834123" cy="2254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112450" y="2098425"/>
            <a:ext cx="4919100" cy="91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9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2" hasCustomPrompt="1"/>
          </p:nvPr>
        </p:nvSpPr>
        <p:spPr>
          <a:xfrm>
            <a:off x="2652300" y="1010300"/>
            <a:ext cx="3839400" cy="108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7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2640300" y="3056300"/>
            <a:ext cx="3863400" cy="6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7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 amt="74000"/>
          </a:blip>
          <a:srcRect l="37807" t="9859" r="25038" b="24368"/>
          <a:stretch/>
        </p:blipFill>
        <p:spPr>
          <a:xfrm>
            <a:off x="-1053612" y="1551870"/>
            <a:ext cx="3011203" cy="2998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"/>
          <p:cNvPicPr preferRelativeResize="0"/>
          <p:nvPr/>
        </p:nvPicPr>
        <p:blipFill rotWithShape="1">
          <a:blip r:embed="rId3">
            <a:alphaModFix amt="72000"/>
          </a:blip>
          <a:srcRect l="36305" t="26731" r="30909" b="23776"/>
          <a:stretch/>
        </p:blipFill>
        <p:spPr>
          <a:xfrm>
            <a:off x="6236176" y="-200100"/>
            <a:ext cx="1790842" cy="1520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3"/>
          <p:cNvPicPr preferRelativeResize="0"/>
          <p:nvPr/>
        </p:nvPicPr>
        <p:blipFill rotWithShape="1">
          <a:blip r:embed="rId4">
            <a:alphaModFix amt="72000"/>
          </a:blip>
          <a:srcRect l="11472" t="21324" r="10378" b="61757"/>
          <a:stretch/>
        </p:blipFill>
        <p:spPr>
          <a:xfrm flipH="1">
            <a:off x="6587825" y="198325"/>
            <a:ext cx="4499827" cy="54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3"/>
          <p:cNvPicPr preferRelativeResize="0"/>
          <p:nvPr/>
        </p:nvPicPr>
        <p:blipFill rotWithShape="1">
          <a:blip r:embed="rId5">
            <a:alphaModFix amt="81000"/>
          </a:blip>
          <a:srcRect l="35653" t="26726" r="33387" b="27688"/>
          <a:stretch/>
        </p:blipFill>
        <p:spPr>
          <a:xfrm rot="5165265">
            <a:off x="7777549" y="1747787"/>
            <a:ext cx="2831027" cy="23445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4"/>
          <p:cNvPicPr preferRelativeResize="0"/>
          <p:nvPr/>
        </p:nvPicPr>
        <p:blipFill rotWithShape="1">
          <a:blip r:embed="rId2">
            <a:alphaModFix amt="63000"/>
          </a:blip>
          <a:srcRect l="17536" t="30943" r="20804" b="36495"/>
          <a:stretch/>
        </p:blipFill>
        <p:spPr>
          <a:xfrm rot="5709146">
            <a:off x="7289042" y="1559948"/>
            <a:ext cx="3280095" cy="974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4"/>
          <p:cNvPicPr preferRelativeResize="0"/>
          <p:nvPr/>
        </p:nvPicPr>
        <p:blipFill rotWithShape="1">
          <a:blip r:embed="rId3">
            <a:alphaModFix amt="65000"/>
          </a:blip>
          <a:srcRect l="11472" t="21324" r="10378" b="61757"/>
          <a:stretch/>
        </p:blipFill>
        <p:spPr>
          <a:xfrm>
            <a:off x="-560175" y="4805725"/>
            <a:ext cx="4499827" cy="54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28;p4"/>
          <p:cNvPicPr preferRelativeResize="0"/>
          <p:nvPr/>
        </p:nvPicPr>
        <p:blipFill rotWithShape="1">
          <a:blip r:embed="rId4">
            <a:alphaModFix amt="76000"/>
          </a:blip>
          <a:srcRect l="37412" t="9009" r="30455" b="20771"/>
          <a:stretch/>
        </p:blipFill>
        <p:spPr>
          <a:xfrm>
            <a:off x="-986050" y="3449000"/>
            <a:ext cx="1834123" cy="2254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4"/>
          <p:cNvPicPr preferRelativeResize="0"/>
          <p:nvPr/>
        </p:nvPicPr>
        <p:blipFill rotWithShape="1">
          <a:blip r:embed="rId5">
            <a:alphaModFix amt="87000"/>
          </a:blip>
          <a:srcRect l="2217" t="17852" r="9074" b="32321"/>
          <a:stretch/>
        </p:blipFill>
        <p:spPr>
          <a:xfrm>
            <a:off x="-775800" y="331704"/>
            <a:ext cx="1834123" cy="579471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/>
          <p:nvPr/>
        </p:nvSpPr>
        <p:spPr>
          <a:xfrm rot="3889054">
            <a:off x="7394338" y="2762258"/>
            <a:ext cx="1528429" cy="4798354"/>
          </a:xfrm>
          <a:custGeom>
            <a:avLst/>
            <a:gdLst/>
            <a:ahLst/>
            <a:cxnLst/>
            <a:rect l="l" t="t" r="r" b="b"/>
            <a:pathLst>
              <a:path w="41649" h="130753" extrusionOk="0">
                <a:moveTo>
                  <a:pt x="11180" y="58329"/>
                </a:moveTo>
                <a:cubicBezTo>
                  <a:pt x="11751" y="58329"/>
                  <a:pt x="12324" y="58373"/>
                  <a:pt x="12895" y="58460"/>
                </a:cubicBezTo>
                <a:cubicBezTo>
                  <a:pt x="13847" y="58627"/>
                  <a:pt x="15121" y="58817"/>
                  <a:pt x="15848" y="59520"/>
                </a:cubicBezTo>
                <a:cubicBezTo>
                  <a:pt x="16169" y="59829"/>
                  <a:pt x="16288" y="60294"/>
                  <a:pt x="16050" y="60711"/>
                </a:cubicBezTo>
                <a:cubicBezTo>
                  <a:pt x="15800" y="61163"/>
                  <a:pt x="15276" y="61353"/>
                  <a:pt x="14800" y="61425"/>
                </a:cubicBezTo>
                <a:cubicBezTo>
                  <a:pt x="14517" y="61469"/>
                  <a:pt x="14230" y="61488"/>
                  <a:pt x="13942" y="61488"/>
                </a:cubicBezTo>
                <a:cubicBezTo>
                  <a:pt x="12992" y="61488"/>
                  <a:pt x="12022" y="61281"/>
                  <a:pt x="11109" y="61080"/>
                </a:cubicBezTo>
                <a:cubicBezTo>
                  <a:pt x="9811" y="60818"/>
                  <a:pt x="8240" y="60806"/>
                  <a:pt x="7216" y="59877"/>
                </a:cubicBezTo>
                <a:cubicBezTo>
                  <a:pt x="7049" y="59758"/>
                  <a:pt x="7061" y="59532"/>
                  <a:pt x="7180" y="59389"/>
                </a:cubicBezTo>
                <a:cubicBezTo>
                  <a:pt x="7228" y="59329"/>
                  <a:pt x="7287" y="59294"/>
                  <a:pt x="7347" y="59234"/>
                </a:cubicBezTo>
                <a:cubicBezTo>
                  <a:pt x="7359" y="59103"/>
                  <a:pt x="7418" y="58984"/>
                  <a:pt x="7585" y="58925"/>
                </a:cubicBezTo>
                <a:cubicBezTo>
                  <a:pt x="8752" y="58528"/>
                  <a:pt x="9962" y="58329"/>
                  <a:pt x="11180" y="58329"/>
                </a:cubicBezTo>
                <a:close/>
                <a:moveTo>
                  <a:pt x="7575" y="96887"/>
                </a:moveTo>
                <a:cubicBezTo>
                  <a:pt x="8389" y="96887"/>
                  <a:pt x="9213" y="97311"/>
                  <a:pt x="9895" y="97715"/>
                </a:cubicBezTo>
                <a:cubicBezTo>
                  <a:pt x="10442" y="98037"/>
                  <a:pt x="10978" y="98429"/>
                  <a:pt x="11490" y="98822"/>
                </a:cubicBezTo>
                <a:cubicBezTo>
                  <a:pt x="12169" y="99346"/>
                  <a:pt x="12776" y="99953"/>
                  <a:pt x="13335" y="100608"/>
                </a:cubicBezTo>
                <a:cubicBezTo>
                  <a:pt x="13419" y="100704"/>
                  <a:pt x="13490" y="100811"/>
                  <a:pt x="13574" y="100894"/>
                </a:cubicBezTo>
                <a:lnTo>
                  <a:pt x="13586" y="100906"/>
                </a:lnTo>
                <a:cubicBezTo>
                  <a:pt x="13871" y="101251"/>
                  <a:pt x="14169" y="101608"/>
                  <a:pt x="14431" y="101966"/>
                </a:cubicBezTo>
                <a:cubicBezTo>
                  <a:pt x="14800" y="102454"/>
                  <a:pt x="15514" y="103347"/>
                  <a:pt x="15133" y="104002"/>
                </a:cubicBezTo>
                <a:cubicBezTo>
                  <a:pt x="14965" y="104289"/>
                  <a:pt x="14675" y="104394"/>
                  <a:pt x="14338" y="104394"/>
                </a:cubicBezTo>
                <a:cubicBezTo>
                  <a:pt x="13630" y="104394"/>
                  <a:pt x="12716" y="103930"/>
                  <a:pt x="12288" y="103728"/>
                </a:cubicBezTo>
                <a:cubicBezTo>
                  <a:pt x="10847" y="103049"/>
                  <a:pt x="9478" y="102192"/>
                  <a:pt x="8228" y="101204"/>
                </a:cubicBezTo>
                <a:cubicBezTo>
                  <a:pt x="7775" y="100870"/>
                  <a:pt x="7263" y="100454"/>
                  <a:pt x="6882" y="99942"/>
                </a:cubicBezTo>
                <a:cubicBezTo>
                  <a:pt x="6739" y="99775"/>
                  <a:pt x="6608" y="99632"/>
                  <a:pt x="6466" y="99453"/>
                </a:cubicBezTo>
                <a:cubicBezTo>
                  <a:pt x="6168" y="99060"/>
                  <a:pt x="5918" y="98572"/>
                  <a:pt x="5977" y="98084"/>
                </a:cubicBezTo>
                <a:cubicBezTo>
                  <a:pt x="6049" y="97417"/>
                  <a:pt x="6644" y="96977"/>
                  <a:pt x="7287" y="96905"/>
                </a:cubicBezTo>
                <a:cubicBezTo>
                  <a:pt x="7383" y="96893"/>
                  <a:pt x="7479" y="96887"/>
                  <a:pt x="7575" y="96887"/>
                </a:cubicBezTo>
                <a:close/>
                <a:moveTo>
                  <a:pt x="36195" y="1"/>
                </a:moveTo>
                <a:cubicBezTo>
                  <a:pt x="35731" y="620"/>
                  <a:pt x="35862" y="1132"/>
                  <a:pt x="36112" y="1668"/>
                </a:cubicBezTo>
                <a:cubicBezTo>
                  <a:pt x="36624" y="2680"/>
                  <a:pt x="37148" y="3692"/>
                  <a:pt x="37648" y="4727"/>
                </a:cubicBezTo>
                <a:cubicBezTo>
                  <a:pt x="38898" y="7287"/>
                  <a:pt x="40101" y="9847"/>
                  <a:pt x="39970" y="12824"/>
                </a:cubicBezTo>
                <a:cubicBezTo>
                  <a:pt x="39779" y="17289"/>
                  <a:pt x="36803" y="19729"/>
                  <a:pt x="32719" y="19741"/>
                </a:cubicBezTo>
                <a:cubicBezTo>
                  <a:pt x="32689" y="19741"/>
                  <a:pt x="32659" y="19741"/>
                  <a:pt x="32629" y="19741"/>
                </a:cubicBezTo>
                <a:cubicBezTo>
                  <a:pt x="30398" y="19741"/>
                  <a:pt x="28189" y="19305"/>
                  <a:pt x="26016" y="18729"/>
                </a:cubicBezTo>
                <a:cubicBezTo>
                  <a:pt x="22229" y="17729"/>
                  <a:pt x="18550" y="16312"/>
                  <a:pt x="14729" y="15455"/>
                </a:cubicBezTo>
                <a:cubicBezTo>
                  <a:pt x="13187" y="15114"/>
                  <a:pt x="11633" y="14798"/>
                  <a:pt x="10059" y="14798"/>
                </a:cubicBezTo>
                <a:cubicBezTo>
                  <a:pt x="9432" y="14798"/>
                  <a:pt x="8802" y="14848"/>
                  <a:pt x="8168" y="14967"/>
                </a:cubicBezTo>
                <a:cubicBezTo>
                  <a:pt x="6216" y="15324"/>
                  <a:pt x="4596" y="16086"/>
                  <a:pt x="3882" y="18134"/>
                </a:cubicBezTo>
                <a:cubicBezTo>
                  <a:pt x="3358" y="19646"/>
                  <a:pt x="3584" y="21158"/>
                  <a:pt x="3930" y="22670"/>
                </a:cubicBezTo>
                <a:cubicBezTo>
                  <a:pt x="4442" y="24992"/>
                  <a:pt x="5323" y="27230"/>
                  <a:pt x="5799" y="29564"/>
                </a:cubicBezTo>
                <a:cubicBezTo>
                  <a:pt x="6192" y="31481"/>
                  <a:pt x="6680" y="33386"/>
                  <a:pt x="6501" y="35362"/>
                </a:cubicBezTo>
                <a:cubicBezTo>
                  <a:pt x="6251" y="38220"/>
                  <a:pt x="5120" y="40780"/>
                  <a:pt x="3810" y="43304"/>
                </a:cubicBezTo>
                <a:cubicBezTo>
                  <a:pt x="3048" y="44756"/>
                  <a:pt x="1977" y="46042"/>
                  <a:pt x="1334" y="47590"/>
                </a:cubicBezTo>
                <a:cubicBezTo>
                  <a:pt x="655" y="49257"/>
                  <a:pt x="0" y="50947"/>
                  <a:pt x="72" y="52745"/>
                </a:cubicBezTo>
                <a:cubicBezTo>
                  <a:pt x="179" y="55341"/>
                  <a:pt x="1584" y="57270"/>
                  <a:pt x="3549" y="58841"/>
                </a:cubicBezTo>
                <a:cubicBezTo>
                  <a:pt x="3965" y="59163"/>
                  <a:pt x="4608" y="59377"/>
                  <a:pt x="4834" y="59782"/>
                </a:cubicBezTo>
                <a:cubicBezTo>
                  <a:pt x="5120" y="60306"/>
                  <a:pt x="4311" y="60639"/>
                  <a:pt x="4191" y="61151"/>
                </a:cubicBezTo>
                <a:cubicBezTo>
                  <a:pt x="4144" y="61318"/>
                  <a:pt x="4061" y="61473"/>
                  <a:pt x="4001" y="61627"/>
                </a:cubicBezTo>
                <a:cubicBezTo>
                  <a:pt x="3334" y="63497"/>
                  <a:pt x="3727" y="65294"/>
                  <a:pt x="4477" y="67009"/>
                </a:cubicBezTo>
                <a:cubicBezTo>
                  <a:pt x="5561" y="69545"/>
                  <a:pt x="7299" y="71664"/>
                  <a:pt x="9144" y="73688"/>
                </a:cubicBezTo>
                <a:cubicBezTo>
                  <a:pt x="11038" y="75772"/>
                  <a:pt x="13133" y="77665"/>
                  <a:pt x="15002" y="79772"/>
                </a:cubicBezTo>
                <a:cubicBezTo>
                  <a:pt x="18824" y="84154"/>
                  <a:pt x="21801" y="89035"/>
                  <a:pt x="22896" y="94822"/>
                </a:cubicBezTo>
                <a:cubicBezTo>
                  <a:pt x="23420" y="97513"/>
                  <a:pt x="23158" y="100144"/>
                  <a:pt x="21467" y="102466"/>
                </a:cubicBezTo>
                <a:cubicBezTo>
                  <a:pt x="20539" y="103763"/>
                  <a:pt x="19360" y="104656"/>
                  <a:pt x="17693" y="104823"/>
                </a:cubicBezTo>
                <a:cubicBezTo>
                  <a:pt x="17600" y="104833"/>
                  <a:pt x="17513" y="104838"/>
                  <a:pt x="17432" y="104838"/>
                </a:cubicBezTo>
                <a:cubicBezTo>
                  <a:pt x="16898" y="104838"/>
                  <a:pt x="16602" y="104620"/>
                  <a:pt x="16395" y="103990"/>
                </a:cubicBezTo>
                <a:cubicBezTo>
                  <a:pt x="15574" y="101549"/>
                  <a:pt x="14348" y="99370"/>
                  <a:pt x="12240" y="97787"/>
                </a:cubicBezTo>
                <a:cubicBezTo>
                  <a:pt x="10740" y="96632"/>
                  <a:pt x="9049" y="96060"/>
                  <a:pt x="7180" y="96024"/>
                </a:cubicBezTo>
                <a:cubicBezTo>
                  <a:pt x="7171" y="96024"/>
                  <a:pt x="7163" y="96024"/>
                  <a:pt x="7154" y="96024"/>
                </a:cubicBezTo>
                <a:cubicBezTo>
                  <a:pt x="5350" y="96024"/>
                  <a:pt x="4504" y="97259"/>
                  <a:pt x="5073" y="98953"/>
                </a:cubicBezTo>
                <a:cubicBezTo>
                  <a:pt x="5394" y="99953"/>
                  <a:pt x="5989" y="100787"/>
                  <a:pt x="6728" y="101513"/>
                </a:cubicBezTo>
                <a:cubicBezTo>
                  <a:pt x="8942" y="103716"/>
                  <a:pt x="11633" y="105049"/>
                  <a:pt x="14669" y="105716"/>
                </a:cubicBezTo>
                <a:cubicBezTo>
                  <a:pt x="15264" y="105847"/>
                  <a:pt x="15741" y="106002"/>
                  <a:pt x="15788" y="106728"/>
                </a:cubicBezTo>
                <a:cubicBezTo>
                  <a:pt x="15860" y="107800"/>
                  <a:pt x="16074" y="108871"/>
                  <a:pt x="16038" y="109955"/>
                </a:cubicBezTo>
                <a:cubicBezTo>
                  <a:pt x="15979" y="112431"/>
                  <a:pt x="15967" y="114896"/>
                  <a:pt x="15872" y="117372"/>
                </a:cubicBezTo>
                <a:cubicBezTo>
                  <a:pt x="15788" y="119539"/>
                  <a:pt x="15681" y="121730"/>
                  <a:pt x="15336" y="123885"/>
                </a:cubicBezTo>
                <a:cubicBezTo>
                  <a:pt x="15014" y="125897"/>
                  <a:pt x="14478" y="127862"/>
                  <a:pt x="13943" y="129826"/>
                </a:cubicBezTo>
                <a:cubicBezTo>
                  <a:pt x="13824" y="130243"/>
                  <a:pt x="13871" y="130552"/>
                  <a:pt x="14312" y="130719"/>
                </a:cubicBezTo>
                <a:cubicBezTo>
                  <a:pt x="14388" y="130742"/>
                  <a:pt x="14454" y="130752"/>
                  <a:pt x="14512" y="130752"/>
                </a:cubicBezTo>
                <a:cubicBezTo>
                  <a:pt x="14847" y="130752"/>
                  <a:pt x="14922" y="130408"/>
                  <a:pt x="15074" y="130124"/>
                </a:cubicBezTo>
                <a:cubicBezTo>
                  <a:pt x="15491" y="129326"/>
                  <a:pt x="15633" y="128433"/>
                  <a:pt x="15872" y="127552"/>
                </a:cubicBezTo>
                <a:cubicBezTo>
                  <a:pt x="16729" y="124230"/>
                  <a:pt x="17145" y="120885"/>
                  <a:pt x="17122" y="117456"/>
                </a:cubicBezTo>
                <a:cubicBezTo>
                  <a:pt x="17122" y="116646"/>
                  <a:pt x="17205" y="115824"/>
                  <a:pt x="17265" y="114991"/>
                </a:cubicBezTo>
                <a:cubicBezTo>
                  <a:pt x="17419" y="112241"/>
                  <a:pt x="17384" y="109478"/>
                  <a:pt x="17110" y="106740"/>
                </a:cubicBezTo>
                <a:cubicBezTo>
                  <a:pt x="17026" y="105907"/>
                  <a:pt x="17336" y="105823"/>
                  <a:pt x="17896" y="105776"/>
                </a:cubicBezTo>
                <a:cubicBezTo>
                  <a:pt x="19050" y="105692"/>
                  <a:pt x="20039" y="105252"/>
                  <a:pt x="20920" y="104525"/>
                </a:cubicBezTo>
                <a:cubicBezTo>
                  <a:pt x="23253" y="102609"/>
                  <a:pt x="24230" y="100001"/>
                  <a:pt x="24242" y="97084"/>
                </a:cubicBezTo>
                <a:cubicBezTo>
                  <a:pt x="24242" y="94334"/>
                  <a:pt x="23539" y="91714"/>
                  <a:pt x="22384" y="89202"/>
                </a:cubicBezTo>
                <a:cubicBezTo>
                  <a:pt x="20336" y="84773"/>
                  <a:pt x="17765" y="80749"/>
                  <a:pt x="14288" y="77272"/>
                </a:cubicBezTo>
                <a:cubicBezTo>
                  <a:pt x="12335" y="75343"/>
                  <a:pt x="10264" y="73498"/>
                  <a:pt x="8597" y="71283"/>
                </a:cubicBezTo>
                <a:cubicBezTo>
                  <a:pt x="7239" y="69462"/>
                  <a:pt x="5727" y="67747"/>
                  <a:pt x="5084" y="65485"/>
                </a:cubicBezTo>
                <a:cubicBezTo>
                  <a:pt x="4668" y="63997"/>
                  <a:pt x="4489" y="62544"/>
                  <a:pt x="5358" y="61127"/>
                </a:cubicBezTo>
                <a:cubicBezTo>
                  <a:pt x="5618" y="60695"/>
                  <a:pt x="5877" y="60460"/>
                  <a:pt x="6247" y="60460"/>
                </a:cubicBezTo>
                <a:cubicBezTo>
                  <a:pt x="6436" y="60460"/>
                  <a:pt x="6655" y="60522"/>
                  <a:pt x="6918" y="60651"/>
                </a:cubicBezTo>
                <a:cubicBezTo>
                  <a:pt x="8896" y="61655"/>
                  <a:pt x="10990" y="62159"/>
                  <a:pt x="13162" y="62159"/>
                </a:cubicBezTo>
                <a:cubicBezTo>
                  <a:pt x="13695" y="62159"/>
                  <a:pt x="14234" y="62129"/>
                  <a:pt x="14776" y="62068"/>
                </a:cubicBezTo>
                <a:cubicBezTo>
                  <a:pt x="15526" y="61973"/>
                  <a:pt x="16312" y="61854"/>
                  <a:pt x="16931" y="61377"/>
                </a:cubicBezTo>
                <a:cubicBezTo>
                  <a:pt x="17479" y="60961"/>
                  <a:pt x="17586" y="60461"/>
                  <a:pt x="17145" y="59925"/>
                </a:cubicBezTo>
                <a:cubicBezTo>
                  <a:pt x="16931" y="59675"/>
                  <a:pt x="16681" y="59401"/>
                  <a:pt x="16383" y="59234"/>
                </a:cubicBezTo>
                <a:cubicBezTo>
                  <a:pt x="14555" y="58193"/>
                  <a:pt x="12704" y="57571"/>
                  <a:pt x="10829" y="57571"/>
                </a:cubicBezTo>
                <a:cubicBezTo>
                  <a:pt x="9358" y="57571"/>
                  <a:pt x="7872" y="57954"/>
                  <a:pt x="6370" y="58817"/>
                </a:cubicBezTo>
                <a:cubicBezTo>
                  <a:pt x="6196" y="58924"/>
                  <a:pt x="6050" y="58974"/>
                  <a:pt x="5909" y="58974"/>
                </a:cubicBezTo>
                <a:cubicBezTo>
                  <a:pt x="5780" y="58974"/>
                  <a:pt x="5655" y="58932"/>
                  <a:pt x="5513" y="58853"/>
                </a:cubicBezTo>
                <a:cubicBezTo>
                  <a:pt x="4191" y="58079"/>
                  <a:pt x="3072" y="57079"/>
                  <a:pt x="2156" y="55877"/>
                </a:cubicBezTo>
                <a:cubicBezTo>
                  <a:pt x="1548" y="55055"/>
                  <a:pt x="1227" y="54138"/>
                  <a:pt x="1191" y="53102"/>
                </a:cubicBezTo>
                <a:cubicBezTo>
                  <a:pt x="1108" y="50983"/>
                  <a:pt x="1858" y="49090"/>
                  <a:pt x="2798" y="47257"/>
                </a:cubicBezTo>
                <a:cubicBezTo>
                  <a:pt x="3632" y="45637"/>
                  <a:pt x="4775" y="44209"/>
                  <a:pt x="5573" y="42565"/>
                </a:cubicBezTo>
                <a:cubicBezTo>
                  <a:pt x="6918" y="39815"/>
                  <a:pt x="7978" y="37005"/>
                  <a:pt x="7894" y="33862"/>
                </a:cubicBezTo>
                <a:cubicBezTo>
                  <a:pt x="7859" y="31421"/>
                  <a:pt x="7347" y="29088"/>
                  <a:pt x="6739" y="26754"/>
                </a:cubicBezTo>
                <a:cubicBezTo>
                  <a:pt x="6144" y="24456"/>
                  <a:pt x="5239" y="22230"/>
                  <a:pt x="5263" y="19789"/>
                </a:cubicBezTo>
                <a:cubicBezTo>
                  <a:pt x="5275" y="18277"/>
                  <a:pt x="6025" y="17289"/>
                  <a:pt x="7454" y="16824"/>
                </a:cubicBezTo>
                <a:cubicBezTo>
                  <a:pt x="8315" y="16543"/>
                  <a:pt x="9174" y="16435"/>
                  <a:pt x="10029" y="16435"/>
                </a:cubicBezTo>
                <a:cubicBezTo>
                  <a:pt x="11383" y="16435"/>
                  <a:pt x="12731" y="16706"/>
                  <a:pt x="14074" y="16991"/>
                </a:cubicBezTo>
                <a:cubicBezTo>
                  <a:pt x="18110" y="17848"/>
                  <a:pt x="21968" y="19313"/>
                  <a:pt x="25968" y="20289"/>
                </a:cubicBezTo>
                <a:cubicBezTo>
                  <a:pt x="28051" y="20803"/>
                  <a:pt x="30140" y="21273"/>
                  <a:pt x="32264" y="21273"/>
                </a:cubicBezTo>
                <a:cubicBezTo>
                  <a:pt x="33041" y="21273"/>
                  <a:pt x="33824" y="21210"/>
                  <a:pt x="34612" y="21063"/>
                </a:cubicBezTo>
                <a:cubicBezTo>
                  <a:pt x="38636" y="20325"/>
                  <a:pt x="40934" y="17408"/>
                  <a:pt x="41315" y="13693"/>
                </a:cubicBezTo>
                <a:cubicBezTo>
                  <a:pt x="41649" y="10347"/>
                  <a:pt x="40482" y="7347"/>
                  <a:pt x="38886" y="4454"/>
                </a:cubicBezTo>
                <a:cubicBezTo>
                  <a:pt x="38065" y="2965"/>
                  <a:pt x="36874" y="1703"/>
                  <a:pt x="36195" y="1"/>
                </a:cubicBezTo>
                <a:close/>
              </a:path>
            </a:pathLst>
          </a:custGeom>
          <a:solidFill>
            <a:srgbClr val="CBBC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" name="Google Shape;31;p4"/>
          <p:cNvGrpSpPr/>
          <p:nvPr/>
        </p:nvGrpSpPr>
        <p:grpSpPr>
          <a:xfrm rot="-500111" flipH="1">
            <a:off x="-837193" y="64170"/>
            <a:ext cx="1348540" cy="2543555"/>
            <a:chOff x="2145200" y="1846500"/>
            <a:chExt cx="1056700" cy="1993100"/>
          </a:xfrm>
        </p:grpSpPr>
        <p:sp>
          <p:nvSpPr>
            <p:cNvPr id="32" name="Google Shape;32;p4"/>
            <p:cNvSpPr/>
            <p:nvPr/>
          </p:nvSpPr>
          <p:spPr>
            <a:xfrm>
              <a:off x="2145200" y="1846500"/>
              <a:ext cx="1056700" cy="1993100"/>
            </a:xfrm>
            <a:custGeom>
              <a:avLst/>
              <a:gdLst/>
              <a:ahLst/>
              <a:cxnLst/>
              <a:rect l="l" t="t" r="r" b="b"/>
              <a:pathLst>
                <a:path w="42268" h="79724" extrusionOk="0">
                  <a:moveTo>
                    <a:pt x="31397" y="417"/>
                  </a:moveTo>
                  <a:cubicBezTo>
                    <a:pt x="31635" y="2676"/>
                    <a:pt x="31873" y="4936"/>
                    <a:pt x="31980" y="7208"/>
                  </a:cubicBezTo>
                  <a:lnTo>
                    <a:pt x="31980" y="7208"/>
                  </a:lnTo>
                  <a:cubicBezTo>
                    <a:pt x="31977" y="7176"/>
                    <a:pt x="31957" y="7153"/>
                    <a:pt x="31957" y="7120"/>
                  </a:cubicBezTo>
                  <a:cubicBezTo>
                    <a:pt x="31742" y="5179"/>
                    <a:pt x="31504" y="3239"/>
                    <a:pt x="31278" y="1286"/>
                  </a:cubicBezTo>
                  <a:cubicBezTo>
                    <a:pt x="31242" y="1072"/>
                    <a:pt x="31266" y="833"/>
                    <a:pt x="31266" y="595"/>
                  </a:cubicBezTo>
                  <a:cubicBezTo>
                    <a:pt x="31266" y="536"/>
                    <a:pt x="31302" y="476"/>
                    <a:pt x="31326" y="417"/>
                  </a:cubicBezTo>
                  <a:close/>
                  <a:moveTo>
                    <a:pt x="32397" y="16573"/>
                  </a:moveTo>
                  <a:cubicBezTo>
                    <a:pt x="32421" y="16573"/>
                    <a:pt x="32457" y="16597"/>
                    <a:pt x="32493" y="16609"/>
                  </a:cubicBezTo>
                  <a:cubicBezTo>
                    <a:pt x="32731" y="21300"/>
                    <a:pt x="32242" y="25920"/>
                    <a:pt x="31040" y="30539"/>
                  </a:cubicBezTo>
                  <a:cubicBezTo>
                    <a:pt x="30921" y="30480"/>
                    <a:pt x="30838" y="30444"/>
                    <a:pt x="30766" y="30420"/>
                  </a:cubicBezTo>
                  <a:cubicBezTo>
                    <a:pt x="29635" y="30028"/>
                    <a:pt x="28599" y="29480"/>
                    <a:pt x="27670" y="28706"/>
                  </a:cubicBezTo>
                  <a:cubicBezTo>
                    <a:pt x="26575" y="27801"/>
                    <a:pt x="25742" y="26682"/>
                    <a:pt x="25337" y="25301"/>
                  </a:cubicBezTo>
                  <a:cubicBezTo>
                    <a:pt x="24801" y="23467"/>
                    <a:pt x="24980" y="21669"/>
                    <a:pt x="25658" y="19895"/>
                  </a:cubicBezTo>
                  <a:cubicBezTo>
                    <a:pt x="25920" y="19276"/>
                    <a:pt x="26254" y="18681"/>
                    <a:pt x="26718" y="18181"/>
                  </a:cubicBezTo>
                  <a:cubicBezTo>
                    <a:pt x="27492" y="17371"/>
                    <a:pt x="28444" y="16859"/>
                    <a:pt x="29575" y="16740"/>
                  </a:cubicBezTo>
                  <a:cubicBezTo>
                    <a:pt x="30516" y="16633"/>
                    <a:pt x="31457" y="16621"/>
                    <a:pt x="32397" y="16573"/>
                  </a:cubicBezTo>
                  <a:close/>
                  <a:moveTo>
                    <a:pt x="36362" y="16388"/>
                  </a:moveTo>
                  <a:cubicBezTo>
                    <a:pt x="36678" y="16388"/>
                    <a:pt x="36993" y="16399"/>
                    <a:pt x="37303" y="16431"/>
                  </a:cubicBezTo>
                  <a:cubicBezTo>
                    <a:pt x="38374" y="16514"/>
                    <a:pt x="39291" y="16966"/>
                    <a:pt x="40053" y="17740"/>
                  </a:cubicBezTo>
                  <a:cubicBezTo>
                    <a:pt x="40553" y="18240"/>
                    <a:pt x="40922" y="18836"/>
                    <a:pt x="41184" y="19479"/>
                  </a:cubicBezTo>
                  <a:cubicBezTo>
                    <a:pt x="42053" y="21574"/>
                    <a:pt x="42137" y="23705"/>
                    <a:pt x="41339" y="25848"/>
                  </a:cubicBezTo>
                  <a:cubicBezTo>
                    <a:pt x="40922" y="26956"/>
                    <a:pt x="40386" y="27980"/>
                    <a:pt x="39481" y="28765"/>
                  </a:cubicBezTo>
                  <a:cubicBezTo>
                    <a:pt x="39184" y="29039"/>
                    <a:pt x="38862" y="29289"/>
                    <a:pt x="38541" y="29516"/>
                  </a:cubicBezTo>
                  <a:cubicBezTo>
                    <a:pt x="37422" y="30266"/>
                    <a:pt x="36231" y="30837"/>
                    <a:pt x="34874" y="30980"/>
                  </a:cubicBezTo>
                  <a:cubicBezTo>
                    <a:pt x="34612" y="31009"/>
                    <a:pt x="34351" y="31022"/>
                    <a:pt x="34091" y="31022"/>
                  </a:cubicBezTo>
                  <a:cubicBezTo>
                    <a:pt x="33380" y="31022"/>
                    <a:pt x="32671" y="30923"/>
                    <a:pt x="31957" y="30766"/>
                  </a:cubicBezTo>
                  <a:cubicBezTo>
                    <a:pt x="31742" y="30706"/>
                    <a:pt x="31528" y="30647"/>
                    <a:pt x="31278" y="30539"/>
                  </a:cubicBezTo>
                  <a:cubicBezTo>
                    <a:pt x="32481" y="25944"/>
                    <a:pt x="32969" y="21288"/>
                    <a:pt x="32766" y="16550"/>
                  </a:cubicBezTo>
                  <a:cubicBezTo>
                    <a:pt x="32909" y="16538"/>
                    <a:pt x="33004" y="16514"/>
                    <a:pt x="33100" y="16514"/>
                  </a:cubicBezTo>
                  <a:cubicBezTo>
                    <a:pt x="34028" y="16478"/>
                    <a:pt x="34969" y="16431"/>
                    <a:pt x="35886" y="16395"/>
                  </a:cubicBezTo>
                  <a:cubicBezTo>
                    <a:pt x="36045" y="16391"/>
                    <a:pt x="36203" y="16388"/>
                    <a:pt x="36362" y="16388"/>
                  </a:cubicBezTo>
                  <a:close/>
                  <a:moveTo>
                    <a:pt x="24908" y="21622"/>
                  </a:moveTo>
                  <a:lnTo>
                    <a:pt x="24908" y="21622"/>
                  </a:lnTo>
                  <a:cubicBezTo>
                    <a:pt x="24742" y="22765"/>
                    <a:pt x="24730" y="23884"/>
                    <a:pt x="24992" y="24991"/>
                  </a:cubicBezTo>
                  <a:cubicBezTo>
                    <a:pt x="25265" y="26098"/>
                    <a:pt x="25813" y="27075"/>
                    <a:pt x="26527" y="27980"/>
                  </a:cubicBezTo>
                  <a:cubicBezTo>
                    <a:pt x="26492" y="28039"/>
                    <a:pt x="26480" y="28063"/>
                    <a:pt x="26468" y="28087"/>
                  </a:cubicBezTo>
                  <a:cubicBezTo>
                    <a:pt x="26444" y="28123"/>
                    <a:pt x="26397" y="28170"/>
                    <a:pt x="26349" y="28218"/>
                  </a:cubicBezTo>
                  <a:cubicBezTo>
                    <a:pt x="25754" y="28813"/>
                    <a:pt x="25099" y="29301"/>
                    <a:pt x="24372" y="29706"/>
                  </a:cubicBezTo>
                  <a:cubicBezTo>
                    <a:pt x="23087" y="30409"/>
                    <a:pt x="21741" y="30920"/>
                    <a:pt x="20289" y="31254"/>
                  </a:cubicBezTo>
                  <a:cubicBezTo>
                    <a:pt x="18783" y="31584"/>
                    <a:pt x="17268" y="31664"/>
                    <a:pt x="15737" y="31664"/>
                  </a:cubicBezTo>
                  <a:cubicBezTo>
                    <a:pt x="15500" y="31664"/>
                    <a:pt x="15263" y="31662"/>
                    <a:pt x="15026" y="31659"/>
                  </a:cubicBezTo>
                  <a:cubicBezTo>
                    <a:pt x="14752" y="31659"/>
                    <a:pt x="14490" y="31623"/>
                    <a:pt x="14240" y="31552"/>
                  </a:cubicBezTo>
                  <a:cubicBezTo>
                    <a:pt x="13859" y="31432"/>
                    <a:pt x="13478" y="31313"/>
                    <a:pt x="13133" y="31123"/>
                  </a:cubicBezTo>
                  <a:cubicBezTo>
                    <a:pt x="12728" y="30897"/>
                    <a:pt x="12645" y="30599"/>
                    <a:pt x="12823" y="30182"/>
                  </a:cubicBezTo>
                  <a:cubicBezTo>
                    <a:pt x="12954" y="29873"/>
                    <a:pt x="13121" y="29575"/>
                    <a:pt x="13312" y="29301"/>
                  </a:cubicBezTo>
                  <a:cubicBezTo>
                    <a:pt x="13800" y="28634"/>
                    <a:pt x="14324" y="27968"/>
                    <a:pt x="14859" y="27325"/>
                  </a:cubicBezTo>
                  <a:cubicBezTo>
                    <a:pt x="16110" y="25825"/>
                    <a:pt x="17598" y="24586"/>
                    <a:pt x="19336" y="23705"/>
                  </a:cubicBezTo>
                  <a:cubicBezTo>
                    <a:pt x="19991" y="23360"/>
                    <a:pt x="20670" y="23062"/>
                    <a:pt x="21336" y="22765"/>
                  </a:cubicBezTo>
                  <a:cubicBezTo>
                    <a:pt x="22408" y="22312"/>
                    <a:pt x="23491" y="21919"/>
                    <a:pt x="24634" y="21669"/>
                  </a:cubicBezTo>
                  <a:cubicBezTo>
                    <a:pt x="24718" y="21657"/>
                    <a:pt x="24789" y="21634"/>
                    <a:pt x="24908" y="21622"/>
                  </a:cubicBezTo>
                  <a:close/>
                  <a:moveTo>
                    <a:pt x="11168" y="32742"/>
                  </a:moveTo>
                  <a:lnTo>
                    <a:pt x="11168" y="32742"/>
                  </a:lnTo>
                  <a:cubicBezTo>
                    <a:pt x="11299" y="32778"/>
                    <a:pt x="11407" y="32814"/>
                    <a:pt x="11514" y="32861"/>
                  </a:cubicBezTo>
                  <a:cubicBezTo>
                    <a:pt x="12228" y="33147"/>
                    <a:pt x="12942" y="33409"/>
                    <a:pt x="13645" y="33718"/>
                  </a:cubicBezTo>
                  <a:cubicBezTo>
                    <a:pt x="15586" y="34564"/>
                    <a:pt x="17526" y="35457"/>
                    <a:pt x="19491" y="36314"/>
                  </a:cubicBezTo>
                  <a:cubicBezTo>
                    <a:pt x="20217" y="36635"/>
                    <a:pt x="20991" y="36874"/>
                    <a:pt x="21753" y="37159"/>
                  </a:cubicBezTo>
                  <a:cubicBezTo>
                    <a:pt x="21801" y="37171"/>
                    <a:pt x="21836" y="37207"/>
                    <a:pt x="21896" y="37219"/>
                  </a:cubicBezTo>
                  <a:cubicBezTo>
                    <a:pt x="21896" y="37231"/>
                    <a:pt x="21884" y="37243"/>
                    <a:pt x="21884" y="37266"/>
                  </a:cubicBezTo>
                  <a:cubicBezTo>
                    <a:pt x="21825" y="37266"/>
                    <a:pt x="21777" y="37278"/>
                    <a:pt x="21741" y="37278"/>
                  </a:cubicBezTo>
                  <a:cubicBezTo>
                    <a:pt x="20503" y="37278"/>
                    <a:pt x="19265" y="37278"/>
                    <a:pt x="18026" y="37112"/>
                  </a:cubicBezTo>
                  <a:cubicBezTo>
                    <a:pt x="16836" y="36969"/>
                    <a:pt x="15729" y="36576"/>
                    <a:pt x="14740" y="35873"/>
                  </a:cubicBezTo>
                  <a:cubicBezTo>
                    <a:pt x="14181" y="35457"/>
                    <a:pt x="13645" y="35016"/>
                    <a:pt x="13109" y="34552"/>
                  </a:cubicBezTo>
                  <a:cubicBezTo>
                    <a:pt x="12466" y="34004"/>
                    <a:pt x="11835" y="33421"/>
                    <a:pt x="11216" y="32861"/>
                  </a:cubicBezTo>
                  <a:cubicBezTo>
                    <a:pt x="11204" y="32837"/>
                    <a:pt x="11204" y="32802"/>
                    <a:pt x="11168" y="32742"/>
                  </a:cubicBezTo>
                  <a:close/>
                  <a:moveTo>
                    <a:pt x="7748" y="32018"/>
                  </a:moveTo>
                  <a:cubicBezTo>
                    <a:pt x="9270" y="32018"/>
                    <a:pt x="10668" y="32537"/>
                    <a:pt x="11919" y="33754"/>
                  </a:cubicBezTo>
                  <a:cubicBezTo>
                    <a:pt x="12454" y="34278"/>
                    <a:pt x="12990" y="34778"/>
                    <a:pt x="13550" y="35266"/>
                  </a:cubicBezTo>
                  <a:cubicBezTo>
                    <a:pt x="14443" y="36040"/>
                    <a:pt x="15419" y="36683"/>
                    <a:pt x="16574" y="37040"/>
                  </a:cubicBezTo>
                  <a:cubicBezTo>
                    <a:pt x="17348" y="37278"/>
                    <a:pt x="18145" y="37397"/>
                    <a:pt x="18955" y="37445"/>
                  </a:cubicBezTo>
                  <a:cubicBezTo>
                    <a:pt x="19592" y="37476"/>
                    <a:pt x="20231" y="37497"/>
                    <a:pt x="20873" y="37497"/>
                  </a:cubicBezTo>
                  <a:cubicBezTo>
                    <a:pt x="21467" y="37497"/>
                    <a:pt x="22062" y="37479"/>
                    <a:pt x="22658" y="37433"/>
                  </a:cubicBezTo>
                  <a:cubicBezTo>
                    <a:pt x="22777" y="37421"/>
                    <a:pt x="22896" y="37417"/>
                    <a:pt x="23015" y="37417"/>
                  </a:cubicBezTo>
                  <a:cubicBezTo>
                    <a:pt x="23253" y="37417"/>
                    <a:pt x="23491" y="37433"/>
                    <a:pt x="23730" y="37433"/>
                  </a:cubicBezTo>
                  <a:lnTo>
                    <a:pt x="23730" y="37493"/>
                  </a:lnTo>
                  <a:cubicBezTo>
                    <a:pt x="23658" y="37517"/>
                    <a:pt x="23599" y="37552"/>
                    <a:pt x="23539" y="37564"/>
                  </a:cubicBezTo>
                  <a:cubicBezTo>
                    <a:pt x="22703" y="37799"/>
                    <a:pt x="21852" y="37893"/>
                    <a:pt x="20987" y="37893"/>
                  </a:cubicBezTo>
                  <a:cubicBezTo>
                    <a:pt x="20755" y="37893"/>
                    <a:pt x="20522" y="37886"/>
                    <a:pt x="20289" y="37874"/>
                  </a:cubicBezTo>
                  <a:cubicBezTo>
                    <a:pt x="19241" y="37814"/>
                    <a:pt x="18193" y="37636"/>
                    <a:pt x="17169" y="37409"/>
                  </a:cubicBezTo>
                  <a:cubicBezTo>
                    <a:pt x="14026" y="36743"/>
                    <a:pt x="10918" y="36040"/>
                    <a:pt x="7763" y="35492"/>
                  </a:cubicBezTo>
                  <a:cubicBezTo>
                    <a:pt x="7180" y="35385"/>
                    <a:pt x="6620" y="35231"/>
                    <a:pt x="6049" y="35052"/>
                  </a:cubicBezTo>
                  <a:cubicBezTo>
                    <a:pt x="5561" y="34897"/>
                    <a:pt x="5108" y="34671"/>
                    <a:pt x="4715" y="34373"/>
                  </a:cubicBezTo>
                  <a:cubicBezTo>
                    <a:pt x="4572" y="34254"/>
                    <a:pt x="4441" y="34123"/>
                    <a:pt x="4322" y="33992"/>
                  </a:cubicBezTo>
                  <a:cubicBezTo>
                    <a:pt x="4156" y="33778"/>
                    <a:pt x="4132" y="33540"/>
                    <a:pt x="4251" y="33326"/>
                  </a:cubicBezTo>
                  <a:cubicBezTo>
                    <a:pt x="4322" y="33171"/>
                    <a:pt x="4429" y="33028"/>
                    <a:pt x="4549" y="32909"/>
                  </a:cubicBezTo>
                  <a:cubicBezTo>
                    <a:pt x="4846" y="32587"/>
                    <a:pt x="5227" y="32409"/>
                    <a:pt x="5632" y="32314"/>
                  </a:cubicBezTo>
                  <a:cubicBezTo>
                    <a:pt x="6361" y="32122"/>
                    <a:pt x="7067" y="32018"/>
                    <a:pt x="7748" y="32018"/>
                  </a:cubicBezTo>
                  <a:close/>
                  <a:moveTo>
                    <a:pt x="27813" y="51899"/>
                  </a:moveTo>
                  <a:cubicBezTo>
                    <a:pt x="27790" y="51911"/>
                    <a:pt x="27790" y="51923"/>
                    <a:pt x="27790" y="51935"/>
                  </a:cubicBezTo>
                  <a:cubicBezTo>
                    <a:pt x="27492" y="52054"/>
                    <a:pt x="27182" y="52173"/>
                    <a:pt x="26873" y="52316"/>
                  </a:cubicBezTo>
                  <a:cubicBezTo>
                    <a:pt x="26504" y="52471"/>
                    <a:pt x="26123" y="52673"/>
                    <a:pt x="25754" y="52816"/>
                  </a:cubicBezTo>
                  <a:cubicBezTo>
                    <a:pt x="25116" y="53071"/>
                    <a:pt x="24472" y="53229"/>
                    <a:pt x="23809" y="53229"/>
                  </a:cubicBezTo>
                  <a:cubicBezTo>
                    <a:pt x="23544" y="53229"/>
                    <a:pt x="23275" y="53204"/>
                    <a:pt x="23003" y="53149"/>
                  </a:cubicBezTo>
                  <a:cubicBezTo>
                    <a:pt x="22587" y="53054"/>
                    <a:pt x="22170" y="52947"/>
                    <a:pt x="21753" y="52864"/>
                  </a:cubicBezTo>
                  <a:cubicBezTo>
                    <a:pt x="21384" y="52792"/>
                    <a:pt x="21003" y="52733"/>
                    <a:pt x="20634" y="52673"/>
                  </a:cubicBezTo>
                  <a:cubicBezTo>
                    <a:pt x="20562" y="52649"/>
                    <a:pt x="20491" y="52649"/>
                    <a:pt x="20408" y="52637"/>
                  </a:cubicBezTo>
                  <a:cubicBezTo>
                    <a:pt x="20610" y="52530"/>
                    <a:pt x="20801" y="52471"/>
                    <a:pt x="20991" y="52459"/>
                  </a:cubicBezTo>
                  <a:cubicBezTo>
                    <a:pt x="21563" y="52411"/>
                    <a:pt x="22134" y="52399"/>
                    <a:pt x="22706" y="52352"/>
                  </a:cubicBezTo>
                  <a:cubicBezTo>
                    <a:pt x="23134" y="52340"/>
                    <a:pt x="23551" y="52304"/>
                    <a:pt x="23980" y="52268"/>
                  </a:cubicBezTo>
                  <a:cubicBezTo>
                    <a:pt x="24968" y="52161"/>
                    <a:pt x="25944" y="52030"/>
                    <a:pt x="26932" y="51923"/>
                  </a:cubicBezTo>
                  <a:cubicBezTo>
                    <a:pt x="27230" y="51899"/>
                    <a:pt x="27528" y="51911"/>
                    <a:pt x="27813" y="51899"/>
                  </a:cubicBezTo>
                  <a:close/>
                  <a:moveTo>
                    <a:pt x="10735" y="42923"/>
                  </a:moveTo>
                  <a:cubicBezTo>
                    <a:pt x="11859" y="42923"/>
                    <a:pt x="12976" y="43087"/>
                    <a:pt x="14085" y="43398"/>
                  </a:cubicBezTo>
                  <a:cubicBezTo>
                    <a:pt x="16562" y="44077"/>
                    <a:pt x="18860" y="45125"/>
                    <a:pt x="21003" y="46541"/>
                  </a:cubicBezTo>
                  <a:cubicBezTo>
                    <a:pt x="21694" y="46982"/>
                    <a:pt x="22372" y="47458"/>
                    <a:pt x="23241" y="47661"/>
                  </a:cubicBezTo>
                  <a:cubicBezTo>
                    <a:pt x="23170" y="47780"/>
                    <a:pt x="23122" y="47875"/>
                    <a:pt x="23063" y="47958"/>
                  </a:cubicBezTo>
                  <a:cubicBezTo>
                    <a:pt x="21860" y="49792"/>
                    <a:pt x="20289" y="51256"/>
                    <a:pt x="18372" y="52352"/>
                  </a:cubicBezTo>
                  <a:cubicBezTo>
                    <a:pt x="16883" y="53197"/>
                    <a:pt x="15288" y="53709"/>
                    <a:pt x="13573" y="53780"/>
                  </a:cubicBezTo>
                  <a:cubicBezTo>
                    <a:pt x="12002" y="53840"/>
                    <a:pt x="10442" y="53899"/>
                    <a:pt x="8859" y="53947"/>
                  </a:cubicBezTo>
                  <a:cubicBezTo>
                    <a:pt x="8764" y="53950"/>
                    <a:pt x="8670" y="53951"/>
                    <a:pt x="8575" y="53951"/>
                  </a:cubicBezTo>
                  <a:cubicBezTo>
                    <a:pt x="7824" y="53951"/>
                    <a:pt x="7075" y="53868"/>
                    <a:pt x="6334" y="53709"/>
                  </a:cubicBezTo>
                  <a:cubicBezTo>
                    <a:pt x="5811" y="53590"/>
                    <a:pt x="5322" y="53423"/>
                    <a:pt x="4870" y="53161"/>
                  </a:cubicBezTo>
                  <a:cubicBezTo>
                    <a:pt x="3798" y="52506"/>
                    <a:pt x="3179" y="51566"/>
                    <a:pt x="3120" y="50280"/>
                  </a:cubicBezTo>
                  <a:cubicBezTo>
                    <a:pt x="3084" y="49863"/>
                    <a:pt x="3108" y="49447"/>
                    <a:pt x="3179" y="49030"/>
                  </a:cubicBezTo>
                  <a:cubicBezTo>
                    <a:pt x="3382" y="47756"/>
                    <a:pt x="3894" y="46577"/>
                    <a:pt x="4632" y="45518"/>
                  </a:cubicBezTo>
                  <a:cubicBezTo>
                    <a:pt x="5168" y="44767"/>
                    <a:pt x="5834" y="44172"/>
                    <a:pt x="6680" y="43755"/>
                  </a:cubicBezTo>
                  <a:cubicBezTo>
                    <a:pt x="7227" y="43470"/>
                    <a:pt x="7823" y="43279"/>
                    <a:pt x="8418" y="43160"/>
                  </a:cubicBezTo>
                  <a:cubicBezTo>
                    <a:pt x="9193" y="43000"/>
                    <a:pt x="9965" y="42923"/>
                    <a:pt x="10735" y="42923"/>
                  </a:cubicBezTo>
                  <a:close/>
                  <a:moveTo>
                    <a:pt x="30980" y="36433"/>
                  </a:moveTo>
                  <a:cubicBezTo>
                    <a:pt x="31028" y="36469"/>
                    <a:pt x="31064" y="36516"/>
                    <a:pt x="31111" y="36576"/>
                  </a:cubicBezTo>
                  <a:cubicBezTo>
                    <a:pt x="31266" y="36755"/>
                    <a:pt x="31397" y="36945"/>
                    <a:pt x="31540" y="37124"/>
                  </a:cubicBezTo>
                  <a:cubicBezTo>
                    <a:pt x="32302" y="38040"/>
                    <a:pt x="33171" y="38850"/>
                    <a:pt x="34028" y="39660"/>
                  </a:cubicBezTo>
                  <a:cubicBezTo>
                    <a:pt x="35160" y="40719"/>
                    <a:pt x="36291" y="41743"/>
                    <a:pt x="37291" y="42934"/>
                  </a:cubicBezTo>
                  <a:cubicBezTo>
                    <a:pt x="38172" y="43970"/>
                    <a:pt x="38827" y="45125"/>
                    <a:pt x="39160" y="46446"/>
                  </a:cubicBezTo>
                  <a:cubicBezTo>
                    <a:pt x="39422" y="47399"/>
                    <a:pt x="39422" y="48363"/>
                    <a:pt x="39386" y="49328"/>
                  </a:cubicBezTo>
                  <a:cubicBezTo>
                    <a:pt x="39315" y="51102"/>
                    <a:pt x="38743" y="52709"/>
                    <a:pt x="37874" y="54233"/>
                  </a:cubicBezTo>
                  <a:cubicBezTo>
                    <a:pt x="37648" y="54650"/>
                    <a:pt x="37315" y="54971"/>
                    <a:pt x="36934" y="55221"/>
                  </a:cubicBezTo>
                  <a:cubicBezTo>
                    <a:pt x="36601" y="55441"/>
                    <a:pt x="36272" y="55545"/>
                    <a:pt x="35961" y="55545"/>
                  </a:cubicBezTo>
                  <a:cubicBezTo>
                    <a:pt x="35550" y="55545"/>
                    <a:pt x="35169" y="55363"/>
                    <a:pt x="34850" y="55031"/>
                  </a:cubicBezTo>
                  <a:cubicBezTo>
                    <a:pt x="34779" y="54959"/>
                    <a:pt x="34695" y="54888"/>
                    <a:pt x="34636" y="54816"/>
                  </a:cubicBezTo>
                  <a:cubicBezTo>
                    <a:pt x="34159" y="54221"/>
                    <a:pt x="33778" y="53542"/>
                    <a:pt x="33433" y="52864"/>
                  </a:cubicBezTo>
                  <a:cubicBezTo>
                    <a:pt x="32993" y="51971"/>
                    <a:pt x="32540" y="51054"/>
                    <a:pt x="32076" y="50149"/>
                  </a:cubicBezTo>
                  <a:cubicBezTo>
                    <a:pt x="31421" y="48851"/>
                    <a:pt x="30849" y="47542"/>
                    <a:pt x="30349" y="46196"/>
                  </a:cubicBezTo>
                  <a:cubicBezTo>
                    <a:pt x="29683" y="44351"/>
                    <a:pt x="29516" y="42470"/>
                    <a:pt x="29980" y="40553"/>
                  </a:cubicBezTo>
                  <a:cubicBezTo>
                    <a:pt x="30147" y="39826"/>
                    <a:pt x="30373" y="39112"/>
                    <a:pt x="30576" y="38398"/>
                  </a:cubicBezTo>
                  <a:cubicBezTo>
                    <a:pt x="30754" y="37767"/>
                    <a:pt x="30933" y="37147"/>
                    <a:pt x="30933" y="36469"/>
                  </a:cubicBezTo>
                  <a:cubicBezTo>
                    <a:pt x="30933" y="36457"/>
                    <a:pt x="30969" y="36445"/>
                    <a:pt x="30980" y="36433"/>
                  </a:cubicBezTo>
                  <a:close/>
                  <a:moveTo>
                    <a:pt x="28370" y="52134"/>
                  </a:moveTo>
                  <a:cubicBezTo>
                    <a:pt x="28631" y="52134"/>
                    <a:pt x="28844" y="52240"/>
                    <a:pt x="29028" y="52435"/>
                  </a:cubicBezTo>
                  <a:cubicBezTo>
                    <a:pt x="29433" y="52816"/>
                    <a:pt x="29671" y="53292"/>
                    <a:pt x="29849" y="53816"/>
                  </a:cubicBezTo>
                  <a:cubicBezTo>
                    <a:pt x="30373" y="55352"/>
                    <a:pt x="30373" y="56900"/>
                    <a:pt x="29897" y="58424"/>
                  </a:cubicBezTo>
                  <a:cubicBezTo>
                    <a:pt x="29183" y="60686"/>
                    <a:pt x="27754" y="62412"/>
                    <a:pt x="25754" y="63686"/>
                  </a:cubicBezTo>
                  <a:cubicBezTo>
                    <a:pt x="24789" y="64294"/>
                    <a:pt x="23706" y="64675"/>
                    <a:pt x="22587" y="64937"/>
                  </a:cubicBezTo>
                  <a:cubicBezTo>
                    <a:pt x="21923" y="65078"/>
                    <a:pt x="21269" y="65190"/>
                    <a:pt x="20589" y="65190"/>
                  </a:cubicBezTo>
                  <a:cubicBezTo>
                    <a:pt x="20525" y="65190"/>
                    <a:pt x="20460" y="65189"/>
                    <a:pt x="20396" y="65187"/>
                  </a:cubicBezTo>
                  <a:cubicBezTo>
                    <a:pt x="19729" y="65175"/>
                    <a:pt x="19122" y="64960"/>
                    <a:pt x="18538" y="64591"/>
                  </a:cubicBezTo>
                  <a:cubicBezTo>
                    <a:pt x="17526" y="63936"/>
                    <a:pt x="16717" y="63067"/>
                    <a:pt x="16252" y="62281"/>
                  </a:cubicBezTo>
                  <a:cubicBezTo>
                    <a:pt x="15752" y="61365"/>
                    <a:pt x="15443" y="60686"/>
                    <a:pt x="15252" y="59960"/>
                  </a:cubicBezTo>
                  <a:cubicBezTo>
                    <a:pt x="14800" y="58245"/>
                    <a:pt x="15086" y="56709"/>
                    <a:pt x="16288" y="55388"/>
                  </a:cubicBezTo>
                  <a:cubicBezTo>
                    <a:pt x="16657" y="54983"/>
                    <a:pt x="17050" y="54590"/>
                    <a:pt x="17431" y="54197"/>
                  </a:cubicBezTo>
                  <a:cubicBezTo>
                    <a:pt x="17872" y="53780"/>
                    <a:pt x="18360" y="53471"/>
                    <a:pt x="18907" y="53233"/>
                  </a:cubicBezTo>
                  <a:cubicBezTo>
                    <a:pt x="19408" y="53024"/>
                    <a:pt x="19914" y="52898"/>
                    <a:pt x="20438" y="52898"/>
                  </a:cubicBezTo>
                  <a:cubicBezTo>
                    <a:pt x="20662" y="52898"/>
                    <a:pt x="20890" y="52921"/>
                    <a:pt x="21122" y="52971"/>
                  </a:cubicBezTo>
                  <a:cubicBezTo>
                    <a:pt x="21467" y="53042"/>
                    <a:pt x="21825" y="53126"/>
                    <a:pt x="22170" y="53221"/>
                  </a:cubicBezTo>
                  <a:cubicBezTo>
                    <a:pt x="22717" y="53370"/>
                    <a:pt x="23265" y="53456"/>
                    <a:pt x="23810" y="53456"/>
                  </a:cubicBezTo>
                  <a:cubicBezTo>
                    <a:pt x="24355" y="53456"/>
                    <a:pt x="24896" y="53370"/>
                    <a:pt x="25432" y="53173"/>
                  </a:cubicBezTo>
                  <a:cubicBezTo>
                    <a:pt x="25968" y="52983"/>
                    <a:pt x="26468" y="52733"/>
                    <a:pt x="26992" y="52471"/>
                  </a:cubicBezTo>
                  <a:cubicBezTo>
                    <a:pt x="27409" y="52268"/>
                    <a:pt x="27825" y="52137"/>
                    <a:pt x="28290" y="52137"/>
                  </a:cubicBezTo>
                  <a:cubicBezTo>
                    <a:pt x="28317" y="52135"/>
                    <a:pt x="28344" y="52134"/>
                    <a:pt x="28370" y="52134"/>
                  </a:cubicBezTo>
                  <a:close/>
                  <a:moveTo>
                    <a:pt x="9549" y="66484"/>
                  </a:moveTo>
                  <a:cubicBezTo>
                    <a:pt x="9513" y="66556"/>
                    <a:pt x="9502" y="66580"/>
                    <a:pt x="9490" y="66603"/>
                  </a:cubicBezTo>
                  <a:cubicBezTo>
                    <a:pt x="8728" y="67318"/>
                    <a:pt x="7870" y="67877"/>
                    <a:pt x="6882" y="68282"/>
                  </a:cubicBezTo>
                  <a:cubicBezTo>
                    <a:pt x="6168" y="68580"/>
                    <a:pt x="5406" y="68723"/>
                    <a:pt x="4632" y="68830"/>
                  </a:cubicBezTo>
                  <a:cubicBezTo>
                    <a:pt x="3953" y="68925"/>
                    <a:pt x="3286" y="69056"/>
                    <a:pt x="2655" y="69318"/>
                  </a:cubicBezTo>
                  <a:cubicBezTo>
                    <a:pt x="3382" y="68806"/>
                    <a:pt x="4203" y="68449"/>
                    <a:pt x="5049" y="68175"/>
                  </a:cubicBezTo>
                  <a:cubicBezTo>
                    <a:pt x="6227" y="67806"/>
                    <a:pt x="7394" y="67401"/>
                    <a:pt x="8525" y="66901"/>
                  </a:cubicBezTo>
                  <a:cubicBezTo>
                    <a:pt x="8847" y="66746"/>
                    <a:pt x="9180" y="66627"/>
                    <a:pt x="9549" y="66484"/>
                  </a:cubicBezTo>
                  <a:close/>
                  <a:moveTo>
                    <a:pt x="6799" y="72711"/>
                  </a:moveTo>
                  <a:cubicBezTo>
                    <a:pt x="6811" y="72735"/>
                    <a:pt x="6823" y="72759"/>
                    <a:pt x="6835" y="72771"/>
                  </a:cubicBezTo>
                  <a:cubicBezTo>
                    <a:pt x="5751" y="73961"/>
                    <a:pt x="4334" y="74712"/>
                    <a:pt x="3048" y="75616"/>
                  </a:cubicBezTo>
                  <a:cubicBezTo>
                    <a:pt x="3048" y="75605"/>
                    <a:pt x="3025" y="75569"/>
                    <a:pt x="3013" y="75557"/>
                  </a:cubicBezTo>
                  <a:cubicBezTo>
                    <a:pt x="3310" y="75212"/>
                    <a:pt x="3620" y="74878"/>
                    <a:pt x="3918" y="74533"/>
                  </a:cubicBezTo>
                  <a:cubicBezTo>
                    <a:pt x="4275" y="74116"/>
                    <a:pt x="4727" y="73807"/>
                    <a:pt x="5227" y="73569"/>
                  </a:cubicBezTo>
                  <a:cubicBezTo>
                    <a:pt x="5620" y="73390"/>
                    <a:pt x="6001" y="73188"/>
                    <a:pt x="6382" y="72997"/>
                  </a:cubicBezTo>
                  <a:cubicBezTo>
                    <a:pt x="6525" y="72926"/>
                    <a:pt x="6656" y="72807"/>
                    <a:pt x="6799" y="72711"/>
                  </a:cubicBezTo>
                  <a:close/>
                  <a:moveTo>
                    <a:pt x="9394" y="67032"/>
                  </a:moveTo>
                  <a:lnTo>
                    <a:pt x="9394" y="67032"/>
                  </a:lnTo>
                  <a:cubicBezTo>
                    <a:pt x="9335" y="67151"/>
                    <a:pt x="9323" y="67211"/>
                    <a:pt x="9299" y="67270"/>
                  </a:cubicBezTo>
                  <a:cubicBezTo>
                    <a:pt x="9109" y="67651"/>
                    <a:pt x="8918" y="68032"/>
                    <a:pt x="8775" y="68413"/>
                  </a:cubicBezTo>
                  <a:cubicBezTo>
                    <a:pt x="8537" y="69056"/>
                    <a:pt x="8347" y="69711"/>
                    <a:pt x="8109" y="70354"/>
                  </a:cubicBezTo>
                  <a:cubicBezTo>
                    <a:pt x="7930" y="70806"/>
                    <a:pt x="7728" y="71283"/>
                    <a:pt x="7525" y="71735"/>
                  </a:cubicBezTo>
                  <a:cubicBezTo>
                    <a:pt x="7454" y="71914"/>
                    <a:pt x="7311" y="72056"/>
                    <a:pt x="7180" y="72199"/>
                  </a:cubicBezTo>
                  <a:cubicBezTo>
                    <a:pt x="6692" y="72652"/>
                    <a:pt x="6108" y="72949"/>
                    <a:pt x="5513" y="73223"/>
                  </a:cubicBezTo>
                  <a:cubicBezTo>
                    <a:pt x="4846" y="73521"/>
                    <a:pt x="4203" y="73878"/>
                    <a:pt x="3727" y="74473"/>
                  </a:cubicBezTo>
                  <a:cubicBezTo>
                    <a:pt x="3525" y="74735"/>
                    <a:pt x="3298" y="74997"/>
                    <a:pt x="3072" y="75247"/>
                  </a:cubicBezTo>
                  <a:cubicBezTo>
                    <a:pt x="2775" y="75569"/>
                    <a:pt x="2453" y="75890"/>
                    <a:pt x="2036" y="76081"/>
                  </a:cubicBezTo>
                  <a:cubicBezTo>
                    <a:pt x="1832" y="76171"/>
                    <a:pt x="1610" y="76227"/>
                    <a:pt x="1396" y="76227"/>
                  </a:cubicBezTo>
                  <a:cubicBezTo>
                    <a:pt x="988" y="76227"/>
                    <a:pt x="613" y="76021"/>
                    <a:pt x="465" y="75450"/>
                  </a:cubicBezTo>
                  <a:cubicBezTo>
                    <a:pt x="381" y="75116"/>
                    <a:pt x="322" y="74759"/>
                    <a:pt x="322" y="74402"/>
                  </a:cubicBezTo>
                  <a:cubicBezTo>
                    <a:pt x="310" y="73509"/>
                    <a:pt x="489" y="72640"/>
                    <a:pt x="762" y="71806"/>
                  </a:cubicBezTo>
                  <a:cubicBezTo>
                    <a:pt x="941" y="71306"/>
                    <a:pt x="1215" y="70830"/>
                    <a:pt x="1524" y="70378"/>
                  </a:cubicBezTo>
                  <a:cubicBezTo>
                    <a:pt x="1762" y="70021"/>
                    <a:pt x="2072" y="69759"/>
                    <a:pt x="2477" y="69592"/>
                  </a:cubicBezTo>
                  <a:cubicBezTo>
                    <a:pt x="2655" y="69520"/>
                    <a:pt x="2846" y="69437"/>
                    <a:pt x="3048" y="69366"/>
                  </a:cubicBezTo>
                  <a:cubicBezTo>
                    <a:pt x="3548" y="69175"/>
                    <a:pt x="4084" y="69104"/>
                    <a:pt x="4620" y="69044"/>
                  </a:cubicBezTo>
                  <a:cubicBezTo>
                    <a:pt x="6049" y="68878"/>
                    <a:pt x="7394" y="68425"/>
                    <a:pt x="8585" y="67615"/>
                  </a:cubicBezTo>
                  <a:cubicBezTo>
                    <a:pt x="8835" y="67437"/>
                    <a:pt x="9073" y="67258"/>
                    <a:pt x="9394" y="67032"/>
                  </a:cubicBezTo>
                  <a:close/>
                  <a:moveTo>
                    <a:pt x="13240" y="66639"/>
                  </a:moveTo>
                  <a:cubicBezTo>
                    <a:pt x="13276" y="66925"/>
                    <a:pt x="13335" y="67223"/>
                    <a:pt x="13383" y="67508"/>
                  </a:cubicBezTo>
                  <a:cubicBezTo>
                    <a:pt x="13609" y="68842"/>
                    <a:pt x="13859" y="70175"/>
                    <a:pt x="14074" y="71497"/>
                  </a:cubicBezTo>
                  <a:cubicBezTo>
                    <a:pt x="14264" y="72807"/>
                    <a:pt x="14205" y="74092"/>
                    <a:pt x="13669" y="75343"/>
                  </a:cubicBezTo>
                  <a:cubicBezTo>
                    <a:pt x="13240" y="76378"/>
                    <a:pt x="12597" y="77271"/>
                    <a:pt x="11823" y="78069"/>
                  </a:cubicBezTo>
                  <a:cubicBezTo>
                    <a:pt x="11335" y="78581"/>
                    <a:pt x="10823" y="79069"/>
                    <a:pt x="10204" y="79415"/>
                  </a:cubicBezTo>
                  <a:cubicBezTo>
                    <a:pt x="9978" y="79533"/>
                    <a:pt x="9773" y="79592"/>
                    <a:pt x="9590" y="79592"/>
                  </a:cubicBezTo>
                  <a:cubicBezTo>
                    <a:pt x="9205" y="79592"/>
                    <a:pt x="8917" y="79332"/>
                    <a:pt x="8740" y="78831"/>
                  </a:cubicBezTo>
                  <a:cubicBezTo>
                    <a:pt x="8728" y="78748"/>
                    <a:pt x="8680" y="78653"/>
                    <a:pt x="8668" y="78557"/>
                  </a:cubicBezTo>
                  <a:cubicBezTo>
                    <a:pt x="8537" y="77950"/>
                    <a:pt x="8382" y="77343"/>
                    <a:pt x="8275" y="76736"/>
                  </a:cubicBezTo>
                  <a:cubicBezTo>
                    <a:pt x="7894" y="74521"/>
                    <a:pt x="8466" y="72580"/>
                    <a:pt x="10025" y="70961"/>
                  </a:cubicBezTo>
                  <a:cubicBezTo>
                    <a:pt x="10549" y="70425"/>
                    <a:pt x="11061" y="69890"/>
                    <a:pt x="11597" y="69366"/>
                  </a:cubicBezTo>
                  <a:cubicBezTo>
                    <a:pt x="12347" y="68651"/>
                    <a:pt x="12823" y="67770"/>
                    <a:pt x="13133" y="66794"/>
                  </a:cubicBezTo>
                  <a:cubicBezTo>
                    <a:pt x="13145" y="66734"/>
                    <a:pt x="13181" y="66687"/>
                    <a:pt x="13192" y="66639"/>
                  </a:cubicBezTo>
                  <a:close/>
                  <a:moveTo>
                    <a:pt x="31350" y="0"/>
                  </a:moveTo>
                  <a:cubicBezTo>
                    <a:pt x="31123" y="83"/>
                    <a:pt x="31040" y="274"/>
                    <a:pt x="31040" y="500"/>
                  </a:cubicBezTo>
                  <a:cubicBezTo>
                    <a:pt x="31016" y="833"/>
                    <a:pt x="31016" y="1155"/>
                    <a:pt x="31064" y="1488"/>
                  </a:cubicBezTo>
                  <a:cubicBezTo>
                    <a:pt x="31278" y="3179"/>
                    <a:pt x="31457" y="4882"/>
                    <a:pt x="31695" y="6560"/>
                  </a:cubicBezTo>
                  <a:cubicBezTo>
                    <a:pt x="32135" y="9692"/>
                    <a:pt x="32326" y="12823"/>
                    <a:pt x="32433" y="15966"/>
                  </a:cubicBezTo>
                  <a:lnTo>
                    <a:pt x="32433" y="16300"/>
                  </a:lnTo>
                  <a:cubicBezTo>
                    <a:pt x="32266" y="16312"/>
                    <a:pt x="32147" y="16323"/>
                    <a:pt x="32016" y="16323"/>
                  </a:cubicBezTo>
                  <a:cubicBezTo>
                    <a:pt x="31230" y="16371"/>
                    <a:pt x="30457" y="16383"/>
                    <a:pt x="29671" y="16454"/>
                  </a:cubicBezTo>
                  <a:cubicBezTo>
                    <a:pt x="28432" y="16585"/>
                    <a:pt x="27361" y="17097"/>
                    <a:pt x="26492" y="18014"/>
                  </a:cubicBezTo>
                  <a:cubicBezTo>
                    <a:pt x="25873" y="18693"/>
                    <a:pt x="25480" y="19491"/>
                    <a:pt x="25206" y="20360"/>
                  </a:cubicBezTo>
                  <a:cubicBezTo>
                    <a:pt x="25099" y="20657"/>
                    <a:pt x="25027" y="20967"/>
                    <a:pt x="24932" y="21288"/>
                  </a:cubicBezTo>
                  <a:cubicBezTo>
                    <a:pt x="24849" y="21312"/>
                    <a:pt x="24742" y="21348"/>
                    <a:pt x="24658" y="21372"/>
                  </a:cubicBezTo>
                  <a:cubicBezTo>
                    <a:pt x="23301" y="21669"/>
                    <a:pt x="21991" y="22146"/>
                    <a:pt x="20717" y="22729"/>
                  </a:cubicBezTo>
                  <a:cubicBezTo>
                    <a:pt x="20086" y="23027"/>
                    <a:pt x="19455" y="23336"/>
                    <a:pt x="18836" y="23658"/>
                  </a:cubicBezTo>
                  <a:cubicBezTo>
                    <a:pt x="17300" y="24467"/>
                    <a:pt x="15990" y="25551"/>
                    <a:pt x="14871" y="26860"/>
                  </a:cubicBezTo>
                  <a:cubicBezTo>
                    <a:pt x="14252" y="27587"/>
                    <a:pt x="13657" y="28349"/>
                    <a:pt x="13073" y="29111"/>
                  </a:cubicBezTo>
                  <a:cubicBezTo>
                    <a:pt x="12859" y="29396"/>
                    <a:pt x="12681" y="29718"/>
                    <a:pt x="12550" y="30051"/>
                  </a:cubicBezTo>
                  <a:cubicBezTo>
                    <a:pt x="12323" y="30551"/>
                    <a:pt x="12478" y="30968"/>
                    <a:pt x="12954" y="31278"/>
                  </a:cubicBezTo>
                  <a:cubicBezTo>
                    <a:pt x="13383" y="31563"/>
                    <a:pt x="13859" y="31718"/>
                    <a:pt x="14347" y="31802"/>
                  </a:cubicBezTo>
                  <a:cubicBezTo>
                    <a:pt x="14562" y="31849"/>
                    <a:pt x="14788" y="31873"/>
                    <a:pt x="14990" y="31873"/>
                  </a:cubicBezTo>
                  <a:cubicBezTo>
                    <a:pt x="15272" y="31877"/>
                    <a:pt x="15555" y="31880"/>
                    <a:pt x="15837" y="31880"/>
                  </a:cubicBezTo>
                  <a:cubicBezTo>
                    <a:pt x="17177" y="31880"/>
                    <a:pt x="18521" y="31819"/>
                    <a:pt x="19848" y="31563"/>
                  </a:cubicBezTo>
                  <a:cubicBezTo>
                    <a:pt x="21372" y="31278"/>
                    <a:pt x="22837" y="30742"/>
                    <a:pt x="24218" y="30028"/>
                  </a:cubicBezTo>
                  <a:cubicBezTo>
                    <a:pt x="25051" y="29599"/>
                    <a:pt x="25801" y="29051"/>
                    <a:pt x="26468" y="28396"/>
                  </a:cubicBezTo>
                  <a:cubicBezTo>
                    <a:pt x="26539" y="28325"/>
                    <a:pt x="26611" y="28265"/>
                    <a:pt x="26706" y="28170"/>
                  </a:cubicBezTo>
                  <a:cubicBezTo>
                    <a:pt x="27301" y="28777"/>
                    <a:pt x="27944" y="29301"/>
                    <a:pt x="28659" y="29718"/>
                  </a:cubicBezTo>
                  <a:cubicBezTo>
                    <a:pt x="29361" y="30135"/>
                    <a:pt x="30099" y="30468"/>
                    <a:pt x="30921" y="30730"/>
                  </a:cubicBezTo>
                  <a:cubicBezTo>
                    <a:pt x="30885" y="30861"/>
                    <a:pt x="30861" y="31004"/>
                    <a:pt x="30826" y="31123"/>
                  </a:cubicBezTo>
                  <a:cubicBezTo>
                    <a:pt x="30516" y="32266"/>
                    <a:pt x="30528" y="32266"/>
                    <a:pt x="29766" y="33171"/>
                  </a:cubicBezTo>
                  <a:cubicBezTo>
                    <a:pt x="28552" y="34635"/>
                    <a:pt x="27135" y="35826"/>
                    <a:pt x="25492" y="36743"/>
                  </a:cubicBezTo>
                  <a:cubicBezTo>
                    <a:pt x="24980" y="37028"/>
                    <a:pt x="24432" y="37171"/>
                    <a:pt x="23849" y="37195"/>
                  </a:cubicBezTo>
                  <a:cubicBezTo>
                    <a:pt x="23791" y="37196"/>
                    <a:pt x="23733" y="37197"/>
                    <a:pt x="23676" y="37197"/>
                  </a:cubicBezTo>
                  <a:cubicBezTo>
                    <a:pt x="22760" y="37197"/>
                    <a:pt x="21866" y="37019"/>
                    <a:pt x="21003" y="36683"/>
                  </a:cubicBezTo>
                  <a:cubicBezTo>
                    <a:pt x="19824" y="36219"/>
                    <a:pt x="18669" y="35719"/>
                    <a:pt x="17503" y="35207"/>
                  </a:cubicBezTo>
                  <a:cubicBezTo>
                    <a:pt x="15681" y="34421"/>
                    <a:pt x="13859" y="33599"/>
                    <a:pt x="12038" y="32825"/>
                  </a:cubicBezTo>
                  <a:cubicBezTo>
                    <a:pt x="10954" y="32373"/>
                    <a:pt x="9823" y="32040"/>
                    <a:pt x="8656" y="31873"/>
                  </a:cubicBezTo>
                  <a:cubicBezTo>
                    <a:pt x="8268" y="31821"/>
                    <a:pt x="7880" y="31791"/>
                    <a:pt x="7494" y="31791"/>
                  </a:cubicBezTo>
                  <a:cubicBezTo>
                    <a:pt x="6827" y="31791"/>
                    <a:pt x="6166" y="31880"/>
                    <a:pt x="5525" y="32099"/>
                  </a:cubicBezTo>
                  <a:cubicBezTo>
                    <a:pt x="5144" y="32230"/>
                    <a:pt x="4763" y="32385"/>
                    <a:pt x="4453" y="32671"/>
                  </a:cubicBezTo>
                  <a:cubicBezTo>
                    <a:pt x="4346" y="32766"/>
                    <a:pt x="4251" y="32861"/>
                    <a:pt x="4156" y="32980"/>
                  </a:cubicBezTo>
                  <a:cubicBezTo>
                    <a:pt x="3834" y="33421"/>
                    <a:pt x="3858" y="33897"/>
                    <a:pt x="4263" y="34278"/>
                  </a:cubicBezTo>
                  <a:cubicBezTo>
                    <a:pt x="4549" y="34516"/>
                    <a:pt x="4858" y="34719"/>
                    <a:pt x="5168" y="34897"/>
                  </a:cubicBezTo>
                  <a:cubicBezTo>
                    <a:pt x="5811" y="35254"/>
                    <a:pt x="6513" y="35445"/>
                    <a:pt x="7227" y="35600"/>
                  </a:cubicBezTo>
                  <a:cubicBezTo>
                    <a:pt x="8442" y="35850"/>
                    <a:pt x="9668" y="36064"/>
                    <a:pt x="10871" y="36314"/>
                  </a:cubicBezTo>
                  <a:cubicBezTo>
                    <a:pt x="13192" y="36802"/>
                    <a:pt x="15502" y="37314"/>
                    <a:pt x="17800" y="37790"/>
                  </a:cubicBezTo>
                  <a:cubicBezTo>
                    <a:pt x="18839" y="38000"/>
                    <a:pt x="19878" y="38126"/>
                    <a:pt x="20923" y="38126"/>
                  </a:cubicBezTo>
                  <a:cubicBezTo>
                    <a:pt x="21124" y="38126"/>
                    <a:pt x="21325" y="38121"/>
                    <a:pt x="21527" y="38112"/>
                  </a:cubicBezTo>
                  <a:cubicBezTo>
                    <a:pt x="23432" y="38028"/>
                    <a:pt x="25134" y="37386"/>
                    <a:pt x="26694" y="36314"/>
                  </a:cubicBezTo>
                  <a:cubicBezTo>
                    <a:pt x="28016" y="35409"/>
                    <a:pt x="29194" y="34338"/>
                    <a:pt x="30159" y="33052"/>
                  </a:cubicBezTo>
                  <a:lnTo>
                    <a:pt x="30236" y="32975"/>
                  </a:lnTo>
                  <a:lnTo>
                    <a:pt x="30236" y="32975"/>
                  </a:lnTo>
                  <a:cubicBezTo>
                    <a:pt x="30149" y="33233"/>
                    <a:pt x="30054" y="33498"/>
                    <a:pt x="29968" y="33754"/>
                  </a:cubicBezTo>
                  <a:cubicBezTo>
                    <a:pt x="29492" y="35016"/>
                    <a:pt x="28897" y="36243"/>
                    <a:pt x="28218" y="37433"/>
                  </a:cubicBezTo>
                  <a:cubicBezTo>
                    <a:pt x="26778" y="40017"/>
                    <a:pt x="25480" y="42696"/>
                    <a:pt x="24313" y="45434"/>
                  </a:cubicBezTo>
                  <a:cubicBezTo>
                    <a:pt x="24075" y="46006"/>
                    <a:pt x="23753" y="46518"/>
                    <a:pt x="23491" y="47053"/>
                  </a:cubicBezTo>
                  <a:cubicBezTo>
                    <a:pt x="23409" y="47210"/>
                    <a:pt x="23312" y="47288"/>
                    <a:pt x="23184" y="47288"/>
                  </a:cubicBezTo>
                  <a:cubicBezTo>
                    <a:pt x="23146" y="47288"/>
                    <a:pt x="23106" y="47281"/>
                    <a:pt x="23063" y="47268"/>
                  </a:cubicBezTo>
                  <a:cubicBezTo>
                    <a:pt x="22801" y="47196"/>
                    <a:pt x="22539" y="47113"/>
                    <a:pt x="22313" y="46982"/>
                  </a:cubicBezTo>
                  <a:cubicBezTo>
                    <a:pt x="21539" y="46518"/>
                    <a:pt x="20777" y="46041"/>
                    <a:pt x="20003" y="45589"/>
                  </a:cubicBezTo>
                  <a:cubicBezTo>
                    <a:pt x="17776" y="44220"/>
                    <a:pt x="15359" y="43279"/>
                    <a:pt x="12788" y="42767"/>
                  </a:cubicBezTo>
                  <a:cubicBezTo>
                    <a:pt x="12065" y="42633"/>
                    <a:pt x="11342" y="42563"/>
                    <a:pt x="10621" y="42563"/>
                  </a:cubicBezTo>
                  <a:cubicBezTo>
                    <a:pt x="9549" y="42563"/>
                    <a:pt x="8483" y="42718"/>
                    <a:pt x="7430" y="43053"/>
                  </a:cubicBezTo>
                  <a:cubicBezTo>
                    <a:pt x="6227" y="43446"/>
                    <a:pt x="5227" y="44124"/>
                    <a:pt x="4489" y="45148"/>
                  </a:cubicBezTo>
                  <a:cubicBezTo>
                    <a:pt x="3596" y="46387"/>
                    <a:pt x="3013" y="47744"/>
                    <a:pt x="2834" y="49256"/>
                  </a:cubicBezTo>
                  <a:cubicBezTo>
                    <a:pt x="2739" y="49959"/>
                    <a:pt x="2786" y="50673"/>
                    <a:pt x="3036" y="51340"/>
                  </a:cubicBezTo>
                  <a:cubicBezTo>
                    <a:pt x="3370" y="52268"/>
                    <a:pt x="4013" y="52887"/>
                    <a:pt x="4846" y="53352"/>
                  </a:cubicBezTo>
                  <a:cubicBezTo>
                    <a:pt x="5334" y="53626"/>
                    <a:pt x="5882" y="53780"/>
                    <a:pt x="6430" y="53888"/>
                  </a:cubicBezTo>
                  <a:cubicBezTo>
                    <a:pt x="7062" y="54004"/>
                    <a:pt x="7713" y="54082"/>
                    <a:pt x="8366" y="54082"/>
                  </a:cubicBezTo>
                  <a:cubicBezTo>
                    <a:pt x="8451" y="54082"/>
                    <a:pt x="8536" y="54081"/>
                    <a:pt x="8620" y="54078"/>
                  </a:cubicBezTo>
                  <a:cubicBezTo>
                    <a:pt x="10287" y="54042"/>
                    <a:pt x="11966" y="53995"/>
                    <a:pt x="13633" y="53899"/>
                  </a:cubicBezTo>
                  <a:cubicBezTo>
                    <a:pt x="15300" y="53816"/>
                    <a:pt x="16848" y="53328"/>
                    <a:pt x="18300" y="52506"/>
                  </a:cubicBezTo>
                  <a:cubicBezTo>
                    <a:pt x="20039" y="51518"/>
                    <a:pt x="21515" y="50256"/>
                    <a:pt x="22682" y="48649"/>
                  </a:cubicBezTo>
                  <a:cubicBezTo>
                    <a:pt x="22729" y="48577"/>
                    <a:pt x="22801" y="48506"/>
                    <a:pt x="22860" y="48423"/>
                  </a:cubicBezTo>
                  <a:cubicBezTo>
                    <a:pt x="22896" y="48423"/>
                    <a:pt x="22908" y="48446"/>
                    <a:pt x="22920" y="48458"/>
                  </a:cubicBezTo>
                  <a:cubicBezTo>
                    <a:pt x="22313" y="49661"/>
                    <a:pt x="21717" y="50887"/>
                    <a:pt x="21122" y="52090"/>
                  </a:cubicBezTo>
                  <a:cubicBezTo>
                    <a:pt x="20479" y="52173"/>
                    <a:pt x="19884" y="52387"/>
                    <a:pt x="19312" y="52614"/>
                  </a:cubicBezTo>
                  <a:cubicBezTo>
                    <a:pt x="18384" y="52983"/>
                    <a:pt x="17562" y="53542"/>
                    <a:pt x="16872" y="54257"/>
                  </a:cubicBezTo>
                  <a:cubicBezTo>
                    <a:pt x="16276" y="54876"/>
                    <a:pt x="15693" y="55495"/>
                    <a:pt x="15276" y="56269"/>
                  </a:cubicBezTo>
                  <a:cubicBezTo>
                    <a:pt x="14883" y="56995"/>
                    <a:pt x="14705" y="57757"/>
                    <a:pt x="14764" y="58579"/>
                  </a:cubicBezTo>
                  <a:cubicBezTo>
                    <a:pt x="14812" y="59186"/>
                    <a:pt x="14907" y="59793"/>
                    <a:pt x="15109" y="60376"/>
                  </a:cubicBezTo>
                  <a:cubicBezTo>
                    <a:pt x="15145" y="60448"/>
                    <a:pt x="15157" y="60507"/>
                    <a:pt x="15169" y="60603"/>
                  </a:cubicBezTo>
                  <a:cubicBezTo>
                    <a:pt x="15109" y="60674"/>
                    <a:pt x="15050" y="60746"/>
                    <a:pt x="14978" y="60829"/>
                  </a:cubicBezTo>
                  <a:cubicBezTo>
                    <a:pt x="13633" y="62234"/>
                    <a:pt x="12311" y="63651"/>
                    <a:pt x="10978" y="65056"/>
                  </a:cubicBezTo>
                  <a:cubicBezTo>
                    <a:pt x="10383" y="65675"/>
                    <a:pt x="9668" y="66127"/>
                    <a:pt x="8835" y="66401"/>
                  </a:cubicBezTo>
                  <a:cubicBezTo>
                    <a:pt x="8144" y="66627"/>
                    <a:pt x="7489" y="66937"/>
                    <a:pt x="6811" y="67199"/>
                  </a:cubicBezTo>
                  <a:cubicBezTo>
                    <a:pt x="6108" y="67449"/>
                    <a:pt x="5382" y="67675"/>
                    <a:pt x="4668" y="67925"/>
                  </a:cubicBezTo>
                  <a:cubicBezTo>
                    <a:pt x="3787" y="68235"/>
                    <a:pt x="2953" y="68627"/>
                    <a:pt x="2191" y="69187"/>
                  </a:cubicBezTo>
                  <a:cubicBezTo>
                    <a:pt x="1405" y="69770"/>
                    <a:pt x="870" y="70544"/>
                    <a:pt x="524" y="71449"/>
                  </a:cubicBezTo>
                  <a:cubicBezTo>
                    <a:pt x="167" y="72402"/>
                    <a:pt x="0" y="73390"/>
                    <a:pt x="0" y="74402"/>
                  </a:cubicBezTo>
                  <a:cubicBezTo>
                    <a:pt x="0" y="74878"/>
                    <a:pt x="84" y="75355"/>
                    <a:pt x="322" y="75783"/>
                  </a:cubicBezTo>
                  <a:cubicBezTo>
                    <a:pt x="524" y="76152"/>
                    <a:pt x="834" y="76331"/>
                    <a:pt x="1274" y="76343"/>
                  </a:cubicBezTo>
                  <a:cubicBezTo>
                    <a:pt x="1307" y="76344"/>
                    <a:pt x="1340" y="76345"/>
                    <a:pt x="1373" y="76345"/>
                  </a:cubicBezTo>
                  <a:cubicBezTo>
                    <a:pt x="1825" y="76345"/>
                    <a:pt x="2255" y="76196"/>
                    <a:pt x="2644" y="75974"/>
                  </a:cubicBezTo>
                  <a:cubicBezTo>
                    <a:pt x="3120" y="75712"/>
                    <a:pt x="3608" y="75414"/>
                    <a:pt x="4072" y="75093"/>
                  </a:cubicBezTo>
                  <a:cubicBezTo>
                    <a:pt x="4691" y="74676"/>
                    <a:pt x="5322" y="74235"/>
                    <a:pt x="5942" y="73783"/>
                  </a:cubicBezTo>
                  <a:cubicBezTo>
                    <a:pt x="6989" y="73057"/>
                    <a:pt x="7620" y="72033"/>
                    <a:pt x="8061" y="70854"/>
                  </a:cubicBezTo>
                  <a:cubicBezTo>
                    <a:pt x="8239" y="70366"/>
                    <a:pt x="8382" y="69890"/>
                    <a:pt x="8549" y="69401"/>
                  </a:cubicBezTo>
                  <a:cubicBezTo>
                    <a:pt x="8632" y="69116"/>
                    <a:pt x="8740" y="68830"/>
                    <a:pt x="8847" y="68532"/>
                  </a:cubicBezTo>
                  <a:cubicBezTo>
                    <a:pt x="9192" y="67520"/>
                    <a:pt x="9740" y="66663"/>
                    <a:pt x="10478" y="65901"/>
                  </a:cubicBezTo>
                  <a:cubicBezTo>
                    <a:pt x="11371" y="64996"/>
                    <a:pt x="12228" y="64056"/>
                    <a:pt x="13085" y="63127"/>
                  </a:cubicBezTo>
                  <a:cubicBezTo>
                    <a:pt x="13181" y="63032"/>
                    <a:pt x="13276" y="62936"/>
                    <a:pt x="13419" y="62877"/>
                  </a:cubicBezTo>
                  <a:lnTo>
                    <a:pt x="13419" y="62877"/>
                  </a:lnTo>
                  <a:cubicBezTo>
                    <a:pt x="13395" y="62948"/>
                    <a:pt x="13395" y="63008"/>
                    <a:pt x="13383" y="63067"/>
                  </a:cubicBezTo>
                  <a:cubicBezTo>
                    <a:pt x="13133" y="63889"/>
                    <a:pt x="13026" y="64722"/>
                    <a:pt x="13085" y="65591"/>
                  </a:cubicBezTo>
                  <a:cubicBezTo>
                    <a:pt x="13121" y="66068"/>
                    <a:pt x="12942" y="66496"/>
                    <a:pt x="12788" y="66925"/>
                  </a:cubicBezTo>
                  <a:cubicBezTo>
                    <a:pt x="12442" y="67925"/>
                    <a:pt x="11823" y="68723"/>
                    <a:pt x="11061" y="69425"/>
                  </a:cubicBezTo>
                  <a:cubicBezTo>
                    <a:pt x="10621" y="69830"/>
                    <a:pt x="10180" y="70271"/>
                    <a:pt x="9763" y="70723"/>
                  </a:cubicBezTo>
                  <a:cubicBezTo>
                    <a:pt x="9525" y="70973"/>
                    <a:pt x="9323" y="71247"/>
                    <a:pt x="9109" y="71521"/>
                  </a:cubicBezTo>
                  <a:cubicBezTo>
                    <a:pt x="8180" y="72735"/>
                    <a:pt x="7823" y="74128"/>
                    <a:pt x="7882" y="75628"/>
                  </a:cubicBezTo>
                  <a:cubicBezTo>
                    <a:pt x="7906" y="76724"/>
                    <a:pt x="8180" y="77748"/>
                    <a:pt x="8454" y="78784"/>
                  </a:cubicBezTo>
                  <a:cubicBezTo>
                    <a:pt x="8478" y="78819"/>
                    <a:pt x="8478" y="78843"/>
                    <a:pt x="8490" y="78879"/>
                  </a:cubicBezTo>
                  <a:cubicBezTo>
                    <a:pt x="8716" y="79390"/>
                    <a:pt x="9036" y="79724"/>
                    <a:pt x="9517" y="79724"/>
                  </a:cubicBezTo>
                  <a:cubicBezTo>
                    <a:pt x="9720" y="79724"/>
                    <a:pt x="9951" y="79664"/>
                    <a:pt x="10216" y="79534"/>
                  </a:cubicBezTo>
                  <a:cubicBezTo>
                    <a:pt x="10680" y="79307"/>
                    <a:pt x="11061" y="78962"/>
                    <a:pt x="11430" y="78629"/>
                  </a:cubicBezTo>
                  <a:cubicBezTo>
                    <a:pt x="12121" y="77998"/>
                    <a:pt x="12728" y="77295"/>
                    <a:pt x="13240" y="76509"/>
                  </a:cubicBezTo>
                  <a:cubicBezTo>
                    <a:pt x="14228" y="74974"/>
                    <a:pt x="14550" y="73307"/>
                    <a:pt x="14288" y="71521"/>
                  </a:cubicBezTo>
                  <a:cubicBezTo>
                    <a:pt x="14097" y="70199"/>
                    <a:pt x="13859" y="68901"/>
                    <a:pt x="13609" y="67592"/>
                  </a:cubicBezTo>
                  <a:cubicBezTo>
                    <a:pt x="13443" y="66687"/>
                    <a:pt x="13312" y="65794"/>
                    <a:pt x="13312" y="64889"/>
                  </a:cubicBezTo>
                  <a:cubicBezTo>
                    <a:pt x="13312" y="64056"/>
                    <a:pt x="13478" y="63246"/>
                    <a:pt x="13812" y="62472"/>
                  </a:cubicBezTo>
                  <a:cubicBezTo>
                    <a:pt x="13847" y="62389"/>
                    <a:pt x="13907" y="62293"/>
                    <a:pt x="13978" y="62222"/>
                  </a:cubicBezTo>
                  <a:cubicBezTo>
                    <a:pt x="14371" y="61817"/>
                    <a:pt x="14752" y="61400"/>
                    <a:pt x="15145" y="61008"/>
                  </a:cubicBezTo>
                  <a:cubicBezTo>
                    <a:pt x="15181" y="60960"/>
                    <a:pt x="15228" y="60924"/>
                    <a:pt x="15300" y="60865"/>
                  </a:cubicBezTo>
                  <a:cubicBezTo>
                    <a:pt x="15419" y="61127"/>
                    <a:pt x="15538" y="61365"/>
                    <a:pt x="15657" y="61603"/>
                  </a:cubicBezTo>
                  <a:cubicBezTo>
                    <a:pt x="16169" y="62591"/>
                    <a:pt x="16776" y="63484"/>
                    <a:pt x="17657" y="64175"/>
                  </a:cubicBezTo>
                  <a:lnTo>
                    <a:pt x="18276" y="64663"/>
                  </a:lnTo>
                  <a:cubicBezTo>
                    <a:pt x="18848" y="65139"/>
                    <a:pt x="19527" y="65306"/>
                    <a:pt x="20241" y="65353"/>
                  </a:cubicBezTo>
                  <a:cubicBezTo>
                    <a:pt x="20368" y="65361"/>
                    <a:pt x="20495" y="65365"/>
                    <a:pt x="20621" y="65365"/>
                  </a:cubicBezTo>
                  <a:cubicBezTo>
                    <a:pt x="21460" y="65365"/>
                    <a:pt x="22269" y="65200"/>
                    <a:pt x="23087" y="64972"/>
                  </a:cubicBezTo>
                  <a:cubicBezTo>
                    <a:pt x="24134" y="64710"/>
                    <a:pt x="25111" y="64294"/>
                    <a:pt x="26016" y="63698"/>
                  </a:cubicBezTo>
                  <a:cubicBezTo>
                    <a:pt x="28004" y="62389"/>
                    <a:pt x="29409" y="60650"/>
                    <a:pt x="30099" y="58352"/>
                  </a:cubicBezTo>
                  <a:cubicBezTo>
                    <a:pt x="30576" y="56793"/>
                    <a:pt x="30564" y="55209"/>
                    <a:pt x="30028" y="53649"/>
                  </a:cubicBezTo>
                  <a:cubicBezTo>
                    <a:pt x="29861" y="53173"/>
                    <a:pt x="29635" y="52733"/>
                    <a:pt x="29314" y="52340"/>
                  </a:cubicBezTo>
                  <a:cubicBezTo>
                    <a:pt x="29016" y="51994"/>
                    <a:pt x="28635" y="51744"/>
                    <a:pt x="28182" y="51673"/>
                  </a:cubicBezTo>
                  <a:cubicBezTo>
                    <a:pt x="27889" y="51630"/>
                    <a:pt x="27589" y="51599"/>
                    <a:pt x="27293" y="51599"/>
                  </a:cubicBezTo>
                  <a:cubicBezTo>
                    <a:pt x="27180" y="51599"/>
                    <a:pt x="27068" y="51604"/>
                    <a:pt x="26956" y="51613"/>
                  </a:cubicBezTo>
                  <a:cubicBezTo>
                    <a:pt x="25920" y="51709"/>
                    <a:pt x="24884" y="51864"/>
                    <a:pt x="23849" y="51971"/>
                  </a:cubicBezTo>
                  <a:cubicBezTo>
                    <a:pt x="23075" y="52042"/>
                    <a:pt x="22289" y="52078"/>
                    <a:pt x="21467" y="52114"/>
                  </a:cubicBezTo>
                  <a:cubicBezTo>
                    <a:pt x="21491" y="52006"/>
                    <a:pt x="21515" y="51935"/>
                    <a:pt x="21539" y="51875"/>
                  </a:cubicBezTo>
                  <a:cubicBezTo>
                    <a:pt x="23075" y="48923"/>
                    <a:pt x="24396" y="45863"/>
                    <a:pt x="25754" y="42815"/>
                  </a:cubicBezTo>
                  <a:cubicBezTo>
                    <a:pt x="26527" y="41065"/>
                    <a:pt x="27444" y="39374"/>
                    <a:pt x="28361" y="37683"/>
                  </a:cubicBezTo>
                  <a:cubicBezTo>
                    <a:pt x="28909" y="36659"/>
                    <a:pt x="29385" y="35600"/>
                    <a:pt x="29909" y="34552"/>
                  </a:cubicBezTo>
                  <a:cubicBezTo>
                    <a:pt x="29933" y="34492"/>
                    <a:pt x="29980" y="34433"/>
                    <a:pt x="30004" y="34373"/>
                  </a:cubicBezTo>
                  <a:cubicBezTo>
                    <a:pt x="30183" y="34838"/>
                    <a:pt x="30397" y="35254"/>
                    <a:pt x="30528" y="35707"/>
                  </a:cubicBezTo>
                  <a:cubicBezTo>
                    <a:pt x="30623" y="36016"/>
                    <a:pt x="30647" y="36374"/>
                    <a:pt x="30635" y="36695"/>
                  </a:cubicBezTo>
                  <a:cubicBezTo>
                    <a:pt x="30623" y="37052"/>
                    <a:pt x="30528" y="37409"/>
                    <a:pt x="30445" y="37755"/>
                  </a:cubicBezTo>
                  <a:cubicBezTo>
                    <a:pt x="30266" y="38421"/>
                    <a:pt x="30052" y="39076"/>
                    <a:pt x="29861" y="39731"/>
                  </a:cubicBezTo>
                  <a:cubicBezTo>
                    <a:pt x="29171" y="42005"/>
                    <a:pt x="29290" y="44255"/>
                    <a:pt x="30147" y="46494"/>
                  </a:cubicBezTo>
                  <a:cubicBezTo>
                    <a:pt x="30718" y="48042"/>
                    <a:pt x="31421" y="49530"/>
                    <a:pt x="32183" y="50982"/>
                  </a:cubicBezTo>
                  <a:cubicBezTo>
                    <a:pt x="32671" y="51923"/>
                    <a:pt x="33135" y="52840"/>
                    <a:pt x="33624" y="53769"/>
                  </a:cubicBezTo>
                  <a:cubicBezTo>
                    <a:pt x="33897" y="54280"/>
                    <a:pt x="34219" y="54757"/>
                    <a:pt x="34624" y="55173"/>
                  </a:cubicBezTo>
                  <a:cubicBezTo>
                    <a:pt x="34975" y="55551"/>
                    <a:pt x="35410" y="55761"/>
                    <a:pt x="35886" y="55761"/>
                  </a:cubicBezTo>
                  <a:cubicBezTo>
                    <a:pt x="36250" y="55761"/>
                    <a:pt x="36637" y="55639"/>
                    <a:pt x="37029" y="55376"/>
                  </a:cubicBezTo>
                  <a:cubicBezTo>
                    <a:pt x="37481" y="55066"/>
                    <a:pt x="37838" y="54661"/>
                    <a:pt x="38100" y="54185"/>
                  </a:cubicBezTo>
                  <a:cubicBezTo>
                    <a:pt x="39386" y="51935"/>
                    <a:pt x="39827" y="49542"/>
                    <a:pt x="39470" y="46994"/>
                  </a:cubicBezTo>
                  <a:cubicBezTo>
                    <a:pt x="39315" y="45803"/>
                    <a:pt x="38850" y="44720"/>
                    <a:pt x="38160" y="43720"/>
                  </a:cubicBezTo>
                  <a:cubicBezTo>
                    <a:pt x="37267" y="42434"/>
                    <a:pt x="36160" y="41327"/>
                    <a:pt x="35029" y="40255"/>
                  </a:cubicBezTo>
                  <a:cubicBezTo>
                    <a:pt x="34028" y="39314"/>
                    <a:pt x="33040" y="38350"/>
                    <a:pt x="32064" y="37386"/>
                  </a:cubicBezTo>
                  <a:cubicBezTo>
                    <a:pt x="31373" y="36695"/>
                    <a:pt x="30826" y="35909"/>
                    <a:pt x="30468" y="35004"/>
                  </a:cubicBezTo>
                  <a:cubicBezTo>
                    <a:pt x="30349" y="34707"/>
                    <a:pt x="30278" y="34373"/>
                    <a:pt x="30207" y="34064"/>
                  </a:cubicBezTo>
                  <a:cubicBezTo>
                    <a:pt x="30183" y="33992"/>
                    <a:pt x="30183" y="33897"/>
                    <a:pt x="30218" y="33826"/>
                  </a:cubicBezTo>
                  <a:cubicBezTo>
                    <a:pt x="30516" y="32873"/>
                    <a:pt x="30802" y="31933"/>
                    <a:pt x="31099" y="30980"/>
                  </a:cubicBezTo>
                  <a:cubicBezTo>
                    <a:pt x="31111" y="30920"/>
                    <a:pt x="31135" y="30885"/>
                    <a:pt x="31171" y="30801"/>
                  </a:cubicBezTo>
                  <a:cubicBezTo>
                    <a:pt x="31278" y="30837"/>
                    <a:pt x="31397" y="30849"/>
                    <a:pt x="31492" y="30885"/>
                  </a:cubicBezTo>
                  <a:cubicBezTo>
                    <a:pt x="32290" y="31063"/>
                    <a:pt x="33064" y="31194"/>
                    <a:pt x="33862" y="31218"/>
                  </a:cubicBezTo>
                  <a:cubicBezTo>
                    <a:pt x="33967" y="31223"/>
                    <a:pt x="34072" y="31225"/>
                    <a:pt x="34176" y="31225"/>
                  </a:cubicBezTo>
                  <a:cubicBezTo>
                    <a:pt x="34911" y="31225"/>
                    <a:pt x="35629" y="31114"/>
                    <a:pt x="36338" y="30885"/>
                  </a:cubicBezTo>
                  <a:cubicBezTo>
                    <a:pt x="36826" y="30730"/>
                    <a:pt x="37291" y="30492"/>
                    <a:pt x="37731" y="30254"/>
                  </a:cubicBezTo>
                  <a:cubicBezTo>
                    <a:pt x="38434" y="29885"/>
                    <a:pt x="39077" y="29420"/>
                    <a:pt x="39648" y="28885"/>
                  </a:cubicBezTo>
                  <a:cubicBezTo>
                    <a:pt x="40482" y="28111"/>
                    <a:pt x="41005" y="27146"/>
                    <a:pt x="41422" y="26122"/>
                  </a:cubicBezTo>
                  <a:cubicBezTo>
                    <a:pt x="42268" y="24003"/>
                    <a:pt x="42268" y="21872"/>
                    <a:pt x="41482" y="19752"/>
                  </a:cubicBezTo>
                  <a:cubicBezTo>
                    <a:pt x="41172" y="18895"/>
                    <a:pt x="40720" y="18145"/>
                    <a:pt x="40089" y="17502"/>
                  </a:cubicBezTo>
                  <a:cubicBezTo>
                    <a:pt x="39267" y="16669"/>
                    <a:pt x="38243" y="16216"/>
                    <a:pt x="37076" y="16157"/>
                  </a:cubicBezTo>
                  <a:cubicBezTo>
                    <a:pt x="36906" y="16150"/>
                    <a:pt x="36736" y="16147"/>
                    <a:pt x="36566" y="16147"/>
                  </a:cubicBezTo>
                  <a:cubicBezTo>
                    <a:pt x="36157" y="16147"/>
                    <a:pt x="35751" y="16164"/>
                    <a:pt x="35338" y="16181"/>
                  </a:cubicBezTo>
                  <a:cubicBezTo>
                    <a:pt x="34576" y="16204"/>
                    <a:pt x="33802" y="16252"/>
                    <a:pt x="33040" y="16276"/>
                  </a:cubicBezTo>
                  <a:lnTo>
                    <a:pt x="32719" y="16276"/>
                  </a:lnTo>
                  <a:cubicBezTo>
                    <a:pt x="32707" y="16145"/>
                    <a:pt x="32683" y="16026"/>
                    <a:pt x="32683" y="15907"/>
                  </a:cubicBezTo>
                  <a:cubicBezTo>
                    <a:pt x="32540" y="12930"/>
                    <a:pt x="32433" y="9954"/>
                    <a:pt x="32242" y="6977"/>
                  </a:cubicBezTo>
                  <a:cubicBezTo>
                    <a:pt x="32123" y="4941"/>
                    <a:pt x="31873" y="2917"/>
                    <a:pt x="31671" y="869"/>
                  </a:cubicBezTo>
                  <a:cubicBezTo>
                    <a:pt x="31659" y="726"/>
                    <a:pt x="31647" y="572"/>
                    <a:pt x="31611" y="441"/>
                  </a:cubicBezTo>
                  <a:cubicBezTo>
                    <a:pt x="31576" y="262"/>
                    <a:pt x="31540" y="95"/>
                    <a:pt x="31350" y="0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>
              <a:off x="2348200" y="3495200"/>
              <a:ext cx="135750" cy="341150"/>
            </a:xfrm>
            <a:custGeom>
              <a:avLst/>
              <a:gdLst/>
              <a:ahLst/>
              <a:cxnLst/>
              <a:rect l="l" t="t" r="r" b="b"/>
              <a:pathLst>
                <a:path w="5430" h="13646" extrusionOk="0">
                  <a:moveTo>
                    <a:pt x="5132" y="1"/>
                  </a:moveTo>
                  <a:cubicBezTo>
                    <a:pt x="5096" y="334"/>
                    <a:pt x="4965" y="655"/>
                    <a:pt x="4822" y="953"/>
                  </a:cubicBezTo>
                  <a:cubicBezTo>
                    <a:pt x="4001" y="2537"/>
                    <a:pt x="3048" y="4049"/>
                    <a:pt x="2024" y="5501"/>
                  </a:cubicBezTo>
                  <a:cubicBezTo>
                    <a:pt x="1465" y="6275"/>
                    <a:pt x="953" y="7061"/>
                    <a:pt x="572" y="7942"/>
                  </a:cubicBezTo>
                  <a:cubicBezTo>
                    <a:pt x="250" y="8704"/>
                    <a:pt x="96" y="9502"/>
                    <a:pt x="0" y="10311"/>
                  </a:cubicBezTo>
                  <a:cubicBezTo>
                    <a:pt x="0" y="10323"/>
                    <a:pt x="12" y="10335"/>
                    <a:pt x="36" y="10395"/>
                  </a:cubicBezTo>
                  <a:cubicBezTo>
                    <a:pt x="84" y="10192"/>
                    <a:pt x="119" y="10014"/>
                    <a:pt x="143" y="9835"/>
                  </a:cubicBezTo>
                  <a:cubicBezTo>
                    <a:pt x="334" y="8549"/>
                    <a:pt x="870" y="7406"/>
                    <a:pt x="1584" y="6347"/>
                  </a:cubicBezTo>
                  <a:cubicBezTo>
                    <a:pt x="2048" y="5668"/>
                    <a:pt x="2536" y="5001"/>
                    <a:pt x="2977" y="4299"/>
                  </a:cubicBezTo>
                  <a:cubicBezTo>
                    <a:pt x="3489" y="3465"/>
                    <a:pt x="3989" y="2620"/>
                    <a:pt x="4489" y="1787"/>
                  </a:cubicBezTo>
                  <a:cubicBezTo>
                    <a:pt x="4537" y="1691"/>
                    <a:pt x="4596" y="1620"/>
                    <a:pt x="4644" y="1525"/>
                  </a:cubicBezTo>
                  <a:cubicBezTo>
                    <a:pt x="4656" y="1548"/>
                    <a:pt x="4680" y="1548"/>
                    <a:pt x="4703" y="1560"/>
                  </a:cubicBezTo>
                  <a:cubicBezTo>
                    <a:pt x="4549" y="1965"/>
                    <a:pt x="4418" y="2382"/>
                    <a:pt x="4251" y="2775"/>
                  </a:cubicBezTo>
                  <a:cubicBezTo>
                    <a:pt x="3453" y="4644"/>
                    <a:pt x="2620" y="6489"/>
                    <a:pt x="1822" y="8347"/>
                  </a:cubicBezTo>
                  <a:cubicBezTo>
                    <a:pt x="1513" y="9085"/>
                    <a:pt x="1227" y="9847"/>
                    <a:pt x="953" y="10609"/>
                  </a:cubicBezTo>
                  <a:cubicBezTo>
                    <a:pt x="715" y="11288"/>
                    <a:pt x="572" y="11990"/>
                    <a:pt x="620" y="12716"/>
                  </a:cubicBezTo>
                  <a:cubicBezTo>
                    <a:pt x="631" y="12955"/>
                    <a:pt x="727" y="13193"/>
                    <a:pt x="786" y="13419"/>
                  </a:cubicBezTo>
                  <a:cubicBezTo>
                    <a:pt x="798" y="13467"/>
                    <a:pt x="858" y="13490"/>
                    <a:pt x="929" y="13586"/>
                  </a:cubicBezTo>
                  <a:cubicBezTo>
                    <a:pt x="548" y="12585"/>
                    <a:pt x="751" y="11669"/>
                    <a:pt x="1024" y="10752"/>
                  </a:cubicBezTo>
                  <a:cubicBezTo>
                    <a:pt x="1334" y="9728"/>
                    <a:pt x="1763" y="8752"/>
                    <a:pt x="2203" y="7763"/>
                  </a:cubicBezTo>
                  <a:cubicBezTo>
                    <a:pt x="2917" y="6156"/>
                    <a:pt x="3608" y="4549"/>
                    <a:pt x="4299" y="2930"/>
                  </a:cubicBezTo>
                  <a:cubicBezTo>
                    <a:pt x="4477" y="2513"/>
                    <a:pt x="4596" y="2060"/>
                    <a:pt x="4739" y="1620"/>
                  </a:cubicBezTo>
                  <a:cubicBezTo>
                    <a:pt x="4799" y="1453"/>
                    <a:pt x="4846" y="1286"/>
                    <a:pt x="4953" y="1144"/>
                  </a:cubicBezTo>
                  <a:lnTo>
                    <a:pt x="4953" y="1394"/>
                  </a:lnTo>
                  <a:cubicBezTo>
                    <a:pt x="4799" y="3370"/>
                    <a:pt x="4406" y="5299"/>
                    <a:pt x="3822" y="7180"/>
                  </a:cubicBezTo>
                  <a:cubicBezTo>
                    <a:pt x="3358" y="8704"/>
                    <a:pt x="2751" y="10157"/>
                    <a:pt x="2048" y="11585"/>
                  </a:cubicBezTo>
                  <a:cubicBezTo>
                    <a:pt x="1822" y="12050"/>
                    <a:pt x="1643" y="12562"/>
                    <a:pt x="1465" y="13038"/>
                  </a:cubicBezTo>
                  <a:cubicBezTo>
                    <a:pt x="1393" y="13228"/>
                    <a:pt x="1346" y="13431"/>
                    <a:pt x="1441" y="13645"/>
                  </a:cubicBezTo>
                  <a:cubicBezTo>
                    <a:pt x="1560" y="12836"/>
                    <a:pt x="1929" y="12109"/>
                    <a:pt x="2275" y="11395"/>
                  </a:cubicBezTo>
                  <a:cubicBezTo>
                    <a:pt x="3715" y="8466"/>
                    <a:pt x="4608" y="5382"/>
                    <a:pt x="5001" y="2156"/>
                  </a:cubicBezTo>
                  <a:cubicBezTo>
                    <a:pt x="5025" y="1929"/>
                    <a:pt x="5037" y="1703"/>
                    <a:pt x="5061" y="1489"/>
                  </a:cubicBezTo>
                  <a:cubicBezTo>
                    <a:pt x="5061" y="1465"/>
                    <a:pt x="5072" y="1453"/>
                    <a:pt x="5084" y="1429"/>
                  </a:cubicBezTo>
                  <a:cubicBezTo>
                    <a:pt x="5120" y="1465"/>
                    <a:pt x="5144" y="1465"/>
                    <a:pt x="5156" y="1465"/>
                  </a:cubicBezTo>
                  <a:cubicBezTo>
                    <a:pt x="5180" y="1977"/>
                    <a:pt x="5203" y="2477"/>
                    <a:pt x="5215" y="2989"/>
                  </a:cubicBezTo>
                  <a:cubicBezTo>
                    <a:pt x="5263" y="4823"/>
                    <a:pt x="5132" y="6644"/>
                    <a:pt x="4763" y="8430"/>
                  </a:cubicBezTo>
                  <a:cubicBezTo>
                    <a:pt x="4418" y="10097"/>
                    <a:pt x="3703" y="11573"/>
                    <a:pt x="2584" y="12871"/>
                  </a:cubicBezTo>
                  <a:cubicBezTo>
                    <a:pt x="2382" y="13109"/>
                    <a:pt x="2179" y="13371"/>
                    <a:pt x="1882" y="13526"/>
                  </a:cubicBezTo>
                  <a:cubicBezTo>
                    <a:pt x="1892" y="13527"/>
                    <a:pt x="1901" y="13527"/>
                    <a:pt x="1911" y="13527"/>
                  </a:cubicBezTo>
                  <a:cubicBezTo>
                    <a:pt x="2109" y="13527"/>
                    <a:pt x="2245" y="13413"/>
                    <a:pt x="2382" y="13288"/>
                  </a:cubicBezTo>
                  <a:cubicBezTo>
                    <a:pt x="3715" y="11823"/>
                    <a:pt x="4596" y="10145"/>
                    <a:pt x="4942" y="8180"/>
                  </a:cubicBezTo>
                  <a:cubicBezTo>
                    <a:pt x="5323" y="5989"/>
                    <a:pt x="5430" y="3811"/>
                    <a:pt x="5275" y="1584"/>
                  </a:cubicBezTo>
                  <a:cubicBezTo>
                    <a:pt x="5251" y="1155"/>
                    <a:pt x="5239" y="739"/>
                    <a:pt x="5203" y="310"/>
                  </a:cubicBezTo>
                  <a:cubicBezTo>
                    <a:pt x="5203" y="203"/>
                    <a:pt x="5180" y="96"/>
                    <a:pt x="5132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2228250" y="2939700"/>
              <a:ext cx="501275" cy="112975"/>
            </a:xfrm>
            <a:custGeom>
              <a:avLst/>
              <a:gdLst/>
              <a:ahLst/>
              <a:cxnLst/>
              <a:rect l="l" t="t" r="r" b="b"/>
              <a:pathLst>
                <a:path w="20051" h="4519" extrusionOk="0">
                  <a:moveTo>
                    <a:pt x="5309" y="0"/>
                  </a:moveTo>
                  <a:cubicBezTo>
                    <a:pt x="4937" y="0"/>
                    <a:pt x="4565" y="13"/>
                    <a:pt x="4191" y="39"/>
                  </a:cubicBezTo>
                  <a:cubicBezTo>
                    <a:pt x="3632" y="87"/>
                    <a:pt x="3096" y="170"/>
                    <a:pt x="2608" y="468"/>
                  </a:cubicBezTo>
                  <a:cubicBezTo>
                    <a:pt x="2536" y="516"/>
                    <a:pt x="2465" y="587"/>
                    <a:pt x="2405" y="658"/>
                  </a:cubicBezTo>
                  <a:cubicBezTo>
                    <a:pt x="3251" y="182"/>
                    <a:pt x="4167" y="146"/>
                    <a:pt x="5108" y="146"/>
                  </a:cubicBezTo>
                  <a:cubicBezTo>
                    <a:pt x="5166" y="146"/>
                    <a:pt x="5224" y="145"/>
                    <a:pt x="5282" y="145"/>
                  </a:cubicBezTo>
                  <a:cubicBezTo>
                    <a:pt x="7233" y="145"/>
                    <a:pt x="9128" y="532"/>
                    <a:pt x="10990" y="1099"/>
                  </a:cubicBezTo>
                  <a:cubicBezTo>
                    <a:pt x="12716" y="1611"/>
                    <a:pt x="14383" y="2266"/>
                    <a:pt x="16050" y="2968"/>
                  </a:cubicBezTo>
                  <a:cubicBezTo>
                    <a:pt x="16943" y="3337"/>
                    <a:pt x="17848" y="3683"/>
                    <a:pt x="18812" y="3861"/>
                  </a:cubicBezTo>
                  <a:cubicBezTo>
                    <a:pt x="19014" y="3897"/>
                    <a:pt x="19217" y="3921"/>
                    <a:pt x="19431" y="3992"/>
                  </a:cubicBezTo>
                  <a:cubicBezTo>
                    <a:pt x="19288" y="4040"/>
                    <a:pt x="19157" y="4087"/>
                    <a:pt x="19014" y="4111"/>
                  </a:cubicBezTo>
                  <a:cubicBezTo>
                    <a:pt x="18038" y="4326"/>
                    <a:pt x="17074" y="4349"/>
                    <a:pt x="16097" y="4385"/>
                  </a:cubicBezTo>
                  <a:cubicBezTo>
                    <a:pt x="15836" y="4391"/>
                    <a:pt x="15574" y="4394"/>
                    <a:pt x="15313" y="4394"/>
                  </a:cubicBezTo>
                  <a:cubicBezTo>
                    <a:pt x="13577" y="4394"/>
                    <a:pt x="11849" y="4263"/>
                    <a:pt x="10121" y="4087"/>
                  </a:cubicBezTo>
                  <a:cubicBezTo>
                    <a:pt x="8192" y="3873"/>
                    <a:pt x="6251" y="3611"/>
                    <a:pt x="4322" y="3373"/>
                  </a:cubicBezTo>
                  <a:cubicBezTo>
                    <a:pt x="3781" y="3303"/>
                    <a:pt x="3239" y="3254"/>
                    <a:pt x="2697" y="3254"/>
                  </a:cubicBezTo>
                  <a:cubicBezTo>
                    <a:pt x="2405" y="3254"/>
                    <a:pt x="2114" y="3268"/>
                    <a:pt x="1822" y="3302"/>
                  </a:cubicBezTo>
                  <a:cubicBezTo>
                    <a:pt x="1286" y="3361"/>
                    <a:pt x="774" y="3504"/>
                    <a:pt x="334" y="3814"/>
                  </a:cubicBezTo>
                  <a:cubicBezTo>
                    <a:pt x="215" y="3909"/>
                    <a:pt x="107" y="4016"/>
                    <a:pt x="0" y="4099"/>
                  </a:cubicBezTo>
                  <a:lnTo>
                    <a:pt x="48" y="4147"/>
                  </a:lnTo>
                  <a:cubicBezTo>
                    <a:pt x="107" y="4099"/>
                    <a:pt x="203" y="4087"/>
                    <a:pt x="238" y="4028"/>
                  </a:cubicBezTo>
                  <a:cubicBezTo>
                    <a:pt x="619" y="3683"/>
                    <a:pt x="1060" y="3552"/>
                    <a:pt x="1536" y="3456"/>
                  </a:cubicBezTo>
                  <a:cubicBezTo>
                    <a:pt x="1884" y="3402"/>
                    <a:pt x="2235" y="3380"/>
                    <a:pt x="2586" y="3380"/>
                  </a:cubicBezTo>
                  <a:cubicBezTo>
                    <a:pt x="3003" y="3380"/>
                    <a:pt x="3420" y="3411"/>
                    <a:pt x="3834" y="3456"/>
                  </a:cubicBezTo>
                  <a:cubicBezTo>
                    <a:pt x="5465" y="3659"/>
                    <a:pt x="7120" y="3873"/>
                    <a:pt x="8751" y="4076"/>
                  </a:cubicBezTo>
                  <a:cubicBezTo>
                    <a:pt x="10874" y="4326"/>
                    <a:pt x="13004" y="4518"/>
                    <a:pt x="15141" y="4518"/>
                  </a:cubicBezTo>
                  <a:cubicBezTo>
                    <a:pt x="15749" y="4518"/>
                    <a:pt x="16357" y="4503"/>
                    <a:pt x="16967" y="4468"/>
                  </a:cubicBezTo>
                  <a:cubicBezTo>
                    <a:pt x="17717" y="4433"/>
                    <a:pt x="18455" y="4397"/>
                    <a:pt x="19169" y="4171"/>
                  </a:cubicBezTo>
                  <a:cubicBezTo>
                    <a:pt x="19467" y="4087"/>
                    <a:pt x="19765" y="3945"/>
                    <a:pt x="20050" y="3837"/>
                  </a:cubicBezTo>
                  <a:cubicBezTo>
                    <a:pt x="20038" y="3802"/>
                    <a:pt x="20038" y="3778"/>
                    <a:pt x="20027" y="3742"/>
                  </a:cubicBezTo>
                  <a:cubicBezTo>
                    <a:pt x="19854" y="3787"/>
                    <a:pt x="19684" y="3805"/>
                    <a:pt x="19515" y="3805"/>
                  </a:cubicBezTo>
                  <a:cubicBezTo>
                    <a:pt x="19239" y="3805"/>
                    <a:pt x="18966" y="3758"/>
                    <a:pt x="18693" y="3706"/>
                  </a:cubicBezTo>
                  <a:cubicBezTo>
                    <a:pt x="17764" y="3504"/>
                    <a:pt x="16848" y="3159"/>
                    <a:pt x="15978" y="2790"/>
                  </a:cubicBezTo>
                  <a:cubicBezTo>
                    <a:pt x="13931" y="1920"/>
                    <a:pt x="11847" y="1135"/>
                    <a:pt x="9704" y="587"/>
                  </a:cubicBezTo>
                  <a:cubicBezTo>
                    <a:pt x="8256" y="206"/>
                    <a:pt x="6793" y="0"/>
                    <a:pt x="5309" y="0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4"/>
            <p:cNvSpPr/>
            <p:nvPr/>
          </p:nvSpPr>
          <p:spPr>
            <a:xfrm>
              <a:off x="2233600" y="3029975"/>
              <a:ext cx="501575" cy="117300"/>
            </a:xfrm>
            <a:custGeom>
              <a:avLst/>
              <a:gdLst/>
              <a:ahLst/>
              <a:cxnLst/>
              <a:rect l="l" t="t" r="r" b="b"/>
              <a:pathLst>
                <a:path w="20063" h="4692" extrusionOk="0">
                  <a:moveTo>
                    <a:pt x="8804" y="2783"/>
                  </a:moveTo>
                  <a:cubicBezTo>
                    <a:pt x="8901" y="2783"/>
                    <a:pt x="8999" y="2784"/>
                    <a:pt x="9097" y="2786"/>
                  </a:cubicBezTo>
                  <a:cubicBezTo>
                    <a:pt x="10323" y="2810"/>
                    <a:pt x="11561" y="2893"/>
                    <a:pt x="12800" y="2953"/>
                  </a:cubicBezTo>
                  <a:cubicBezTo>
                    <a:pt x="13377" y="2971"/>
                    <a:pt x="13958" y="2995"/>
                    <a:pt x="14538" y="2995"/>
                  </a:cubicBezTo>
                  <a:cubicBezTo>
                    <a:pt x="15118" y="2995"/>
                    <a:pt x="15699" y="2971"/>
                    <a:pt x="16276" y="2893"/>
                  </a:cubicBezTo>
                  <a:cubicBezTo>
                    <a:pt x="16324" y="2893"/>
                    <a:pt x="16348" y="2905"/>
                    <a:pt x="16443" y="2905"/>
                  </a:cubicBezTo>
                  <a:cubicBezTo>
                    <a:pt x="16276" y="2977"/>
                    <a:pt x="16169" y="3024"/>
                    <a:pt x="16050" y="3072"/>
                  </a:cubicBezTo>
                  <a:cubicBezTo>
                    <a:pt x="15943" y="3108"/>
                    <a:pt x="15836" y="3155"/>
                    <a:pt x="15717" y="3203"/>
                  </a:cubicBezTo>
                  <a:cubicBezTo>
                    <a:pt x="14359" y="3763"/>
                    <a:pt x="12943" y="4084"/>
                    <a:pt x="11478" y="4155"/>
                  </a:cubicBezTo>
                  <a:cubicBezTo>
                    <a:pt x="11228" y="4167"/>
                    <a:pt x="10978" y="4172"/>
                    <a:pt x="10730" y="4172"/>
                  </a:cubicBezTo>
                  <a:cubicBezTo>
                    <a:pt x="9713" y="4172"/>
                    <a:pt x="8708" y="4084"/>
                    <a:pt x="7704" y="3989"/>
                  </a:cubicBezTo>
                  <a:cubicBezTo>
                    <a:pt x="6655" y="3895"/>
                    <a:pt x="5599" y="3831"/>
                    <a:pt x="4542" y="3831"/>
                  </a:cubicBezTo>
                  <a:cubicBezTo>
                    <a:pt x="4255" y="3831"/>
                    <a:pt x="3967" y="3836"/>
                    <a:pt x="3680" y="3846"/>
                  </a:cubicBezTo>
                  <a:cubicBezTo>
                    <a:pt x="3227" y="3858"/>
                    <a:pt x="2787" y="3882"/>
                    <a:pt x="2334" y="3893"/>
                  </a:cubicBezTo>
                  <a:lnTo>
                    <a:pt x="2334" y="3858"/>
                  </a:lnTo>
                  <a:cubicBezTo>
                    <a:pt x="2370" y="3846"/>
                    <a:pt x="2382" y="3810"/>
                    <a:pt x="2406" y="3810"/>
                  </a:cubicBezTo>
                  <a:cubicBezTo>
                    <a:pt x="3179" y="3643"/>
                    <a:pt x="3977" y="3489"/>
                    <a:pt x="4763" y="3310"/>
                  </a:cubicBezTo>
                  <a:cubicBezTo>
                    <a:pt x="6096" y="3010"/>
                    <a:pt x="7440" y="2783"/>
                    <a:pt x="8804" y="2783"/>
                  </a:cubicBezTo>
                  <a:close/>
                  <a:moveTo>
                    <a:pt x="20063" y="0"/>
                  </a:moveTo>
                  <a:lnTo>
                    <a:pt x="19836" y="226"/>
                  </a:lnTo>
                  <a:cubicBezTo>
                    <a:pt x="19693" y="393"/>
                    <a:pt x="19539" y="572"/>
                    <a:pt x="19396" y="679"/>
                  </a:cubicBezTo>
                  <a:cubicBezTo>
                    <a:pt x="18991" y="1084"/>
                    <a:pt x="18586" y="1488"/>
                    <a:pt x="18158" y="1858"/>
                  </a:cubicBezTo>
                  <a:cubicBezTo>
                    <a:pt x="17562" y="2393"/>
                    <a:pt x="16860" y="2679"/>
                    <a:pt x="16074" y="2762"/>
                  </a:cubicBezTo>
                  <a:cubicBezTo>
                    <a:pt x="15580" y="2822"/>
                    <a:pt x="15092" y="2843"/>
                    <a:pt x="14605" y="2843"/>
                  </a:cubicBezTo>
                  <a:cubicBezTo>
                    <a:pt x="14118" y="2843"/>
                    <a:pt x="13633" y="2822"/>
                    <a:pt x="13145" y="2798"/>
                  </a:cubicBezTo>
                  <a:cubicBezTo>
                    <a:pt x="12407" y="2774"/>
                    <a:pt x="11692" y="2739"/>
                    <a:pt x="10966" y="2679"/>
                  </a:cubicBezTo>
                  <a:cubicBezTo>
                    <a:pt x="10468" y="2641"/>
                    <a:pt x="9972" y="2622"/>
                    <a:pt x="9477" y="2622"/>
                  </a:cubicBezTo>
                  <a:cubicBezTo>
                    <a:pt x="7828" y="2622"/>
                    <a:pt x="6193" y="2830"/>
                    <a:pt x="4573" y="3215"/>
                  </a:cubicBezTo>
                  <a:cubicBezTo>
                    <a:pt x="3560" y="3453"/>
                    <a:pt x="2525" y="3691"/>
                    <a:pt x="1513" y="3941"/>
                  </a:cubicBezTo>
                  <a:cubicBezTo>
                    <a:pt x="1120" y="4048"/>
                    <a:pt x="679" y="4120"/>
                    <a:pt x="310" y="4358"/>
                  </a:cubicBezTo>
                  <a:cubicBezTo>
                    <a:pt x="191" y="4429"/>
                    <a:pt x="108" y="4536"/>
                    <a:pt x="1" y="4632"/>
                  </a:cubicBezTo>
                  <a:cubicBezTo>
                    <a:pt x="1" y="4644"/>
                    <a:pt x="12" y="4667"/>
                    <a:pt x="24" y="4691"/>
                  </a:cubicBezTo>
                  <a:cubicBezTo>
                    <a:pt x="72" y="4667"/>
                    <a:pt x="120" y="4667"/>
                    <a:pt x="143" y="4644"/>
                  </a:cubicBezTo>
                  <a:cubicBezTo>
                    <a:pt x="358" y="4405"/>
                    <a:pt x="643" y="4334"/>
                    <a:pt x="917" y="4251"/>
                  </a:cubicBezTo>
                  <a:cubicBezTo>
                    <a:pt x="1727" y="4060"/>
                    <a:pt x="2560" y="4013"/>
                    <a:pt x="3382" y="3977"/>
                  </a:cubicBezTo>
                  <a:cubicBezTo>
                    <a:pt x="3768" y="3955"/>
                    <a:pt x="4154" y="3946"/>
                    <a:pt x="4540" y="3946"/>
                  </a:cubicBezTo>
                  <a:cubicBezTo>
                    <a:pt x="5650" y="3946"/>
                    <a:pt x="6757" y="4026"/>
                    <a:pt x="7871" y="4132"/>
                  </a:cubicBezTo>
                  <a:cubicBezTo>
                    <a:pt x="8704" y="4227"/>
                    <a:pt x="9537" y="4274"/>
                    <a:pt x="10371" y="4298"/>
                  </a:cubicBezTo>
                  <a:cubicBezTo>
                    <a:pt x="10498" y="4302"/>
                    <a:pt x="10626" y="4303"/>
                    <a:pt x="10753" y="4303"/>
                  </a:cubicBezTo>
                  <a:cubicBezTo>
                    <a:pt x="12418" y="4303"/>
                    <a:pt x="14051" y="4012"/>
                    <a:pt x="15622" y="3382"/>
                  </a:cubicBezTo>
                  <a:cubicBezTo>
                    <a:pt x="16276" y="3108"/>
                    <a:pt x="16955" y="2858"/>
                    <a:pt x="17562" y="2489"/>
                  </a:cubicBezTo>
                  <a:cubicBezTo>
                    <a:pt x="17979" y="2227"/>
                    <a:pt x="18336" y="1929"/>
                    <a:pt x="18681" y="1596"/>
                  </a:cubicBezTo>
                  <a:cubicBezTo>
                    <a:pt x="18979" y="1298"/>
                    <a:pt x="19277" y="1012"/>
                    <a:pt x="19574" y="715"/>
                  </a:cubicBezTo>
                  <a:cubicBezTo>
                    <a:pt x="19777" y="500"/>
                    <a:pt x="19967" y="298"/>
                    <a:pt x="20063" y="0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4"/>
            <p:cNvSpPr/>
            <p:nvPr/>
          </p:nvSpPr>
          <p:spPr>
            <a:xfrm>
              <a:off x="2916725" y="2747500"/>
              <a:ext cx="135450" cy="492625"/>
            </a:xfrm>
            <a:custGeom>
              <a:avLst/>
              <a:gdLst/>
              <a:ahLst/>
              <a:cxnLst/>
              <a:rect l="l" t="t" r="r" b="b"/>
              <a:pathLst>
                <a:path w="5418" h="19705" extrusionOk="0">
                  <a:moveTo>
                    <a:pt x="60" y="0"/>
                  </a:moveTo>
                  <a:cubicBezTo>
                    <a:pt x="48" y="12"/>
                    <a:pt x="12" y="12"/>
                    <a:pt x="0" y="36"/>
                  </a:cubicBezTo>
                  <a:cubicBezTo>
                    <a:pt x="12" y="119"/>
                    <a:pt x="48" y="214"/>
                    <a:pt x="60" y="298"/>
                  </a:cubicBezTo>
                  <a:cubicBezTo>
                    <a:pt x="381" y="1560"/>
                    <a:pt x="500" y="2846"/>
                    <a:pt x="524" y="4144"/>
                  </a:cubicBezTo>
                  <a:cubicBezTo>
                    <a:pt x="548" y="5691"/>
                    <a:pt x="524" y="7239"/>
                    <a:pt x="548" y="8799"/>
                  </a:cubicBezTo>
                  <a:cubicBezTo>
                    <a:pt x="596" y="10644"/>
                    <a:pt x="858" y="12442"/>
                    <a:pt x="1453" y="14204"/>
                  </a:cubicBezTo>
                  <a:cubicBezTo>
                    <a:pt x="1632" y="14704"/>
                    <a:pt x="1834" y="15216"/>
                    <a:pt x="2084" y="15693"/>
                  </a:cubicBezTo>
                  <a:cubicBezTo>
                    <a:pt x="2310" y="16109"/>
                    <a:pt x="2489" y="16550"/>
                    <a:pt x="2691" y="16978"/>
                  </a:cubicBezTo>
                  <a:cubicBezTo>
                    <a:pt x="2703" y="17026"/>
                    <a:pt x="2739" y="17074"/>
                    <a:pt x="2763" y="17121"/>
                  </a:cubicBezTo>
                  <a:cubicBezTo>
                    <a:pt x="2739" y="17074"/>
                    <a:pt x="2739" y="17074"/>
                    <a:pt x="2739" y="17062"/>
                  </a:cubicBezTo>
                  <a:cubicBezTo>
                    <a:pt x="2560" y="16609"/>
                    <a:pt x="2370" y="16157"/>
                    <a:pt x="2179" y="15704"/>
                  </a:cubicBezTo>
                  <a:cubicBezTo>
                    <a:pt x="2084" y="15443"/>
                    <a:pt x="1941" y="15181"/>
                    <a:pt x="1834" y="14931"/>
                  </a:cubicBezTo>
                  <a:cubicBezTo>
                    <a:pt x="1370" y="13811"/>
                    <a:pt x="1084" y="12656"/>
                    <a:pt x="893" y="11466"/>
                  </a:cubicBezTo>
                  <a:cubicBezTo>
                    <a:pt x="643" y="9954"/>
                    <a:pt x="643" y="8442"/>
                    <a:pt x="655" y="6930"/>
                  </a:cubicBezTo>
                  <a:cubicBezTo>
                    <a:pt x="667" y="5417"/>
                    <a:pt x="655" y="3917"/>
                    <a:pt x="524" y="2429"/>
                  </a:cubicBezTo>
                  <a:cubicBezTo>
                    <a:pt x="477" y="1941"/>
                    <a:pt x="381" y="1441"/>
                    <a:pt x="310" y="905"/>
                  </a:cubicBezTo>
                  <a:lnTo>
                    <a:pt x="310" y="905"/>
                  </a:lnTo>
                  <a:cubicBezTo>
                    <a:pt x="358" y="965"/>
                    <a:pt x="405" y="1000"/>
                    <a:pt x="417" y="1048"/>
                  </a:cubicBezTo>
                  <a:cubicBezTo>
                    <a:pt x="560" y="1369"/>
                    <a:pt x="703" y="1703"/>
                    <a:pt x="846" y="2024"/>
                  </a:cubicBezTo>
                  <a:cubicBezTo>
                    <a:pt x="1072" y="2489"/>
                    <a:pt x="1310" y="2965"/>
                    <a:pt x="1560" y="3405"/>
                  </a:cubicBezTo>
                  <a:cubicBezTo>
                    <a:pt x="2941" y="5894"/>
                    <a:pt x="3894" y="8525"/>
                    <a:pt x="4453" y="11323"/>
                  </a:cubicBezTo>
                  <a:cubicBezTo>
                    <a:pt x="4858" y="13407"/>
                    <a:pt x="5061" y="15490"/>
                    <a:pt x="5120" y="17609"/>
                  </a:cubicBezTo>
                  <a:cubicBezTo>
                    <a:pt x="5132" y="18169"/>
                    <a:pt x="5191" y="18729"/>
                    <a:pt x="5251" y="19288"/>
                  </a:cubicBezTo>
                  <a:cubicBezTo>
                    <a:pt x="5263" y="19407"/>
                    <a:pt x="5311" y="19538"/>
                    <a:pt x="5358" y="19705"/>
                  </a:cubicBezTo>
                  <a:cubicBezTo>
                    <a:pt x="5406" y="19645"/>
                    <a:pt x="5418" y="19634"/>
                    <a:pt x="5418" y="19622"/>
                  </a:cubicBezTo>
                  <a:cubicBezTo>
                    <a:pt x="5227" y="18169"/>
                    <a:pt x="5239" y="16716"/>
                    <a:pt x="5132" y="15252"/>
                  </a:cubicBezTo>
                  <a:cubicBezTo>
                    <a:pt x="4941" y="12799"/>
                    <a:pt x="4477" y="10394"/>
                    <a:pt x="3751" y="8037"/>
                  </a:cubicBezTo>
                  <a:cubicBezTo>
                    <a:pt x="3501" y="7215"/>
                    <a:pt x="3203" y="6418"/>
                    <a:pt x="2822" y="5656"/>
                  </a:cubicBezTo>
                  <a:cubicBezTo>
                    <a:pt x="2489" y="4989"/>
                    <a:pt x="2155" y="4298"/>
                    <a:pt x="1810" y="3632"/>
                  </a:cubicBezTo>
                  <a:cubicBezTo>
                    <a:pt x="1429" y="2858"/>
                    <a:pt x="1024" y="2084"/>
                    <a:pt x="643" y="1310"/>
                  </a:cubicBezTo>
                  <a:cubicBezTo>
                    <a:pt x="477" y="988"/>
                    <a:pt x="358" y="631"/>
                    <a:pt x="227" y="298"/>
                  </a:cubicBezTo>
                  <a:cubicBezTo>
                    <a:pt x="179" y="191"/>
                    <a:pt x="108" y="95"/>
                    <a:pt x="60" y="0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>
              <a:off x="2930425" y="2769225"/>
              <a:ext cx="173850" cy="448300"/>
            </a:xfrm>
            <a:custGeom>
              <a:avLst/>
              <a:gdLst/>
              <a:ahLst/>
              <a:cxnLst/>
              <a:rect l="l" t="t" r="r" b="b"/>
              <a:pathLst>
                <a:path w="6954" h="17932" extrusionOk="0">
                  <a:moveTo>
                    <a:pt x="0" y="0"/>
                  </a:moveTo>
                  <a:lnTo>
                    <a:pt x="0" y="0"/>
                  </a:lnTo>
                  <a:cubicBezTo>
                    <a:pt x="155" y="179"/>
                    <a:pt x="310" y="346"/>
                    <a:pt x="464" y="536"/>
                  </a:cubicBezTo>
                  <a:cubicBezTo>
                    <a:pt x="810" y="977"/>
                    <a:pt x="1143" y="1417"/>
                    <a:pt x="1476" y="1870"/>
                  </a:cubicBezTo>
                  <a:cubicBezTo>
                    <a:pt x="1905" y="2489"/>
                    <a:pt x="2310" y="3108"/>
                    <a:pt x="2727" y="3715"/>
                  </a:cubicBezTo>
                  <a:cubicBezTo>
                    <a:pt x="2989" y="4120"/>
                    <a:pt x="3262" y="4537"/>
                    <a:pt x="3512" y="4965"/>
                  </a:cubicBezTo>
                  <a:cubicBezTo>
                    <a:pt x="3870" y="5561"/>
                    <a:pt x="4215" y="6180"/>
                    <a:pt x="4536" y="6787"/>
                  </a:cubicBezTo>
                  <a:cubicBezTo>
                    <a:pt x="5763" y="9109"/>
                    <a:pt x="6560" y="11561"/>
                    <a:pt x="6775" y="14193"/>
                  </a:cubicBezTo>
                  <a:cubicBezTo>
                    <a:pt x="6858" y="15478"/>
                    <a:pt x="6691" y="16729"/>
                    <a:pt x="6132" y="17907"/>
                  </a:cubicBezTo>
                  <a:cubicBezTo>
                    <a:pt x="6120" y="17907"/>
                    <a:pt x="6132" y="17919"/>
                    <a:pt x="6144" y="17931"/>
                  </a:cubicBezTo>
                  <a:cubicBezTo>
                    <a:pt x="6203" y="17824"/>
                    <a:pt x="6287" y="17741"/>
                    <a:pt x="6346" y="17633"/>
                  </a:cubicBezTo>
                  <a:cubicBezTo>
                    <a:pt x="6691" y="16895"/>
                    <a:pt x="6846" y="16086"/>
                    <a:pt x="6894" y="15252"/>
                  </a:cubicBezTo>
                  <a:cubicBezTo>
                    <a:pt x="6953" y="13883"/>
                    <a:pt x="6763" y="12549"/>
                    <a:pt x="6382" y="11240"/>
                  </a:cubicBezTo>
                  <a:cubicBezTo>
                    <a:pt x="6144" y="10371"/>
                    <a:pt x="5870" y="9525"/>
                    <a:pt x="5572" y="8680"/>
                  </a:cubicBezTo>
                  <a:cubicBezTo>
                    <a:pt x="5370" y="8120"/>
                    <a:pt x="5108" y="7596"/>
                    <a:pt x="4822" y="7096"/>
                  </a:cubicBezTo>
                  <a:cubicBezTo>
                    <a:pt x="4358" y="6251"/>
                    <a:pt x="3905" y="5418"/>
                    <a:pt x="3405" y="4584"/>
                  </a:cubicBezTo>
                  <a:cubicBezTo>
                    <a:pt x="2989" y="3894"/>
                    <a:pt x="2512" y="3239"/>
                    <a:pt x="2084" y="2572"/>
                  </a:cubicBezTo>
                  <a:cubicBezTo>
                    <a:pt x="1893" y="2274"/>
                    <a:pt x="1679" y="1977"/>
                    <a:pt x="1488" y="1679"/>
                  </a:cubicBezTo>
                  <a:cubicBezTo>
                    <a:pt x="1084" y="1036"/>
                    <a:pt x="595" y="488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2518450" y="3266300"/>
              <a:ext cx="333100" cy="122750"/>
            </a:xfrm>
            <a:custGeom>
              <a:avLst/>
              <a:gdLst/>
              <a:ahLst/>
              <a:cxnLst/>
              <a:rect l="l" t="t" r="r" b="b"/>
              <a:pathLst>
                <a:path w="13324" h="4910" extrusionOk="0">
                  <a:moveTo>
                    <a:pt x="13300" y="1"/>
                  </a:moveTo>
                  <a:cubicBezTo>
                    <a:pt x="12919" y="441"/>
                    <a:pt x="12562" y="917"/>
                    <a:pt x="12181" y="1370"/>
                  </a:cubicBezTo>
                  <a:cubicBezTo>
                    <a:pt x="11669" y="1953"/>
                    <a:pt x="11109" y="2465"/>
                    <a:pt x="10466" y="2870"/>
                  </a:cubicBezTo>
                  <a:cubicBezTo>
                    <a:pt x="9943" y="3215"/>
                    <a:pt x="9431" y="3573"/>
                    <a:pt x="8871" y="3823"/>
                  </a:cubicBezTo>
                  <a:cubicBezTo>
                    <a:pt x="7557" y="4431"/>
                    <a:pt x="6232" y="4762"/>
                    <a:pt x="4897" y="4762"/>
                  </a:cubicBezTo>
                  <a:cubicBezTo>
                    <a:pt x="3800" y="4762"/>
                    <a:pt x="2696" y="4539"/>
                    <a:pt x="1584" y="4061"/>
                  </a:cubicBezTo>
                  <a:cubicBezTo>
                    <a:pt x="941" y="3799"/>
                    <a:pt x="537" y="3263"/>
                    <a:pt x="275" y="2632"/>
                  </a:cubicBezTo>
                  <a:cubicBezTo>
                    <a:pt x="167" y="2382"/>
                    <a:pt x="96" y="2108"/>
                    <a:pt x="1" y="1834"/>
                  </a:cubicBezTo>
                  <a:lnTo>
                    <a:pt x="1" y="2025"/>
                  </a:lnTo>
                  <a:cubicBezTo>
                    <a:pt x="179" y="3144"/>
                    <a:pt x="810" y="3882"/>
                    <a:pt x="1846" y="4311"/>
                  </a:cubicBezTo>
                  <a:cubicBezTo>
                    <a:pt x="2847" y="4720"/>
                    <a:pt x="3853" y="4909"/>
                    <a:pt x="4865" y="4909"/>
                  </a:cubicBezTo>
                  <a:cubicBezTo>
                    <a:pt x="5768" y="4909"/>
                    <a:pt x="6675" y="4758"/>
                    <a:pt x="7585" y="4477"/>
                  </a:cubicBezTo>
                  <a:cubicBezTo>
                    <a:pt x="8180" y="4299"/>
                    <a:pt x="8752" y="4061"/>
                    <a:pt x="9311" y="3763"/>
                  </a:cubicBezTo>
                  <a:cubicBezTo>
                    <a:pt x="10978" y="2870"/>
                    <a:pt x="12312" y="1620"/>
                    <a:pt x="13324" y="13"/>
                  </a:cubicBezTo>
                  <a:cubicBezTo>
                    <a:pt x="13312" y="13"/>
                    <a:pt x="13300" y="1"/>
                    <a:pt x="13300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4"/>
            <p:cNvSpPr/>
            <p:nvPr/>
          </p:nvSpPr>
          <p:spPr>
            <a:xfrm>
              <a:off x="2900350" y="2256350"/>
              <a:ext cx="125050" cy="323875"/>
            </a:xfrm>
            <a:custGeom>
              <a:avLst/>
              <a:gdLst/>
              <a:ahLst/>
              <a:cxnLst/>
              <a:rect l="l" t="t" r="r" b="b"/>
              <a:pathLst>
                <a:path w="5002" h="12955" extrusionOk="0">
                  <a:moveTo>
                    <a:pt x="2501" y="1"/>
                  </a:moveTo>
                  <a:cubicBezTo>
                    <a:pt x="2489" y="25"/>
                    <a:pt x="2489" y="49"/>
                    <a:pt x="2465" y="60"/>
                  </a:cubicBezTo>
                  <a:cubicBezTo>
                    <a:pt x="2513" y="96"/>
                    <a:pt x="2548" y="120"/>
                    <a:pt x="2584" y="132"/>
                  </a:cubicBezTo>
                  <a:cubicBezTo>
                    <a:pt x="3215" y="346"/>
                    <a:pt x="3644" y="751"/>
                    <a:pt x="3989" y="1311"/>
                  </a:cubicBezTo>
                  <a:cubicBezTo>
                    <a:pt x="4549" y="2251"/>
                    <a:pt x="4751" y="3287"/>
                    <a:pt x="4727" y="4359"/>
                  </a:cubicBezTo>
                  <a:cubicBezTo>
                    <a:pt x="4715" y="6954"/>
                    <a:pt x="3930" y="9276"/>
                    <a:pt x="2287" y="11300"/>
                  </a:cubicBezTo>
                  <a:cubicBezTo>
                    <a:pt x="1739" y="11990"/>
                    <a:pt x="1036" y="12491"/>
                    <a:pt x="239" y="12860"/>
                  </a:cubicBezTo>
                  <a:cubicBezTo>
                    <a:pt x="179" y="12895"/>
                    <a:pt x="84" y="12919"/>
                    <a:pt x="1" y="12955"/>
                  </a:cubicBezTo>
                  <a:cubicBezTo>
                    <a:pt x="596" y="12883"/>
                    <a:pt x="1072" y="12586"/>
                    <a:pt x="1513" y="12229"/>
                  </a:cubicBezTo>
                  <a:cubicBezTo>
                    <a:pt x="2870" y="11121"/>
                    <a:pt x="3691" y="9681"/>
                    <a:pt x="4251" y="8061"/>
                  </a:cubicBezTo>
                  <a:cubicBezTo>
                    <a:pt x="4775" y="6585"/>
                    <a:pt x="5001" y="5061"/>
                    <a:pt x="4811" y="3501"/>
                  </a:cubicBezTo>
                  <a:cubicBezTo>
                    <a:pt x="4703" y="2704"/>
                    <a:pt x="4513" y="1918"/>
                    <a:pt x="4061" y="1227"/>
                  </a:cubicBezTo>
                  <a:cubicBezTo>
                    <a:pt x="3751" y="751"/>
                    <a:pt x="3346" y="358"/>
                    <a:pt x="2822" y="120"/>
                  </a:cubicBezTo>
                  <a:cubicBezTo>
                    <a:pt x="2727" y="84"/>
                    <a:pt x="2608" y="49"/>
                    <a:pt x="2501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4"/>
            <p:cNvSpPr/>
            <p:nvPr/>
          </p:nvSpPr>
          <p:spPr>
            <a:xfrm>
              <a:off x="2463400" y="2452800"/>
              <a:ext cx="308100" cy="160175"/>
            </a:xfrm>
            <a:custGeom>
              <a:avLst/>
              <a:gdLst/>
              <a:ahLst/>
              <a:cxnLst/>
              <a:rect l="l" t="t" r="r" b="b"/>
              <a:pathLst>
                <a:path w="12324" h="6407" extrusionOk="0">
                  <a:moveTo>
                    <a:pt x="12287" y="1"/>
                  </a:moveTo>
                  <a:cubicBezTo>
                    <a:pt x="12240" y="25"/>
                    <a:pt x="12192" y="37"/>
                    <a:pt x="12168" y="61"/>
                  </a:cubicBezTo>
                  <a:cubicBezTo>
                    <a:pt x="11716" y="465"/>
                    <a:pt x="11180" y="692"/>
                    <a:pt x="10632" y="882"/>
                  </a:cubicBezTo>
                  <a:cubicBezTo>
                    <a:pt x="9227" y="1394"/>
                    <a:pt x="7799" y="1846"/>
                    <a:pt x="6394" y="2347"/>
                  </a:cubicBezTo>
                  <a:cubicBezTo>
                    <a:pt x="5417" y="2680"/>
                    <a:pt x="4453" y="3025"/>
                    <a:pt x="3536" y="3501"/>
                  </a:cubicBezTo>
                  <a:cubicBezTo>
                    <a:pt x="3120" y="3728"/>
                    <a:pt x="2679" y="3918"/>
                    <a:pt x="2286" y="4156"/>
                  </a:cubicBezTo>
                  <a:cubicBezTo>
                    <a:pt x="1524" y="4621"/>
                    <a:pt x="834" y="5168"/>
                    <a:pt x="262" y="5859"/>
                  </a:cubicBezTo>
                  <a:cubicBezTo>
                    <a:pt x="60" y="6121"/>
                    <a:pt x="48" y="6157"/>
                    <a:pt x="0" y="6407"/>
                  </a:cubicBezTo>
                  <a:cubicBezTo>
                    <a:pt x="381" y="5871"/>
                    <a:pt x="834" y="5406"/>
                    <a:pt x="1334" y="4990"/>
                  </a:cubicBezTo>
                  <a:cubicBezTo>
                    <a:pt x="1774" y="4621"/>
                    <a:pt x="2262" y="4311"/>
                    <a:pt x="2774" y="4025"/>
                  </a:cubicBezTo>
                  <a:cubicBezTo>
                    <a:pt x="4144" y="3263"/>
                    <a:pt x="5596" y="2728"/>
                    <a:pt x="7084" y="2239"/>
                  </a:cubicBezTo>
                  <a:cubicBezTo>
                    <a:pt x="7977" y="1942"/>
                    <a:pt x="8894" y="1656"/>
                    <a:pt x="9787" y="1346"/>
                  </a:cubicBezTo>
                  <a:cubicBezTo>
                    <a:pt x="10537" y="1073"/>
                    <a:pt x="11287" y="775"/>
                    <a:pt x="11966" y="346"/>
                  </a:cubicBezTo>
                  <a:cubicBezTo>
                    <a:pt x="12109" y="263"/>
                    <a:pt x="12204" y="156"/>
                    <a:pt x="12323" y="61"/>
                  </a:cubicBezTo>
                  <a:cubicBezTo>
                    <a:pt x="12311" y="49"/>
                    <a:pt x="12299" y="25"/>
                    <a:pt x="12287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4"/>
            <p:cNvSpPr/>
            <p:nvPr/>
          </p:nvSpPr>
          <p:spPr>
            <a:xfrm>
              <a:off x="2468750" y="2507575"/>
              <a:ext cx="320000" cy="120050"/>
            </a:xfrm>
            <a:custGeom>
              <a:avLst/>
              <a:gdLst/>
              <a:ahLst/>
              <a:cxnLst/>
              <a:rect l="l" t="t" r="r" b="b"/>
              <a:pathLst>
                <a:path w="12800" h="4802" extrusionOk="0">
                  <a:moveTo>
                    <a:pt x="12788" y="1"/>
                  </a:moveTo>
                  <a:cubicBezTo>
                    <a:pt x="12573" y="156"/>
                    <a:pt x="12383" y="286"/>
                    <a:pt x="12169" y="429"/>
                  </a:cubicBezTo>
                  <a:cubicBezTo>
                    <a:pt x="11859" y="644"/>
                    <a:pt x="11561" y="882"/>
                    <a:pt x="11240" y="1072"/>
                  </a:cubicBezTo>
                  <a:cubicBezTo>
                    <a:pt x="10621" y="1429"/>
                    <a:pt x="10014" y="1787"/>
                    <a:pt x="9394" y="2120"/>
                  </a:cubicBezTo>
                  <a:cubicBezTo>
                    <a:pt x="8763" y="2442"/>
                    <a:pt x="8109" y="2715"/>
                    <a:pt x="7489" y="3013"/>
                  </a:cubicBezTo>
                  <a:cubicBezTo>
                    <a:pt x="6323" y="3549"/>
                    <a:pt x="5120" y="3930"/>
                    <a:pt x="3882" y="4239"/>
                  </a:cubicBezTo>
                  <a:cubicBezTo>
                    <a:pt x="2989" y="4477"/>
                    <a:pt x="2096" y="4644"/>
                    <a:pt x="1179" y="4668"/>
                  </a:cubicBezTo>
                  <a:cubicBezTo>
                    <a:pt x="1062" y="4675"/>
                    <a:pt x="946" y="4677"/>
                    <a:pt x="829" y="4677"/>
                  </a:cubicBezTo>
                  <a:cubicBezTo>
                    <a:pt x="705" y="4677"/>
                    <a:pt x="582" y="4675"/>
                    <a:pt x="458" y="4675"/>
                  </a:cubicBezTo>
                  <a:cubicBezTo>
                    <a:pt x="305" y="4675"/>
                    <a:pt x="153" y="4678"/>
                    <a:pt x="0" y="4692"/>
                  </a:cubicBezTo>
                  <a:cubicBezTo>
                    <a:pt x="131" y="4716"/>
                    <a:pt x="262" y="4751"/>
                    <a:pt x="381" y="4763"/>
                  </a:cubicBezTo>
                  <a:cubicBezTo>
                    <a:pt x="600" y="4790"/>
                    <a:pt x="818" y="4802"/>
                    <a:pt x="1034" y="4802"/>
                  </a:cubicBezTo>
                  <a:cubicBezTo>
                    <a:pt x="1585" y="4802"/>
                    <a:pt x="2129" y="4726"/>
                    <a:pt x="2667" y="4632"/>
                  </a:cubicBezTo>
                  <a:cubicBezTo>
                    <a:pt x="3834" y="4418"/>
                    <a:pt x="4989" y="4096"/>
                    <a:pt x="6096" y="3692"/>
                  </a:cubicBezTo>
                  <a:cubicBezTo>
                    <a:pt x="6978" y="3382"/>
                    <a:pt x="7823" y="3037"/>
                    <a:pt x="8644" y="2596"/>
                  </a:cubicBezTo>
                  <a:cubicBezTo>
                    <a:pt x="9597" y="2084"/>
                    <a:pt x="10561" y="1584"/>
                    <a:pt x="11490" y="1025"/>
                  </a:cubicBezTo>
                  <a:cubicBezTo>
                    <a:pt x="11919" y="775"/>
                    <a:pt x="12288" y="453"/>
                    <a:pt x="12693" y="156"/>
                  </a:cubicBezTo>
                  <a:cubicBezTo>
                    <a:pt x="12728" y="120"/>
                    <a:pt x="12752" y="72"/>
                    <a:pt x="12788" y="48"/>
                  </a:cubicBezTo>
                  <a:cubicBezTo>
                    <a:pt x="12800" y="36"/>
                    <a:pt x="12788" y="13"/>
                    <a:pt x="12788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4"/>
            <p:cNvSpPr/>
            <p:nvPr/>
          </p:nvSpPr>
          <p:spPr>
            <a:xfrm>
              <a:off x="2500900" y="2533775"/>
              <a:ext cx="302725" cy="107525"/>
            </a:xfrm>
            <a:custGeom>
              <a:avLst/>
              <a:gdLst/>
              <a:ahLst/>
              <a:cxnLst/>
              <a:rect l="l" t="t" r="r" b="b"/>
              <a:pathLst>
                <a:path w="12109" h="4301" extrusionOk="0">
                  <a:moveTo>
                    <a:pt x="12073" y="0"/>
                  </a:moveTo>
                  <a:cubicBezTo>
                    <a:pt x="12038" y="12"/>
                    <a:pt x="11990" y="36"/>
                    <a:pt x="11942" y="60"/>
                  </a:cubicBezTo>
                  <a:cubicBezTo>
                    <a:pt x="11502" y="358"/>
                    <a:pt x="11049" y="667"/>
                    <a:pt x="10585" y="953"/>
                  </a:cubicBezTo>
                  <a:cubicBezTo>
                    <a:pt x="9978" y="1322"/>
                    <a:pt x="9371" y="1679"/>
                    <a:pt x="8728" y="2001"/>
                  </a:cubicBezTo>
                  <a:cubicBezTo>
                    <a:pt x="8097" y="2322"/>
                    <a:pt x="7466" y="2596"/>
                    <a:pt x="6811" y="2870"/>
                  </a:cubicBezTo>
                  <a:cubicBezTo>
                    <a:pt x="6192" y="3108"/>
                    <a:pt x="5572" y="3346"/>
                    <a:pt x="4930" y="3513"/>
                  </a:cubicBezTo>
                  <a:cubicBezTo>
                    <a:pt x="3977" y="3751"/>
                    <a:pt x="3013" y="3953"/>
                    <a:pt x="2048" y="4120"/>
                  </a:cubicBezTo>
                  <a:cubicBezTo>
                    <a:pt x="1512" y="4203"/>
                    <a:pt x="941" y="4191"/>
                    <a:pt x="393" y="4227"/>
                  </a:cubicBezTo>
                  <a:lnTo>
                    <a:pt x="0" y="4227"/>
                  </a:lnTo>
                  <a:lnTo>
                    <a:pt x="12" y="4251"/>
                  </a:lnTo>
                  <a:cubicBezTo>
                    <a:pt x="227" y="4263"/>
                    <a:pt x="465" y="4287"/>
                    <a:pt x="691" y="4299"/>
                  </a:cubicBezTo>
                  <a:cubicBezTo>
                    <a:pt x="747" y="4300"/>
                    <a:pt x="803" y="4300"/>
                    <a:pt x="859" y="4300"/>
                  </a:cubicBezTo>
                  <a:cubicBezTo>
                    <a:pt x="2062" y="4300"/>
                    <a:pt x="3233" y="4060"/>
                    <a:pt x="4394" y="3787"/>
                  </a:cubicBezTo>
                  <a:cubicBezTo>
                    <a:pt x="5406" y="3549"/>
                    <a:pt x="6382" y="3168"/>
                    <a:pt x="7335" y="2775"/>
                  </a:cubicBezTo>
                  <a:cubicBezTo>
                    <a:pt x="8251" y="2406"/>
                    <a:pt x="9144" y="1989"/>
                    <a:pt x="9990" y="1465"/>
                  </a:cubicBezTo>
                  <a:cubicBezTo>
                    <a:pt x="10609" y="1096"/>
                    <a:pt x="11216" y="691"/>
                    <a:pt x="11823" y="298"/>
                  </a:cubicBezTo>
                  <a:cubicBezTo>
                    <a:pt x="11930" y="215"/>
                    <a:pt x="12014" y="120"/>
                    <a:pt x="12109" y="36"/>
                  </a:cubicBezTo>
                  <a:cubicBezTo>
                    <a:pt x="12097" y="24"/>
                    <a:pt x="12073" y="12"/>
                    <a:pt x="12073" y="0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4"/>
            <p:cNvSpPr/>
            <p:nvPr/>
          </p:nvSpPr>
          <p:spPr>
            <a:xfrm>
              <a:off x="2533350" y="2425725"/>
              <a:ext cx="231900" cy="84550"/>
            </a:xfrm>
            <a:custGeom>
              <a:avLst/>
              <a:gdLst/>
              <a:ahLst/>
              <a:cxnLst/>
              <a:rect l="l" t="t" r="r" b="b"/>
              <a:pathLst>
                <a:path w="9276" h="3382" extrusionOk="0">
                  <a:moveTo>
                    <a:pt x="9275" y="1"/>
                  </a:moveTo>
                  <a:lnTo>
                    <a:pt x="9275" y="1"/>
                  </a:lnTo>
                  <a:cubicBezTo>
                    <a:pt x="8263" y="108"/>
                    <a:pt x="7239" y="155"/>
                    <a:pt x="6251" y="417"/>
                  </a:cubicBezTo>
                  <a:cubicBezTo>
                    <a:pt x="5358" y="667"/>
                    <a:pt x="4465" y="893"/>
                    <a:pt x="3596" y="1179"/>
                  </a:cubicBezTo>
                  <a:cubicBezTo>
                    <a:pt x="2727" y="1465"/>
                    <a:pt x="1905" y="1858"/>
                    <a:pt x="1179" y="2429"/>
                  </a:cubicBezTo>
                  <a:cubicBezTo>
                    <a:pt x="774" y="2739"/>
                    <a:pt x="381" y="3037"/>
                    <a:pt x="0" y="3382"/>
                  </a:cubicBezTo>
                  <a:lnTo>
                    <a:pt x="941" y="2751"/>
                  </a:lnTo>
                  <a:cubicBezTo>
                    <a:pt x="1512" y="2358"/>
                    <a:pt x="2072" y="1953"/>
                    <a:pt x="2715" y="1679"/>
                  </a:cubicBezTo>
                  <a:cubicBezTo>
                    <a:pt x="4560" y="905"/>
                    <a:pt x="6465" y="405"/>
                    <a:pt x="8454" y="191"/>
                  </a:cubicBezTo>
                  <a:cubicBezTo>
                    <a:pt x="8739" y="179"/>
                    <a:pt x="9025" y="155"/>
                    <a:pt x="9275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>
              <a:off x="2220800" y="3513650"/>
              <a:ext cx="168500" cy="165525"/>
            </a:xfrm>
            <a:custGeom>
              <a:avLst/>
              <a:gdLst/>
              <a:ahLst/>
              <a:cxnLst/>
              <a:rect l="l" t="t" r="r" b="b"/>
              <a:pathLst>
                <a:path w="6740" h="6621" extrusionOk="0">
                  <a:moveTo>
                    <a:pt x="6739" y="1"/>
                  </a:moveTo>
                  <a:lnTo>
                    <a:pt x="6739" y="1"/>
                  </a:lnTo>
                  <a:cubicBezTo>
                    <a:pt x="6489" y="36"/>
                    <a:pt x="6347" y="191"/>
                    <a:pt x="6204" y="334"/>
                  </a:cubicBezTo>
                  <a:cubicBezTo>
                    <a:pt x="5287" y="1203"/>
                    <a:pt x="4358" y="2072"/>
                    <a:pt x="3465" y="2977"/>
                  </a:cubicBezTo>
                  <a:cubicBezTo>
                    <a:pt x="2382" y="4085"/>
                    <a:pt x="1310" y="5228"/>
                    <a:pt x="239" y="6359"/>
                  </a:cubicBezTo>
                  <a:cubicBezTo>
                    <a:pt x="155" y="6442"/>
                    <a:pt x="84" y="6537"/>
                    <a:pt x="1" y="6621"/>
                  </a:cubicBezTo>
                  <a:cubicBezTo>
                    <a:pt x="2263" y="4430"/>
                    <a:pt x="4358" y="2120"/>
                    <a:pt x="6739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4"/>
            <p:cNvSpPr/>
            <p:nvPr/>
          </p:nvSpPr>
          <p:spPr>
            <a:xfrm>
              <a:off x="2333025" y="2696525"/>
              <a:ext cx="210750" cy="68550"/>
            </a:xfrm>
            <a:custGeom>
              <a:avLst/>
              <a:gdLst/>
              <a:ahLst/>
              <a:cxnLst/>
              <a:rect l="l" t="t" r="r" b="b"/>
              <a:pathLst>
                <a:path w="8430" h="2742" extrusionOk="0">
                  <a:moveTo>
                    <a:pt x="73" y="0"/>
                  </a:moveTo>
                  <a:cubicBezTo>
                    <a:pt x="49" y="0"/>
                    <a:pt x="25" y="1"/>
                    <a:pt x="0" y="3"/>
                  </a:cubicBezTo>
                  <a:cubicBezTo>
                    <a:pt x="298" y="110"/>
                    <a:pt x="596" y="229"/>
                    <a:pt x="905" y="313"/>
                  </a:cubicBezTo>
                  <a:cubicBezTo>
                    <a:pt x="2381" y="765"/>
                    <a:pt x="3846" y="1206"/>
                    <a:pt x="5322" y="1670"/>
                  </a:cubicBezTo>
                  <a:cubicBezTo>
                    <a:pt x="6322" y="1980"/>
                    <a:pt x="7287" y="2361"/>
                    <a:pt x="8275" y="2694"/>
                  </a:cubicBezTo>
                  <a:lnTo>
                    <a:pt x="8406" y="2742"/>
                  </a:lnTo>
                  <a:cubicBezTo>
                    <a:pt x="8406" y="2730"/>
                    <a:pt x="8418" y="2694"/>
                    <a:pt x="8430" y="2682"/>
                  </a:cubicBezTo>
                  <a:cubicBezTo>
                    <a:pt x="8037" y="2444"/>
                    <a:pt x="7596" y="2265"/>
                    <a:pt x="7156" y="2122"/>
                  </a:cubicBezTo>
                  <a:cubicBezTo>
                    <a:pt x="6215" y="1825"/>
                    <a:pt x="5263" y="1527"/>
                    <a:pt x="4310" y="1241"/>
                  </a:cubicBezTo>
                  <a:cubicBezTo>
                    <a:pt x="3012" y="849"/>
                    <a:pt x="1703" y="468"/>
                    <a:pt x="405" y="63"/>
                  </a:cubicBezTo>
                  <a:cubicBezTo>
                    <a:pt x="297" y="23"/>
                    <a:pt x="188" y="0"/>
                    <a:pt x="73" y="0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4"/>
            <p:cNvSpPr/>
            <p:nvPr/>
          </p:nvSpPr>
          <p:spPr>
            <a:xfrm>
              <a:off x="2975950" y="2335825"/>
              <a:ext cx="67300" cy="192025"/>
            </a:xfrm>
            <a:custGeom>
              <a:avLst/>
              <a:gdLst/>
              <a:ahLst/>
              <a:cxnLst/>
              <a:rect l="l" t="t" r="r" b="b"/>
              <a:pathLst>
                <a:path w="2692" h="7681" extrusionOk="0">
                  <a:moveTo>
                    <a:pt x="2025" y="1"/>
                  </a:moveTo>
                  <a:lnTo>
                    <a:pt x="2025" y="1"/>
                  </a:lnTo>
                  <a:cubicBezTo>
                    <a:pt x="2382" y="2811"/>
                    <a:pt x="1668" y="5335"/>
                    <a:pt x="1" y="7680"/>
                  </a:cubicBezTo>
                  <a:cubicBezTo>
                    <a:pt x="1513" y="6466"/>
                    <a:pt x="2692" y="1977"/>
                    <a:pt x="2025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4"/>
            <p:cNvSpPr/>
            <p:nvPr/>
          </p:nvSpPr>
          <p:spPr>
            <a:xfrm>
              <a:off x="2611925" y="3301125"/>
              <a:ext cx="200650" cy="78875"/>
            </a:xfrm>
            <a:custGeom>
              <a:avLst/>
              <a:gdLst/>
              <a:ahLst/>
              <a:cxnLst/>
              <a:rect l="l" t="t" r="r" b="b"/>
              <a:pathLst>
                <a:path w="8026" h="3155" extrusionOk="0">
                  <a:moveTo>
                    <a:pt x="8025" y="1"/>
                  </a:moveTo>
                  <a:lnTo>
                    <a:pt x="8025" y="1"/>
                  </a:lnTo>
                  <a:cubicBezTo>
                    <a:pt x="5974" y="2063"/>
                    <a:pt x="3534" y="3104"/>
                    <a:pt x="686" y="3104"/>
                  </a:cubicBezTo>
                  <a:cubicBezTo>
                    <a:pt x="460" y="3104"/>
                    <a:pt x="232" y="3098"/>
                    <a:pt x="0" y="3084"/>
                  </a:cubicBezTo>
                  <a:lnTo>
                    <a:pt x="0" y="3084"/>
                  </a:lnTo>
                  <a:cubicBezTo>
                    <a:pt x="371" y="3132"/>
                    <a:pt x="739" y="3155"/>
                    <a:pt x="1104" y="3155"/>
                  </a:cubicBezTo>
                  <a:cubicBezTo>
                    <a:pt x="2217" y="3155"/>
                    <a:pt x="3306" y="2940"/>
                    <a:pt x="4382" y="2537"/>
                  </a:cubicBezTo>
                  <a:cubicBezTo>
                    <a:pt x="5787" y="1989"/>
                    <a:pt x="7013" y="1168"/>
                    <a:pt x="8025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4"/>
            <p:cNvSpPr/>
            <p:nvPr/>
          </p:nvSpPr>
          <p:spPr>
            <a:xfrm>
              <a:off x="2266950" y="3565750"/>
              <a:ext cx="77400" cy="81575"/>
            </a:xfrm>
            <a:custGeom>
              <a:avLst/>
              <a:gdLst/>
              <a:ahLst/>
              <a:cxnLst/>
              <a:rect l="l" t="t" r="r" b="b"/>
              <a:pathLst>
                <a:path w="3096" h="3263" extrusionOk="0">
                  <a:moveTo>
                    <a:pt x="3060" y="0"/>
                  </a:moveTo>
                  <a:cubicBezTo>
                    <a:pt x="1965" y="1000"/>
                    <a:pt x="1000" y="2120"/>
                    <a:pt x="0" y="3215"/>
                  </a:cubicBezTo>
                  <a:cubicBezTo>
                    <a:pt x="24" y="3215"/>
                    <a:pt x="36" y="3227"/>
                    <a:pt x="48" y="3263"/>
                  </a:cubicBezTo>
                  <a:cubicBezTo>
                    <a:pt x="1060" y="2191"/>
                    <a:pt x="2072" y="1120"/>
                    <a:pt x="3096" y="48"/>
                  </a:cubicBezTo>
                  <a:lnTo>
                    <a:pt x="3060" y="0"/>
                  </a:ln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9" name="Google Shape;49;p4"/>
          <p:cNvPicPr preferRelativeResize="0"/>
          <p:nvPr/>
        </p:nvPicPr>
        <p:blipFill rotWithShape="1">
          <a:blip r:embed="rId6">
            <a:alphaModFix/>
          </a:blip>
          <a:srcRect l="3061" t="37780" r="11424" b="34639"/>
          <a:stretch/>
        </p:blipFill>
        <p:spPr>
          <a:xfrm>
            <a:off x="2401925" y="4617523"/>
            <a:ext cx="2731176" cy="49545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4"/>
          <p:cNvSpPr txBox="1">
            <a:spLocks noGrp="1"/>
          </p:cNvSpPr>
          <p:nvPr>
            <p:ph type="body" idx="1"/>
          </p:nvPr>
        </p:nvSpPr>
        <p:spPr>
          <a:xfrm>
            <a:off x="713225" y="1663050"/>
            <a:ext cx="7717500" cy="276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38100" lvl="0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●"/>
              <a:defRPr sz="1400"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/>
            </a:lvl9pPr>
          </a:lstStyle>
          <a:p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713225" y="441475"/>
            <a:ext cx="7717500" cy="117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6"/>
          <p:cNvPicPr preferRelativeResize="0"/>
          <p:nvPr/>
        </p:nvPicPr>
        <p:blipFill rotWithShape="1">
          <a:blip r:embed="rId2">
            <a:alphaModFix amt="74000"/>
          </a:blip>
          <a:srcRect l="37807" t="9859" r="25038" b="24368"/>
          <a:stretch/>
        </p:blipFill>
        <p:spPr>
          <a:xfrm rot="1619442">
            <a:off x="-1524487" y="9807"/>
            <a:ext cx="3011204" cy="2998648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6"/>
          <p:cNvSpPr/>
          <p:nvPr/>
        </p:nvSpPr>
        <p:spPr>
          <a:xfrm>
            <a:off x="8508051" y="-117100"/>
            <a:ext cx="452343" cy="5493320"/>
          </a:xfrm>
          <a:custGeom>
            <a:avLst/>
            <a:gdLst/>
            <a:ahLst/>
            <a:cxnLst/>
            <a:rect l="l" t="t" r="r" b="b"/>
            <a:pathLst>
              <a:path w="7860" h="95453" extrusionOk="0">
                <a:moveTo>
                  <a:pt x="3582" y="28084"/>
                </a:moveTo>
                <a:cubicBezTo>
                  <a:pt x="3748" y="28084"/>
                  <a:pt x="3914" y="28121"/>
                  <a:pt x="4037" y="28254"/>
                </a:cubicBezTo>
                <a:cubicBezTo>
                  <a:pt x="4049" y="28265"/>
                  <a:pt x="4061" y="28301"/>
                  <a:pt x="4061" y="28313"/>
                </a:cubicBezTo>
                <a:cubicBezTo>
                  <a:pt x="4120" y="28361"/>
                  <a:pt x="4132" y="28432"/>
                  <a:pt x="4132" y="28504"/>
                </a:cubicBezTo>
                <a:cubicBezTo>
                  <a:pt x="4156" y="28599"/>
                  <a:pt x="4132" y="28682"/>
                  <a:pt x="4120" y="28754"/>
                </a:cubicBezTo>
                <a:cubicBezTo>
                  <a:pt x="4025" y="29182"/>
                  <a:pt x="3728" y="29575"/>
                  <a:pt x="3454" y="29920"/>
                </a:cubicBezTo>
                <a:cubicBezTo>
                  <a:pt x="2966" y="30540"/>
                  <a:pt x="2335" y="31075"/>
                  <a:pt x="1620" y="31409"/>
                </a:cubicBezTo>
                <a:cubicBezTo>
                  <a:pt x="1471" y="31483"/>
                  <a:pt x="1249" y="31573"/>
                  <a:pt x="1045" y="31573"/>
                </a:cubicBezTo>
                <a:cubicBezTo>
                  <a:pt x="891" y="31573"/>
                  <a:pt x="748" y="31522"/>
                  <a:pt x="656" y="31373"/>
                </a:cubicBezTo>
                <a:cubicBezTo>
                  <a:pt x="549" y="31218"/>
                  <a:pt x="584" y="30980"/>
                  <a:pt x="632" y="30802"/>
                </a:cubicBezTo>
                <a:cubicBezTo>
                  <a:pt x="644" y="30706"/>
                  <a:pt x="691" y="30635"/>
                  <a:pt x="715" y="30563"/>
                </a:cubicBezTo>
                <a:cubicBezTo>
                  <a:pt x="846" y="30004"/>
                  <a:pt x="1180" y="29504"/>
                  <a:pt x="1549" y="29099"/>
                </a:cubicBezTo>
                <a:cubicBezTo>
                  <a:pt x="2049" y="28563"/>
                  <a:pt x="2751" y="28135"/>
                  <a:pt x="3501" y="28087"/>
                </a:cubicBezTo>
                <a:cubicBezTo>
                  <a:pt x="3528" y="28085"/>
                  <a:pt x="3555" y="28084"/>
                  <a:pt x="3582" y="28084"/>
                </a:cubicBezTo>
                <a:close/>
                <a:moveTo>
                  <a:pt x="4752" y="0"/>
                </a:moveTo>
                <a:cubicBezTo>
                  <a:pt x="3799" y="893"/>
                  <a:pt x="3085" y="1953"/>
                  <a:pt x="2442" y="3084"/>
                </a:cubicBezTo>
                <a:cubicBezTo>
                  <a:pt x="2311" y="3143"/>
                  <a:pt x="2251" y="3250"/>
                  <a:pt x="2204" y="3381"/>
                </a:cubicBezTo>
                <a:cubicBezTo>
                  <a:pt x="2120" y="3727"/>
                  <a:pt x="1882" y="3989"/>
                  <a:pt x="1715" y="4298"/>
                </a:cubicBezTo>
                <a:cubicBezTo>
                  <a:pt x="1084" y="5525"/>
                  <a:pt x="608" y="6787"/>
                  <a:pt x="525" y="8156"/>
                </a:cubicBezTo>
                <a:cubicBezTo>
                  <a:pt x="418" y="9775"/>
                  <a:pt x="1013" y="11192"/>
                  <a:pt x="1834" y="12537"/>
                </a:cubicBezTo>
                <a:cubicBezTo>
                  <a:pt x="3037" y="14538"/>
                  <a:pt x="4275" y="16538"/>
                  <a:pt x="5133" y="18740"/>
                </a:cubicBezTo>
                <a:cubicBezTo>
                  <a:pt x="5573" y="19860"/>
                  <a:pt x="5906" y="21003"/>
                  <a:pt x="5990" y="22205"/>
                </a:cubicBezTo>
                <a:cubicBezTo>
                  <a:pt x="6061" y="22717"/>
                  <a:pt x="6061" y="23217"/>
                  <a:pt x="5990" y="23729"/>
                </a:cubicBezTo>
                <a:cubicBezTo>
                  <a:pt x="6025" y="23979"/>
                  <a:pt x="5930" y="24217"/>
                  <a:pt x="5895" y="24455"/>
                </a:cubicBezTo>
                <a:cubicBezTo>
                  <a:pt x="5775" y="25551"/>
                  <a:pt x="5430" y="26587"/>
                  <a:pt x="4978" y="27575"/>
                </a:cubicBezTo>
                <a:cubicBezTo>
                  <a:pt x="4902" y="27727"/>
                  <a:pt x="4826" y="27801"/>
                  <a:pt x="4719" y="27801"/>
                </a:cubicBezTo>
                <a:cubicBezTo>
                  <a:pt x="4658" y="27801"/>
                  <a:pt x="4588" y="27777"/>
                  <a:pt x="4501" y="27730"/>
                </a:cubicBezTo>
                <a:cubicBezTo>
                  <a:pt x="4183" y="27544"/>
                  <a:pt x="3851" y="27479"/>
                  <a:pt x="3507" y="27479"/>
                </a:cubicBezTo>
                <a:cubicBezTo>
                  <a:pt x="3299" y="27479"/>
                  <a:pt x="3086" y="27503"/>
                  <a:pt x="2870" y="27539"/>
                </a:cubicBezTo>
                <a:cubicBezTo>
                  <a:pt x="1418" y="27789"/>
                  <a:pt x="96" y="29480"/>
                  <a:pt x="49" y="30932"/>
                </a:cubicBezTo>
                <a:cubicBezTo>
                  <a:pt x="1" y="31123"/>
                  <a:pt x="1" y="31325"/>
                  <a:pt x="49" y="31540"/>
                </a:cubicBezTo>
                <a:cubicBezTo>
                  <a:pt x="188" y="32078"/>
                  <a:pt x="478" y="32357"/>
                  <a:pt x="918" y="32357"/>
                </a:cubicBezTo>
                <a:cubicBezTo>
                  <a:pt x="1003" y="32357"/>
                  <a:pt x="1095" y="32347"/>
                  <a:pt x="1192" y="32325"/>
                </a:cubicBezTo>
                <a:cubicBezTo>
                  <a:pt x="1501" y="32254"/>
                  <a:pt x="1799" y="32147"/>
                  <a:pt x="2085" y="31968"/>
                </a:cubicBezTo>
                <a:cubicBezTo>
                  <a:pt x="3216" y="31242"/>
                  <a:pt x="3990" y="30170"/>
                  <a:pt x="4740" y="29087"/>
                </a:cubicBezTo>
                <a:cubicBezTo>
                  <a:pt x="4864" y="28907"/>
                  <a:pt x="4962" y="28811"/>
                  <a:pt x="5066" y="28811"/>
                </a:cubicBezTo>
                <a:cubicBezTo>
                  <a:pt x="5162" y="28811"/>
                  <a:pt x="5263" y="28892"/>
                  <a:pt x="5394" y="29063"/>
                </a:cubicBezTo>
                <a:cubicBezTo>
                  <a:pt x="5704" y="29480"/>
                  <a:pt x="6025" y="29885"/>
                  <a:pt x="6264" y="30361"/>
                </a:cubicBezTo>
                <a:cubicBezTo>
                  <a:pt x="6764" y="31373"/>
                  <a:pt x="7180" y="32421"/>
                  <a:pt x="7240" y="33564"/>
                </a:cubicBezTo>
                <a:cubicBezTo>
                  <a:pt x="7299" y="33945"/>
                  <a:pt x="7311" y="34338"/>
                  <a:pt x="7240" y="34719"/>
                </a:cubicBezTo>
                <a:cubicBezTo>
                  <a:pt x="7240" y="35540"/>
                  <a:pt x="7026" y="36314"/>
                  <a:pt x="6764" y="37076"/>
                </a:cubicBezTo>
                <a:cubicBezTo>
                  <a:pt x="6299" y="38445"/>
                  <a:pt x="5537" y="39695"/>
                  <a:pt x="5002" y="41029"/>
                </a:cubicBezTo>
                <a:cubicBezTo>
                  <a:pt x="4466" y="42374"/>
                  <a:pt x="3847" y="43684"/>
                  <a:pt x="3454" y="45077"/>
                </a:cubicBezTo>
                <a:cubicBezTo>
                  <a:pt x="2906" y="47006"/>
                  <a:pt x="2442" y="48935"/>
                  <a:pt x="1894" y="50852"/>
                </a:cubicBezTo>
                <a:cubicBezTo>
                  <a:pt x="1263" y="53078"/>
                  <a:pt x="846" y="55316"/>
                  <a:pt x="703" y="57626"/>
                </a:cubicBezTo>
                <a:cubicBezTo>
                  <a:pt x="632" y="57793"/>
                  <a:pt x="727" y="57995"/>
                  <a:pt x="632" y="58162"/>
                </a:cubicBezTo>
                <a:cubicBezTo>
                  <a:pt x="608" y="59269"/>
                  <a:pt x="549" y="60365"/>
                  <a:pt x="894" y="61424"/>
                </a:cubicBezTo>
                <a:cubicBezTo>
                  <a:pt x="1251" y="62544"/>
                  <a:pt x="1775" y="63532"/>
                  <a:pt x="3108" y="63734"/>
                </a:cubicBezTo>
                <a:cubicBezTo>
                  <a:pt x="3142" y="63738"/>
                  <a:pt x="3176" y="63739"/>
                  <a:pt x="3210" y="63739"/>
                </a:cubicBezTo>
                <a:cubicBezTo>
                  <a:pt x="3411" y="63739"/>
                  <a:pt x="3605" y="63686"/>
                  <a:pt x="3799" y="63686"/>
                </a:cubicBezTo>
                <a:cubicBezTo>
                  <a:pt x="4061" y="63686"/>
                  <a:pt x="4120" y="63758"/>
                  <a:pt x="4037" y="64008"/>
                </a:cubicBezTo>
                <a:cubicBezTo>
                  <a:pt x="3228" y="66068"/>
                  <a:pt x="2894" y="68223"/>
                  <a:pt x="2727" y="70402"/>
                </a:cubicBezTo>
                <a:cubicBezTo>
                  <a:pt x="2656" y="70533"/>
                  <a:pt x="2739" y="70711"/>
                  <a:pt x="2656" y="70842"/>
                </a:cubicBezTo>
                <a:lnTo>
                  <a:pt x="2656" y="72688"/>
                </a:lnTo>
                <a:cubicBezTo>
                  <a:pt x="2632" y="73890"/>
                  <a:pt x="2727" y="75069"/>
                  <a:pt x="3085" y="76236"/>
                </a:cubicBezTo>
                <a:cubicBezTo>
                  <a:pt x="3382" y="77212"/>
                  <a:pt x="3870" y="78105"/>
                  <a:pt x="4275" y="79046"/>
                </a:cubicBezTo>
                <a:cubicBezTo>
                  <a:pt x="4775" y="80260"/>
                  <a:pt x="5228" y="81486"/>
                  <a:pt x="5299" y="82808"/>
                </a:cubicBezTo>
                <a:cubicBezTo>
                  <a:pt x="5406" y="84749"/>
                  <a:pt x="4775" y="86511"/>
                  <a:pt x="4025" y="88261"/>
                </a:cubicBezTo>
                <a:cubicBezTo>
                  <a:pt x="3335" y="89809"/>
                  <a:pt x="2477" y="91261"/>
                  <a:pt x="1501" y="92642"/>
                </a:cubicBezTo>
                <a:cubicBezTo>
                  <a:pt x="1072" y="93273"/>
                  <a:pt x="763" y="93976"/>
                  <a:pt x="715" y="94762"/>
                </a:cubicBezTo>
                <a:cubicBezTo>
                  <a:pt x="703" y="95107"/>
                  <a:pt x="822" y="95321"/>
                  <a:pt x="1144" y="95417"/>
                </a:cubicBezTo>
                <a:cubicBezTo>
                  <a:pt x="1221" y="95440"/>
                  <a:pt x="1293" y="95452"/>
                  <a:pt x="1364" y="95452"/>
                </a:cubicBezTo>
                <a:cubicBezTo>
                  <a:pt x="1436" y="95452"/>
                  <a:pt x="1507" y="95440"/>
                  <a:pt x="1584" y="95417"/>
                </a:cubicBezTo>
                <a:cubicBezTo>
                  <a:pt x="1775" y="95369"/>
                  <a:pt x="1977" y="95345"/>
                  <a:pt x="2180" y="95298"/>
                </a:cubicBezTo>
                <a:cubicBezTo>
                  <a:pt x="2323" y="95250"/>
                  <a:pt x="2382" y="95131"/>
                  <a:pt x="2358" y="94988"/>
                </a:cubicBezTo>
                <a:cubicBezTo>
                  <a:pt x="2323" y="94845"/>
                  <a:pt x="2239" y="94786"/>
                  <a:pt x="2096" y="94774"/>
                </a:cubicBezTo>
                <a:cubicBezTo>
                  <a:pt x="2009" y="94774"/>
                  <a:pt x="1922" y="94768"/>
                  <a:pt x="1834" y="94768"/>
                </a:cubicBezTo>
                <a:cubicBezTo>
                  <a:pt x="1791" y="94768"/>
                  <a:pt x="1747" y="94770"/>
                  <a:pt x="1704" y="94774"/>
                </a:cubicBezTo>
                <a:cubicBezTo>
                  <a:pt x="1652" y="94780"/>
                  <a:pt x="1606" y="94783"/>
                  <a:pt x="1564" y="94783"/>
                </a:cubicBezTo>
                <a:cubicBezTo>
                  <a:pt x="1364" y="94783"/>
                  <a:pt x="1281" y="94698"/>
                  <a:pt x="1370" y="94393"/>
                </a:cubicBezTo>
                <a:cubicBezTo>
                  <a:pt x="1501" y="93869"/>
                  <a:pt x="1727" y="93393"/>
                  <a:pt x="2013" y="92964"/>
                </a:cubicBezTo>
                <a:cubicBezTo>
                  <a:pt x="2954" y="91571"/>
                  <a:pt x="3811" y="90166"/>
                  <a:pt x="4501" y="88630"/>
                </a:cubicBezTo>
                <a:cubicBezTo>
                  <a:pt x="5180" y="87070"/>
                  <a:pt x="5644" y="85439"/>
                  <a:pt x="5811" y="83748"/>
                </a:cubicBezTo>
                <a:cubicBezTo>
                  <a:pt x="5847" y="83463"/>
                  <a:pt x="5847" y="83165"/>
                  <a:pt x="5811" y="82879"/>
                </a:cubicBezTo>
                <a:cubicBezTo>
                  <a:pt x="5728" y="81379"/>
                  <a:pt x="5240" y="80010"/>
                  <a:pt x="4644" y="78641"/>
                </a:cubicBezTo>
                <a:cubicBezTo>
                  <a:pt x="4204" y="77629"/>
                  <a:pt x="3680" y="76652"/>
                  <a:pt x="3406" y="75557"/>
                </a:cubicBezTo>
                <a:cubicBezTo>
                  <a:pt x="3025" y="74009"/>
                  <a:pt x="3156" y="72449"/>
                  <a:pt x="3156" y="70890"/>
                </a:cubicBezTo>
                <a:cubicBezTo>
                  <a:pt x="3228" y="70759"/>
                  <a:pt x="3132" y="70580"/>
                  <a:pt x="3228" y="70437"/>
                </a:cubicBezTo>
                <a:cubicBezTo>
                  <a:pt x="3216" y="69866"/>
                  <a:pt x="3335" y="69282"/>
                  <a:pt x="3406" y="68699"/>
                </a:cubicBezTo>
                <a:cubicBezTo>
                  <a:pt x="3573" y="67306"/>
                  <a:pt x="3859" y="65949"/>
                  <a:pt x="4323" y="64627"/>
                </a:cubicBezTo>
                <a:cubicBezTo>
                  <a:pt x="4561" y="63925"/>
                  <a:pt x="4835" y="63294"/>
                  <a:pt x="5633" y="62913"/>
                </a:cubicBezTo>
                <a:cubicBezTo>
                  <a:pt x="6406" y="62544"/>
                  <a:pt x="6942" y="61805"/>
                  <a:pt x="7276" y="60996"/>
                </a:cubicBezTo>
                <a:cubicBezTo>
                  <a:pt x="7419" y="60662"/>
                  <a:pt x="7716" y="60293"/>
                  <a:pt x="7276" y="59960"/>
                </a:cubicBezTo>
                <a:cubicBezTo>
                  <a:pt x="7198" y="59900"/>
                  <a:pt x="7109" y="59870"/>
                  <a:pt x="7012" y="59870"/>
                </a:cubicBezTo>
                <a:cubicBezTo>
                  <a:pt x="6782" y="59870"/>
                  <a:pt x="6508" y="60038"/>
                  <a:pt x="6240" y="60365"/>
                </a:cubicBezTo>
                <a:cubicBezTo>
                  <a:pt x="5644" y="61079"/>
                  <a:pt x="5037" y="61793"/>
                  <a:pt x="4644" y="62639"/>
                </a:cubicBezTo>
                <a:cubicBezTo>
                  <a:pt x="4561" y="62817"/>
                  <a:pt x="4442" y="62924"/>
                  <a:pt x="4228" y="62996"/>
                </a:cubicBezTo>
                <a:cubicBezTo>
                  <a:pt x="3936" y="63090"/>
                  <a:pt x="3660" y="63137"/>
                  <a:pt x="3402" y="63137"/>
                </a:cubicBezTo>
                <a:cubicBezTo>
                  <a:pt x="2554" y="63137"/>
                  <a:pt x="1902" y="62635"/>
                  <a:pt x="1537" y="61686"/>
                </a:cubicBezTo>
                <a:cubicBezTo>
                  <a:pt x="1120" y="60591"/>
                  <a:pt x="1084" y="59448"/>
                  <a:pt x="1132" y="58281"/>
                </a:cubicBezTo>
                <a:cubicBezTo>
                  <a:pt x="1227" y="58114"/>
                  <a:pt x="1108" y="57912"/>
                  <a:pt x="1203" y="57745"/>
                </a:cubicBezTo>
                <a:cubicBezTo>
                  <a:pt x="1192" y="56388"/>
                  <a:pt x="1465" y="55078"/>
                  <a:pt x="1715" y="53757"/>
                </a:cubicBezTo>
                <a:cubicBezTo>
                  <a:pt x="2073" y="51911"/>
                  <a:pt x="2680" y="50125"/>
                  <a:pt x="3132" y="48292"/>
                </a:cubicBezTo>
                <a:cubicBezTo>
                  <a:pt x="3930" y="45006"/>
                  <a:pt x="5097" y="41850"/>
                  <a:pt x="6597" y="38814"/>
                </a:cubicBezTo>
                <a:cubicBezTo>
                  <a:pt x="7216" y="37540"/>
                  <a:pt x="7633" y="36183"/>
                  <a:pt x="7728" y="34754"/>
                </a:cubicBezTo>
                <a:cubicBezTo>
                  <a:pt x="7800" y="34588"/>
                  <a:pt x="7692" y="34385"/>
                  <a:pt x="7800" y="34219"/>
                </a:cubicBezTo>
                <a:cubicBezTo>
                  <a:pt x="7847" y="34207"/>
                  <a:pt x="7847" y="34159"/>
                  <a:pt x="7847" y="34100"/>
                </a:cubicBezTo>
                <a:cubicBezTo>
                  <a:pt x="7740" y="33909"/>
                  <a:pt x="7859" y="33683"/>
                  <a:pt x="7776" y="33468"/>
                </a:cubicBezTo>
                <a:cubicBezTo>
                  <a:pt x="7549" y="31540"/>
                  <a:pt x="6907" y="29778"/>
                  <a:pt x="5514" y="28373"/>
                </a:cubicBezTo>
                <a:cubicBezTo>
                  <a:pt x="5359" y="28206"/>
                  <a:pt x="5311" y="28099"/>
                  <a:pt x="5418" y="27896"/>
                </a:cubicBezTo>
                <a:cubicBezTo>
                  <a:pt x="6061" y="26432"/>
                  <a:pt x="6502" y="24944"/>
                  <a:pt x="6537" y="23336"/>
                </a:cubicBezTo>
                <a:cubicBezTo>
                  <a:pt x="6585" y="23134"/>
                  <a:pt x="6585" y="22931"/>
                  <a:pt x="6537" y="22729"/>
                </a:cubicBezTo>
                <a:cubicBezTo>
                  <a:pt x="6537" y="21705"/>
                  <a:pt x="6323" y="20705"/>
                  <a:pt x="6025" y="19717"/>
                </a:cubicBezTo>
                <a:cubicBezTo>
                  <a:pt x="5287" y="17300"/>
                  <a:pt x="4037" y="15121"/>
                  <a:pt x="2716" y="12978"/>
                </a:cubicBezTo>
                <a:cubicBezTo>
                  <a:pt x="2120" y="12025"/>
                  <a:pt x="1525" y="11061"/>
                  <a:pt x="1239" y="9954"/>
                </a:cubicBezTo>
                <a:cubicBezTo>
                  <a:pt x="727" y="8037"/>
                  <a:pt x="1227" y="6251"/>
                  <a:pt x="2096" y="4560"/>
                </a:cubicBezTo>
                <a:cubicBezTo>
                  <a:pt x="2882" y="3024"/>
                  <a:pt x="3739" y="1524"/>
                  <a:pt x="4835" y="179"/>
                </a:cubicBezTo>
                <a:cubicBezTo>
                  <a:pt x="4882" y="72"/>
                  <a:pt x="4823" y="36"/>
                  <a:pt x="475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0" name="Google Shape;70;p6"/>
          <p:cNvPicPr preferRelativeResize="0"/>
          <p:nvPr/>
        </p:nvPicPr>
        <p:blipFill rotWithShape="1">
          <a:blip r:embed="rId3">
            <a:alphaModFix amt="63000"/>
          </a:blip>
          <a:srcRect l="17536" t="30943" r="20804" b="36495"/>
          <a:stretch/>
        </p:blipFill>
        <p:spPr>
          <a:xfrm rot="2158025">
            <a:off x="7242948" y="546712"/>
            <a:ext cx="4271279" cy="1268753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6"/>
          <p:cNvPicPr preferRelativeResize="0"/>
          <p:nvPr/>
        </p:nvPicPr>
        <p:blipFill rotWithShape="1">
          <a:blip r:embed="rId4">
            <a:alphaModFix/>
          </a:blip>
          <a:srcRect l="28680" t="19555" r="23804" b="32703"/>
          <a:stretch/>
        </p:blipFill>
        <p:spPr>
          <a:xfrm rot="5400000">
            <a:off x="-141852" y="968597"/>
            <a:ext cx="1287874" cy="7278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2" name="Google Shape;72;p6"/>
          <p:cNvGrpSpPr/>
          <p:nvPr/>
        </p:nvGrpSpPr>
        <p:grpSpPr>
          <a:xfrm>
            <a:off x="-949827" y="3397046"/>
            <a:ext cx="1741471" cy="1886746"/>
            <a:chOff x="5032175" y="2294450"/>
            <a:chExt cx="1144500" cy="1239975"/>
          </a:xfrm>
        </p:grpSpPr>
        <p:sp>
          <p:nvSpPr>
            <p:cNvPr id="73" name="Google Shape;73;p6"/>
            <p:cNvSpPr/>
            <p:nvPr/>
          </p:nvSpPr>
          <p:spPr>
            <a:xfrm>
              <a:off x="5447100" y="2296850"/>
              <a:ext cx="224450" cy="701900"/>
            </a:xfrm>
            <a:custGeom>
              <a:avLst/>
              <a:gdLst/>
              <a:ahLst/>
              <a:cxnLst/>
              <a:rect l="l" t="t" r="r" b="b"/>
              <a:pathLst>
                <a:path w="8978" h="28076" extrusionOk="0">
                  <a:moveTo>
                    <a:pt x="8156" y="1"/>
                  </a:moveTo>
                  <a:cubicBezTo>
                    <a:pt x="8097" y="72"/>
                    <a:pt x="8013" y="144"/>
                    <a:pt x="7978" y="239"/>
                  </a:cubicBezTo>
                  <a:cubicBezTo>
                    <a:pt x="7775" y="537"/>
                    <a:pt x="7573" y="822"/>
                    <a:pt x="7382" y="1120"/>
                  </a:cubicBezTo>
                  <a:cubicBezTo>
                    <a:pt x="7144" y="1501"/>
                    <a:pt x="6977" y="1906"/>
                    <a:pt x="6858" y="2334"/>
                  </a:cubicBezTo>
                  <a:cubicBezTo>
                    <a:pt x="6561" y="3537"/>
                    <a:pt x="6251" y="4763"/>
                    <a:pt x="5954" y="5966"/>
                  </a:cubicBezTo>
                  <a:cubicBezTo>
                    <a:pt x="5299" y="8657"/>
                    <a:pt x="4644" y="11347"/>
                    <a:pt x="3965" y="14026"/>
                  </a:cubicBezTo>
                  <a:cubicBezTo>
                    <a:pt x="3358" y="16467"/>
                    <a:pt x="2751" y="18908"/>
                    <a:pt x="2108" y="21349"/>
                  </a:cubicBezTo>
                  <a:cubicBezTo>
                    <a:pt x="1679" y="22992"/>
                    <a:pt x="1262" y="24611"/>
                    <a:pt x="739" y="26218"/>
                  </a:cubicBezTo>
                  <a:cubicBezTo>
                    <a:pt x="548" y="26814"/>
                    <a:pt x="310" y="27397"/>
                    <a:pt x="36" y="27945"/>
                  </a:cubicBezTo>
                  <a:cubicBezTo>
                    <a:pt x="24" y="27992"/>
                    <a:pt x="0" y="28076"/>
                    <a:pt x="12" y="28076"/>
                  </a:cubicBezTo>
                  <a:cubicBezTo>
                    <a:pt x="24" y="28076"/>
                    <a:pt x="84" y="28004"/>
                    <a:pt x="119" y="27957"/>
                  </a:cubicBezTo>
                  <a:cubicBezTo>
                    <a:pt x="369" y="27528"/>
                    <a:pt x="631" y="27087"/>
                    <a:pt x="870" y="26623"/>
                  </a:cubicBezTo>
                  <a:cubicBezTo>
                    <a:pt x="1167" y="26028"/>
                    <a:pt x="1477" y="25432"/>
                    <a:pt x="1846" y="24861"/>
                  </a:cubicBezTo>
                  <a:cubicBezTo>
                    <a:pt x="1977" y="24659"/>
                    <a:pt x="2096" y="24444"/>
                    <a:pt x="2203" y="24206"/>
                  </a:cubicBezTo>
                  <a:cubicBezTo>
                    <a:pt x="2525" y="23420"/>
                    <a:pt x="2953" y="22706"/>
                    <a:pt x="3406" y="21992"/>
                  </a:cubicBezTo>
                  <a:cubicBezTo>
                    <a:pt x="4501" y="20241"/>
                    <a:pt x="5561" y="18467"/>
                    <a:pt x="6501" y="16622"/>
                  </a:cubicBezTo>
                  <a:cubicBezTo>
                    <a:pt x="7347" y="14943"/>
                    <a:pt x="7930" y="13193"/>
                    <a:pt x="8287" y="11347"/>
                  </a:cubicBezTo>
                  <a:cubicBezTo>
                    <a:pt x="8609" y="9681"/>
                    <a:pt x="8692" y="8026"/>
                    <a:pt x="8751" y="6323"/>
                  </a:cubicBezTo>
                  <a:lnTo>
                    <a:pt x="8882" y="3465"/>
                  </a:lnTo>
                  <a:cubicBezTo>
                    <a:pt x="8930" y="2632"/>
                    <a:pt x="8942" y="1799"/>
                    <a:pt x="8966" y="953"/>
                  </a:cubicBezTo>
                  <a:cubicBezTo>
                    <a:pt x="8966" y="787"/>
                    <a:pt x="8978" y="596"/>
                    <a:pt x="8894" y="441"/>
                  </a:cubicBezTo>
                  <a:lnTo>
                    <a:pt x="8894" y="906"/>
                  </a:lnTo>
                  <a:cubicBezTo>
                    <a:pt x="8894" y="1906"/>
                    <a:pt x="8823" y="2870"/>
                    <a:pt x="8775" y="3870"/>
                  </a:cubicBezTo>
                  <a:cubicBezTo>
                    <a:pt x="8704" y="5192"/>
                    <a:pt x="8692" y="6502"/>
                    <a:pt x="8597" y="7811"/>
                  </a:cubicBezTo>
                  <a:cubicBezTo>
                    <a:pt x="8406" y="10657"/>
                    <a:pt x="7918" y="13324"/>
                    <a:pt x="6727" y="15919"/>
                  </a:cubicBezTo>
                  <a:cubicBezTo>
                    <a:pt x="5918" y="17693"/>
                    <a:pt x="4918" y="19348"/>
                    <a:pt x="3906" y="21015"/>
                  </a:cubicBezTo>
                  <a:cubicBezTo>
                    <a:pt x="3596" y="21539"/>
                    <a:pt x="3251" y="22039"/>
                    <a:pt x="2929" y="22575"/>
                  </a:cubicBezTo>
                  <a:cubicBezTo>
                    <a:pt x="2894" y="22623"/>
                    <a:pt x="2858" y="22670"/>
                    <a:pt x="2810" y="22694"/>
                  </a:cubicBezTo>
                  <a:lnTo>
                    <a:pt x="2941" y="22384"/>
                  </a:lnTo>
                  <a:cubicBezTo>
                    <a:pt x="3251" y="21670"/>
                    <a:pt x="3584" y="20968"/>
                    <a:pt x="3882" y="20241"/>
                  </a:cubicBezTo>
                  <a:cubicBezTo>
                    <a:pt x="4489" y="18801"/>
                    <a:pt x="4906" y="17324"/>
                    <a:pt x="5203" y="15788"/>
                  </a:cubicBezTo>
                  <a:cubicBezTo>
                    <a:pt x="5668" y="13419"/>
                    <a:pt x="6144" y="11074"/>
                    <a:pt x="6739" y="8752"/>
                  </a:cubicBezTo>
                  <a:cubicBezTo>
                    <a:pt x="7120" y="7252"/>
                    <a:pt x="7585" y="5740"/>
                    <a:pt x="7989" y="4239"/>
                  </a:cubicBezTo>
                  <a:cubicBezTo>
                    <a:pt x="8216" y="3394"/>
                    <a:pt x="8430" y="2525"/>
                    <a:pt x="8644" y="1668"/>
                  </a:cubicBezTo>
                  <a:cubicBezTo>
                    <a:pt x="8716" y="1334"/>
                    <a:pt x="8775" y="989"/>
                    <a:pt x="8751" y="656"/>
                  </a:cubicBezTo>
                  <a:cubicBezTo>
                    <a:pt x="8728" y="429"/>
                    <a:pt x="8656" y="227"/>
                    <a:pt x="8525" y="25"/>
                  </a:cubicBezTo>
                  <a:lnTo>
                    <a:pt x="8525" y="25"/>
                  </a:lnTo>
                  <a:cubicBezTo>
                    <a:pt x="8525" y="60"/>
                    <a:pt x="8525" y="120"/>
                    <a:pt x="8537" y="132"/>
                  </a:cubicBezTo>
                  <a:cubicBezTo>
                    <a:pt x="8692" y="429"/>
                    <a:pt x="8704" y="715"/>
                    <a:pt x="8668" y="1025"/>
                  </a:cubicBezTo>
                  <a:cubicBezTo>
                    <a:pt x="8632" y="1334"/>
                    <a:pt x="8573" y="1644"/>
                    <a:pt x="8490" y="1941"/>
                  </a:cubicBezTo>
                  <a:cubicBezTo>
                    <a:pt x="8073" y="3561"/>
                    <a:pt x="7620" y="5144"/>
                    <a:pt x="7180" y="6740"/>
                  </a:cubicBezTo>
                  <a:cubicBezTo>
                    <a:pt x="6513" y="9133"/>
                    <a:pt x="5989" y="11562"/>
                    <a:pt x="5489" y="14002"/>
                  </a:cubicBezTo>
                  <a:cubicBezTo>
                    <a:pt x="5239" y="15217"/>
                    <a:pt x="5001" y="16431"/>
                    <a:pt x="4715" y="17634"/>
                  </a:cubicBezTo>
                  <a:cubicBezTo>
                    <a:pt x="4465" y="18658"/>
                    <a:pt x="4060" y="19610"/>
                    <a:pt x="3656" y="20575"/>
                  </a:cubicBezTo>
                  <a:cubicBezTo>
                    <a:pt x="3287" y="21456"/>
                    <a:pt x="2894" y="22337"/>
                    <a:pt x="2525" y="23230"/>
                  </a:cubicBezTo>
                  <a:cubicBezTo>
                    <a:pt x="2465" y="23361"/>
                    <a:pt x="2405" y="23516"/>
                    <a:pt x="2334" y="23647"/>
                  </a:cubicBezTo>
                  <a:cubicBezTo>
                    <a:pt x="1822" y="24635"/>
                    <a:pt x="1322" y="25611"/>
                    <a:pt x="798" y="26575"/>
                  </a:cubicBezTo>
                  <a:cubicBezTo>
                    <a:pt x="786" y="26611"/>
                    <a:pt x="774" y="26635"/>
                    <a:pt x="750" y="26635"/>
                  </a:cubicBezTo>
                  <a:cubicBezTo>
                    <a:pt x="734" y="26646"/>
                    <a:pt x="721" y="26652"/>
                    <a:pt x="711" y="26652"/>
                  </a:cubicBezTo>
                  <a:cubicBezTo>
                    <a:pt x="698" y="26652"/>
                    <a:pt x="691" y="26643"/>
                    <a:pt x="691" y="26623"/>
                  </a:cubicBezTo>
                  <a:cubicBezTo>
                    <a:pt x="691" y="26611"/>
                    <a:pt x="703" y="26552"/>
                    <a:pt x="727" y="26504"/>
                  </a:cubicBezTo>
                  <a:cubicBezTo>
                    <a:pt x="1251" y="24909"/>
                    <a:pt x="1679" y="23289"/>
                    <a:pt x="2120" y="21670"/>
                  </a:cubicBezTo>
                  <a:cubicBezTo>
                    <a:pt x="2953" y="18622"/>
                    <a:pt x="3691" y="15550"/>
                    <a:pt x="4441" y="12467"/>
                  </a:cubicBezTo>
                  <a:cubicBezTo>
                    <a:pt x="5132" y="9704"/>
                    <a:pt x="5799" y="6918"/>
                    <a:pt x="6489" y="4132"/>
                  </a:cubicBezTo>
                  <a:cubicBezTo>
                    <a:pt x="6632" y="3561"/>
                    <a:pt x="6787" y="2965"/>
                    <a:pt x="6930" y="2382"/>
                  </a:cubicBezTo>
                  <a:cubicBezTo>
                    <a:pt x="7085" y="1799"/>
                    <a:pt x="7335" y="1310"/>
                    <a:pt x="7656" y="822"/>
                  </a:cubicBezTo>
                  <a:cubicBezTo>
                    <a:pt x="7835" y="548"/>
                    <a:pt x="8001" y="275"/>
                    <a:pt x="8156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6"/>
            <p:cNvSpPr/>
            <p:nvPr/>
          </p:nvSpPr>
          <p:spPr>
            <a:xfrm>
              <a:off x="5419725" y="3136050"/>
              <a:ext cx="698600" cy="92800"/>
            </a:xfrm>
            <a:custGeom>
              <a:avLst/>
              <a:gdLst/>
              <a:ahLst/>
              <a:cxnLst/>
              <a:rect l="l" t="t" r="r" b="b"/>
              <a:pathLst>
                <a:path w="27944" h="3712" extrusionOk="0">
                  <a:moveTo>
                    <a:pt x="25184" y="1"/>
                  </a:moveTo>
                  <a:cubicBezTo>
                    <a:pt x="23797" y="1"/>
                    <a:pt x="22400" y="93"/>
                    <a:pt x="21038" y="246"/>
                  </a:cubicBezTo>
                  <a:cubicBezTo>
                    <a:pt x="19098" y="449"/>
                    <a:pt x="17181" y="675"/>
                    <a:pt x="15240" y="735"/>
                  </a:cubicBezTo>
                  <a:cubicBezTo>
                    <a:pt x="14942" y="746"/>
                    <a:pt x="14646" y="750"/>
                    <a:pt x="14351" y="750"/>
                  </a:cubicBezTo>
                  <a:cubicBezTo>
                    <a:pt x="13761" y="750"/>
                    <a:pt x="13176" y="735"/>
                    <a:pt x="12597" y="735"/>
                  </a:cubicBezTo>
                  <a:cubicBezTo>
                    <a:pt x="11287" y="735"/>
                    <a:pt x="10001" y="770"/>
                    <a:pt x="8739" y="997"/>
                  </a:cubicBezTo>
                  <a:cubicBezTo>
                    <a:pt x="7775" y="1175"/>
                    <a:pt x="6834" y="1473"/>
                    <a:pt x="5906" y="1770"/>
                  </a:cubicBezTo>
                  <a:cubicBezTo>
                    <a:pt x="4215" y="2330"/>
                    <a:pt x="2548" y="2878"/>
                    <a:pt x="845" y="3425"/>
                  </a:cubicBezTo>
                  <a:lnTo>
                    <a:pt x="0" y="3699"/>
                  </a:lnTo>
                  <a:cubicBezTo>
                    <a:pt x="52" y="3707"/>
                    <a:pt x="102" y="3711"/>
                    <a:pt x="152" y="3711"/>
                  </a:cubicBezTo>
                  <a:cubicBezTo>
                    <a:pt x="251" y="3711"/>
                    <a:pt x="349" y="3695"/>
                    <a:pt x="452" y="3664"/>
                  </a:cubicBezTo>
                  <a:cubicBezTo>
                    <a:pt x="810" y="3556"/>
                    <a:pt x="1131" y="3461"/>
                    <a:pt x="1488" y="3354"/>
                  </a:cubicBezTo>
                  <a:cubicBezTo>
                    <a:pt x="2977" y="2925"/>
                    <a:pt x="4405" y="2509"/>
                    <a:pt x="5941" y="2163"/>
                  </a:cubicBezTo>
                  <a:cubicBezTo>
                    <a:pt x="7880" y="1736"/>
                    <a:pt x="9777" y="1532"/>
                    <a:pt x="11751" y="1532"/>
                  </a:cubicBezTo>
                  <a:cubicBezTo>
                    <a:pt x="12141" y="1532"/>
                    <a:pt x="12533" y="1540"/>
                    <a:pt x="12930" y="1556"/>
                  </a:cubicBezTo>
                  <a:cubicBezTo>
                    <a:pt x="15895" y="1651"/>
                    <a:pt x="18883" y="1735"/>
                    <a:pt x="21860" y="1878"/>
                  </a:cubicBezTo>
                  <a:cubicBezTo>
                    <a:pt x="23015" y="1937"/>
                    <a:pt x="24182" y="1997"/>
                    <a:pt x="25348" y="2044"/>
                  </a:cubicBezTo>
                  <a:cubicBezTo>
                    <a:pt x="25601" y="2050"/>
                    <a:pt x="25856" y="2061"/>
                    <a:pt x="26113" y="2061"/>
                  </a:cubicBezTo>
                  <a:cubicBezTo>
                    <a:pt x="26403" y="2061"/>
                    <a:pt x="26695" y="2047"/>
                    <a:pt x="26991" y="1997"/>
                  </a:cubicBezTo>
                  <a:cubicBezTo>
                    <a:pt x="27063" y="1985"/>
                    <a:pt x="27170" y="1961"/>
                    <a:pt x="27218" y="1925"/>
                  </a:cubicBezTo>
                  <a:cubicBezTo>
                    <a:pt x="27242" y="1913"/>
                    <a:pt x="27182" y="1913"/>
                    <a:pt x="27158" y="1913"/>
                  </a:cubicBezTo>
                  <a:cubicBezTo>
                    <a:pt x="26732" y="1953"/>
                    <a:pt x="26300" y="1968"/>
                    <a:pt x="25866" y="1968"/>
                  </a:cubicBezTo>
                  <a:cubicBezTo>
                    <a:pt x="25392" y="1968"/>
                    <a:pt x="24916" y="1950"/>
                    <a:pt x="24444" y="1925"/>
                  </a:cubicBezTo>
                  <a:cubicBezTo>
                    <a:pt x="21919" y="1806"/>
                    <a:pt x="19395" y="1687"/>
                    <a:pt x="16895" y="1616"/>
                  </a:cubicBezTo>
                  <a:cubicBezTo>
                    <a:pt x="15466" y="1568"/>
                    <a:pt x="14061" y="1508"/>
                    <a:pt x="12656" y="1449"/>
                  </a:cubicBezTo>
                  <a:cubicBezTo>
                    <a:pt x="12312" y="1435"/>
                    <a:pt x="11970" y="1428"/>
                    <a:pt x="11631" y="1428"/>
                  </a:cubicBezTo>
                  <a:cubicBezTo>
                    <a:pt x="9719" y="1428"/>
                    <a:pt x="7880" y="1652"/>
                    <a:pt x="5989" y="2056"/>
                  </a:cubicBezTo>
                  <a:cubicBezTo>
                    <a:pt x="5239" y="2223"/>
                    <a:pt x="4560" y="2413"/>
                    <a:pt x="3822" y="2592"/>
                  </a:cubicBezTo>
                  <a:cubicBezTo>
                    <a:pt x="3773" y="2600"/>
                    <a:pt x="3723" y="2614"/>
                    <a:pt x="3678" y="2614"/>
                  </a:cubicBezTo>
                  <a:cubicBezTo>
                    <a:pt x="3658" y="2614"/>
                    <a:pt x="3638" y="2611"/>
                    <a:pt x="3620" y="2604"/>
                  </a:cubicBezTo>
                  <a:cubicBezTo>
                    <a:pt x="3608" y="2604"/>
                    <a:pt x="3667" y="2592"/>
                    <a:pt x="3679" y="2580"/>
                  </a:cubicBezTo>
                  <a:cubicBezTo>
                    <a:pt x="5048" y="2175"/>
                    <a:pt x="6382" y="1711"/>
                    <a:pt x="7787" y="1330"/>
                  </a:cubicBezTo>
                  <a:cubicBezTo>
                    <a:pt x="9275" y="913"/>
                    <a:pt x="10787" y="818"/>
                    <a:pt x="12335" y="818"/>
                  </a:cubicBezTo>
                  <a:cubicBezTo>
                    <a:pt x="12994" y="818"/>
                    <a:pt x="13637" y="834"/>
                    <a:pt x="14281" y="834"/>
                  </a:cubicBezTo>
                  <a:cubicBezTo>
                    <a:pt x="14604" y="834"/>
                    <a:pt x="14926" y="830"/>
                    <a:pt x="15252" y="818"/>
                  </a:cubicBezTo>
                  <a:cubicBezTo>
                    <a:pt x="16955" y="782"/>
                    <a:pt x="18645" y="604"/>
                    <a:pt x="20348" y="425"/>
                  </a:cubicBezTo>
                  <a:cubicBezTo>
                    <a:pt x="21800" y="258"/>
                    <a:pt x="23277" y="104"/>
                    <a:pt x="24765" y="92"/>
                  </a:cubicBezTo>
                  <a:cubicBezTo>
                    <a:pt x="25253" y="92"/>
                    <a:pt x="25729" y="92"/>
                    <a:pt x="26265" y="127"/>
                  </a:cubicBezTo>
                  <a:cubicBezTo>
                    <a:pt x="26789" y="139"/>
                    <a:pt x="27372" y="306"/>
                    <a:pt x="27873" y="508"/>
                  </a:cubicBezTo>
                  <a:lnTo>
                    <a:pt x="27944" y="544"/>
                  </a:lnTo>
                  <a:cubicBezTo>
                    <a:pt x="27587" y="318"/>
                    <a:pt x="27194" y="175"/>
                    <a:pt x="26777" y="92"/>
                  </a:cubicBezTo>
                  <a:cubicBezTo>
                    <a:pt x="26468" y="56"/>
                    <a:pt x="26158" y="20"/>
                    <a:pt x="25860" y="8"/>
                  </a:cubicBezTo>
                  <a:cubicBezTo>
                    <a:pt x="25635" y="3"/>
                    <a:pt x="25410" y="1"/>
                    <a:pt x="25184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6"/>
            <p:cNvSpPr/>
            <p:nvPr/>
          </p:nvSpPr>
          <p:spPr>
            <a:xfrm>
              <a:off x="5535500" y="2716550"/>
              <a:ext cx="634325" cy="305200"/>
            </a:xfrm>
            <a:custGeom>
              <a:avLst/>
              <a:gdLst/>
              <a:ahLst/>
              <a:cxnLst/>
              <a:rect l="l" t="t" r="r" b="b"/>
              <a:pathLst>
                <a:path w="25373" h="12208" extrusionOk="0">
                  <a:moveTo>
                    <a:pt x="24182" y="1"/>
                  </a:moveTo>
                  <a:lnTo>
                    <a:pt x="24182" y="1"/>
                  </a:lnTo>
                  <a:cubicBezTo>
                    <a:pt x="23884" y="48"/>
                    <a:pt x="23587" y="60"/>
                    <a:pt x="23313" y="120"/>
                  </a:cubicBezTo>
                  <a:cubicBezTo>
                    <a:pt x="22515" y="298"/>
                    <a:pt x="21741" y="524"/>
                    <a:pt x="21015" y="834"/>
                  </a:cubicBezTo>
                  <a:cubicBezTo>
                    <a:pt x="20527" y="1036"/>
                    <a:pt x="19979" y="1263"/>
                    <a:pt x="19515" y="1453"/>
                  </a:cubicBezTo>
                  <a:cubicBezTo>
                    <a:pt x="19051" y="1655"/>
                    <a:pt x="18634" y="1834"/>
                    <a:pt x="18205" y="2025"/>
                  </a:cubicBezTo>
                  <a:cubicBezTo>
                    <a:pt x="17777" y="2215"/>
                    <a:pt x="17360" y="2406"/>
                    <a:pt x="16955" y="2584"/>
                  </a:cubicBezTo>
                  <a:cubicBezTo>
                    <a:pt x="16550" y="2787"/>
                    <a:pt x="16205" y="2965"/>
                    <a:pt x="15824" y="3144"/>
                  </a:cubicBezTo>
                  <a:cubicBezTo>
                    <a:pt x="15360" y="3346"/>
                    <a:pt x="14895" y="3560"/>
                    <a:pt x="14455" y="3751"/>
                  </a:cubicBezTo>
                  <a:cubicBezTo>
                    <a:pt x="14002" y="3941"/>
                    <a:pt x="13574" y="4108"/>
                    <a:pt x="13133" y="4287"/>
                  </a:cubicBezTo>
                  <a:cubicBezTo>
                    <a:pt x="12788" y="4418"/>
                    <a:pt x="12454" y="4549"/>
                    <a:pt x="12097" y="4703"/>
                  </a:cubicBezTo>
                  <a:cubicBezTo>
                    <a:pt x="11740" y="4846"/>
                    <a:pt x="11371" y="5001"/>
                    <a:pt x="11014" y="5180"/>
                  </a:cubicBezTo>
                  <a:cubicBezTo>
                    <a:pt x="10454" y="5465"/>
                    <a:pt x="9871" y="5739"/>
                    <a:pt x="9335" y="6061"/>
                  </a:cubicBezTo>
                  <a:cubicBezTo>
                    <a:pt x="8799" y="6370"/>
                    <a:pt x="8323" y="6680"/>
                    <a:pt x="7811" y="7025"/>
                  </a:cubicBezTo>
                  <a:cubicBezTo>
                    <a:pt x="7430" y="7275"/>
                    <a:pt x="7061" y="7525"/>
                    <a:pt x="6680" y="7799"/>
                  </a:cubicBezTo>
                  <a:cubicBezTo>
                    <a:pt x="6299" y="8061"/>
                    <a:pt x="5906" y="8359"/>
                    <a:pt x="5525" y="8644"/>
                  </a:cubicBezTo>
                  <a:cubicBezTo>
                    <a:pt x="5192" y="8871"/>
                    <a:pt x="4870" y="9109"/>
                    <a:pt x="4537" y="9335"/>
                  </a:cubicBezTo>
                  <a:cubicBezTo>
                    <a:pt x="4120" y="9609"/>
                    <a:pt x="3703" y="9883"/>
                    <a:pt x="3287" y="10145"/>
                  </a:cubicBezTo>
                  <a:cubicBezTo>
                    <a:pt x="2977" y="10347"/>
                    <a:pt x="2679" y="10538"/>
                    <a:pt x="2358" y="10728"/>
                  </a:cubicBezTo>
                  <a:cubicBezTo>
                    <a:pt x="2025" y="10942"/>
                    <a:pt x="1644" y="11157"/>
                    <a:pt x="1310" y="11371"/>
                  </a:cubicBezTo>
                  <a:cubicBezTo>
                    <a:pt x="989" y="11573"/>
                    <a:pt x="655" y="11776"/>
                    <a:pt x="334" y="11966"/>
                  </a:cubicBezTo>
                  <a:cubicBezTo>
                    <a:pt x="227" y="12026"/>
                    <a:pt x="108" y="12097"/>
                    <a:pt x="12" y="12157"/>
                  </a:cubicBezTo>
                  <a:cubicBezTo>
                    <a:pt x="1" y="12169"/>
                    <a:pt x="12" y="12192"/>
                    <a:pt x="36" y="12204"/>
                  </a:cubicBezTo>
                  <a:cubicBezTo>
                    <a:pt x="38" y="12207"/>
                    <a:pt x="42" y="12208"/>
                    <a:pt x="47" y="12208"/>
                  </a:cubicBezTo>
                  <a:cubicBezTo>
                    <a:pt x="70" y="12208"/>
                    <a:pt x="116" y="12188"/>
                    <a:pt x="155" y="12169"/>
                  </a:cubicBezTo>
                  <a:cubicBezTo>
                    <a:pt x="810" y="11800"/>
                    <a:pt x="1548" y="11430"/>
                    <a:pt x="2215" y="11145"/>
                  </a:cubicBezTo>
                  <a:cubicBezTo>
                    <a:pt x="2906" y="10859"/>
                    <a:pt x="3584" y="10585"/>
                    <a:pt x="4215" y="10323"/>
                  </a:cubicBezTo>
                  <a:cubicBezTo>
                    <a:pt x="4858" y="10073"/>
                    <a:pt x="5418" y="9895"/>
                    <a:pt x="6013" y="9656"/>
                  </a:cubicBezTo>
                  <a:cubicBezTo>
                    <a:pt x="6478" y="9478"/>
                    <a:pt x="6954" y="9275"/>
                    <a:pt x="7371" y="9073"/>
                  </a:cubicBezTo>
                  <a:cubicBezTo>
                    <a:pt x="7799" y="8894"/>
                    <a:pt x="8133" y="8752"/>
                    <a:pt x="8525" y="8573"/>
                  </a:cubicBezTo>
                  <a:cubicBezTo>
                    <a:pt x="8930" y="8394"/>
                    <a:pt x="9335" y="8204"/>
                    <a:pt x="9752" y="8025"/>
                  </a:cubicBezTo>
                  <a:cubicBezTo>
                    <a:pt x="10240" y="7799"/>
                    <a:pt x="10728" y="7573"/>
                    <a:pt x="11204" y="7347"/>
                  </a:cubicBezTo>
                  <a:cubicBezTo>
                    <a:pt x="11466" y="7228"/>
                    <a:pt x="11728" y="7097"/>
                    <a:pt x="11978" y="6978"/>
                  </a:cubicBezTo>
                  <a:cubicBezTo>
                    <a:pt x="12490" y="6728"/>
                    <a:pt x="13038" y="6454"/>
                    <a:pt x="13526" y="6239"/>
                  </a:cubicBezTo>
                  <a:cubicBezTo>
                    <a:pt x="14026" y="6013"/>
                    <a:pt x="14479" y="5799"/>
                    <a:pt x="14955" y="5608"/>
                  </a:cubicBezTo>
                  <a:cubicBezTo>
                    <a:pt x="15586" y="5346"/>
                    <a:pt x="16181" y="5084"/>
                    <a:pt x="16800" y="4846"/>
                  </a:cubicBezTo>
                  <a:cubicBezTo>
                    <a:pt x="17562" y="4549"/>
                    <a:pt x="18324" y="4287"/>
                    <a:pt x="19086" y="4001"/>
                  </a:cubicBezTo>
                  <a:cubicBezTo>
                    <a:pt x="20277" y="3572"/>
                    <a:pt x="21468" y="3156"/>
                    <a:pt x="22634" y="2703"/>
                  </a:cubicBezTo>
                  <a:cubicBezTo>
                    <a:pt x="23230" y="2489"/>
                    <a:pt x="23813" y="2227"/>
                    <a:pt x="24396" y="1965"/>
                  </a:cubicBezTo>
                  <a:cubicBezTo>
                    <a:pt x="24694" y="1834"/>
                    <a:pt x="24944" y="1667"/>
                    <a:pt x="25230" y="1513"/>
                  </a:cubicBezTo>
                  <a:cubicBezTo>
                    <a:pt x="25313" y="1477"/>
                    <a:pt x="25373" y="1394"/>
                    <a:pt x="25361" y="1298"/>
                  </a:cubicBezTo>
                  <a:lnTo>
                    <a:pt x="25361" y="1298"/>
                  </a:lnTo>
                  <a:cubicBezTo>
                    <a:pt x="25099" y="1548"/>
                    <a:pt x="24766" y="1679"/>
                    <a:pt x="24456" y="1846"/>
                  </a:cubicBezTo>
                  <a:cubicBezTo>
                    <a:pt x="23515" y="2287"/>
                    <a:pt x="22575" y="2644"/>
                    <a:pt x="21598" y="3001"/>
                  </a:cubicBezTo>
                  <a:cubicBezTo>
                    <a:pt x="20491" y="3406"/>
                    <a:pt x="19396" y="3799"/>
                    <a:pt x="18312" y="4192"/>
                  </a:cubicBezTo>
                  <a:cubicBezTo>
                    <a:pt x="17622" y="4453"/>
                    <a:pt x="16943" y="4715"/>
                    <a:pt x="16264" y="4989"/>
                  </a:cubicBezTo>
                  <a:cubicBezTo>
                    <a:pt x="15705" y="5204"/>
                    <a:pt x="15157" y="5430"/>
                    <a:pt x="14598" y="5668"/>
                  </a:cubicBezTo>
                  <a:cubicBezTo>
                    <a:pt x="14240" y="5823"/>
                    <a:pt x="13883" y="6001"/>
                    <a:pt x="13526" y="6156"/>
                  </a:cubicBezTo>
                  <a:cubicBezTo>
                    <a:pt x="13038" y="6382"/>
                    <a:pt x="12550" y="6620"/>
                    <a:pt x="12073" y="6847"/>
                  </a:cubicBezTo>
                  <a:cubicBezTo>
                    <a:pt x="11800" y="6978"/>
                    <a:pt x="11550" y="7097"/>
                    <a:pt x="11264" y="7228"/>
                  </a:cubicBezTo>
                  <a:cubicBezTo>
                    <a:pt x="10764" y="7466"/>
                    <a:pt x="10299" y="7704"/>
                    <a:pt x="9764" y="7942"/>
                  </a:cubicBezTo>
                  <a:cubicBezTo>
                    <a:pt x="9228" y="8180"/>
                    <a:pt x="8633" y="8454"/>
                    <a:pt x="8073" y="8704"/>
                  </a:cubicBezTo>
                  <a:cubicBezTo>
                    <a:pt x="7692" y="8871"/>
                    <a:pt x="7359" y="9037"/>
                    <a:pt x="6954" y="9192"/>
                  </a:cubicBezTo>
                  <a:cubicBezTo>
                    <a:pt x="6549" y="9371"/>
                    <a:pt x="6120" y="9537"/>
                    <a:pt x="5668" y="9716"/>
                  </a:cubicBezTo>
                  <a:cubicBezTo>
                    <a:pt x="5227" y="9895"/>
                    <a:pt x="4656" y="10109"/>
                    <a:pt x="4180" y="10288"/>
                  </a:cubicBezTo>
                  <a:lnTo>
                    <a:pt x="2799" y="10823"/>
                  </a:lnTo>
                  <a:cubicBezTo>
                    <a:pt x="2441" y="10966"/>
                    <a:pt x="2072" y="11133"/>
                    <a:pt x="1727" y="11276"/>
                  </a:cubicBezTo>
                  <a:cubicBezTo>
                    <a:pt x="1656" y="11311"/>
                    <a:pt x="1560" y="11371"/>
                    <a:pt x="1536" y="11371"/>
                  </a:cubicBezTo>
                  <a:cubicBezTo>
                    <a:pt x="1513" y="11335"/>
                    <a:pt x="1513" y="11311"/>
                    <a:pt x="1536" y="11300"/>
                  </a:cubicBezTo>
                  <a:cubicBezTo>
                    <a:pt x="1846" y="11097"/>
                    <a:pt x="2179" y="10907"/>
                    <a:pt x="2501" y="10704"/>
                  </a:cubicBezTo>
                  <a:cubicBezTo>
                    <a:pt x="2834" y="10490"/>
                    <a:pt x="3215" y="10252"/>
                    <a:pt x="3525" y="10049"/>
                  </a:cubicBezTo>
                  <a:cubicBezTo>
                    <a:pt x="3846" y="9847"/>
                    <a:pt x="4084" y="9692"/>
                    <a:pt x="4358" y="9514"/>
                  </a:cubicBezTo>
                  <a:cubicBezTo>
                    <a:pt x="4739" y="9264"/>
                    <a:pt x="5049" y="9061"/>
                    <a:pt x="5418" y="8799"/>
                  </a:cubicBezTo>
                  <a:cubicBezTo>
                    <a:pt x="5787" y="8525"/>
                    <a:pt x="6228" y="8216"/>
                    <a:pt x="6597" y="7942"/>
                  </a:cubicBezTo>
                  <a:cubicBezTo>
                    <a:pt x="6978" y="7680"/>
                    <a:pt x="7359" y="7394"/>
                    <a:pt x="7740" y="7144"/>
                  </a:cubicBezTo>
                  <a:cubicBezTo>
                    <a:pt x="8049" y="6930"/>
                    <a:pt x="8383" y="6716"/>
                    <a:pt x="8704" y="6513"/>
                  </a:cubicBezTo>
                  <a:cubicBezTo>
                    <a:pt x="9478" y="6037"/>
                    <a:pt x="10276" y="5585"/>
                    <a:pt x="11109" y="5204"/>
                  </a:cubicBezTo>
                  <a:cubicBezTo>
                    <a:pt x="11704" y="4942"/>
                    <a:pt x="12335" y="4703"/>
                    <a:pt x="12919" y="4465"/>
                  </a:cubicBezTo>
                  <a:cubicBezTo>
                    <a:pt x="13502" y="4227"/>
                    <a:pt x="14050" y="4013"/>
                    <a:pt x="14598" y="3763"/>
                  </a:cubicBezTo>
                  <a:cubicBezTo>
                    <a:pt x="15336" y="3441"/>
                    <a:pt x="16014" y="3096"/>
                    <a:pt x="16741" y="2763"/>
                  </a:cubicBezTo>
                  <a:cubicBezTo>
                    <a:pt x="17372" y="2489"/>
                    <a:pt x="17979" y="2203"/>
                    <a:pt x="18610" y="1929"/>
                  </a:cubicBezTo>
                  <a:cubicBezTo>
                    <a:pt x="19467" y="1560"/>
                    <a:pt x="20348" y="1191"/>
                    <a:pt x="21206" y="834"/>
                  </a:cubicBezTo>
                  <a:cubicBezTo>
                    <a:pt x="22003" y="501"/>
                    <a:pt x="22813" y="286"/>
                    <a:pt x="23646" y="131"/>
                  </a:cubicBezTo>
                  <a:cubicBezTo>
                    <a:pt x="23765" y="120"/>
                    <a:pt x="23908" y="84"/>
                    <a:pt x="23992" y="72"/>
                  </a:cubicBezTo>
                  <a:cubicBezTo>
                    <a:pt x="24087" y="48"/>
                    <a:pt x="24111" y="24"/>
                    <a:pt x="24182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6"/>
            <p:cNvSpPr/>
            <p:nvPr/>
          </p:nvSpPr>
          <p:spPr>
            <a:xfrm>
              <a:off x="5032175" y="2294450"/>
              <a:ext cx="1144500" cy="1239975"/>
            </a:xfrm>
            <a:custGeom>
              <a:avLst/>
              <a:gdLst/>
              <a:ahLst/>
              <a:cxnLst/>
              <a:rect l="l" t="t" r="r" b="b"/>
              <a:pathLst>
                <a:path w="45780" h="49599" extrusionOk="0">
                  <a:moveTo>
                    <a:pt x="25010" y="177"/>
                  </a:moveTo>
                  <a:cubicBezTo>
                    <a:pt x="25106" y="177"/>
                    <a:pt x="25196" y="223"/>
                    <a:pt x="25265" y="323"/>
                  </a:cubicBezTo>
                  <a:cubicBezTo>
                    <a:pt x="25325" y="394"/>
                    <a:pt x="25384" y="466"/>
                    <a:pt x="25408" y="561"/>
                  </a:cubicBezTo>
                  <a:cubicBezTo>
                    <a:pt x="25444" y="752"/>
                    <a:pt x="25491" y="942"/>
                    <a:pt x="25503" y="1133"/>
                  </a:cubicBezTo>
                  <a:cubicBezTo>
                    <a:pt x="25539" y="1728"/>
                    <a:pt x="25539" y="2311"/>
                    <a:pt x="25551" y="2919"/>
                  </a:cubicBezTo>
                  <a:cubicBezTo>
                    <a:pt x="25563" y="3526"/>
                    <a:pt x="25587" y="4157"/>
                    <a:pt x="25610" y="4764"/>
                  </a:cubicBezTo>
                  <a:cubicBezTo>
                    <a:pt x="25670" y="6050"/>
                    <a:pt x="25718" y="7324"/>
                    <a:pt x="25610" y="8610"/>
                  </a:cubicBezTo>
                  <a:cubicBezTo>
                    <a:pt x="25479" y="10265"/>
                    <a:pt x="25265" y="11896"/>
                    <a:pt x="24765" y="13491"/>
                  </a:cubicBezTo>
                  <a:cubicBezTo>
                    <a:pt x="23765" y="16658"/>
                    <a:pt x="22396" y="19587"/>
                    <a:pt x="20598" y="22373"/>
                  </a:cubicBezTo>
                  <a:cubicBezTo>
                    <a:pt x="19836" y="23540"/>
                    <a:pt x="18967" y="24624"/>
                    <a:pt x="18181" y="25767"/>
                  </a:cubicBezTo>
                  <a:cubicBezTo>
                    <a:pt x="17812" y="26338"/>
                    <a:pt x="17395" y="26850"/>
                    <a:pt x="17074" y="27445"/>
                  </a:cubicBezTo>
                  <a:cubicBezTo>
                    <a:pt x="17050" y="27481"/>
                    <a:pt x="17014" y="27529"/>
                    <a:pt x="16978" y="27541"/>
                  </a:cubicBezTo>
                  <a:cubicBezTo>
                    <a:pt x="16973" y="27546"/>
                    <a:pt x="16969" y="27548"/>
                    <a:pt x="16964" y="27548"/>
                  </a:cubicBezTo>
                  <a:cubicBezTo>
                    <a:pt x="16959" y="27548"/>
                    <a:pt x="16955" y="27543"/>
                    <a:pt x="16955" y="27529"/>
                  </a:cubicBezTo>
                  <a:cubicBezTo>
                    <a:pt x="16966" y="27493"/>
                    <a:pt x="16990" y="27410"/>
                    <a:pt x="17014" y="27326"/>
                  </a:cubicBezTo>
                  <a:cubicBezTo>
                    <a:pt x="17109" y="26910"/>
                    <a:pt x="17264" y="26493"/>
                    <a:pt x="17347" y="26064"/>
                  </a:cubicBezTo>
                  <a:cubicBezTo>
                    <a:pt x="17681" y="24552"/>
                    <a:pt x="17990" y="23028"/>
                    <a:pt x="18300" y="21492"/>
                  </a:cubicBezTo>
                  <a:cubicBezTo>
                    <a:pt x="18871" y="18694"/>
                    <a:pt x="19431" y="15884"/>
                    <a:pt x="19991" y="13075"/>
                  </a:cubicBezTo>
                  <a:cubicBezTo>
                    <a:pt x="20312" y="11420"/>
                    <a:pt x="20669" y="9788"/>
                    <a:pt x="21181" y="8193"/>
                  </a:cubicBezTo>
                  <a:cubicBezTo>
                    <a:pt x="21503" y="7193"/>
                    <a:pt x="21848" y="6193"/>
                    <a:pt x="22193" y="5205"/>
                  </a:cubicBezTo>
                  <a:cubicBezTo>
                    <a:pt x="22658" y="3811"/>
                    <a:pt x="23253" y="2502"/>
                    <a:pt x="23991" y="1240"/>
                  </a:cubicBezTo>
                  <a:cubicBezTo>
                    <a:pt x="24134" y="978"/>
                    <a:pt x="24313" y="716"/>
                    <a:pt x="24515" y="478"/>
                  </a:cubicBezTo>
                  <a:cubicBezTo>
                    <a:pt x="24598" y="359"/>
                    <a:pt x="24706" y="287"/>
                    <a:pt x="24848" y="216"/>
                  </a:cubicBezTo>
                  <a:cubicBezTo>
                    <a:pt x="24903" y="191"/>
                    <a:pt x="24957" y="177"/>
                    <a:pt x="25010" y="177"/>
                  </a:cubicBezTo>
                  <a:close/>
                  <a:moveTo>
                    <a:pt x="44363" y="16944"/>
                  </a:moveTo>
                  <a:cubicBezTo>
                    <a:pt x="44601" y="16944"/>
                    <a:pt x="44839" y="16980"/>
                    <a:pt x="45065" y="17075"/>
                  </a:cubicBezTo>
                  <a:cubicBezTo>
                    <a:pt x="45506" y="17266"/>
                    <a:pt x="45625" y="17599"/>
                    <a:pt x="45434" y="18039"/>
                  </a:cubicBezTo>
                  <a:cubicBezTo>
                    <a:pt x="45363" y="18218"/>
                    <a:pt x="45244" y="18385"/>
                    <a:pt x="45113" y="18516"/>
                  </a:cubicBezTo>
                  <a:cubicBezTo>
                    <a:pt x="44851" y="18754"/>
                    <a:pt x="44613" y="18992"/>
                    <a:pt x="44339" y="19206"/>
                  </a:cubicBezTo>
                  <a:cubicBezTo>
                    <a:pt x="43470" y="19873"/>
                    <a:pt x="42553" y="20409"/>
                    <a:pt x="41517" y="20790"/>
                  </a:cubicBezTo>
                  <a:cubicBezTo>
                    <a:pt x="40862" y="21052"/>
                    <a:pt x="40184" y="21230"/>
                    <a:pt x="39517" y="21433"/>
                  </a:cubicBezTo>
                  <a:cubicBezTo>
                    <a:pt x="38457" y="21778"/>
                    <a:pt x="37445" y="22254"/>
                    <a:pt x="36433" y="22719"/>
                  </a:cubicBezTo>
                  <a:cubicBezTo>
                    <a:pt x="35766" y="23016"/>
                    <a:pt x="35076" y="23314"/>
                    <a:pt x="34433" y="23576"/>
                  </a:cubicBezTo>
                  <a:cubicBezTo>
                    <a:pt x="33790" y="23862"/>
                    <a:pt x="33183" y="24100"/>
                    <a:pt x="32564" y="24374"/>
                  </a:cubicBezTo>
                  <a:cubicBezTo>
                    <a:pt x="32028" y="24588"/>
                    <a:pt x="31504" y="24826"/>
                    <a:pt x="30968" y="25040"/>
                  </a:cubicBezTo>
                  <a:cubicBezTo>
                    <a:pt x="30182" y="25338"/>
                    <a:pt x="29420" y="25636"/>
                    <a:pt x="28635" y="25898"/>
                  </a:cubicBezTo>
                  <a:cubicBezTo>
                    <a:pt x="27301" y="26350"/>
                    <a:pt x="25968" y="26767"/>
                    <a:pt x="24610" y="27172"/>
                  </a:cubicBezTo>
                  <a:cubicBezTo>
                    <a:pt x="24217" y="27291"/>
                    <a:pt x="23789" y="27374"/>
                    <a:pt x="23408" y="27541"/>
                  </a:cubicBezTo>
                  <a:cubicBezTo>
                    <a:pt x="22562" y="27898"/>
                    <a:pt x="21717" y="28267"/>
                    <a:pt x="20860" y="28636"/>
                  </a:cubicBezTo>
                  <a:cubicBezTo>
                    <a:pt x="20753" y="28684"/>
                    <a:pt x="20657" y="28731"/>
                    <a:pt x="20586" y="28791"/>
                  </a:cubicBezTo>
                  <a:cubicBezTo>
                    <a:pt x="20586" y="28791"/>
                    <a:pt x="20550" y="28755"/>
                    <a:pt x="20562" y="28755"/>
                  </a:cubicBezTo>
                  <a:cubicBezTo>
                    <a:pt x="20979" y="28434"/>
                    <a:pt x="21431" y="28100"/>
                    <a:pt x="21860" y="27779"/>
                  </a:cubicBezTo>
                  <a:cubicBezTo>
                    <a:pt x="22979" y="26898"/>
                    <a:pt x="24003" y="25921"/>
                    <a:pt x="25003" y="24909"/>
                  </a:cubicBezTo>
                  <a:cubicBezTo>
                    <a:pt x="26194" y="23683"/>
                    <a:pt x="27349" y="22528"/>
                    <a:pt x="28766" y="21576"/>
                  </a:cubicBezTo>
                  <a:cubicBezTo>
                    <a:pt x="29778" y="20885"/>
                    <a:pt x="30802" y="20337"/>
                    <a:pt x="31933" y="19861"/>
                  </a:cubicBezTo>
                  <a:cubicBezTo>
                    <a:pt x="33064" y="19373"/>
                    <a:pt x="34278" y="19004"/>
                    <a:pt x="35481" y="18730"/>
                  </a:cubicBezTo>
                  <a:cubicBezTo>
                    <a:pt x="37029" y="18385"/>
                    <a:pt x="38576" y="18063"/>
                    <a:pt x="40124" y="17718"/>
                  </a:cubicBezTo>
                  <a:cubicBezTo>
                    <a:pt x="41160" y="17480"/>
                    <a:pt x="42232" y="17254"/>
                    <a:pt x="43291" y="17051"/>
                  </a:cubicBezTo>
                  <a:cubicBezTo>
                    <a:pt x="43648" y="16968"/>
                    <a:pt x="44006" y="16944"/>
                    <a:pt x="44363" y="16944"/>
                  </a:cubicBezTo>
                  <a:close/>
                  <a:moveTo>
                    <a:pt x="33085" y="31932"/>
                  </a:moveTo>
                  <a:cubicBezTo>
                    <a:pt x="34703" y="31932"/>
                    <a:pt x="36322" y="32075"/>
                    <a:pt x="37945" y="32327"/>
                  </a:cubicBezTo>
                  <a:cubicBezTo>
                    <a:pt x="39303" y="32541"/>
                    <a:pt x="40672" y="32982"/>
                    <a:pt x="41970" y="33518"/>
                  </a:cubicBezTo>
                  <a:cubicBezTo>
                    <a:pt x="42470" y="33732"/>
                    <a:pt x="42994" y="33994"/>
                    <a:pt x="43458" y="34327"/>
                  </a:cubicBezTo>
                  <a:cubicBezTo>
                    <a:pt x="43625" y="34434"/>
                    <a:pt x="43756" y="34565"/>
                    <a:pt x="43887" y="34708"/>
                  </a:cubicBezTo>
                  <a:cubicBezTo>
                    <a:pt x="44017" y="34863"/>
                    <a:pt x="44017" y="35006"/>
                    <a:pt x="43839" y="35137"/>
                  </a:cubicBezTo>
                  <a:cubicBezTo>
                    <a:pt x="43744" y="35220"/>
                    <a:pt x="43625" y="35280"/>
                    <a:pt x="43506" y="35327"/>
                  </a:cubicBezTo>
                  <a:cubicBezTo>
                    <a:pt x="43267" y="35399"/>
                    <a:pt x="43029" y="35470"/>
                    <a:pt x="42767" y="35506"/>
                  </a:cubicBezTo>
                  <a:cubicBezTo>
                    <a:pt x="41982" y="35601"/>
                    <a:pt x="41196" y="35744"/>
                    <a:pt x="40410" y="35815"/>
                  </a:cubicBezTo>
                  <a:cubicBezTo>
                    <a:pt x="37775" y="36084"/>
                    <a:pt x="35125" y="36201"/>
                    <a:pt x="32483" y="36201"/>
                  </a:cubicBezTo>
                  <a:cubicBezTo>
                    <a:pt x="31723" y="36201"/>
                    <a:pt x="30964" y="36191"/>
                    <a:pt x="30206" y="36173"/>
                  </a:cubicBezTo>
                  <a:cubicBezTo>
                    <a:pt x="28808" y="36140"/>
                    <a:pt x="27421" y="36076"/>
                    <a:pt x="26015" y="36076"/>
                  </a:cubicBezTo>
                  <a:cubicBezTo>
                    <a:pt x="25900" y="36076"/>
                    <a:pt x="25785" y="36076"/>
                    <a:pt x="25670" y="36077"/>
                  </a:cubicBezTo>
                  <a:cubicBezTo>
                    <a:pt x="24027" y="36101"/>
                    <a:pt x="22431" y="36196"/>
                    <a:pt x="20824" y="36435"/>
                  </a:cubicBezTo>
                  <a:cubicBezTo>
                    <a:pt x="19693" y="36601"/>
                    <a:pt x="18586" y="36816"/>
                    <a:pt x="17467" y="36994"/>
                  </a:cubicBezTo>
                  <a:cubicBezTo>
                    <a:pt x="16966" y="37066"/>
                    <a:pt x="16490" y="37149"/>
                    <a:pt x="15990" y="37256"/>
                  </a:cubicBezTo>
                  <a:cubicBezTo>
                    <a:pt x="15978" y="37256"/>
                    <a:pt x="15966" y="37244"/>
                    <a:pt x="15978" y="37220"/>
                  </a:cubicBezTo>
                  <a:cubicBezTo>
                    <a:pt x="15990" y="37208"/>
                    <a:pt x="16038" y="37185"/>
                    <a:pt x="16074" y="37161"/>
                  </a:cubicBezTo>
                  <a:cubicBezTo>
                    <a:pt x="17598" y="36458"/>
                    <a:pt x="19050" y="35661"/>
                    <a:pt x="20574" y="34934"/>
                  </a:cubicBezTo>
                  <a:cubicBezTo>
                    <a:pt x="23420" y="33577"/>
                    <a:pt x="26313" y="32625"/>
                    <a:pt x="29468" y="32184"/>
                  </a:cubicBezTo>
                  <a:cubicBezTo>
                    <a:pt x="30673" y="32011"/>
                    <a:pt x="31879" y="31932"/>
                    <a:pt x="33085" y="31932"/>
                  </a:cubicBezTo>
                  <a:close/>
                  <a:moveTo>
                    <a:pt x="24998" y="1"/>
                  </a:moveTo>
                  <a:cubicBezTo>
                    <a:pt x="24899" y="1"/>
                    <a:pt x="24790" y="32"/>
                    <a:pt x="24670" y="97"/>
                  </a:cubicBezTo>
                  <a:cubicBezTo>
                    <a:pt x="24527" y="180"/>
                    <a:pt x="24396" y="311"/>
                    <a:pt x="24289" y="454"/>
                  </a:cubicBezTo>
                  <a:cubicBezTo>
                    <a:pt x="24110" y="692"/>
                    <a:pt x="23944" y="942"/>
                    <a:pt x="23801" y="1192"/>
                  </a:cubicBezTo>
                  <a:cubicBezTo>
                    <a:pt x="23086" y="2454"/>
                    <a:pt x="22467" y="3764"/>
                    <a:pt x="22015" y="5133"/>
                  </a:cubicBezTo>
                  <a:cubicBezTo>
                    <a:pt x="21574" y="6407"/>
                    <a:pt x="21157" y="7669"/>
                    <a:pt x="20765" y="8943"/>
                  </a:cubicBezTo>
                  <a:cubicBezTo>
                    <a:pt x="20384" y="10122"/>
                    <a:pt x="20134" y="11324"/>
                    <a:pt x="19895" y="12539"/>
                  </a:cubicBezTo>
                  <a:cubicBezTo>
                    <a:pt x="19312" y="15432"/>
                    <a:pt x="18741" y="18349"/>
                    <a:pt x="18157" y="21254"/>
                  </a:cubicBezTo>
                  <a:cubicBezTo>
                    <a:pt x="17859" y="22754"/>
                    <a:pt x="17574" y="24243"/>
                    <a:pt x="17228" y="25755"/>
                  </a:cubicBezTo>
                  <a:cubicBezTo>
                    <a:pt x="17050" y="26540"/>
                    <a:pt x="16847" y="27302"/>
                    <a:pt x="16550" y="28053"/>
                  </a:cubicBezTo>
                  <a:cubicBezTo>
                    <a:pt x="15764" y="30100"/>
                    <a:pt x="14633" y="31732"/>
                    <a:pt x="13026" y="33208"/>
                  </a:cubicBezTo>
                  <a:cubicBezTo>
                    <a:pt x="12371" y="33803"/>
                    <a:pt x="11692" y="34339"/>
                    <a:pt x="11061" y="34934"/>
                  </a:cubicBezTo>
                  <a:cubicBezTo>
                    <a:pt x="9668" y="36232"/>
                    <a:pt x="8394" y="37554"/>
                    <a:pt x="7251" y="39066"/>
                  </a:cubicBezTo>
                  <a:cubicBezTo>
                    <a:pt x="5775" y="40995"/>
                    <a:pt x="4489" y="43031"/>
                    <a:pt x="2917" y="44888"/>
                  </a:cubicBezTo>
                  <a:cubicBezTo>
                    <a:pt x="1810" y="46186"/>
                    <a:pt x="881" y="47579"/>
                    <a:pt x="143" y="49127"/>
                  </a:cubicBezTo>
                  <a:cubicBezTo>
                    <a:pt x="107" y="49222"/>
                    <a:pt x="60" y="49341"/>
                    <a:pt x="24" y="49412"/>
                  </a:cubicBezTo>
                  <a:cubicBezTo>
                    <a:pt x="0" y="49508"/>
                    <a:pt x="12" y="49519"/>
                    <a:pt x="0" y="49591"/>
                  </a:cubicBezTo>
                  <a:cubicBezTo>
                    <a:pt x="18" y="49596"/>
                    <a:pt x="34" y="49599"/>
                    <a:pt x="49" y="49599"/>
                  </a:cubicBezTo>
                  <a:cubicBezTo>
                    <a:pt x="133" y="49599"/>
                    <a:pt x="170" y="49521"/>
                    <a:pt x="191" y="49460"/>
                  </a:cubicBezTo>
                  <a:cubicBezTo>
                    <a:pt x="381" y="49055"/>
                    <a:pt x="548" y="48674"/>
                    <a:pt x="762" y="48281"/>
                  </a:cubicBezTo>
                  <a:cubicBezTo>
                    <a:pt x="1596" y="46745"/>
                    <a:pt x="2691" y="45471"/>
                    <a:pt x="3774" y="44126"/>
                  </a:cubicBezTo>
                  <a:cubicBezTo>
                    <a:pt x="4941" y="42697"/>
                    <a:pt x="5894" y="41185"/>
                    <a:pt x="6977" y="39709"/>
                  </a:cubicBezTo>
                  <a:cubicBezTo>
                    <a:pt x="7013" y="39661"/>
                    <a:pt x="7037" y="39602"/>
                    <a:pt x="7084" y="39578"/>
                  </a:cubicBezTo>
                  <a:cubicBezTo>
                    <a:pt x="7144" y="39542"/>
                    <a:pt x="7203" y="39542"/>
                    <a:pt x="7263" y="39542"/>
                  </a:cubicBezTo>
                  <a:cubicBezTo>
                    <a:pt x="8680" y="39506"/>
                    <a:pt x="10025" y="39268"/>
                    <a:pt x="11382" y="38875"/>
                  </a:cubicBezTo>
                  <a:cubicBezTo>
                    <a:pt x="12406" y="38578"/>
                    <a:pt x="13359" y="38220"/>
                    <a:pt x="14359" y="37863"/>
                  </a:cubicBezTo>
                  <a:cubicBezTo>
                    <a:pt x="15121" y="37601"/>
                    <a:pt x="15859" y="37399"/>
                    <a:pt x="16669" y="37268"/>
                  </a:cubicBezTo>
                  <a:cubicBezTo>
                    <a:pt x="18026" y="37066"/>
                    <a:pt x="19372" y="36827"/>
                    <a:pt x="20741" y="36613"/>
                  </a:cubicBezTo>
                  <a:cubicBezTo>
                    <a:pt x="21669" y="36470"/>
                    <a:pt x="22610" y="36351"/>
                    <a:pt x="23563" y="36304"/>
                  </a:cubicBezTo>
                  <a:cubicBezTo>
                    <a:pt x="24417" y="36257"/>
                    <a:pt x="25270" y="36240"/>
                    <a:pt x="26125" y="36240"/>
                  </a:cubicBezTo>
                  <a:cubicBezTo>
                    <a:pt x="27247" y="36240"/>
                    <a:pt x="28374" y="36270"/>
                    <a:pt x="29516" y="36304"/>
                  </a:cubicBezTo>
                  <a:cubicBezTo>
                    <a:pt x="30482" y="36331"/>
                    <a:pt x="31453" y="36345"/>
                    <a:pt x="32426" y="36345"/>
                  </a:cubicBezTo>
                  <a:cubicBezTo>
                    <a:pt x="34417" y="36345"/>
                    <a:pt x="36419" y="36285"/>
                    <a:pt x="38410" y="36149"/>
                  </a:cubicBezTo>
                  <a:cubicBezTo>
                    <a:pt x="39838" y="36065"/>
                    <a:pt x="41303" y="35875"/>
                    <a:pt x="42708" y="35661"/>
                  </a:cubicBezTo>
                  <a:cubicBezTo>
                    <a:pt x="42982" y="35637"/>
                    <a:pt x="43232" y="35553"/>
                    <a:pt x="43482" y="35482"/>
                  </a:cubicBezTo>
                  <a:cubicBezTo>
                    <a:pt x="43636" y="35434"/>
                    <a:pt x="43803" y="35375"/>
                    <a:pt x="43922" y="35292"/>
                  </a:cubicBezTo>
                  <a:cubicBezTo>
                    <a:pt x="44196" y="35077"/>
                    <a:pt x="44232" y="34827"/>
                    <a:pt x="43994" y="34565"/>
                  </a:cubicBezTo>
                  <a:cubicBezTo>
                    <a:pt x="43756" y="34291"/>
                    <a:pt x="43446" y="34041"/>
                    <a:pt x="43113" y="33875"/>
                  </a:cubicBezTo>
                  <a:cubicBezTo>
                    <a:pt x="42053" y="33327"/>
                    <a:pt x="40946" y="32791"/>
                    <a:pt x="39791" y="32541"/>
                  </a:cubicBezTo>
                  <a:cubicBezTo>
                    <a:pt x="37537" y="32030"/>
                    <a:pt x="35327" y="31777"/>
                    <a:pt x="33117" y="31777"/>
                  </a:cubicBezTo>
                  <a:cubicBezTo>
                    <a:pt x="31056" y="31777"/>
                    <a:pt x="28994" y="31997"/>
                    <a:pt x="26896" y="32434"/>
                  </a:cubicBezTo>
                  <a:cubicBezTo>
                    <a:pt x="24551" y="32922"/>
                    <a:pt x="22455" y="33815"/>
                    <a:pt x="20348" y="34815"/>
                  </a:cubicBezTo>
                  <a:cubicBezTo>
                    <a:pt x="18812" y="35530"/>
                    <a:pt x="17371" y="36351"/>
                    <a:pt x="15847" y="37030"/>
                  </a:cubicBezTo>
                  <a:cubicBezTo>
                    <a:pt x="13823" y="37935"/>
                    <a:pt x="11859" y="38613"/>
                    <a:pt x="9716" y="39113"/>
                  </a:cubicBezTo>
                  <a:cubicBezTo>
                    <a:pt x="9037" y="39280"/>
                    <a:pt x="8323" y="39340"/>
                    <a:pt x="7620" y="39363"/>
                  </a:cubicBezTo>
                  <a:cubicBezTo>
                    <a:pt x="7525" y="39363"/>
                    <a:pt x="7394" y="39352"/>
                    <a:pt x="7287" y="39352"/>
                  </a:cubicBezTo>
                  <a:cubicBezTo>
                    <a:pt x="7322" y="39292"/>
                    <a:pt x="7370" y="39209"/>
                    <a:pt x="7406" y="39161"/>
                  </a:cubicBezTo>
                  <a:cubicBezTo>
                    <a:pt x="8442" y="37851"/>
                    <a:pt x="9525" y="36625"/>
                    <a:pt x="10740" y="35494"/>
                  </a:cubicBezTo>
                  <a:cubicBezTo>
                    <a:pt x="11597" y="34708"/>
                    <a:pt x="12490" y="33946"/>
                    <a:pt x="13395" y="33267"/>
                  </a:cubicBezTo>
                  <a:cubicBezTo>
                    <a:pt x="14299" y="32577"/>
                    <a:pt x="15204" y="31958"/>
                    <a:pt x="16181" y="31362"/>
                  </a:cubicBezTo>
                  <a:cubicBezTo>
                    <a:pt x="17467" y="30553"/>
                    <a:pt x="18812" y="29827"/>
                    <a:pt x="20181" y="29148"/>
                  </a:cubicBezTo>
                  <a:cubicBezTo>
                    <a:pt x="21027" y="28707"/>
                    <a:pt x="21931" y="28350"/>
                    <a:pt x="22801" y="27957"/>
                  </a:cubicBezTo>
                  <a:cubicBezTo>
                    <a:pt x="23574" y="27600"/>
                    <a:pt x="24396" y="27422"/>
                    <a:pt x="25194" y="27183"/>
                  </a:cubicBezTo>
                  <a:cubicBezTo>
                    <a:pt x="26361" y="26838"/>
                    <a:pt x="27492" y="26469"/>
                    <a:pt x="28635" y="26076"/>
                  </a:cubicBezTo>
                  <a:cubicBezTo>
                    <a:pt x="29301" y="25850"/>
                    <a:pt x="29956" y="25600"/>
                    <a:pt x="30611" y="25350"/>
                  </a:cubicBezTo>
                  <a:cubicBezTo>
                    <a:pt x="31147" y="25159"/>
                    <a:pt x="31659" y="24933"/>
                    <a:pt x="32195" y="24707"/>
                  </a:cubicBezTo>
                  <a:cubicBezTo>
                    <a:pt x="32707" y="24481"/>
                    <a:pt x="33266" y="24243"/>
                    <a:pt x="33802" y="24028"/>
                  </a:cubicBezTo>
                  <a:cubicBezTo>
                    <a:pt x="34433" y="23754"/>
                    <a:pt x="35076" y="23492"/>
                    <a:pt x="35719" y="23207"/>
                  </a:cubicBezTo>
                  <a:cubicBezTo>
                    <a:pt x="36659" y="22790"/>
                    <a:pt x="37612" y="22338"/>
                    <a:pt x="38564" y="21945"/>
                  </a:cubicBezTo>
                  <a:cubicBezTo>
                    <a:pt x="39136" y="21707"/>
                    <a:pt x="39755" y="21540"/>
                    <a:pt x="40350" y="21361"/>
                  </a:cubicBezTo>
                  <a:cubicBezTo>
                    <a:pt x="41553" y="20992"/>
                    <a:pt x="42684" y="20492"/>
                    <a:pt x="43756" y="19813"/>
                  </a:cubicBezTo>
                  <a:cubicBezTo>
                    <a:pt x="44291" y="19456"/>
                    <a:pt x="44768" y="19063"/>
                    <a:pt x="45208" y="18623"/>
                  </a:cubicBezTo>
                  <a:cubicBezTo>
                    <a:pt x="45375" y="18444"/>
                    <a:pt x="45530" y="18266"/>
                    <a:pt x="45613" y="18028"/>
                  </a:cubicBezTo>
                  <a:cubicBezTo>
                    <a:pt x="45780" y="17563"/>
                    <a:pt x="45649" y="17182"/>
                    <a:pt x="45208" y="16944"/>
                  </a:cubicBezTo>
                  <a:cubicBezTo>
                    <a:pt x="44968" y="16802"/>
                    <a:pt x="44697" y="16740"/>
                    <a:pt x="44415" y="16740"/>
                  </a:cubicBezTo>
                  <a:cubicBezTo>
                    <a:pt x="44390" y="16740"/>
                    <a:pt x="44364" y="16741"/>
                    <a:pt x="44339" y="16742"/>
                  </a:cubicBezTo>
                  <a:cubicBezTo>
                    <a:pt x="43863" y="16777"/>
                    <a:pt x="43398" y="16825"/>
                    <a:pt x="42934" y="16908"/>
                  </a:cubicBezTo>
                  <a:cubicBezTo>
                    <a:pt x="40374" y="17444"/>
                    <a:pt x="37814" y="17968"/>
                    <a:pt x="35266" y="18575"/>
                  </a:cubicBezTo>
                  <a:cubicBezTo>
                    <a:pt x="34135" y="18849"/>
                    <a:pt x="33040" y="19182"/>
                    <a:pt x="31968" y="19635"/>
                  </a:cubicBezTo>
                  <a:cubicBezTo>
                    <a:pt x="30742" y="20147"/>
                    <a:pt x="29611" y="20754"/>
                    <a:pt x="28516" y="21516"/>
                  </a:cubicBezTo>
                  <a:cubicBezTo>
                    <a:pt x="27170" y="22421"/>
                    <a:pt x="26063" y="23552"/>
                    <a:pt x="24908" y="24707"/>
                  </a:cubicBezTo>
                  <a:cubicBezTo>
                    <a:pt x="23944" y="25695"/>
                    <a:pt x="22943" y="26671"/>
                    <a:pt x="21848" y="27541"/>
                  </a:cubicBezTo>
                  <a:cubicBezTo>
                    <a:pt x="20943" y="28255"/>
                    <a:pt x="19991" y="28922"/>
                    <a:pt x="18991" y="29517"/>
                  </a:cubicBezTo>
                  <a:cubicBezTo>
                    <a:pt x="18633" y="29719"/>
                    <a:pt x="18240" y="29922"/>
                    <a:pt x="17883" y="30124"/>
                  </a:cubicBezTo>
                  <a:cubicBezTo>
                    <a:pt x="16836" y="30755"/>
                    <a:pt x="15788" y="31398"/>
                    <a:pt x="14764" y="32065"/>
                  </a:cubicBezTo>
                  <a:cubicBezTo>
                    <a:pt x="14526" y="32232"/>
                    <a:pt x="14299" y="32386"/>
                    <a:pt x="14073" y="32541"/>
                  </a:cubicBezTo>
                  <a:cubicBezTo>
                    <a:pt x="14071" y="32543"/>
                    <a:pt x="14068" y="32544"/>
                    <a:pt x="14064" y="32544"/>
                  </a:cubicBezTo>
                  <a:cubicBezTo>
                    <a:pt x="14046" y="32544"/>
                    <a:pt x="14010" y="32521"/>
                    <a:pt x="13990" y="32482"/>
                  </a:cubicBezTo>
                  <a:cubicBezTo>
                    <a:pt x="14061" y="32398"/>
                    <a:pt x="14157" y="32315"/>
                    <a:pt x="14228" y="32220"/>
                  </a:cubicBezTo>
                  <a:cubicBezTo>
                    <a:pt x="15181" y="31184"/>
                    <a:pt x="15859" y="30053"/>
                    <a:pt x="16443" y="28755"/>
                  </a:cubicBezTo>
                  <a:cubicBezTo>
                    <a:pt x="16538" y="28553"/>
                    <a:pt x="16621" y="28350"/>
                    <a:pt x="16728" y="28160"/>
                  </a:cubicBezTo>
                  <a:cubicBezTo>
                    <a:pt x="17407" y="26957"/>
                    <a:pt x="18240" y="25874"/>
                    <a:pt x="19050" y="24755"/>
                  </a:cubicBezTo>
                  <a:cubicBezTo>
                    <a:pt x="20241" y="23100"/>
                    <a:pt x="21431" y="21468"/>
                    <a:pt x="22372" y="19635"/>
                  </a:cubicBezTo>
                  <a:cubicBezTo>
                    <a:pt x="23455" y="17539"/>
                    <a:pt x="24360" y="15408"/>
                    <a:pt x="24991" y="13110"/>
                  </a:cubicBezTo>
                  <a:cubicBezTo>
                    <a:pt x="25718" y="10455"/>
                    <a:pt x="25849" y="7752"/>
                    <a:pt x="25741" y="4990"/>
                  </a:cubicBezTo>
                  <a:cubicBezTo>
                    <a:pt x="25718" y="4216"/>
                    <a:pt x="25658" y="3442"/>
                    <a:pt x="25670" y="2668"/>
                  </a:cubicBezTo>
                  <a:cubicBezTo>
                    <a:pt x="25682" y="2121"/>
                    <a:pt x="25658" y="1585"/>
                    <a:pt x="25622" y="1025"/>
                  </a:cubicBezTo>
                  <a:cubicBezTo>
                    <a:pt x="25610" y="775"/>
                    <a:pt x="25563" y="525"/>
                    <a:pt x="25432" y="299"/>
                  </a:cubicBezTo>
                  <a:cubicBezTo>
                    <a:pt x="25318" y="101"/>
                    <a:pt x="25174" y="1"/>
                    <a:pt x="24998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6"/>
          <p:cNvSpPr txBox="1">
            <a:spLocks noGrp="1"/>
          </p:cNvSpPr>
          <p:nvPr>
            <p:ph type="title"/>
          </p:nvPr>
        </p:nvSpPr>
        <p:spPr>
          <a:xfrm>
            <a:off x="713225" y="441475"/>
            <a:ext cx="7717500" cy="60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>
            <a:spLocks noGrp="1"/>
          </p:cNvSpPr>
          <p:nvPr>
            <p:ph type="title"/>
          </p:nvPr>
        </p:nvSpPr>
        <p:spPr>
          <a:xfrm>
            <a:off x="2354100" y="1374688"/>
            <a:ext cx="4435800" cy="7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0" name="Google Shape;90;p9"/>
          <p:cNvSpPr txBox="1">
            <a:spLocks noGrp="1"/>
          </p:cNvSpPr>
          <p:nvPr>
            <p:ph type="subTitle" idx="1"/>
          </p:nvPr>
        </p:nvSpPr>
        <p:spPr>
          <a:xfrm>
            <a:off x="2354100" y="2095713"/>
            <a:ext cx="4435800" cy="152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pic>
        <p:nvPicPr>
          <p:cNvPr id="91" name="Google Shape;91;p9"/>
          <p:cNvPicPr preferRelativeResize="0"/>
          <p:nvPr/>
        </p:nvPicPr>
        <p:blipFill rotWithShape="1">
          <a:blip r:embed="rId2">
            <a:alphaModFix/>
          </a:blip>
          <a:srcRect l="36305" t="26731" r="30909" b="23776"/>
          <a:stretch/>
        </p:blipFill>
        <p:spPr>
          <a:xfrm>
            <a:off x="3227250" y="-1203125"/>
            <a:ext cx="2714400" cy="230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9"/>
          <p:cNvPicPr preferRelativeResize="0"/>
          <p:nvPr/>
        </p:nvPicPr>
        <p:blipFill rotWithShape="1">
          <a:blip r:embed="rId3">
            <a:alphaModFix amt="79000"/>
          </a:blip>
          <a:srcRect l="21247" t="43688" r="45967" b="20070"/>
          <a:stretch/>
        </p:blipFill>
        <p:spPr>
          <a:xfrm>
            <a:off x="-1497037" y="3574699"/>
            <a:ext cx="4598875" cy="285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9"/>
          <p:cNvPicPr preferRelativeResize="0"/>
          <p:nvPr/>
        </p:nvPicPr>
        <p:blipFill rotWithShape="1">
          <a:blip r:embed="rId4">
            <a:alphaModFix amt="63000"/>
          </a:blip>
          <a:srcRect l="17536" t="30943" r="20804" b="36495"/>
          <a:stretch/>
        </p:blipFill>
        <p:spPr>
          <a:xfrm rot="-2080542">
            <a:off x="6243271" y="4222303"/>
            <a:ext cx="4824681" cy="1433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9"/>
          <p:cNvPicPr preferRelativeResize="0"/>
          <p:nvPr/>
        </p:nvPicPr>
        <p:blipFill rotWithShape="1">
          <a:blip r:embed="rId5">
            <a:alphaModFix/>
          </a:blip>
          <a:srcRect l="28680" t="19555" r="23804" b="32703"/>
          <a:stretch/>
        </p:blipFill>
        <p:spPr>
          <a:xfrm rot="-10333804">
            <a:off x="4725602" y="258537"/>
            <a:ext cx="1650300" cy="932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9"/>
          <p:cNvPicPr preferRelativeResize="0"/>
          <p:nvPr/>
        </p:nvPicPr>
        <p:blipFill rotWithShape="1">
          <a:blip r:embed="rId6">
            <a:alphaModFix amt="76000"/>
          </a:blip>
          <a:srcRect l="37412" t="9009" r="30455" b="20771"/>
          <a:stretch/>
        </p:blipFill>
        <p:spPr>
          <a:xfrm>
            <a:off x="-708675" y="2282712"/>
            <a:ext cx="1834123" cy="2254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3"/>
          <p:cNvSpPr txBox="1">
            <a:spLocks noGrp="1"/>
          </p:cNvSpPr>
          <p:nvPr>
            <p:ph type="title"/>
          </p:nvPr>
        </p:nvSpPr>
        <p:spPr>
          <a:xfrm>
            <a:off x="713225" y="441475"/>
            <a:ext cx="7717500" cy="60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3"/>
          <p:cNvSpPr txBox="1">
            <a:spLocks noGrp="1"/>
          </p:cNvSpPr>
          <p:nvPr>
            <p:ph type="subTitle" idx="1"/>
          </p:nvPr>
        </p:nvSpPr>
        <p:spPr>
          <a:xfrm>
            <a:off x="1932925" y="1821799"/>
            <a:ext cx="23553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300">
                <a:latin typeface="Cantata One"/>
                <a:ea typeface="Cantata One"/>
                <a:cs typeface="Cantata One"/>
                <a:sym typeface="Cantat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subTitle" idx="2"/>
          </p:nvPr>
        </p:nvSpPr>
        <p:spPr>
          <a:xfrm>
            <a:off x="4855736" y="1821799"/>
            <a:ext cx="23553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300">
                <a:latin typeface="Cantata One"/>
                <a:ea typeface="Cantata One"/>
                <a:cs typeface="Cantata One"/>
                <a:sym typeface="Cantat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3"/>
          </p:nvPr>
        </p:nvSpPr>
        <p:spPr>
          <a:xfrm>
            <a:off x="713200" y="3412630"/>
            <a:ext cx="23553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300">
                <a:latin typeface="Cantata One"/>
                <a:ea typeface="Cantata One"/>
                <a:cs typeface="Cantata One"/>
                <a:sym typeface="Cantat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4"/>
          </p:nvPr>
        </p:nvSpPr>
        <p:spPr>
          <a:xfrm>
            <a:off x="3394325" y="3412628"/>
            <a:ext cx="23553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300">
                <a:latin typeface="Cantata One"/>
                <a:ea typeface="Cantata One"/>
                <a:cs typeface="Cantata One"/>
                <a:sym typeface="Cantat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5"/>
          </p:nvPr>
        </p:nvSpPr>
        <p:spPr>
          <a:xfrm>
            <a:off x="1932925" y="2138200"/>
            <a:ext cx="23553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6"/>
          </p:nvPr>
        </p:nvSpPr>
        <p:spPr>
          <a:xfrm>
            <a:off x="4855736" y="2138200"/>
            <a:ext cx="23553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ubTitle" idx="7"/>
          </p:nvPr>
        </p:nvSpPr>
        <p:spPr>
          <a:xfrm>
            <a:off x="713200" y="3731524"/>
            <a:ext cx="23553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8"/>
          </p:nvPr>
        </p:nvSpPr>
        <p:spPr>
          <a:xfrm>
            <a:off x="3394325" y="3731524"/>
            <a:ext cx="23553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13"/>
          <p:cNvSpPr txBox="1">
            <a:spLocks noGrp="1"/>
          </p:cNvSpPr>
          <p:nvPr>
            <p:ph type="title" idx="9" hasCustomPrompt="1"/>
          </p:nvPr>
        </p:nvSpPr>
        <p:spPr>
          <a:xfrm>
            <a:off x="2647075" y="1286124"/>
            <a:ext cx="9270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40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119" name="Google Shape;119;p13"/>
          <p:cNvSpPr txBox="1">
            <a:spLocks noGrp="1"/>
          </p:cNvSpPr>
          <p:nvPr>
            <p:ph type="title" idx="13" hasCustomPrompt="1"/>
          </p:nvPr>
        </p:nvSpPr>
        <p:spPr>
          <a:xfrm>
            <a:off x="5582402" y="1286124"/>
            <a:ext cx="9270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40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120" name="Google Shape;120;p13"/>
          <p:cNvSpPr txBox="1">
            <a:spLocks noGrp="1"/>
          </p:cNvSpPr>
          <p:nvPr>
            <p:ph type="title" idx="14" hasCustomPrompt="1"/>
          </p:nvPr>
        </p:nvSpPr>
        <p:spPr>
          <a:xfrm>
            <a:off x="1427350" y="2873912"/>
            <a:ext cx="9270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40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121" name="Google Shape;121;p13"/>
          <p:cNvSpPr txBox="1">
            <a:spLocks noGrp="1"/>
          </p:cNvSpPr>
          <p:nvPr>
            <p:ph type="title" idx="15" hasCustomPrompt="1"/>
          </p:nvPr>
        </p:nvSpPr>
        <p:spPr>
          <a:xfrm>
            <a:off x="4108475" y="2873912"/>
            <a:ext cx="9270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40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122" name="Google Shape;122;p13"/>
          <p:cNvSpPr txBox="1">
            <a:spLocks noGrp="1"/>
          </p:cNvSpPr>
          <p:nvPr>
            <p:ph type="subTitle" idx="16"/>
          </p:nvPr>
        </p:nvSpPr>
        <p:spPr>
          <a:xfrm>
            <a:off x="6075451" y="3395465"/>
            <a:ext cx="2355300" cy="48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300">
                <a:latin typeface="Cantata One"/>
                <a:ea typeface="Cantata One"/>
                <a:cs typeface="Cantata One"/>
                <a:sym typeface="Cantat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13"/>
          <p:cNvSpPr txBox="1">
            <a:spLocks noGrp="1"/>
          </p:cNvSpPr>
          <p:nvPr>
            <p:ph type="subTitle" idx="17"/>
          </p:nvPr>
        </p:nvSpPr>
        <p:spPr>
          <a:xfrm>
            <a:off x="6075450" y="3791836"/>
            <a:ext cx="23553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13"/>
          <p:cNvSpPr txBox="1">
            <a:spLocks noGrp="1"/>
          </p:cNvSpPr>
          <p:nvPr>
            <p:ph type="title" idx="18" hasCustomPrompt="1"/>
          </p:nvPr>
        </p:nvSpPr>
        <p:spPr>
          <a:xfrm>
            <a:off x="6771822" y="2906213"/>
            <a:ext cx="9627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40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pic>
        <p:nvPicPr>
          <p:cNvPr id="125" name="Google Shape;125;p13"/>
          <p:cNvPicPr preferRelativeResize="0"/>
          <p:nvPr/>
        </p:nvPicPr>
        <p:blipFill rotWithShape="1">
          <a:blip r:embed="rId2">
            <a:alphaModFix amt="68000"/>
          </a:blip>
          <a:srcRect l="2217" t="17852" r="9074" b="32321"/>
          <a:stretch/>
        </p:blipFill>
        <p:spPr>
          <a:xfrm>
            <a:off x="2354350" y="4608575"/>
            <a:ext cx="4291301" cy="13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6" name="Google Shape;126;p13"/>
          <p:cNvGrpSpPr/>
          <p:nvPr/>
        </p:nvGrpSpPr>
        <p:grpSpPr>
          <a:xfrm>
            <a:off x="7676453" y="3332494"/>
            <a:ext cx="2178441" cy="2360168"/>
            <a:chOff x="5032175" y="2294450"/>
            <a:chExt cx="1144500" cy="1239975"/>
          </a:xfrm>
        </p:grpSpPr>
        <p:sp>
          <p:nvSpPr>
            <p:cNvPr id="127" name="Google Shape;127;p13"/>
            <p:cNvSpPr/>
            <p:nvPr/>
          </p:nvSpPr>
          <p:spPr>
            <a:xfrm>
              <a:off x="5447100" y="2296850"/>
              <a:ext cx="224450" cy="701900"/>
            </a:xfrm>
            <a:custGeom>
              <a:avLst/>
              <a:gdLst/>
              <a:ahLst/>
              <a:cxnLst/>
              <a:rect l="l" t="t" r="r" b="b"/>
              <a:pathLst>
                <a:path w="8978" h="28076" extrusionOk="0">
                  <a:moveTo>
                    <a:pt x="8156" y="1"/>
                  </a:moveTo>
                  <a:cubicBezTo>
                    <a:pt x="8097" y="72"/>
                    <a:pt x="8013" y="144"/>
                    <a:pt x="7978" y="239"/>
                  </a:cubicBezTo>
                  <a:cubicBezTo>
                    <a:pt x="7775" y="537"/>
                    <a:pt x="7573" y="822"/>
                    <a:pt x="7382" y="1120"/>
                  </a:cubicBezTo>
                  <a:cubicBezTo>
                    <a:pt x="7144" y="1501"/>
                    <a:pt x="6977" y="1906"/>
                    <a:pt x="6858" y="2334"/>
                  </a:cubicBezTo>
                  <a:cubicBezTo>
                    <a:pt x="6561" y="3537"/>
                    <a:pt x="6251" y="4763"/>
                    <a:pt x="5954" y="5966"/>
                  </a:cubicBezTo>
                  <a:cubicBezTo>
                    <a:pt x="5299" y="8657"/>
                    <a:pt x="4644" y="11347"/>
                    <a:pt x="3965" y="14026"/>
                  </a:cubicBezTo>
                  <a:cubicBezTo>
                    <a:pt x="3358" y="16467"/>
                    <a:pt x="2751" y="18908"/>
                    <a:pt x="2108" y="21349"/>
                  </a:cubicBezTo>
                  <a:cubicBezTo>
                    <a:pt x="1679" y="22992"/>
                    <a:pt x="1262" y="24611"/>
                    <a:pt x="739" y="26218"/>
                  </a:cubicBezTo>
                  <a:cubicBezTo>
                    <a:pt x="548" y="26814"/>
                    <a:pt x="310" y="27397"/>
                    <a:pt x="36" y="27945"/>
                  </a:cubicBezTo>
                  <a:cubicBezTo>
                    <a:pt x="24" y="27992"/>
                    <a:pt x="0" y="28076"/>
                    <a:pt x="12" y="28076"/>
                  </a:cubicBezTo>
                  <a:cubicBezTo>
                    <a:pt x="24" y="28076"/>
                    <a:pt x="84" y="28004"/>
                    <a:pt x="119" y="27957"/>
                  </a:cubicBezTo>
                  <a:cubicBezTo>
                    <a:pt x="369" y="27528"/>
                    <a:pt x="631" y="27087"/>
                    <a:pt x="870" y="26623"/>
                  </a:cubicBezTo>
                  <a:cubicBezTo>
                    <a:pt x="1167" y="26028"/>
                    <a:pt x="1477" y="25432"/>
                    <a:pt x="1846" y="24861"/>
                  </a:cubicBezTo>
                  <a:cubicBezTo>
                    <a:pt x="1977" y="24659"/>
                    <a:pt x="2096" y="24444"/>
                    <a:pt x="2203" y="24206"/>
                  </a:cubicBezTo>
                  <a:cubicBezTo>
                    <a:pt x="2525" y="23420"/>
                    <a:pt x="2953" y="22706"/>
                    <a:pt x="3406" y="21992"/>
                  </a:cubicBezTo>
                  <a:cubicBezTo>
                    <a:pt x="4501" y="20241"/>
                    <a:pt x="5561" y="18467"/>
                    <a:pt x="6501" y="16622"/>
                  </a:cubicBezTo>
                  <a:cubicBezTo>
                    <a:pt x="7347" y="14943"/>
                    <a:pt x="7930" y="13193"/>
                    <a:pt x="8287" y="11347"/>
                  </a:cubicBezTo>
                  <a:cubicBezTo>
                    <a:pt x="8609" y="9681"/>
                    <a:pt x="8692" y="8026"/>
                    <a:pt x="8751" y="6323"/>
                  </a:cubicBezTo>
                  <a:lnTo>
                    <a:pt x="8882" y="3465"/>
                  </a:lnTo>
                  <a:cubicBezTo>
                    <a:pt x="8930" y="2632"/>
                    <a:pt x="8942" y="1799"/>
                    <a:pt x="8966" y="953"/>
                  </a:cubicBezTo>
                  <a:cubicBezTo>
                    <a:pt x="8966" y="787"/>
                    <a:pt x="8978" y="596"/>
                    <a:pt x="8894" y="441"/>
                  </a:cubicBezTo>
                  <a:lnTo>
                    <a:pt x="8894" y="906"/>
                  </a:lnTo>
                  <a:cubicBezTo>
                    <a:pt x="8894" y="1906"/>
                    <a:pt x="8823" y="2870"/>
                    <a:pt x="8775" y="3870"/>
                  </a:cubicBezTo>
                  <a:cubicBezTo>
                    <a:pt x="8704" y="5192"/>
                    <a:pt x="8692" y="6502"/>
                    <a:pt x="8597" y="7811"/>
                  </a:cubicBezTo>
                  <a:cubicBezTo>
                    <a:pt x="8406" y="10657"/>
                    <a:pt x="7918" y="13324"/>
                    <a:pt x="6727" y="15919"/>
                  </a:cubicBezTo>
                  <a:cubicBezTo>
                    <a:pt x="5918" y="17693"/>
                    <a:pt x="4918" y="19348"/>
                    <a:pt x="3906" y="21015"/>
                  </a:cubicBezTo>
                  <a:cubicBezTo>
                    <a:pt x="3596" y="21539"/>
                    <a:pt x="3251" y="22039"/>
                    <a:pt x="2929" y="22575"/>
                  </a:cubicBezTo>
                  <a:cubicBezTo>
                    <a:pt x="2894" y="22623"/>
                    <a:pt x="2858" y="22670"/>
                    <a:pt x="2810" y="22694"/>
                  </a:cubicBezTo>
                  <a:lnTo>
                    <a:pt x="2941" y="22384"/>
                  </a:lnTo>
                  <a:cubicBezTo>
                    <a:pt x="3251" y="21670"/>
                    <a:pt x="3584" y="20968"/>
                    <a:pt x="3882" y="20241"/>
                  </a:cubicBezTo>
                  <a:cubicBezTo>
                    <a:pt x="4489" y="18801"/>
                    <a:pt x="4906" y="17324"/>
                    <a:pt x="5203" y="15788"/>
                  </a:cubicBezTo>
                  <a:cubicBezTo>
                    <a:pt x="5668" y="13419"/>
                    <a:pt x="6144" y="11074"/>
                    <a:pt x="6739" y="8752"/>
                  </a:cubicBezTo>
                  <a:cubicBezTo>
                    <a:pt x="7120" y="7252"/>
                    <a:pt x="7585" y="5740"/>
                    <a:pt x="7989" y="4239"/>
                  </a:cubicBezTo>
                  <a:cubicBezTo>
                    <a:pt x="8216" y="3394"/>
                    <a:pt x="8430" y="2525"/>
                    <a:pt x="8644" y="1668"/>
                  </a:cubicBezTo>
                  <a:cubicBezTo>
                    <a:pt x="8716" y="1334"/>
                    <a:pt x="8775" y="989"/>
                    <a:pt x="8751" y="656"/>
                  </a:cubicBezTo>
                  <a:cubicBezTo>
                    <a:pt x="8728" y="429"/>
                    <a:pt x="8656" y="227"/>
                    <a:pt x="8525" y="25"/>
                  </a:cubicBezTo>
                  <a:lnTo>
                    <a:pt x="8525" y="25"/>
                  </a:lnTo>
                  <a:cubicBezTo>
                    <a:pt x="8525" y="60"/>
                    <a:pt x="8525" y="120"/>
                    <a:pt x="8537" y="132"/>
                  </a:cubicBezTo>
                  <a:cubicBezTo>
                    <a:pt x="8692" y="429"/>
                    <a:pt x="8704" y="715"/>
                    <a:pt x="8668" y="1025"/>
                  </a:cubicBezTo>
                  <a:cubicBezTo>
                    <a:pt x="8632" y="1334"/>
                    <a:pt x="8573" y="1644"/>
                    <a:pt x="8490" y="1941"/>
                  </a:cubicBezTo>
                  <a:cubicBezTo>
                    <a:pt x="8073" y="3561"/>
                    <a:pt x="7620" y="5144"/>
                    <a:pt x="7180" y="6740"/>
                  </a:cubicBezTo>
                  <a:cubicBezTo>
                    <a:pt x="6513" y="9133"/>
                    <a:pt x="5989" y="11562"/>
                    <a:pt x="5489" y="14002"/>
                  </a:cubicBezTo>
                  <a:cubicBezTo>
                    <a:pt x="5239" y="15217"/>
                    <a:pt x="5001" y="16431"/>
                    <a:pt x="4715" y="17634"/>
                  </a:cubicBezTo>
                  <a:cubicBezTo>
                    <a:pt x="4465" y="18658"/>
                    <a:pt x="4060" y="19610"/>
                    <a:pt x="3656" y="20575"/>
                  </a:cubicBezTo>
                  <a:cubicBezTo>
                    <a:pt x="3287" y="21456"/>
                    <a:pt x="2894" y="22337"/>
                    <a:pt x="2525" y="23230"/>
                  </a:cubicBezTo>
                  <a:cubicBezTo>
                    <a:pt x="2465" y="23361"/>
                    <a:pt x="2405" y="23516"/>
                    <a:pt x="2334" y="23647"/>
                  </a:cubicBezTo>
                  <a:cubicBezTo>
                    <a:pt x="1822" y="24635"/>
                    <a:pt x="1322" y="25611"/>
                    <a:pt x="798" y="26575"/>
                  </a:cubicBezTo>
                  <a:cubicBezTo>
                    <a:pt x="786" y="26611"/>
                    <a:pt x="774" y="26635"/>
                    <a:pt x="750" y="26635"/>
                  </a:cubicBezTo>
                  <a:cubicBezTo>
                    <a:pt x="734" y="26646"/>
                    <a:pt x="721" y="26652"/>
                    <a:pt x="711" y="26652"/>
                  </a:cubicBezTo>
                  <a:cubicBezTo>
                    <a:pt x="698" y="26652"/>
                    <a:pt x="691" y="26643"/>
                    <a:pt x="691" y="26623"/>
                  </a:cubicBezTo>
                  <a:cubicBezTo>
                    <a:pt x="691" y="26611"/>
                    <a:pt x="703" y="26552"/>
                    <a:pt x="727" y="26504"/>
                  </a:cubicBezTo>
                  <a:cubicBezTo>
                    <a:pt x="1251" y="24909"/>
                    <a:pt x="1679" y="23289"/>
                    <a:pt x="2120" y="21670"/>
                  </a:cubicBezTo>
                  <a:cubicBezTo>
                    <a:pt x="2953" y="18622"/>
                    <a:pt x="3691" y="15550"/>
                    <a:pt x="4441" y="12467"/>
                  </a:cubicBezTo>
                  <a:cubicBezTo>
                    <a:pt x="5132" y="9704"/>
                    <a:pt x="5799" y="6918"/>
                    <a:pt x="6489" y="4132"/>
                  </a:cubicBezTo>
                  <a:cubicBezTo>
                    <a:pt x="6632" y="3561"/>
                    <a:pt x="6787" y="2965"/>
                    <a:pt x="6930" y="2382"/>
                  </a:cubicBezTo>
                  <a:cubicBezTo>
                    <a:pt x="7085" y="1799"/>
                    <a:pt x="7335" y="1310"/>
                    <a:pt x="7656" y="822"/>
                  </a:cubicBezTo>
                  <a:cubicBezTo>
                    <a:pt x="7835" y="548"/>
                    <a:pt x="8001" y="275"/>
                    <a:pt x="8156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3"/>
            <p:cNvSpPr/>
            <p:nvPr/>
          </p:nvSpPr>
          <p:spPr>
            <a:xfrm>
              <a:off x="5419725" y="3136050"/>
              <a:ext cx="698600" cy="92800"/>
            </a:xfrm>
            <a:custGeom>
              <a:avLst/>
              <a:gdLst/>
              <a:ahLst/>
              <a:cxnLst/>
              <a:rect l="l" t="t" r="r" b="b"/>
              <a:pathLst>
                <a:path w="27944" h="3712" extrusionOk="0">
                  <a:moveTo>
                    <a:pt x="25184" y="1"/>
                  </a:moveTo>
                  <a:cubicBezTo>
                    <a:pt x="23797" y="1"/>
                    <a:pt x="22400" y="93"/>
                    <a:pt x="21038" y="246"/>
                  </a:cubicBezTo>
                  <a:cubicBezTo>
                    <a:pt x="19098" y="449"/>
                    <a:pt x="17181" y="675"/>
                    <a:pt x="15240" y="735"/>
                  </a:cubicBezTo>
                  <a:cubicBezTo>
                    <a:pt x="14942" y="746"/>
                    <a:pt x="14646" y="750"/>
                    <a:pt x="14351" y="750"/>
                  </a:cubicBezTo>
                  <a:cubicBezTo>
                    <a:pt x="13761" y="750"/>
                    <a:pt x="13176" y="735"/>
                    <a:pt x="12597" y="735"/>
                  </a:cubicBezTo>
                  <a:cubicBezTo>
                    <a:pt x="11287" y="735"/>
                    <a:pt x="10001" y="770"/>
                    <a:pt x="8739" y="997"/>
                  </a:cubicBezTo>
                  <a:cubicBezTo>
                    <a:pt x="7775" y="1175"/>
                    <a:pt x="6834" y="1473"/>
                    <a:pt x="5906" y="1770"/>
                  </a:cubicBezTo>
                  <a:cubicBezTo>
                    <a:pt x="4215" y="2330"/>
                    <a:pt x="2548" y="2878"/>
                    <a:pt x="845" y="3425"/>
                  </a:cubicBezTo>
                  <a:lnTo>
                    <a:pt x="0" y="3699"/>
                  </a:lnTo>
                  <a:cubicBezTo>
                    <a:pt x="52" y="3707"/>
                    <a:pt x="102" y="3711"/>
                    <a:pt x="152" y="3711"/>
                  </a:cubicBezTo>
                  <a:cubicBezTo>
                    <a:pt x="251" y="3711"/>
                    <a:pt x="349" y="3695"/>
                    <a:pt x="452" y="3664"/>
                  </a:cubicBezTo>
                  <a:cubicBezTo>
                    <a:pt x="810" y="3556"/>
                    <a:pt x="1131" y="3461"/>
                    <a:pt x="1488" y="3354"/>
                  </a:cubicBezTo>
                  <a:cubicBezTo>
                    <a:pt x="2977" y="2925"/>
                    <a:pt x="4405" y="2509"/>
                    <a:pt x="5941" y="2163"/>
                  </a:cubicBezTo>
                  <a:cubicBezTo>
                    <a:pt x="7880" y="1736"/>
                    <a:pt x="9777" y="1532"/>
                    <a:pt x="11751" y="1532"/>
                  </a:cubicBezTo>
                  <a:cubicBezTo>
                    <a:pt x="12141" y="1532"/>
                    <a:pt x="12533" y="1540"/>
                    <a:pt x="12930" y="1556"/>
                  </a:cubicBezTo>
                  <a:cubicBezTo>
                    <a:pt x="15895" y="1651"/>
                    <a:pt x="18883" y="1735"/>
                    <a:pt x="21860" y="1878"/>
                  </a:cubicBezTo>
                  <a:cubicBezTo>
                    <a:pt x="23015" y="1937"/>
                    <a:pt x="24182" y="1997"/>
                    <a:pt x="25348" y="2044"/>
                  </a:cubicBezTo>
                  <a:cubicBezTo>
                    <a:pt x="25601" y="2050"/>
                    <a:pt x="25856" y="2061"/>
                    <a:pt x="26113" y="2061"/>
                  </a:cubicBezTo>
                  <a:cubicBezTo>
                    <a:pt x="26403" y="2061"/>
                    <a:pt x="26695" y="2047"/>
                    <a:pt x="26991" y="1997"/>
                  </a:cubicBezTo>
                  <a:cubicBezTo>
                    <a:pt x="27063" y="1985"/>
                    <a:pt x="27170" y="1961"/>
                    <a:pt x="27218" y="1925"/>
                  </a:cubicBezTo>
                  <a:cubicBezTo>
                    <a:pt x="27242" y="1913"/>
                    <a:pt x="27182" y="1913"/>
                    <a:pt x="27158" y="1913"/>
                  </a:cubicBezTo>
                  <a:cubicBezTo>
                    <a:pt x="26732" y="1953"/>
                    <a:pt x="26300" y="1968"/>
                    <a:pt x="25866" y="1968"/>
                  </a:cubicBezTo>
                  <a:cubicBezTo>
                    <a:pt x="25392" y="1968"/>
                    <a:pt x="24916" y="1950"/>
                    <a:pt x="24444" y="1925"/>
                  </a:cubicBezTo>
                  <a:cubicBezTo>
                    <a:pt x="21919" y="1806"/>
                    <a:pt x="19395" y="1687"/>
                    <a:pt x="16895" y="1616"/>
                  </a:cubicBezTo>
                  <a:cubicBezTo>
                    <a:pt x="15466" y="1568"/>
                    <a:pt x="14061" y="1508"/>
                    <a:pt x="12656" y="1449"/>
                  </a:cubicBezTo>
                  <a:cubicBezTo>
                    <a:pt x="12312" y="1435"/>
                    <a:pt x="11970" y="1428"/>
                    <a:pt x="11631" y="1428"/>
                  </a:cubicBezTo>
                  <a:cubicBezTo>
                    <a:pt x="9719" y="1428"/>
                    <a:pt x="7880" y="1652"/>
                    <a:pt x="5989" y="2056"/>
                  </a:cubicBezTo>
                  <a:cubicBezTo>
                    <a:pt x="5239" y="2223"/>
                    <a:pt x="4560" y="2413"/>
                    <a:pt x="3822" y="2592"/>
                  </a:cubicBezTo>
                  <a:cubicBezTo>
                    <a:pt x="3773" y="2600"/>
                    <a:pt x="3723" y="2614"/>
                    <a:pt x="3678" y="2614"/>
                  </a:cubicBezTo>
                  <a:cubicBezTo>
                    <a:pt x="3658" y="2614"/>
                    <a:pt x="3638" y="2611"/>
                    <a:pt x="3620" y="2604"/>
                  </a:cubicBezTo>
                  <a:cubicBezTo>
                    <a:pt x="3608" y="2604"/>
                    <a:pt x="3667" y="2592"/>
                    <a:pt x="3679" y="2580"/>
                  </a:cubicBezTo>
                  <a:cubicBezTo>
                    <a:pt x="5048" y="2175"/>
                    <a:pt x="6382" y="1711"/>
                    <a:pt x="7787" y="1330"/>
                  </a:cubicBezTo>
                  <a:cubicBezTo>
                    <a:pt x="9275" y="913"/>
                    <a:pt x="10787" y="818"/>
                    <a:pt x="12335" y="818"/>
                  </a:cubicBezTo>
                  <a:cubicBezTo>
                    <a:pt x="12994" y="818"/>
                    <a:pt x="13637" y="834"/>
                    <a:pt x="14281" y="834"/>
                  </a:cubicBezTo>
                  <a:cubicBezTo>
                    <a:pt x="14604" y="834"/>
                    <a:pt x="14926" y="830"/>
                    <a:pt x="15252" y="818"/>
                  </a:cubicBezTo>
                  <a:cubicBezTo>
                    <a:pt x="16955" y="782"/>
                    <a:pt x="18645" y="604"/>
                    <a:pt x="20348" y="425"/>
                  </a:cubicBezTo>
                  <a:cubicBezTo>
                    <a:pt x="21800" y="258"/>
                    <a:pt x="23277" y="104"/>
                    <a:pt x="24765" y="92"/>
                  </a:cubicBezTo>
                  <a:cubicBezTo>
                    <a:pt x="25253" y="92"/>
                    <a:pt x="25729" y="92"/>
                    <a:pt x="26265" y="127"/>
                  </a:cubicBezTo>
                  <a:cubicBezTo>
                    <a:pt x="26789" y="139"/>
                    <a:pt x="27372" y="306"/>
                    <a:pt x="27873" y="508"/>
                  </a:cubicBezTo>
                  <a:lnTo>
                    <a:pt x="27944" y="544"/>
                  </a:lnTo>
                  <a:cubicBezTo>
                    <a:pt x="27587" y="318"/>
                    <a:pt x="27194" y="175"/>
                    <a:pt x="26777" y="92"/>
                  </a:cubicBezTo>
                  <a:cubicBezTo>
                    <a:pt x="26468" y="56"/>
                    <a:pt x="26158" y="20"/>
                    <a:pt x="25860" y="8"/>
                  </a:cubicBezTo>
                  <a:cubicBezTo>
                    <a:pt x="25635" y="3"/>
                    <a:pt x="25410" y="1"/>
                    <a:pt x="25184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3"/>
            <p:cNvSpPr/>
            <p:nvPr/>
          </p:nvSpPr>
          <p:spPr>
            <a:xfrm>
              <a:off x="5535500" y="2716550"/>
              <a:ext cx="634325" cy="305200"/>
            </a:xfrm>
            <a:custGeom>
              <a:avLst/>
              <a:gdLst/>
              <a:ahLst/>
              <a:cxnLst/>
              <a:rect l="l" t="t" r="r" b="b"/>
              <a:pathLst>
                <a:path w="25373" h="12208" extrusionOk="0">
                  <a:moveTo>
                    <a:pt x="24182" y="1"/>
                  </a:moveTo>
                  <a:lnTo>
                    <a:pt x="24182" y="1"/>
                  </a:lnTo>
                  <a:cubicBezTo>
                    <a:pt x="23884" y="48"/>
                    <a:pt x="23587" y="60"/>
                    <a:pt x="23313" y="120"/>
                  </a:cubicBezTo>
                  <a:cubicBezTo>
                    <a:pt x="22515" y="298"/>
                    <a:pt x="21741" y="524"/>
                    <a:pt x="21015" y="834"/>
                  </a:cubicBezTo>
                  <a:cubicBezTo>
                    <a:pt x="20527" y="1036"/>
                    <a:pt x="19979" y="1263"/>
                    <a:pt x="19515" y="1453"/>
                  </a:cubicBezTo>
                  <a:cubicBezTo>
                    <a:pt x="19051" y="1655"/>
                    <a:pt x="18634" y="1834"/>
                    <a:pt x="18205" y="2025"/>
                  </a:cubicBezTo>
                  <a:cubicBezTo>
                    <a:pt x="17777" y="2215"/>
                    <a:pt x="17360" y="2406"/>
                    <a:pt x="16955" y="2584"/>
                  </a:cubicBezTo>
                  <a:cubicBezTo>
                    <a:pt x="16550" y="2787"/>
                    <a:pt x="16205" y="2965"/>
                    <a:pt x="15824" y="3144"/>
                  </a:cubicBezTo>
                  <a:cubicBezTo>
                    <a:pt x="15360" y="3346"/>
                    <a:pt x="14895" y="3560"/>
                    <a:pt x="14455" y="3751"/>
                  </a:cubicBezTo>
                  <a:cubicBezTo>
                    <a:pt x="14002" y="3941"/>
                    <a:pt x="13574" y="4108"/>
                    <a:pt x="13133" y="4287"/>
                  </a:cubicBezTo>
                  <a:cubicBezTo>
                    <a:pt x="12788" y="4418"/>
                    <a:pt x="12454" y="4549"/>
                    <a:pt x="12097" y="4703"/>
                  </a:cubicBezTo>
                  <a:cubicBezTo>
                    <a:pt x="11740" y="4846"/>
                    <a:pt x="11371" y="5001"/>
                    <a:pt x="11014" y="5180"/>
                  </a:cubicBezTo>
                  <a:cubicBezTo>
                    <a:pt x="10454" y="5465"/>
                    <a:pt x="9871" y="5739"/>
                    <a:pt x="9335" y="6061"/>
                  </a:cubicBezTo>
                  <a:cubicBezTo>
                    <a:pt x="8799" y="6370"/>
                    <a:pt x="8323" y="6680"/>
                    <a:pt x="7811" y="7025"/>
                  </a:cubicBezTo>
                  <a:cubicBezTo>
                    <a:pt x="7430" y="7275"/>
                    <a:pt x="7061" y="7525"/>
                    <a:pt x="6680" y="7799"/>
                  </a:cubicBezTo>
                  <a:cubicBezTo>
                    <a:pt x="6299" y="8061"/>
                    <a:pt x="5906" y="8359"/>
                    <a:pt x="5525" y="8644"/>
                  </a:cubicBezTo>
                  <a:cubicBezTo>
                    <a:pt x="5192" y="8871"/>
                    <a:pt x="4870" y="9109"/>
                    <a:pt x="4537" y="9335"/>
                  </a:cubicBezTo>
                  <a:cubicBezTo>
                    <a:pt x="4120" y="9609"/>
                    <a:pt x="3703" y="9883"/>
                    <a:pt x="3287" y="10145"/>
                  </a:cubicBezTo>
                  <a:cubicBezTo>
                    <a:pt x="2977" y="10347"/>
                    <a:pt x="2679" y="10538"/>
                    <a:pt x="2358" y="10728"/>
                  </a:cubicBezTo>
                  <a:cubicBezTo>
                    <a:pt x="2025" y="10942"/>
                    <a:pt x="1644" y="11157"/>
                    <a:pt x="1310" y="11371"/>
                  </a:cubicBezTo>
                  <a:cubicBezTo>
                    <a:pt x="989" y="11573"/>
                    <a:pt x="655" y="11776"/>
                    <a:pt x="334" y="11966"/>
                  </a:cubicBezTo>
                  <a:cubicBezTo>
                    <a:pt x="227" y="12026"/>
                    <a:pt x="108" y="12097"/>
                    <a:pt x="12" y="12157"/>
                  </a:cubicBezTo>
                  <a:cubicBezTo>
                    <a:pt x="1" y="12169"/>
                    <a:pt x="12" y="12192"/>
                    <a:pt x="36" y="12204"/>
                  </a:cubicBezTo>
                  <a:cubicBezTo>
                    <a:pt x="38" y="12207"/>
                    <a:pt x="42" y="12208"/>
                    <a:pt x="47" y="12208"/>
                  </a:cubicBezTo>
                  <a:cubicBezTo>
                    <a:pt x="70" y="12208"/>
                    <a:pt x="116" y="12188"/>
                    <a:pt x="155" y="12169"/>
                  </a:cubicBezTo>
                  <a:cubicBezTo>
                    <a:pt x="810" y="11800"/>
                    <a:pt x="1548" y="11430"/>
                    <a:pt x="2215" y="11145"/>
                  </a:cubicBezTo>
                  <a:cubicBezTo>
                    <a:pt x="2906" y="10859"/>
                    <a:pt x="3584" y="10585"/>
                    <a:pt x="4215" y="10323"/>
                  </a:cubicBezTo>
                  <a:cubicBezTo>
                    <a:pt x="4858" y="10073"/>
                    <a:pt x="5418" y="9895"/>
                    <a:pt x="6013" y="9656"/>
                  </a:cubicBezTo>
                  <a:cubicBezTo>
                    <a:pt x="6478" y="9478"/>
                    <a:pt x="6954" y="9275"/>
                    <a:pt x="7371" y="9073"/>
                  </a:cubicBezTo>
                  <a:cubicBezTo>
                    <a:pt x="7799" y="8894"/>
                    <a:pt x="8133" y="8752"/>
                    <a:pt x="8525" y="8573"/>
                  </a:cubicBezTo>
                  <a:cubicBezTo>
                    <a:pt x="8930" y="8394"/>
                    <a:pt x="9335" y="8204"/>
                    <a:pt x="9752" y="8025"/>
                  </a:cubicBezTo>
                  <a:cubicBezTo>
                    <a:pt x="10240" y="7799"/>
                    <a:pt x="10728" y="7573"/>
                    <a:pt x="11204" y="7347"/>
                  </a:cubicBezTo>
                  <a:cubicBezTo>
                    <a:pt x="11466" y="7228"/>
                    <a:pt x="11728" y="7097"/>
                    <a:pt x="11978" y="6978"/>
                  </a:cubicBezTo>
                  <a:cubicBezTo>
                    <a:pt x="12490" y="6728"/>
                    <a:pt x="13038" y="6454"/>
                    <a:pt x="13526" y="6239"/>
                  </a:cubicBezTo>
                  <a:cubicBezTo>
                    <a:pt x="14026" y="6013"/>
                    <a:pt x="14479" y="5799"/>
                    <a:pt x="14955" y="5608"/>
                  </a:cubicBezTo>
                  <a:cubicBezTo>
                    <a:pt x="15586" y="5346"/>
                    <a:pt x="16181" y="5084"/>
                    <a:pt x="16800" y="4846"/>
                  </a:cubicBezTo>
                  <a:cubicBezTo>
                    <a:pt x="17562" y="4549"/>
                    <a:pt x="18324" y="4287"/>
                    <a:pt x="19086" y="4001"/>
                  </a:cubicBezTo>
                  <a:cubicBezTo>
                    <a:pt x="20277" y="3572"/>
                    <a:pt x="21468" y="3156"/>
                    <a:pt x="22634" y="2703"/>
                  </a:cubicBezTo>
                  <a:cubicBezTo>
                    <a:pt x="23230" y="2489"/>
                    <a:pt x="23813" y="2227"/>
                    <a:pt x="24396" y="1965"/>
                  </a:cubicBezTo>
                  <a:cubicBezTo>
                    <a:pt x="24694" y="1834"/>
                    <a:pt x="24944" y="1667"/>
                    <a:pt x="25230" y="1513"/>
                  </a:cubicBezTo>
                  <a:cubicBezTo>
                    <a:pt x="25313" y="1477"/>
                    <a:pt x="25373" y="1394"/>
                    <a:pt x="25361" y="1298"/>
                  </a:cubicBezTo>
                  <a:lnTo>
                    <a:pt x="25361" y="1298"/>
                  </a:lnTo>
                  <a:cubicBezTo>
                    <a:pt x="25099" y="1548"/>
                    <a:pt x="24766" y="1679"/>
                    <a:pt x="24456" y="1846"/>
                  </a:cubicBezTo>
                  <a:cubicBezTo>
                    <a:pt x="23515" y="2287"/>
                    <a:pt x="22575" y="2644"/>
                    <a:pt x="21598" y="3001"/>
                  </a:cubicBezTo>
                  <a:cubicBezTo>
                    <a:pt x="20491" y="3406"/>
                    <a:pt x="19396" y="3799"/>
                    <a:pt x="18312" y="4192"/>
                  </a:cubicBezTo>
                  <a:cubicBezTo>
                    <a:pt x="17622" y="4453"/>
                    <a:pt x="16943" y="4715"/>
                    <a:pt x="16264" y="4989"/>
                  </a:cubicBezTo>
                  <a:cubicBezTo>
                    <a:pt x="15705" y="5204"/>
                    <a:pt x="15157" y="5430"/>
                    <a:pt x="14598" y="5668"/>
                  </a:cubicBezTo>
                  <a:cubicBezTo>
                    <a:pt x="14240" y="5823"/>
                    <a:pt x="13883" y="6001"/>
                    <a:pt x="13526" y="6156"/>
                  </a:cubicBezTo>
                  <a:cubicBezTo>
                    <a:pt x="13038" y="6382"/>
                    <a:pt x="12550" y="6620"/>
                    <a:pt x="12073" y="6847"/>
                  </a:cubicBezTo>
                  <a:cubicBezTo>
                    <a:pt x="11800" y="6978"/>
                    <a:pt x="11550" y="7097"/>
                    <a:pt x="11264" y="7228"/>
                  </a:cubicBezTo>
                  <a:cubicBezTo>
                    <a:pt x="10764" y="7466"/>
                    <a:pt x="10299" y="7704"/>
                    <a:pt x="9764" y="7942"/>
                  </a:cubicBezTo>
                  <a:cubicBezTo>
                    <a:pt x="9228" y="8180"/>
                    <a:pt x="8633" y="8454"/>
                    <a:pt x="8073" y="8704"/>
                  </a:cubicBezTo>
                  <a:cubicBezTo>
                    <a:pt x="7692" y="8871"/>
                    <a:pt x="7359" y="9037"/>
                    <a:pt x="6954" y="9192"/>
                  </a:cubicBezTo>
                  <a:cubicBezTo>
                    <a:pt x="6549" y="9371"/>
                    <a:pt x="6120" y="9537"/>
                    <a:pt x="5668" y="9716"/>
                  </a:cubicBezTo>
                  <a:cubicBezTo>
                    <a:pt x="5227" y="9895"/>
                    <a:pt x="4656" y="10109"/>
                    <a:pt x="4180" y="10288"/>
                  </a:cubicBezTo>
                  <a:lnTo>
                    <a:pt x="2799" y="10823"/>
                  </a:lnTo>
                  <a:cubicBezTo>
                    <a:pt x="2441" y="10966"/>
                    <a:pt x="2072" y="11133"/>
                    <a:pt x="1727" y="11276"/>
                  </a:cubicBezTo>
                  <a:cubicBezTo>
                    <a:pt x="1656" y="11311"/>
                    <a:pt x="1560" y="11371"/>
                    <a:pt x="1536" y="11371"/>
                  </a:cubicBezTo>
                  <a:cubicBezTo>
                    <a:pt x="1513" y="11335"/>
                    <a:pt x="1513" y="11311"/>
                    <a:pt x="1536" y="11300"/>
                  </a:cubicBezTo>
                  <a:cubicBezTo>
                    <a:pt x="1846" y="11097"/>
                    <a:pt x="2179" y="10907"/>
                    <a:pt x="2501" y="10704"/>
                  </a:cubicBezTo>
                  <a:cubicBezTo>
                    <a:pt x="2834" y="10490"/>
                    <a:pt x="3215" y="10252"/>
                    <a:pt x="3525" y="10049"/>
                  </a:cubicBezTo>
                  <a:cubicBezTo>
                    <a:pt x="3846" y="9847"/>
                    <a:pt x="4084" y="9692"/>
                    <a:pt x="4358" y="9514"/>
                  </a:cubicBezTo>
                  <a:cubicBezTo>
                    <a:pt x="4739" y="9264"/>
                    <a:pt x="5049" y="9061"/>
                    <a:pt x="5418" y="8799"/>
                  </a:cubicBezTo>
                  <a:cubicBezTo>
                    <a:pt x="5787" y="8525"/>
                    <a:pt x="6228" y="8216"/>
                    <a:pt x="6597" y="7942"/>
                  </a:cubicBezTo>
                  <a:cubicBezTo>
                    <a:pt x="6978" y="7680"/>
                    <a:pt x="7359" y="7394"/>
                    <a:pt x="7740" y="7144"/>
                  </a:cubicBezTo>
                  <a:cubicBezTo>
                    <a:pt x="8049" y="6930"/>
                    <a:pt x="8383" y="6716"/>
                    <a:pt x="8704" y="6513"/>
                  </a:cubicBezTo>
                  <a:cubicBezTo>
                    <a:pt x="9478" y="6037"/>
                    <a:pt x="10276" y="5585"/>
                    <a:pt x="11109" y="5204"/>
                  </a:cubicBezTo>
                  <a:cubicBezTo>
                    <a:pt x="11704" y="4942"/>
                    <a:pt x="12335" y="4703"/>
                    <a:pt x="12919" y="4465"/>
                  </a:cubicBezTo>
                  <a:cubicBezTo>
                    <a:pt x="13502" y="4227"/>
                    <a:pt x="14050" y="4013"/>
                    <a:pt x="14598" y="3763"/>
                  </a:cubicBezTo>
                  <a:cubicBezTo>
                    <a:pt x="15336" y="3441"/>
                    <a:pt x="16014" y="3096"/>
                    <a:pt x="16741" y="2763"/>
                  </a:cubicBezTo>
                  <a:cubicBezTo>
                    <a:pt x="17372" y="2489"/>
                    <a:pt x="17979" y="2203"/>
                    <a:pt x="18610" y="1929"/>
                  </a:cubicBezTo>
                  <a:cubicBezTo>
                    <a:pt x="19467" y="1560"/>
                    <a:pt x="20348" y="1191"/>
                    <a:pt x="21206" y="834"/>
                  </a:cubicBezTo>
                  <a:cubicBezTo>
                    <a:pt x="22003" y="501"/>
                    <a:pt x="22813" y="286"/>
                    <a:pt x="23646" y="131"/>
                  </a:cubicBezTo>
                  <a:cubicBezTo>
                    <a:pt x="23765" y="120"/>
                    <a:pt x="23908" y="84"/>
                    <a:pt x="23992" y="72"/>
                  </a:cubicBezTo>
                  <a:cubicBezTo>
                    <a:pt x="24087" y="48"/>
                    <a:pt x="24111" y="24"/>
                    <a:pt x="24182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3"/>
            <p:cNvSpPr/>
            <p:nvPr/>
          </p:nvSpPr>
          <p:spPr>
            <a:xfrm>
              <a:off x="5032175" y="2294450"/>
              <a:ext cx="1144500" cy="1239975"/>
            </a:xfrm>
            <a:custGeom>
              <a:avLst/>
              <a:gdLst/>
              <a:ahLst/>
              <a:cxnLst/>
              <a:rect l="l" t="t" r="r" b="b"/>
              <a:pathLst>
                <a:path w="45780" h="49599" extrusionOk="0">
                  <a:moveTo>
                    <a:pt x="25010" y="177"/>
                  </a:moveTo>
                  <a:cubicBezTo>
                    <a:pt x="25106" y="177"/>
                    <a:pt x="25196" y="223"/>
                    <a:pt x="25265" y="323"/>
                  </a:cubicBezTo>
                  <a:cubicBezTo>
                    <a:pt x="25325" y="394"/>
                    <a:pt x="25384" y="466"/>
                    <a:pt x="25408" y="561"/>
                  </a:cubicBezTo>
                  <a:cubicBezTo>
                    <a:pt x="25444" y="752"/>
                    <a:pt x="25491" y="942"/>
                    <a:pt x="25503" y="1133"/>
                  </a:cubicBezTo>
                  <a:cubicBezTo>
                    <a:pt x="25539" y="1728"/>
                    <a:pt x="25539" y="2311"/>
                    <a:pt x="25551" y="2919"/>
                  </a:cubicBezTo>
                  <a:cubicBezTo>
                    <a:pt x="25563" y="3526"/>
                    <a:pt x="25587" y="4157"/>
                    <a:pt x="25610" y="4764"/>
                  </a:cubicBezTo>
                  <a:cubicBezTo>
                    <a:pt x="25670" y="6050"/>
                    <a:pt x="25718" y="7324"/>
                    <a:pt x="25610" y="8610"/>
                  </a:cubicBezTo>
                  <a:cubicBezTo>
                    <a:pt x="25479" y="10265"/>
                    <a:pt x="25265" y="11896"/>
                    <a:pt x="24765" y="13491"/>
                  </a:cubicBezTo>
                  <a:cubicBezTo>
                    <a:pt x="23765" y="16658"/>
                    <a:pt x="22396" y="19587"/>
                    <a:pt x="20598" y="22373"/>
                  </a:cubicBezTo>
                  <a:cubicBezTo>
                    <a:pt x="19836" y="23540"/>
                    <a:pt x="18967" y="24624"/>
                    <a:pt x="18181" y="25767"/>
                  </a:cubicBezTo>
                  <a:cubicBezTo>
                    <a:pt x="17812" y="26338"/>
                    <a:pt x="17395" y="26850"/>
                    <a:pt x="17074" y="27445"/>
                  </a:cubicBezTo>
                  <a:cubicBezTo>
                    <a:pt x="17050" y="27481"/>
                    <a:pt x="17014" y="27529"/>
                    <a:pt x="16978" y="27541"/>
                  </a:cubicBezTo>
                  <a:cubicBezTo>
                    <a:pt x="16973" y="27546"/>
                    <a:pt x="16969" y="27548"/>
                    <a:pt x="16964" y="27548"/>
                  </a:cubicBezTo>
                  <a:cubicBezTo>
                    <a:pt x="16959" y="27548"/>
                    <a:pt x="16955" y="27543"/>
                    <a:pt x="16955" y="27529"/>
                  </a:cubicBezTo>
                  <a:cubicBezTo>
                    <a:pt x="16966" y="27493"/>
                    <a:pt x="16990" y="27410"/>
                    <a:pt x="17014" y="27326"/>
                  </a:cubicBezTo>
                  <a:cubicBezTo>
                    <a:pt x="17109" y="26910"/>
                    <a:pt x="17264" y="26493"/>
                    <a:pt x="17347" y="26064"/>
                  </a:cubicBezTo>
                  <a:cubicBezTo>
                    <a:pt x="17681" y="24552"/>
                    <a:pt x="17990" y="23028"/>
                    <a:pt x="18300" y="21492"/>
                  </a:cubicBezTo>
                  <a:cubicBezTo>
                    <a:pt x="18871" y="18694"/>
                    <a:pt x="19431" y="15884"/>
                    <a:pt x="19991" y="13075"/>
                  </a:cubicBezTo>
                  <a:cubicBezTo>
                    <a:pt x="20312" y="11420"/>
                    <a:pt x="20669" y="9788"/>
                    <a:pt x="21181" y="8193"/>
                  </a:cubicBezTo>
                  <a:cubicBezTo>
                    <a:pt x="21503" y="7193"/>
                    <a:pt x="21848" y="6193"/>
                    <a:pt x="22193" y="5205"/>
                  </a:cubicBezTo>
                  <a:cubicBezTo>
                    <a:pt x="22658" y="3811"/>
                    <a:pt x="23253" y="2502"/>
                    <a:pt x="23991" y="1240"/>
                  </a:cubicBezTo>
                  <a:cubicBezTo>
                    <a:pt x="24134" y="978"/>
                    <a:pt x="24313" y="716"/>
                    <a:pt x="24515" y="478"/>
                  </a:cubicBezTo>
                  <a:cubicBezTo>
                    <a:pt x="24598" y="359"/>
                    <a:pt x="24706" y="287"/>
                    <a:pt x="24848" y="216"/>
                  </a:cubicBezTo>
                  <a:cubicBezTo>
                    <a:pt x="24903" y="191"/>
                    <a:pt x="24957" y="177"/>
                    <a:pt x="25010" y="177"/>
                  </a:cubicBezTo>
                  <a:close/>
                  <a:moveTo>
                    <a:pt x="44363" y="16944"/>
                  </a:moveTo>
                  <a:cubicBezTo>
                    <a:pt x="44601" y="16944"/>
                    <a:pt x="44839" y="16980"/>
                    <a:pt x="45065" y="17075"/>
                  </a:cubicBezTo>
                  <a:cubicBezTo>
                    <a:pt x="45506" y="17266"/>
                    <a:pt x="45625" y="17599"/>
                    <a:pt x="45434" y="18039"/>
                  </a:cubicBezTo>
                  <a:cubicBezTo>
                    <a:pt x="45363" y="18218"/>
                    <a:pt x="45244" y="18385"/>
                    <a:pt x="45113" y="18516"/>
                  </a:cubicBezTo>
                  <a:cubicBezTo>
                    <a:pt x="44851" y="18754"/>
                    <a:pt x="44613" y="18992"/>
                    <a:pt x="44339" y="19206"/>
                  </a:cubicBezTo>
                  <a:cubicBezTo>
                    <a:pt x="43470" y="19873"/>
                    <a:pt x="42553" y="20409"/>
                    <a:pt x="41517" y="20790"/>
                  </a:cubicBezTo>
                  <a:cubicBezTo>
                    <a:pt x="40862" y="21052"/>
                    <a:pt x="40184" y="21230"/>
                    <a:pt x="39517" y="21433"/>
                  </a:cubicBezTo>
                  <a:cubicBezTo>
                    <a:pt x="38457" y="21778"/>
                    <a:pt x="37445" y="22254"/>
                    <a:pt x="36433" y="22719"/>
                  </a:cubicBezTo>
                  <a:cubicBezTo>
                    <a:pt x="35766" y="23016"/>
                    <a:pt x="35076" y="23314"/>
                    <a:pt x="34433" y="23576"/>
                  </a:cubicBezTo>
                  <a:cubicBezTo>
                    <a:pt x="33790" y="23862"/>
                    <a:pt x="33183" y="24100"/>
                    <a:pt x="32564" y="24374"/>
                  </a:cubicBezTo>
                  <a:cubicBezTo>
                    <a:pt x="32028" y="24588"/>
                    <a:pt x="31504" y="24826"/>
                    <a:pt x="30968" y="25040"/>
                  </a:cubicBezTo>
                  <a:cubicBezTo>
                    <a:pt x="30182" y="25338"/>
                    <a:pt x="29420" y="25636"/>
                    <a:pt x="28635" y="25898"/>
                  </a:cubicBezTo>
                  <a:cubicBezTo>
                    <a:pt x="27301" y="26350"/>
                    <a:pt x="25968" y="26767"/>
                    <a:pt x="24610" y="27172"/>
                  </a:cubicBezTo>
                  <a:cubicBezTo>
                    <a:pt x="24217" y="27291"/>
                    <a:pt x="23789" y="27374"/>
                    <a:pt x="23408" y="27541"/>
                  </a:cubicBezTo>
                  <a:cubicBezTo>
                    <a:pt x="22562" y="27898"/>
                    <a:pt x="21717" y="28267"/>
                    <a:pt x="20860" y="28636"/>
                  </a:cubicBezTo>
                  <a:cubicBezTo>
                    <a:pt x="20753" y="28684"/>
                    <a:pt x="20657" y="28731"/>
                    <a:pt x="20586" y="28791"/>
                  </a:cubicBezTo>
                  <a:cubicBezTo>
                    <a:pt x="20586" y="28791"/>
                    <a:pt x="20550" y="28755"/>
                    <a:pt x="20562" y="28755"/>
                  </a:cubicBezTo>
                  <a:cubicBezTo>
                    <a:pt x="20979" y="28434"/>
                    <a:pt x="21431" y="28100"/>
                    <a:pt x="21860" y="27779"/>
                  </a:cubicBezTo>
                  <a:cubicBezTo>
                    <a:pt x="22979" y="26898"/>
                    <a:pt x="24003" y="25921"/>
                    <a:pt x="25003" y="24909"/>
                  </a:cubicBezTo>
                  <a:cubicBezTo>
                    <a:pt x="26194" y="23683"/>
                    <a:pt x="27349" y="22528"/>
                    <a:pt x="28766" y="21576"/>
                  </a:cubicBezTo>
                  <a:cubicBezTo>
                    <a:pt x="29778" y="20885"/>
                    <a:pt x="30802" y="20337"/>
                    <a:pt x="31933" y="19861"/>
                  </a:cubicBezTo>
                  <a:cubicBezTo>
                    <a:pt x="33064" y="19373"/>
                    <a:pt x="34278" y="19004"/>
                    <a:pt x="35481" y="18730"/>
                  </a:cubicBezTo>
                  <a:cubicBezTo>
                    <a:pt x="37029" y="18385"/>
                    <a:pt x="38576" y="18063"/>
                    <a:pt x="40124" y="17718"/>
                  </a:cubicBezTo>
                  <a:cubicBezTo>
                    <a:pt x="41160" y="17480"/>
                    <a:pt x="42232" y="17254"/>
                    <a:pt x="43291" y="17051"/>
                  </a:cubicBezTo>
                  <a:cubicBezTo>
                    <a:pt x="43648" y="16968"/>
                    <a:pt x="44006" y="16944"/>
                    <a:pt x="44363" y="16944"/>
                  </a:cubicBezTo>
                  <a:close/>
                  <a:moveTo>
                    <a:pt x="33085" y="31932"/>
                  </a:moveTo>
                  <a:cubicBezTo>
                    <a:pt x="34703" y="31932"/>
                    <a:pt x="36322" y="32075"/>
                    <a:pt x="37945" y="32327"/>
                  </a:cubicBezTo>
                  <a:cubicBezTo>
                    <a:pt x="39303" y="32541"/>
                    <a:pt x="40672" y="32982"/>
                    <a:pt x="41970" y="33518"/>
                  </a:cubicBezTo>
                  <a:cubicBezTo>
                    <a:pt x="42470" y="33732"/>
                    <a:pt x="42994" y="33994"/>
                    <a:pt x="43458" y="34327"/>
                  </a:cubicBezTo>
                  <a:cubicBezTo>
                    <a:pt x="43625" y="34434"/>
                    <a:pt x="43756" y="34565"/>
                    <a:pt x="43887" y="34708"/>
                  </a:cubicBezTo>
                  <a:cubicBezTo>
                    <a:pt x="44017" y="34863"/>
                    <a:pt x="44017" y="35006"/>
                    <a:pt x="43839" y="35137"/>
                  </a:cubicBezTo>
                  <a:cubicBezTo>
                    <a:pt x="43744" y="35220"/>
                    <a:pt x="43625" y="35280"/>
                    <a:pt x="43506" y="35327"/>
                  </a:cubicBezTo>
                  <a:cubicBezTo>
                    <a:pt x="43267" y="35399"/>
                    <a:pt x="43029" y="35470"/>
                    <a:pt x="42767" y="35506"/>
                  </a:cubicBezTo>
                  <a:cubicBezTo>
                    <a:pt x="41982" y="35601"/>
                    <a:pt x="41196" y="35744"/>
                    <a:pt x="40410" y="35815"/>
                  </a:cubicBezTo>
                  <a:cubicBezTo>
                    <a:pt x="37775" y="36084"/>
                    <a:pt x="35125" y="36201"/>
                    <a:pt x="32483" y="36201"/>
                  </a:cubicBezTo>
                  <a:cubicBezTo>
                    <a:pt x="31723" y="36201"/>
                    <a:pt x="30964" y="36191"/>
                    <a:pt x="30206" y="36173"/>
                  </a:cubicBezTo>
                  <a:cubicBezTo>
                    <a:pt x="28808" y="36140"/>
                    <a:pt x="27421" y="36076"/>
                    <a:pt x="26015" y="36076"/>
                  </a:cubicBezTo>
                  <a:cubicBezTo>
                    <a:pt x="25900" y="36076"/>
                    <a:pt x="25785" y="36076"/>
                    <a:pt x="25670" y="36077"/>
                  </a:cubicBezTo>
                  <a:cubicBezTo>
                    <a:pt x="24027" y="36101"/>
                    <a:pt x="22431" y="36196"/>
                    <a:pt x="20824" y="36435"/>
                  </a:cubicBezTo>
                  <a:cubicBezTo>
                    <a:pt x="19693" y="36601"/>
                    <a:pt x="18586" y="36816"/>
                    <a:pt x="17467" y="36994"/>
                  </a:cubicBezTo>
                  <a:cubicBezTo>
                    <a:pt x="16966" y="37066"/>
                    <a:pt x="16490" y="37149"/>
                    <a:pt x="15990" y="37256"/>
                  </a:cubicBezTo>
                  <a:cubicBezTo>
                    <a:pt x="15978" y="37256"/>
                    <a:pt x="15966" y="37244"/>
                    <a:pt x="15978" y="37220"/>
                  </a:cubicBezTo>
                  <a:cubicBezTo>
                    <a:pt x="15990" y="37208"/>
                    <a:pt x="16038" y="37185"/>
                    <a:pt x="16074" y="37161"/>
                  </a:cubicBezTo>
                  <a:cubicBezTo>
                    <a:pt x="17598" y="36458"/>
                    <a:pt x="19050" y="35661"/>
                    <a:pt x="20574" y="34934"/>
                  </a:cubicBezTo>
                  <a:cubicBezTo>
                    <a:pt x="23420" y="33577"/>
                    <a:pt x="26313" y="32625"/>
                    <a:pt x="29468" y="32184"/>
                  </a:cubicBezTo>
                  <a:cubicBezTo>
                    <a:pt x="30673" y="32011"/>
                    <a:pt x="31879" y="31932"/>
                    <a:pt x="33085" y="31932"/>
                  </a:cubicBezTo>
                  <a:close/>
                  <a:moveTo>
                    <a:pt x="24998" y="1"/>
                  </a:moveTo>
                  <a:cubicBezTo>
                    <a:pt x="24899" y="1"/>
                    <a:pt x="24790" y="32"/>
                    <a:pt x="24670" y="97"/>
                  </a:cubicBezTo>
                  <a:cubicBezTo>
                    <a:pt x="24527" y="180"/>
                    <a:pt x="24396" y="311"/>
                    <a:pt x="24289" y="454"/>
                  </a:cubicBezTo>
                  <a:cubicBezTo>
                    <a:pt x="24110" y="692"/>
                    <a:pt x="23944" y="942"/>
                    <a:pt x="23801" y="1192"/>
                  </a:cubicBezTo>
                  <a:cubicBezTo>
                    <a:pt x="23086" y="2454"/>
                    <a:pt x="22467" y="3764"/>
                    <a:pt x="22015" y="5133"/>
                  </a:cubicBezTo>
                  <a:cubicBezTo>
                    <a:pt x="21574" y="6407"/>
                    <a:pt x="21157" y="7669"/>
                    <a:pt x="20765" y="8943"/>
                  </a:cubicBezTo>
                  <a:cubicBezTo>
                    <a:pt x="20384" y="10122"/>
                    <a:pt x="20134" y="11324"/>
                    <a:pt x="19895" y="12539"/>
                  </a:cubicBezTo>
                  <a:cubicBezTo>
                    <a:pt x="19312" y="15432"/>
                    <a:pt x="18741" y="18349"/>
                    <a:pt x="18157" y="21254"/>
                  </a:cubicBezTo>
                  <a:cubicBezTo>
                    <a:pt x="17859" y="22754"/>
                    <a:pt x="17574" y="24243"/>
                    <a:pt x="17228" y="25755"/>
                  </a:cubicBezTo>
                  <a:cubicBezTo>
                    <a:pt x="17050" y="26540"/>
                    <a:pt x="16847" y="27302"/>
                    <a:pt x="16550" y="28053"/>
                  </a:cubicBezTo>
                  <a:cubicBezTo>
                    <a:pt x="15764" y="30100"/>
                    <a:pt x="14633" y="31732"/>
                    <a:pt x="13026" y="33208"/>
                  </a:cubicBezTo>
                  <a:cubicBezTo>
                    <a:pt x="12371" y="33803"/>
                    <a:pt x="11692" y="34339"/>
                    <a:pt x="11061" y="34934"/>
                  </a:cubicBezTo>
                  <a:cubicBezTo>
                    <a:pt x="9668" y="36232"/>
                    <a:pt x="8394" y="37554"/>
                    <a:pt x="7251" y="39066"/>
                  </a:cubicBezTo>
                  <a:cubicBezTo>
                    <a:pt x="5775" y="40995"/>
                    <a:pt x="4489" y="43031"/>
                    <a:pt x="2917" y="44888"/>
                  </a:cubicBezTo>
                  <a:cubicBezTo>
                    <a:pt x="1810" y="46186"/>
                    <a:pt x="881" y="47579"/>
                    <a:pt x="143" y="49127"/>
                  </a:cubicBezTo>
                  <a:cubicBezTo>
                    <a:pt x="107" y="49222"/>
                    <a:pt x="60" y="49341"/>
                    <a:pt x="24" y="49412"/>
                  </a:cubicBezTo>
                  <a:cubicBezTo>
                    <a:pt x="0" y="49508"/>
                    <a:pt x="12" y="49519"/>
                    <a:pt x="0" y="49591"/>
                  </a:cubicBezTo>
                  <a:cubicBezTo>
                    <a:pt x="18" y="49596"/>
                    <a:pt x="34" y="49599"/>
                    <a:pt x="49" y="49599"/>
                  </a:cubicBezTo>
                  <a:cubicBezTo>
                    <a:pt x="133" y="49599"/>
                    <a:pt x="170" y="49521"/>
                    <a:pt x="191" y="49460"/>
                  </a:cubicBezTo>
                  <a:cubicBezTo>
                    <a:pt x="381" y="49055"/>
                    <a:pt x="548" y="48674"/>
                    <a:pt x="762" y="48281"/>
                  </a:cubicBezTo>
                  <a:cubicBezTo>
                    <a:pt x="1596" y="46745"/>
                    <a:pt x="2691" y="45471"/>
                    <a:pt x="3774" y="44126"/>
                  </a:cubicBezTo>
                  <a:cubicBezTo>
                    <a:pt x="4941" y="42697"/>
                    <a:pt x="5894" y="41185"/>
                    <a:pt x="6977" y="39709"/>
                  </a:cubicBezTo>
                  <a:cubicBezTo>
                    <a:pt x="7013" y="39661"/>
                    <a:pt x="7037" y="39602"/>
                    <a:pt x="7084" y="39578"/>
                  </a:cubicBezTo>
                  <a:cubicBezTo>
                    <a:pt x="7144" y="39542"/>
                    <a:pt x="7203" y="39542"/>
                    <a:pt x="7263" y="39542"/>
                  </a:cubicBezTo>
                  <a:cubicBezTo>
                    <a:pt x="8680" y="39506"/>
                    <a:pt x="10025" y="39268"/>
                    <a:pt x="11382" y="38875"/>
                  </a:cubicBezTo>
                  <a:cubicBezTo>
                    <a:pt x="12406" y="38578"/>
                    <a:pt x="13359" y="38220"/>
                    <a:pt x="14359" y="37863"/>
                  </a:cubicBezTo>
                  <a:cubicBezTo>
                    <a:pt x="15121" y="37601"/>
                    <a:pt x="15859" y="37399"/>
                    <a:pt x="16669" y="37268"/>
                  </a:cubicBezTo>
                  <a:cubicBezTo>
                    <a:pt x="18026" y="37066"/>
                    <a:pt x="19372" y="36827"/>
                    <a:pt x="20741" y="36613"/>
                  </a:cubicBezTo>
                  <a:cubicBezTo>
                    <a:pt x="21669" y="36470"/>
                    <a:pt x="22610" y="36351"/>
                    <a:pt x="23563" y="36304"/>
                  </a:cubicBezTo>
                  <a:cubicBezTo>
                    <a:pt x="24417" y="36257"/>
                    <a:pt x="25270" y="36240"/>
                    <a:pt x="26125" y="36240"/>
                  </a:cubicBezTo>
                  <a:cubicBezTo>
                    <a:pt x="27247" y="36240"/>
                    <a:pt x="28374" y="36270"/>
                    <a:pt x="29516" y="36304"/>
                  </a:cubicBezTo>
                  <a:cubicBezTo>
                    <a:pt x="30482" y="36331"/>
                    <a:pt x="31453" y="36345"/>
                    <a:pt x="32426" y="36345"/>
                  </a:cubicBezTo>
                  <a:cubicBezTo>
                    <a:pt x="34417" y="36345"/>
                    <a:pt x="36419" y="36285"/>
                    <a:pt x="38410" y="36149"/>
                  </a:cubicBezTo>
                  <a:cubicBezTo>
                    <a:pt x="39838" y="36065"/>
                    <a:pt x="41303" y="35875"/>
                    <a:pt x="42708" y="35661"/>
                  </a:cubicBezTo>
                  <a:cubicBezTo>
                    <a:pt x="42982" y="35637"/>
                    <a:pt x="43232" y="35553"/>
                    <a:pt x="43482" y="35482"/>
                  </a:cubicBezTo>
                  <a:cubicBezTo>
                    <a:pt x="43636" y="35434"/>
                    <a:pt x="43803" y="35375"/>
                    <a:pt x="43922" y="35292"/>
                  </a:cubicBezTo>
                  <a:cubicBezTo>
                    <a:pt x="44196" y="35077"/>
                    <a:pt x="44232" y="34827"/>
                    <a:pt x="43994" y="34565"/>
                  </a:cubicBezTo>
                  <a:cubicBezTo>
                    <a:pt x="43756" y="34291"/>
                    <a:pt x="43446" y="34041"/>
                    <a:pt x="43113" y="33875"/>
                  </a:cubicBezTo>
                  <a:cubicBezTo>
                    <a:pt x="42053" y="33327"/>
                    <a:pt x="40946" y="32791"/>
                    <a:pt x="39791" y="32541"/>
                  </a:cubicBezTo>
                  <a:cubicBezTo>
                    <a:pt x="37537" y="32030"/>
                    <a:pt x="35327" y="31777"/>
                    <a:pt x="33117" y="31777"/>
                  </a:cubicBezTo>
                  <a:cubicBezTo>
                    <a:pt x="31056" y="31777"/>
                    <a:pt x="28994" y="31997"/>
                    <a:pt x="26896" y="32434"/>
                  </a:cubicBezTo>
                  <a:cubicBezTo>
                    <a:pt x="24551" y="32922"/>
                    <a:pt x="22455" y="33815"/>
                    <a:pt x="20348" y="34815"/>
                  </a:cubicBezTo>
                  <a:cubicBezTo>
                    <a:pt x="18812" y="35530"/>
                    <a:pt x="17371" y="36351"/>
                    <a:pt x="15847" y="37030"/>
                  </a:cubicBezTo>
                  <a:cubicBezTo>
                    <a:pt x="13823" y="37935"/>
                    <a:pt x="11859" y="38613"/>
                    <a:pt x="9716" y="39113"/>
                  </a:cubicBezTo>
                  <a:cubicBezTo>
                    <a:pt x="9037" y="39280"/>
                    <a:pt x="8323" y="39340"/>
                    <a:pt x="7620" y="39363"/>
                  </a:cubicBezTo>
                  <a:cubicBezTo>
                    <a:pt x="7525" y="39363"/>
                    <a:pt x="7394" y="39352"/>
                    <a:pt x="7287" y="39352"/>
                  </a:cubicBezTo>
                  <a:cubicBezTo>
                    <a:pt x="7322" y="39292"/>
                    <a:pt x="7370" y="39209"/>
                    <a:pt x="7406" y="39161"/>
                  </a:cubicBezTo>
                  <a:cubicBezTo>
                    <a:pt x="8442" y="37851"/>
                    <a:pt x="9525" y="36625"/>
                    <a:pt x="10740" y="35494"/>
                  </a:cubicBezTo>
                  <a:cubicBezTo>
                    <a:pt x="11597" y="34708"/>
                    <a:pt x="12490" y="33946"/>
                    <a:pt x="13395" y="33267"/>
                  </a:cubicBezTo>
                  <a:cubicBezTo>
                    <a:pt x="14299" y="32577"/>
                    <a:pt x="15204" y="31958"/>
                    <a:pt x="16181" y="31362"/>
                  </a:cubicBezTo>
                  <a:cubicBezTo>
                    <a:pt x="17467" y="30553"/>
                    <a:pt x="18812" y="29827"/>
                    <a:pt x="20181" y="29148"/>
                  </a:cubicBezTo>
                  <a:cubicBezTo>
                    <a:pt x="21027" y="28707"/>
                    <a:pt x="21931" y="28350"/>
                    <a:pt x="22801" y="27957"/>
                  </a:cubicBezTo>
                  <a:cubicBezTo>
                    <a:pt x="23574" y="27600"/>
                    <a:pt x="24396" y="27422"/>
                    <a:pt x="25194" y="27183"/>
                  </a:cubicBezTo>
                  <a:cubicBezTo>
                    <a:pt x="26361" y="26838"/>
                    <a:pt x="27492" y="26469"/>
                    <a:pt x="28635" y="26076"/>
                  </a:cubicBezTo>
                  <a:cubicBezTo>
                    <a:pt x="29301" y="25850"/>
                    <a:pt x="29956" y="25600"/>
                    <a:pt x="30611" y="25350"/>
                  </a:cubicBezTo>
                  <a:cubicBezTo>
                    <a:pt x="31147" y="25159"/>
                    <a:pt x="31659" y="24933"/>
                    <a:pt x="32195" y="24707"/>
                  </a:cubicBezTo>
                  <a:cubicBezTo>
                    <a:pt x="32707" y="24481"/>
                    <a:pt x="33266" y="24243"/>
                    <a:pt x="33802" y="24028"/>
                  </a:cubicBezTo>
                  <a:cubicBezTo>
                    <a:pt x="34433" y="23754"/>
                    <a:pt x="35076" y="23492"/>
                    <a:pt x="35719" y="23207"/>
                  </a:cubicBezTo>
                  <a:cubicBezTo>
                    <a:pt x="36659" y="22790"/>
                    <a:pt x="37612" y="22338"/>
                    <a:pt x="38564" y="21945"/>
                  </a:cubicBezTo>
                  <a:cubicBezTo>
                    <a:pt x="39136" y="21707"/>
                    <a:pt x="39755" y="21540"/>
                    <a:pt x="40350" y="21361"/>
                  </a:cubicBezTo>
                  <a:cubicBezTo>
                    <a:pt x="41553" y="20992"/>
                    <a:pt x="42684" y="20492"/>
                    <a:pt x="43756" y="19813"/>
                  </a:cubicBezTo>
                  <a:cubicBezTo>
                    <a:pt x="44291" y="19456"/>
                    <a:pt x="44768" y="19063"/>
                    <a:pt x="45208" y="18623"/>
                  </a:cubicBezTo>
                  <a:cubicBezTo>
                    <a:pt x="45375" y="18444"/>
                    <a:pt x="45530" y="18266"/>
                    <a:pt x="45613" y="18028"/>
                  </a:cubicBezTo>
                  <a:cubicBezTo>
                    <a:pt x="45780" y="17563"/>
                    <a:pt x="45649" y="17182"/>
                    <a:pt x="45208" y="16944"/>
                  </a:cubicBezTo>
                  <a:cubicBezTo>
                    <a:pt x="44968" y="16802"/>
                    <a:pt x="44697" y="16740"/>
                    <a:pt x="44415" y="16740"/>
                  </a:cubicBezTo>
                  <a:cubicBezTo>
                    <a:pt x="44390" y="16740"/>
                    <a:pt x="44364" y="16741"/>
                    <a:pt x="44339" y="16742"/>
                  </a:cubicBezTo>
                  <a:cubicBezTo>
                    <a:pt x="43863" y="16777"/>
                    <a:pt x="43398" y="16825"/>
                    <a:pt x="42934" y="16908"/>
                  </a:cubicBezTo>
                  <a:cubicBezTo>
                    <a:pt x="40374" y="17444"/>
                    <a:pt x="37814" y="17968"/>
                    <a:pt x="35266" y="18575"/>
                  </a:cubicBezTo>
                  <a:cubicBezTo>
                    <a:pt x="34135" y="18849"/>
                    <a:pt x="33040" y="19182"/>
                    <a:pt x="31968" y="19635"/>
                  </a:cubicBezTo>
                  <a:cubicBezTo>
                    <a:pt x="30742" y="20147"/>
                    <a:pt x="29611" y="20754"/>
                    <a:pt x="28516" y="21516"/>
                  </a:cubicBezTo>
                  <a:cubicBezTo>
                    <a:pt x="27170" y="22421"/>
                    <a:pt x="26063" y="23552"/>
                    <a:pt x="24908" y="24707"/>
                  </a:cubicBezTo>
                  <a:cubicBezTo>
                    <a:pt x="23944" y="25695"/>
                    <a:pt x="22943" y="26671"/>
                    <a:pt x="21848" y="27541"/>
                  </a:cubicBezTo>
                  <a:cubicBezTo>
                    <a:pt x="20943" y="28255"/>
                    <a:pt x="19991" y="28922"/>
                    <a:pt x="18991" y="29517"/>
                  </a:cubicBezTo>
                  <a:cubicBezTo>
                    <a:pt x="18633" y="29719"/>
                    <a:pt x="18240" y="29922"/>
                    <a:pt x="17883" y="30124"/>
                  </a:cubicBezTo>
                  <a:cubicBezTo>
                    <a:pt x="16836" y="30755"/>
                    <a:pt x="15788" y="31398"/>
                    <a:pt x="14764" y="32065"/>
                  </a:cubicBezTo>
                  <a:cubicBezTo>
                    <a:pt x="14526" y="32232"/>
                    <a:pt x="14299" y="32386"/>
                    <a:pt x="14073" y="32541"/>
                  </a:cubicBezTo>
                  <a:cubicBezTo>
                    <a:pt x="14071" y="32543"/>
                    <a:pt x="14068" y="32544"/>
                    <a:pt x="14064" y="32544"/>
                  </a:cubicBezTo>
                  <a:cubicBezTo>
                    <a:pt x="14046" y="32544"/>
                    <a:pt x="14010" y="32521"/>
                    <a:pt x="13990" y="32482"/>
                  </a:cubicBezTo>
                  <a:cubicBezTo>
                    <a:pt x="14061" y="32398"/>
                    <a:pt x="14157" y="32315"/>
                    <a:pt x="14228" y="32220"/>
                  </a:cubicBezTo>
                  <a:cubicBezTo>
                    <a:pt x="15181" y="31184"/>
                    <a:pt x="15859" y="30053"/>
                    <a:pt x="16443" y="28755"/>
                  </a:cubicBezTo>
                  <a:cubicBezTo>
                    <a:pt x="16538" y="28553"/>
                    <a:pt x="16621" y="28350"/>
                    <a:pt x="16728" y="28160"/>
                  </a:cubicBezTo>
                  <a:cubicBezTo>
                    <a:pt x="17407" y="26957"/>
                    <a:pt x="18240" y="25874"/>
                    <a:pt x="19050" y="24755"/>
                  </a:cubicBezTo>
                  <a:cubicBezTo>
                    <a:pt x="20241" y="23100"/>
                    <a:pt x="21431" y="21468"/>
                    <a:pt x="22372" y="19635"/>
                  </a:cubicBezTo>
                  <a:cubicBezTo>
                    <a:pt x="23455" y="17539"/>
                    <a:pt x="24360" y="15408"/>
                    <a:pt x="24991" y="13110"/>
                  </a:cubicBezTo>
                  <a:cubicBezTo>
                    <a:pt x="25718" y="10455"/>
                    <a:pt x="25849" y="7752"/>
                    <a:pt x="25741" y="4990"/>
                  </a:cubicBezTo>
                  <a:cubicBezTo>
                    <a:pt x="25718" y="4216"/>
                    <a:pt x="25658" y="3442"/>
                    <a:pt x="25670" y="2668"/>
                  </a:cubicBezTo>
                  <a:cubicBezTo>
                    <a:pt x="25682" y="2121"/>
                    <a:pt x="25658" y="1585"/>
                    <a:pt x="25622" y="1025"/>
                  </a:cubicBezTo>
                  <a:cubicBezTo>
                    <a:pt x="25610" y="775"/>
                    <a:pt x="25563" y="525"/>
                    <a:pt x="25432" y="299"/>
                  </a:cubicBezTo>
                  <a:cubicBezTo>
                    <a:pt x="25318" y="101"/>
                    <a:pt x="25174" y="1"/>
                    <a:pt x="24998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31" name="Google Shape;131;p13"/>
          <p:cNvPicPr preferRelativeResize="0"/>
          <p:nvPr/>
        </p:nvPicPr>
        <p:blipFill rotWithShape="1">
          <a:blip r:embed="rId3">
            <a:alphaModFix amt="74000"/>
          </a:blip>
          <a:srcRect l="37807" t="9859" r="25038" b="24368"/>
          <a:stretch/>
        </p:blipFill>
        <p:spPr>
          <a:xfrm>
            <a:off x="7708313" y="160845"/>
            <a:ext cx="3011203" cy="2998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">
  <p:cSld name="CUSTOM_3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4"/>
          <p:cNvSpPr txBox="1">
            <a:spLocks noGrp="1"/>
          </p:cNvSpPr>
          <p:nvPr>
            <p:ph type="body" idx="1"/>
          </p:nvPr>
        </p:nvSpPr>
        <p:spPr>
          <a:xfrm>
            <a:off x="2554500" y="2324650"/>
            <a:ext cx="4035000" cy="97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38100" lvl="0" indent="-32385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●"/>
              <a:defRPr sz="1700"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/>
            </a:lvl9pPr>
          </a:lstStyle>
          <a:p>
            <a:endParaRPr/>
          </a:p>
        </p:txBody>
      </p:sp>
      <p:sp>
        <p:nvSpPr>
          <p:cNvPr id="247" name="Google Shape;247;p24"/>
          <p:cNvSpPr txBox="1">
            <a:spLocks noGrp="1"/>
          </p:cNvSpPr>
          <p:nvPr>
            <p:ph type="title"/>
          </p:nvPr>
        </p:nvSpPr>
        <p:spPr>
          <a:xfrm>
            <a:off x="713225" y="441475"/>
            <a:ext cx="7717500" cy="117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5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248" name="Google Shape;248;p24"/>
          <p:cNvPicPr preferRelativeResize="0"/>
          <p:nvPr/>
        </p:nvPicPr>
        <p:blipFill rotWithShape="1">
          <a:blip r:embed="rId2">
            <a:alphaModFix amt="74000"/>
          </a:blip>
          <a:srcRect l="37807" t="9859" r="25038" b="24368"/>
          <a:stretch/>
        </p:blipFill>
        <p:spPr>
          <a:xfrm rot="1619442">
            <a:off x="784613" y="4226057"/>
            <a:ext cx="3011204" cy="2998648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4"/>
          <p:cNvSpPr/>
          <p:nvPr/>
        </p:nvSpPr>
        <p:spPr>
          <a:xfrm rot="-3210908">
            <a:off x="8291338" y="-1225189"/>
            <a:ext cx="1041207" cy="3268768"/>
          </a:xfrm>
          <a:custGeom>
            <a:avLst/>
            <a:gdLst/>
            <a:ahLst/>
            <a:cxnLst/>
            <a:rect l="l" t="t" r="r" b="b"/>
            <a:pathLst>
              <a:path w="41649" h="130753" extrusionOk="0">
                <a:moveTo>
                  <a:pt x="11180" y="58329"/>
                </a:moveTo>
                <a:cubicBezTo>
                  <a:pt x="11751" y="58329"/>
                  <a:pt x="12324" y="58373"/>
                  <a:pt x="12895" y="58460"/>
                </a:cubicBezTo>
                <a:cubicBezTo>
                  <a:pt x="13847" y="58627"/>
                  <a:pt x="15121" y="58817"/>
                  <a:pt x="15848" y="59520"/>
                </a:cubicBezTo>
                <a:cubicBezTo>
                  <a:pt x="16169" y="59829"/>
                  <a:pt x="16288" y="60294"/>
                  <a:pt x="16050" y="60711"/>
                </a:cubicBezTo>
                <a:cubicBezTo>
                  <a:pt x="15800" y="61163"/>
                  <a:pt x="15276" y="61353"/>
                  <a:pt x="14800" y="61425"/>
                </a:cubicBezTo>
                <a:cubicBezTo>
                  <a:pt x="14517" y="61469"/>
                  <a:pt x="14230" y="61488"/>
                  <a:pt x="13942" y="61488"/>
                </a:cubicBezTo>
                <a:cubicBezTo>
                  <a:pt x="12992" y="61488"/>
                  <a:pt x="12022" y="61281"/>
                  <a:pt x="11109" y="61080"/>
                </a:cubicBezTo>
                <a:cubicBezTo>
                  <a:pt x="9811" y="60818"/>
                  <a:pt x="8240" y="60806"/>
                  <a:pt x="7216" y="59877"/>
                </a:cubicBezTo>
                <a:cubicBezTo>
                  <a:pt x="7049" y="59758"/>
                  <a:pt x="7061" y="59532"/>
                  <a:pt x="7180" y="59389"/>
                </a:cubicBezTo>
                <a:cubicBezTo>
                  <a:pt x="7228" y="59329"/>
                  <a:pt x="7287" y="59294"/>
                  <a:pt x="7347" y="59234"/>
                </a:cubicBezTo>
                <a:cubicBezTo>
                  <a:pt x="7359" y="59103"/>
                  <a:pt x="7418" y="58984"/>
                  <a:pt x="7585" y="58925"/>
                </a:cubicBezTo>
                <a:cubicBezTo>
                  <a:pt x="8752" y="58528"/>
                  <a:pt x="9962" y="58329"/>
                  <a:pt x="11180" y="58329"/>
                </a:cubicBezTo>
                <a:close/>
                <a:moveTo>
                  <a:pt x="7575" y="96887"/>
                </a:moveTo>
                <a:cubicBezTo>
                  <a:pt x="8389" y="96887"/>
                  <a:pt x="9213" y="97311"/>
                  <a:pt x="9895" y="97715"/>
                </a:cubicBezTo>
                <a:cubicBezTo>
                  <a:pt x="10442" y="98037"/>
                  <a:pt x="10978" y="98429"/>
                  <a:pt x="11490" y="98822"/>
                </a:cubicBezTo>
                <a:cubicBezTo>
                  <a:pt x="12169" y="99346"/>
                  <a:pt x="12776" y="99953"/>
                  <a:pt x="13335" y="100608"/>
                </a:cubicBezTo>
                <a:cubicBezTo>
                  <a:pt x="13419" y="100704"/>
                  <a:pt x="13490" y="100811"/>
                  <a:pt x="13574" y="100894"/>
                </a:cubicBezTo>
                <a:lnTo>
                  <a:pt x="13586" y="100906"/>
                </a:lnTo>
                <a:cubicBezTo>
                  <a:pt x="13871" y="101251"/>
                  <a:pt x="14169" y="101608"/>
                  <a:pt x="14431" y="101966"/>
                </a:cubicBezTo>
                <a:cubicBezTo>
                  <a:pt x="14800" y="102454"/>
                  <a:pt x="15514" y="103347"/>
                  <a:pt x="15133" y="104002"/>
                </a:cubicBezTo>
                <a:cubicBezTo>
                  <a:pt x="14965" y="104289"/>
                  <a:pt x="14675" y="104394"/>
                  <a:pt x="14338" y="104394"/>
                </a:cubicBezTo>
                <a:cubicBezTo>
                  <a:pt x="13630" y="104394"/>
                  <a:pt x="12716" y="103930"/>
                  <a:pt x="12288" y="103728"/>
                </a:cubicBezTo>
                <a:cubicBezTo>
                  <a:pt x="10847" y="103049"/>
                  <a:pt x="9478" y="102192"/>
                  <a:pt x="8228" y="101204"/>
                </a:cubicBezTo>
                <a:cubicBezTo>
                  <a:pt x="7775" y="100870"/>
                  <a:pt x="7263" y="100454"/>
                  <a:pt x="6882" y="99942"/>
                </a:cubicBezTo>
                <a:cubicBezTo>
                  <a:pt x="6739" y="99775"/>
                  <a:pt x="6608" y="99632"/>
                  <a:pt x="6466" y="99453"/>
                </a:cubicBezTo>
                <a:cubicBezTo>
                  <a:pt x="6168" y="99060"/>
                  <a:pt x="5918" y="98572"/>
                  <a:pt x="5977" y="98084"/>
                </a:cubicBezTo>
                <a:cubicBezTo>
                  <a:pt x="6049" y="97417"/>
                  <a:pt x="6644" y="96977"/>
                  <a:pt x="7287" y="96905"/>
                </a:cubicBezTo>
                <a:cubicBezTo>
                  <a:pt x="7383" y="96893"/>
                  <a:pt x="7479" y="96887"/>
                  <a:pt x="7575" y="96887"/>
                </a:cubicBezTo>
                <a:close/>
                <a:moveTo>
                  <a:pt x="36195" y="1"/>
                </a:moveTo>
                <a:cubicBezTo>
                  <a:pt x="35731" y="620"/>
                  <a:pt x="35862" y="1132"/>
                  <a:pt x="36112" y="1668"/>
                </a:cubicBezTo>
                <a:cubicBezTo>
                  <a:pt x="36624" y="2680"/>
                  <a:pt x="37148" y="3692"/>
                  <a:pt x="37648" y="4727"/>
                </a:cubicBezTo>
                <a:cubicBezTo>
                  <a:pt x="38898" y="7287"/>
                  <a:pt x="40101" y="9847"/>
                  <a:pt x="39970" y="12824"/>
                </a:cubicBezTo>
                <a:cubicBezTo>
                  <a:pt x="39779" y="17289"/>
                  <a:pt x="36803" y="19729"/>
                  <a:pt x="32719" y="19741"/>
                </a:cubicBezTo>
                <a:cubicBezTo>
                  <a:pt x="32689" y="19741"/>
                  <a:pt x="32659" y="19741"/>
                  <a:pt x="32629" y="19741"/>
                </a:cubicBezTo>
                <a:cubicBezTo>
                  <a:pt x="30398" y="19741"/>
                  <a:pt x="28189" y="19305"/>
                  <a:pt x="26016" y="18729"/>
                </a:cubicBezTo>
                <a:cubicBezTo>
                  <a:pt x="22229" y="17729"/>
                  <a:pt x="18550" y="16312"/>
                  <a:pt x="14729" y="15455"/>
                </a:cubicBezTo>
                <a:cubicBezTo>
                  <a:pt x="13187" y="15114"/>
                  <a:pt x="11633" y="14798"/>
                  <a:pt x="10059" y="14798"/>
                </a:cubicBezTo>
                <a:cubicBezTo>
                  <a:pt x="9432" y="14798"/>
                  <a:pt x="8802" y="14848"/>
                  <a:pt x="8168" y="14967"/>
                </a:cubicBezTo>
                <a:cubicBezTo>
                  <a:pt x="6216" y="15324"/>
                  <a:pt x="4596" y="16086"/>
                  <a:pt x="3882" y="18134"/>
                </a:cubicBezTo>
                <a:cubicBezTo>
                  <a:pt x="3358" y="19646"/>
                  <a:pt x="3584" y="21158"/>
                  <a:pt x="3930" y="22670"/>
                </a:cubicBezTo>
                <a:cubicBezTo>
                  <a:pt x="4442" y="24992"/>
                  <a:pt x="5323" y="27230"/>
                  <a:pt x="5799" y="29564"/>
                </a:cubicBezTo>
                <a:cubicBezTo>
                  <a:pt x="6192" y="31481"/>
                  <a:pt x="6680" y="33386"/>
                  <a:pt x="6501" y="35362"/>
                </a:cubicBezTo>
                <a:cubicBezTo>
                  <a:pt x="6251" y="38220"/>
                  <a:pt x="5120" y="40780"/>
                  <a:pt x="3810" y="43304"/>
                </a:cubicBezTo>
                <a:cubicBezTo>
                  <a:pt x="3048" y="44756"/>
                  <a:pt x="1977" y="46042"/>
                  <a:pt x="1334" y="47590"/>
                </a:cubicBezTo>
                <a:cubicBezTo>
                  <a:pt x="655" y="49257"/>
                  <a:pt x="0" y="50947"/>
                  <a:pt x="72" y="52745"/>
                </a:cubicBezTo>
                <a:cubicBezTo>
                  <a:pt x="179" y="55341"/>
                  <a:pt x="1584" y="57270"/>
                  <a:pt x="3549" y="58841"/>
                </a:cubicBezTo>
                <a:cubicBezTo>
                  <a:pt x="3965" y="59163"/>
                  <a:pt x="4608" y="59377"/>
                  <a:pt x="4834" y="59782"/>
                </a:cubicBezTo>
                <a:cubicBezTo>
                  <a:pt x="5120" y="60306"/>
                  <a:pt x="4311" y="60639"/>
                  <a:pt x="4191" y="61151"/>
                </a:cubicBezTo>
                <a:cubicBezTo>
                  <a:pt x="4144" y="61318"/>
                  <a:pt x="4061" y="61473"/>
                  <a:pt x="4001" y="61627"/>
                </a:cubicBezTo>
                <a:cubicBezTo>
                  <a:pt x="3334" y="63497"/>
                  <a:pt x="3727" y="65294"/>
                  <a:pt x="4477" y="67009"/>
                </a:cubicBezTo>
                <a:cubicBezTo>
                  <a:pt x="5561" y="69545"/>
                  <a:pt x="7299" y="71664"/>
                  <a:pt x="9144" y="73688"/>
                </a:cubicBezTo>
                <a:cubicBezTo>
                  <a:pt x="11038" y="75772"/>
                  <a:pt x="13133" y="77665"/>
                  <a:pt x="15002" y="79772"/>
                </a:cubicBezTo>
                <a:cubicBezTo>
                  <a:pt x="18824" y="84154"/>
                  <a:pt x="21801" y="89035"/>
                  <a:pt x="22896" y="94822"/>
                </a:cubicBezTo>
                <a:cubicBezTo>
                  <a:pt x="23420" y="97513"/>
                  <a:pt x="23158" y="100144"/>
                  <a:pt x="21467" y="102466"/>
                </a:cubicBezTo>
                <a:cubicBezTo>
                  <a:pt x="20539" y="103763"/>
                  <a:pt x="19360" y="104656"/>
                  <a:pt x="17693" y="104823"/>
                </a:cubicBezTo>
                <a:cubicBezTo>
                  <a:pt x="17600" y="104833"/>
                  <a:pt x="17513" y="104838"/>
                  <a:pt x="17432" y="104838"/>
                </a:cubicBezTo>
                <a:cubicBezTo>
                  <a:pt x="16898" y="104838"/>
                  <a:pt x="16602" y="104620"/>
                  <a:pt x="16395" y="103990"/>
                </a:cubicBezTo>
                <a:cubicBezTo>
                  <a:pt x="15574" y="101549"/>
                  <a:pt x="14348" y="99370"/>
                  <a:pt x="12240" y="97787"/>
                </a:cubicBezTo>
                <a:cubicBezTo>
                  <a:pt x="10740" y="96632"/>
                  <a:pt x="9049" y="96060"/>
                  <a:pt x="7180" y="96024"/>
                </a:cubicBezTo>
                <a:cubicBezTo>
                  <a:pt x="7171" y="96024"/>
                  <a:pt x="7163" y="96024"/>
                  <a:pt x="7154" y="96024"/>
                </a:cubicBezTo>
                <a:cubicBezTo>
                  <a:pt x="5350" y="96024"/>
                  <a:pt x="4504" y="97259"/>
                  <a:pt x="5073" y="98953"/>
                </a:cubicBezTo>
                <a:cubicBezTo>
                  <a:pt x="5394" y="99953"/>
                  <a:pt x="5989" y="100787"/>
                  <a:pt x="6728" y="101513"/>
                </a:cubicBezTo>
                <a:cubicBezTo>
                  <a:pt x="8942" y="103716"/>
                  <a:pt x="11633" y="105049"/>
                  <a:pt x="14669" y="105716"/>
                </a:cubicBezTo>
                <a:cubicBezTo>
                  <a:pt x="15264" y="105847"/>
                  <a:pt x="15741" y="106002"/>
                  <a:pt x="15788" y="106728"/>
                </a:cubicBezTo>
                <a:cubicBezTo>
                  <a:pt x="15860" y="107800"/>
                  <a:pt x="16074" y="108871"/>
                  <a:pt x="16038" y="109955"/>
                </a:cubicBezTo>
                <a:cubicBezTo>
                  <a:pt x="15979" y="112431"/>
                  <a:pt x="15967" y="114896"/>
                  <a:pt x="15872" y="117372"/>
                </a:cubicBezTo>
                <a:cubicBezTo>
                  <a:pt x="15788" y="119539"/>
                  <a:pt x="15681" y="121730"/>
                  <a:pt x="15336" y="123885"/>
                </a:cubicBezTo>
                <a:cubicBezTo>
                  <a:pt x="15014" y="125897"/>
                  <a:pt x="14478" y="127862"/>
                  <a:pt x="13943" y="129826"/>
                </a:cubicBezTo>
                <a:cubicBezTo>
                  <a:pt x="13824" y="130243"/>
                  <a:pt x="13871" y="130552"/>
                  <a:pt x="14312" y="130719"/>
                </a:cubicBezTo>
                <a:cubicBezTo>
                  <a:pt x="14388" y="130742"/>
                  <a:pt x="14454" y="130752"/>
                  <a:pt x="14512" y="130752"/>
                </a:cubicBezTo>
                <a:cubicBezTo>
                  <a:pt x="14847" y="130752"/>
                  <a:pt x="14922" y="130408"/>
                  <a:pt x="15074" y="130124"/>
                </a:cubicBezTo>
                <a:cubicBezTo>
                  <a:pt x="15491" y="129326"/>
                  <a:pt x="15633" y="128433"/>
                  <a:pt x="15872" y="127552"/>
                </a:cubicBezTo>
                <a:cubicBezTo>
                  <a:pt x="16729" y="124230"/>
                  <a:pt x="17145" y="120885"/>
                  <a:pt x="17122" y="117456"/>
                </a:cubicBezTo>
                <a:cubicBezTo>
                  <a:pt x="17122" y="116646"/>
                  <a:pt x="17205" y="115824"/>
                  <a:pt x="17265" y="114991"/>
                </a:cubicBezTo>
                <a:cubicBezTo>
                  <a:pt x="17419" y="112241"/>
                  <a:pt x="17384" y="109478"/>
                  <a:pt x="17110" y="106740"/>
                </a:cubicBezTo>
                <a:cubicBezTo>
                  <a:pt x="17026" y="105907"/>
                  <a:pt x="17336" y="105823"/>
                  <a:pt x="17896" y="105776"/>
                </a:cubicBezTo>
                <a:cubicBezTo>
                  <a:pt x="19050" y="105692"/>
                  <a:pt x="20039" y="105252"/>
                  <a:pt x="20920" y="104525"/>
                </a:cubicBezTo>
                <a:cubicBezTo>
                  <a:pt x="23253" y="102609"/>
                  <a:pt x="24230" y="100001"/>
                  <a:pt x="24242" y="97084"/>
                </a:cubicBezTo>
                <a:cubicBezTo>
                  <a:pt x="24242" y="94334"/>
                  <a:pt x="23539" y="91714"/>
                  <a:pt x="22384" y="89202"/>
                </a:cubicBezTo>
                <a:cubicBezTo>
                  <a:pt x="20336" y="84773"/>
                  <a:pt x="17765" y="80749"/>
                  <a:pt x="14288" y="77272"/>
                </a:cubicBezTo>
                <a:cubicBezTo>
                  <a:pt x="12335" y="75343"/>
                  <a:pt x="10264" y="73498"/>
                  <a:pt x="8597" y="71283"/>
                </a:cubicBezTo>
                <a:cubicBezTo>
                  <a:pt x="7239" y="69462"/>
                  <a:pt x="5727" y="67747"/>
                  <a:pt x="5084" y="65485"/>
                </a:cubicBezTo>
                <a:cubicBezTo>
                  <a:pt x="4668" y="63997"/>
                  <a:pt x="4489" y="62544"/>
                  <a:pt x="5358" y="61127"/>
                </a:cubicBezTo>
                <a:cubicBezTo>
                  <a:pt x="5618" y="60695"/>
                  <a:pt x="5877" y="60460"/>
                  <a:pt x="6247" y="60460"/>
                </a:cubicBezTo>
                <a:cubicBezTo>
                  <a:pt x="6436" y="60460"/>
                  <a:pt x="6655" y="60522"/>
                  <a:pt x="6918" y="60651"/>
                </a:cubicBezTo>
                <a:cubicBezTo>
                  <a:pt x="8896" y="61655"/>
                  <a:pt x="10990" y="62159"/>
                  <a:pt x="13162" y="62159"/>
                </a:cubicBezTo>
                <a:cubicBezTo>
                  <a:pt x="13695" y="62159"/>
                  <a:pt x="14234" y="62129"/>
                  <a:pt x="14776" y="62068"/>
                </a:cubicBezTo>
                <a:cubicBezTo>
                  <a:pt x="15526" y="61973"/>
                  <a:pt x="16312" y="61854"/>
                  <a:pt x="16931" y="61377"/>
                </a:cubicBezTo>
                <a:cubicBezTo>
                  <a:pt x="17479" y="60961"/>
                  <a:pt x="17586" y="60461"/>
                  <a:pt x="17145" y="59925"/>
                </a:cubicBezTo>
                <a:cubicBezTo>
                  <a:pt x="16931" y="59675"/>
                  <a:pt x="16681" y="59401"/>
                  <a:pt x="16383" y="59234"/>
                </a:cubicBezTo>
                <a:cubicBezTo>
                  <a:pt x="14555" y="58193"/>
                  <a:pt x="12704" y="57571"/>
                  <a:pt x="10829" y="57571"/>
                </a:cubicBezTo>
                <a:cubicBezTo>
                  <a:pt x="9358" y="57571"/>
                  <a:pt x="7872" y="57954"/>
                  <a:pt x="6370" y="58817"/>
                </a:cubicBezTo>
                <a:cubicBezTo>
                  <a:pt x="6196" y="58924"/>
                  <a:pt x="6050" y="58974"/>
                  <a:pt x="5909" y="58974"/>
                </a:cubicBezTo>
                <a:cubicBezTo>
                  <a:pt x="5780" y="58974"/>
                  <a:pt x="5655" y="58932"/>
                  <a:pt x="5513" y="58853"/>
                </a:cubicBezTo>
                <a:cubicBezTo>
                  <a:pt x="4191" y="58079"/>
                  <a:pt x="3072" y="57079"/>
                  <a:pt x="2156" y="55877"/>
                </a:cubicBezTo>
                <a:cubicBezTo>
                  <a:pt x="1548" y="55055"/>
                  <a:pt x="1227" y="54138"/>
                  <a:pt x="1191" y="53102"/>
                </a:cubicBezTo>
                <a:cubicBezTo>
                  <a:pt x="1108" y="50983"/>
                  <a:pt x="1858" y="49090"/>
                  <a:pt x="2798" y="47257"/>
                </a:cubicBezTo>
                <a:cubicBezTo>
                  <a:pt x="3632" y="45637"/>
                  <a:pt x="4775" y="44209"/>
                  <a:pt x="5573" y="42565"/>
                </a:cubicBezTo>
                <a:cubicBezTo>
                  <a:pt x="6918" y="39815"/>
                  <a:pt x="7978" y="37005"/>
                  <a:pt x="7894" y="33862"/>
                </a:cubicBezTo>
                <a:cubicBezTo>
                  <a:pt x="7859" y="31421"/>
                  <a:pt x="7347" y="29088"/>
                  <a:pt x="6739" y="26754"/>
                </a:cubicBezTo>
                <a:cubicBezTo>
                  <a:pt x="6144" y="24456"/>
                  <a:pt x="5239" y="22230"/>
                  <a:pt x="5263" y="19789"/>
                </a:cubicBezTo>
                <a:cubicBezTo>
                  <a:pt x="5275" y="18277"/>
                  <a:pt x="6025" y="17289"/>
                  <a:pt x="7454" y="16824"/>
                </a:cubicBezTo>
                <a:cubicBezTo>
                  <a:pt x="8315" y="16543"/>
                  <a:pt x="9174" y="16435"/>
                  <a:pt x="10029" y="16435"/>
                </a:cubicBezTo>
                <a:cubicBezTo>
                  <a:pt x="11383" y="16435"/>
                  <a:pt x="12731" y="16706"/>
                  <a:pt x="14074" y="16991"/>
                </a:cubicBezTo>
                <a:cubicBezTo>
                  <a:pt x="18110" y="17848"/>
                  <a:pt x="21968" y="19313"/>
                  <a:pt x="25968" y="20289"/>
                </a:cubicBezTo>
                <a:cubicBezTo>
                  <a:pt x="28051" y="20803"/>
                  <a:pt x="30140" y="21273"/>
                  <a:pt x="32264" y="21273"/>
                </a:cubicBezTo>
                <a:cubicBezTo>
                  <a:pt x="33041" y="21273"/>
                  <a:pt x="33824" y="21210"/>
                  <a:pt x="34612" y="21063"/>
                </a:cubicBezTo>
                <a:cubicBezTo>
                  <a:pt x="38636" y="20325"/>
                  <a:pt x="40934" y="17408"/>
                  <a:pt x="41315" y="13693"/>
                </a:cubicBezTo>
                <a:cubicBezTo>
                  <a:pt x="41649" y="10347"/>
                  <a:pt x="40482" y="7347"/>
                  <a:pt x="38886" y="4454"/>
                </a:cubicBezTo>
                <a:cubicBezTo>
                  <a:pt x="38065" y="2965"/>
                  <a:pt x="36874" y="1703"/>
                  <a:pt x="36195" y="1"/>
                </a:cubicBezTo>
                <a:close/>
              </a:path>
            </a:pathLst>
          </a:custGeom>
          <a:solidFill>
            <a:srgbClr val="CBBC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0" name="Google Shape;250;p24"/>
          <p:cNvPicPr preferRelativeResize="0"/>
          <p:nvPr/>
        </p:nvPicPr>
        <p:blipFill rotWithShape="1">
          <a:blip r:embed="rId3">
            <a:alphaModFix amt="76000"/>
          </a:blip>
          <a:srcRect l="37412" t="9009" r="30455" b="20771"/>
          <a:stretch/>
        </p:blipFill>
        <p:spPr>
          <a:xfrm>
            <a:off x="7689188" y="1195525"/>
            <a:ext cx="1912402" cy="2350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4_1_1_1"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36"/>
          <p:cNvPicPr preferRelativeResize="0"/>
          <p:nvPr/>
        </p:nvPicPr>
        <p:blipFill rotWithShape="1">
          <a:blip r:embed="rId2">
            <a:alphaModFix amt="79000"/>
          </a:blip>
          <a:srcRect l="21247" t="43688" r="45967" b="20070"/>
          <a:stretch/>
        </p:blipFill>
        <p:spPr>
          <a:xfrm>
            <a:off x="-1318012" y="3318424"/>
            <a:ext cx="4598875" cy="285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6" name="Google Shape;406;p36"/>
          <p:cNvPicPr preferRelativeResize="0"/>
          <p:nvPr/>
        </p:nvPicPr>
        <p:blipFill rotWithShape="1">
          <a:blip r:embed="rId3">
            <a:alphaModFix/>
          </a:blip>
          <a:srcRect l="37412" t="9009" r="30455" b="20771"/>
          <a:stretch/>
        </p:blipFill>
        <p:spPr>
          <a:xfrm>
            <a:off x="-464550" y="2127587"/>
            <a:ext cx="1834123" cy="2254524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36"/>
          <p:cNvSpPr/>
          <p:nvPr/>
        </p:nvSpPr>
        <p:spPr>
          <a:xfrm rot="3210999" flipH="1">
            <a:off x="837197" y="-1989883"/>
            <a:ext cx="1447690" cy="4544882"/>
          </a:xfrm>
          <a:custGeom>
            <a:avLst/>
            <a:gdLst/>
            <a:ahLst/>
            <a:cxnLst/>
            <a:rect l="l" t="t" r="r" b="b"/>
            <a:pathLst>
              <a:path w="41649" h="130753" extrusionOk="0">
                <a:moveTo>
                  <a:pt x="11180" y="58329"/>
                </a:moveTo>
                <a:cubicBezTo>
                  <a:pt x="11751" y="58329"/>
                  <a:pt x="12324" y="58373"/>
                  <a:pt x="12895" y="58460"/>
                </a:cubicBezTo>
                <a:cubicBezTo>
                  <a:pt x="13847" y="58627"/>
                  <a:pt x="15121" y="58817"/>
                  <a:pt x="15848" y="59520"/>
                </a:cubicBezTo>
                <a:cubicBezTo>
                  <a:pt x="16169" y="59829"/>
                  <a:pt x="16288" y="60294"/>
                  <a:pt x="16050" y="60711"/>
                </a:cubicBezTo>
                <a:cubicBezTo>
                  <a:pt x="15800" y="61163"/>
                  <a:pt x="15276" y="61353"/>
                  <a:pt x="14800" y="61425"/>
                </a:cubicBezTo>
                <a:cubicBezTo>
                  <a:pt x="14517" y="61469"/>
                  <a:pt x="14230" y="61488"/>
                  <a:pt x="13942" y="61488"/>
                </a:cubicBezTo>
                <a:cubicBezTo>
                  <a:pt x="12992" y="61488"/>
                  <a:pt x="12022" y="61281"/>
                  <a:pt x="11109" y="61080"/>
                </a:cubicBezTo>
                <a:cubicBezTo>
                  <a:pt x="9811" y="60818"/>
                  <a:pt x="8240" y="60806"/>
                  <a:pt x="7216" y="59877"/>
                </a:cubicBezTo>
                <a:cubicBezTo>
                  <a:pt x="7049" y="59758"/>
                  <a:pt x="7061" y="59532"/>
                  <a:pt x="7180" y="59389"/>
                </a:cubicBezTo>
                <a:cubicBezTo>
                  <a:pt x="7228" y="59329"/>
                  <a:pt x="7287" y="59294"/>
                  <a:pt x="7347" y="59234"/>
                </a:cubicBezTo>
                <a:cubicBezTo>
                  <a:pt x="7359" y="59103"/>
                  <a:pt x="7418" y="58984"/>
                  <a:pt x="7585" y="58925"/>
                </a:cubicBezTo>
                <a:cubicBezTo>
                  <a:pt x="8752" y="58528"/>
                  <a:pt x="9962" y="58329"/>
                  <a:pt x="11180" y="58329"/>
                </a:cubicBezTo>
                <a:close/>
                <a:moveTo>
                  <a:pt x="7575" y="96887"/>
                </a:moveTo>
                <a:cubicBezTo>
                  <a:pt x="8389" y="96887"/>
                  <a:pt x="9213" y="97311"/>
                  <a:pt x="9895" y="97715"/>
                </a:cubicBezTo>
                <a:cubicBezTo>
                  <a:pt x="10442" y="98037"/>
                  <a:pt x="10978" y="98429"/>
                  <a:pt x="11490" y="98822"/>
                </a:cubicBezTo>
                <a:cubicBezTo>
                  <a:pt x="12169" y="99346"/>
                  <a:pt x="12776" y="99953"/>
                  <a:pt x="13335" y="100608"/>
                </a:cubicBezTo>
                <a:cubicBezTo>
                  <a:pt x="13419" y="100704"/>
                  <a:pt x="13490" y="100811"/>
                  <a:pt x="13574" y="100894"/>
                </a:cubicBezTo>
                <a:lnTo>
                  <a:pt x="13586" y="100906"/>
                </a:lnTo>
                <a:cubicBezTo>
                  <a:pt x="13871" y="101251"/>
                  <a:pt x="14169" y="101608"/>
                  <a:pt x="14431" y="101966"/>
                </a:cubicBezTo>
                <a:cubicBezTo>
                  <a:pt x="14800" y="102454"/>
                  <a:pt x="15514" y="103347"/>
                  <a:pt x="15133" y="104002"/>
                </a:cubicBezTo>
                <a:cubicBezTo>
                  <a:pt x="14965" y="104289"/>
                  <a:pt x="14675" y="104394"/>
                  <a:pt x="14338" y="104394"/>
                </a:cubicBezTo>
                <a:cubicBezTo>
                  <a:pt x="13630" y="104394"/>
                  <a:pt x="12716" y="103930"/>
                  <a:pt x="12288" y="103728"/>
                </a:cubicBezTo>
                <a:cubicBezTo>
                  <a:pt x="10847" y="103049"/>
                  <a:pt x="9478" y="102192"/>
                  <a:pt x="8228" y="101204"/>
                </a:cubicBezTo>
                <a:cubicBezTo>
                  <a:pt x="7775" y="100870"/>
                  <a:pt x="7263" y="100454"/>
                  <a:pt x="6882" y="99942"/>
                </a:cubicBezTo>
                <a:cubicBezTo>
                  <a:pt x="6739" y="99775"/>
                  <a:pt x="6608" y="99632"/>
                  <a:pt x="6466" y="99453"/>
                </a:cubicBezTo>
                <a:cubicBezTo>
                  <a:pt x="6168" y="99060"/>
                  <a:pt x="5918" y="98572"/>
                  <a:pt x="5977" y="98084"/>
                </a:cubicBezTo>
                <a:cubicBezTo>
                  <a:pt x="6049" y="97417"/>
                  <a:pt x="6644" y="96977"/>
                  <a:pt x="7287" y="96905"/>
                </a:cubicBezTo>
                <a:cubicBezTo>
                  <a:pt x="7383" y="96893"/>
                  <a:pt x="7479" y="96887"/>
                  <a:pt x="7575" y="96887"/>
                </a:cubicBezTo>
                <a:close/>
                <a:moveTo>
                  <a:pt x="36195" y="1"/>
                </a:moveTo>
                <a:cubicBezTo>
                  <a:pt x="35731" y="620"/>
                  <a:pt x="35862" y="1132"/>
                  <a:pt x="36112" y="1668"/>
                </a:cubicBezTo>
                <a:cubicBezTo>
                  <a:pt x="36624" y="2680"/>
                  <a:pt x="37148" y="3692"/>
                  <a:pt x="37648" y="4727"/>
                </a:cubicBezTo>
                <a:cubicBezTo>
                  <a:pt x="38898" y="7287"/>
                  <a:pt x="40101" y="9847"/>
                  <a:pt x="39970" y="12824"/>
                </a:cubicBezTo>
                <a:cubicBezTo>
                  <a:pt x="39779" y="17289"/>
                  <a:pt x="36803" y="19729"/>
                  <a:pt x="32719" y="19741"/>
                </a:cubicBezTo>
                <a:cubicBezTo>
                  <a:pt x="32689" y="19741"/>
                  <a:pt x="32659" y="19741"/>
                  <a:pt x="32629" y="19741"/>
                </a:cubicBezTo>
                <a:cubicBezTo>
                  <a:pt x="30398" y="19741"/>
                  <a:pt x="28189" y="19305"/>
                  <a:pt x="26016" y="18729"/>
                </a:cubicBezTo>
                <a:cubicBezTo>
                  <a:pt x="22229" y="17729"/>
                  <a:pt x="18550" y="16312"/>
                  <a:pt x="14729" y="15455"/>
                </a:cubicBezTo>
                <a:cubicBezTo>
                  <a:pt x="13187" y="15114"/>
                  <a:pt x="11633" y="14798"/>
                  <a:pt x="10059" y="14798"/>
                </a:cubicBezTo>
                <a:cubicBezTo>
                  <a:pt x="9432" y="14798"/>
                  <a:pt x="8802" y="14848"/>
                  <a:pt x="8168" y="14967"/>
                </a:cubicBezTo>
                <a:cubicBezTo>
                  <a:pt x="6216" y="15324"/>
                  <a:pt x="4596" y="16086"/>
                  <a:pt x="3882" y="18134"/>
                </a:cubicBezTo>
                <a:cubicBezTo>
                  <a:pt x="3358" y="19646"/>
                  <a:pt x="3584" y="21158"/>
                  <a:pt x="3930" y="22670"/>
                </a:cubicBezTo>
                <a:cubicBezTo>
                  <a:pt x="4442" y="24992"/>
                  <a:pt x="5323" y="27230"/>
                  <a:pt x="5799" y="29564"/>
                </a:cubicBezTo>
                <a:cubicBezTo>
                  <a:pt x="6192" y="31481"/>
                  <a:pt x="6680" y="33386"/>
                  <a:pt x="6501" y="35362"/>
                </a:cubicBezTo>
                <a:cubicBezTo>
                  <a:pt x="6251" y="38220"/>
                  <a:pt x="5120" y="40780"/>
                  <a:pt x="3810" y="43304"/>
                </a:cubicBezTo>
                <a:cubicBezTo>
                  <a:pt x="3048" y="44756"/>
                  <a:pt x="1977" y="46042"/>
                  <a:pt x="1334" y="47590"/>
                </a:cubicBezTo>
                <a:cubicBezTo>
                  <a:pt x="655" y="49257"/>
                  <a:pt x="0" y="50947"/>
                  <a:pt x="72" y="52745"/>
                </a:cubicBezTo>
                <a:cubicBezTo>
                  <a:pt x="179" y="55341"/>
                  <a:pt x="1584" y="57270"/>
                  <a:pt x="3549" y="58841"/>
                </a:cubicBezTo>
                <a:cubicBezTo>
                  <a:pt x="3965" y="59163"/>
                  <a:pt x="4608" y="59377"/>
                  <a:pt x="4834" y="59782"/>
                </a:cubicBezTo>
                <a:cubicBezTo>
                  <a:pt x="5120" y="60306"/>
                  <a:pt x="4311" y="60639"/>
                  <a:pt x="4191" y="61151"/>
                </a:cubicBezTo>
                <a:cubicBezTo>
                  <a:pt x="4144" y="61318"/>
                  <a:pt x="4061" y="61473"/>
                  <a:pt x="4001" y="61627"/>
                </a:cubicBezTo>
                <a:cubicBezTo>
                  <a:pt x="3334" y="63497"/>
                  <a:pt x="3727" y="65294"/>
                  <a:pt x="4477" y="67009"/>
                </a:cubicBezTo>
                <a:cubicBezTo>
                  <a:pt x="5561" y="69545"/>
                  <a:pt x="7299" y="71664"/>
                  <a:pt x="9144" y="73688"/>
                </a:cubicBezTo>
                <a:cubicBezTo>
                  <a:pt x="11038" y="75772"/>
                  <a:pt x="13133" y="77665"/>
                  <a:pt x="15002" y="79772"/>
                </a:cubicBezTo>
                <a:cubicBezTo>
                  <a:pt x="18824" y="84154"/>
                  <a:pt x="21801" y="89035"/>
                  <a:pt x="22896" y="94822"/>
                </a:cubicBezTo>
                <a:cubicBezTo>
                  <a:pt x="23420" y="97513"/>
                  <a:pt x="23158" y="100144"/>
                  <a:pt x="21467" y="102466"/>
                </a:cubicBezTo>
                <a:cubicBezTo>
                  <a:pt x="20539" y="103763"/>
                  <a:pt x="19360" y="104656"/>
                  <a:pt x="17693" y="104823"/>
                </a:cubicBezTo>
                <a:cubicBezTo>
                  <a:pt x="17600" y="104833"/>
                  <a:pt x="17513" y="104838"/>
                  <a:pt x="17432" y="104838"/>
                </a:cubicBezTo>
                <a:cubicBezTo>
                  <a:pt x="16898" y="104838"/>
                  <a:pt x="16602" y="104620"/>
                  <a:pt x="16395" y="103990"/>
                </a:cubicBezTo>
                <a:cubicBezTo>
                  <a:pt x="15574" y="101549"/>
                  <a:pt x="14348" y="99370"/>
                  <a:pt x="12240" y="97787"/>
                </a:cubicBezTo>
                <a:cubicBezTo>
                  <a:pt x="10740" y="96632"/>
                  <a:pt x="9049" y="96060"/>
                  <a:pt x="7180" y="96024"/>
                </a:cubicBezTo>
                <a:cubicBezTo>
                  <a:pt x="7171" y="96024"/>
                  <a:pt x="7163" y="96024"/>
                  <a:pt x="7154" y="96024"/>
                </a:cubicBezTo>
                <a:cubicBezTo>
                  <a:pt x="5350" y="96024"/>
                  <a:pt x="4504" y="97259"/>
                  <a:pt x="5073" y="98953"/>
                </a:cubicBezTo>
                <a:cubicBezTo>
                  <a:pt x="5394" y="99953"/>
                  <a:pt x="5989" y="100787"/>
                  <a:pt x="6728" y="101513"/>
                </a:cubicBezTo>
                <a:cubicBezTo>
                  <a:pt x="8942" y="103716"/>
                  <a:pt x="11633" y="105049"/>
                  <a:pt x="14669" y="105716"/>
                </a:cubicBezTo>
                <a:cubicBezTo>
                  <a:pt x="15264" y="105847"/>
                  <a:pt x="15741" y="106002"/>
                  <a:pt x="15788" y="106728"/>
                </a:cubicBezTo>
                <a:cubicBezTo>
                  <a:pt x="15860" y="107800"/>
                  <a:pt x="16074" y="108871"/>
                  <a:pt x="16038" y="109955"/>
                </a:cubicBezTo>
                <a:cubicBezTo>
                  <a:pt x="15979" y="112431"/>
                  <a:pt x="15967" y="114896"/>
                  <a:pt x="15872" y="117372"/>
                </a:cubicBezTo>
                <a:cubicBezTo>
                  <a:pt x="15788" y="119539"/>
                  <a:pt x="15681" y="121730"/>
                  <a:pt x="15336" y="123885"/>
                </a:cubicBezTo>
                <a:cubicBezTo>
                  <a:pt x="15014" y="125897"/>
                  <a:pt x="14478" y="127862"/>
                  <a:pt x="13943" y="129826"/>
                </a:cubicBezTo>
                <a:cubicBezTo>
                  <a:pt x="13824" y="130243"/>
                  <a:pt x="13871" y="130552"/>
                  <a:pt x="14312" y="130719"/>
                </a:cubicBezTo>
                <a:cubicBezTo>
                  <a:pt x="14388" y="130742"/>
                  <a:pt x="14454" y="130752"/>
                  <a:pt x="14512" y="130752"/>
                </a:cubicBezTo>
                <a:cubicBezTo>
                  <a:pt x="14847" y="130752"/>
                  <a:pt x="14922" y="130408"/>
                  <a:pt x="15074" y="130124"/>
                </a:cubicBezTo>
                <a:cubicBezTo>
                  <a:pt x="15491" y="129326"/>
                  <a:pt x="15633" y="128433"/>
                  <a:pt x="15872" y="127552"/>
                </a:cubicBezTo>
                <a:cubicBezTo>
                  <a:pt x="16729" y="124230"/>
                  <a:pt x="17145" y="120885"/>
                  <a:pt x="17122" y="117456"/>
                </a:cubicBezTo>
                <a:cubicBezTo>
                  <a:pt x="17122" y="116646"/>
                  <a:pt x="17205" y="115824"/>
                  <a:pt x="17265" y="114991"/>
                </a:cubicBezTo>
                <a:cubicBezTo>
                  <a:pt x="17419" y="112241"/>
                  <a:pt x="17384" y="109478"/>
                  <a:pt x="17110" y="106740"/>
                </a:cubicBezTo>
                <a:cubicBezTo>
                  <a:pt x="17026" y="105907"/>
                  <a:pt x="17336" y="105823"/>
                  <a:pt x="17896" y="105776"/>
                </a:cubicBezTo>
                <a:cubicBezTo>
                  <a:pt x="19050" y="105692"/>
                  <a:pt x="20039" y="105252"/>
                  <a:pt x="20920" y="104525"/>
                </a:cubicBezTo>
                <a:cubicBezTo>
                  <a:pt x="23253" y="102609"/>
                  <a:pt x="24230" y="100001"/>
                  <a:pt x="24242" y="97084"/>
                </a:cubicBezTo>
                <a:cubicBezTo>
                  <a:pt x="24242" y="94334"/>
                  <a:pt x="23539" y="91714"/>
                  <a:pt x="22384" y="89202"/>
                </a:cubicBezTo>
                <a:cubicBezTo>
                  <a:pt x="20336" y="84773"/>
                  <a:pt x="17765" y="80749"/>
                  <a:pt x="14288" y="77272"/>
                </a:cubicBezTo>
                <a:cubicBezTo>
                  <a:pt x="12335" y="75343"/>
                  <a:pt x="10264" y="73498"/>
                  <a:pt x="8597" y="71283"/>
                </a:cubicBezTo>
                <a:cubicBezTo>
                  <a:pt x="7239" y="69462"/>
                  <a:pt x="5727" y="67747"/>
                  <a:pt x="5084" y="65485"/>
                </a:cubicBezTo>
                <a:cubicBezTo>
                  <a:pt x="4668" y="63997"/>
                  <a:pt x="4489" y="62544"/>
                  <a:pt x="5358" y="61127"/>
                </a:cubicBezTo>
                <a:cubicBezTo>
                  <a:pt x="5618" y="60695"/>
                  <a:pt x="5877" y="60460"/>
                  <a:pt x="6247" y="60460"/>
                </a:cubicBezTo>
                <a:cubicBezTo>
                  <a:pt x="6436" y="60460"/>
                  <a:pt x="6655" y="60522"/>
                  <a:pt x="6918" y="60651"/>
                </a:cubicBezTo>
                <a:cubicBezTo>
                  <a:pt x="8896" y="61655"/>
                  <a:pt x="10990" y="62159"/>
                  <a:pt x="13162" y="62159"/>
                </a:cubicBezTo>
                <a:cubicBezTo>
                  <a:pt x="13695" y="62159"/>
                  <a:pt x="14234" y="62129"/>
                  <a:pt x="14776" y="62068"/>
                </a:cubicBezTo>
                <a:cubicBezTo>
                  <a:pt x="15526" y="61973"/>
                  <a:pt x="16312" y="61854"/>
                  <a:pt x="16931" y="61377"/>
                </a:cubicBezTo>
                <a:cubicBezTo>
                  <a:pt x="17479" y="60961"/>
                  <a:pt x="17586" y="60461"/>
                  <a:pt x="17145" y="59925"/>
                </a:cubicBezTo>
                <a:cubicBezTo>
                  <a:pt x="16931" y="59675"/>
                  <a:pt x="16681" y="59401"/>
                  <a:pt x="16383" y="59234"/>
                </a:cubicBezTo>
                <a:cubicBezTo>
                  <a:pt x="14555" y="58193"/>
                  <a:pt x="12704" y="57571"/>
                  <a:pt x="10829" y="57571"/>
                </a:cubicBezTo>
                <a:cubicBezTo>
                  <a:pt x="9358" y="57571"/>
                  <a:pt x="7872" y="57954"/>
                  <a:pt x="6370" y="58817"/>
                </a:cubicBezTo>
                <a:cubicBezTo>
                  <a:pt x="6196" y="58924"/>
                  <a:pt x="6050" y="58974"/>
                  <a:pt x="5909" y="58974"/>
                </a:cubicBezTo>
                <a:cubicBezTo>
                  <a:pt x="5780" y="58974"/>
                  <a:pt x="5655" y="58932"/>
                  <a:pt x="5513" y="58853"/>
                </a:cubicBezTo>
                <a:cubicBezTo>
                  <a:pt x="4191" y="58079"/>
                  <a:pt x="3072" y="57079"/>
                  <a:pt x="2156" y="55877"/>
                </a:cubicBezTo>
                <a:cubicBezTo>
                  <a:pt x="1548" y="55055"/>
                  <a:pt x="1227" y="54138"/>
                  <a:pt x="1191" y="53102"/>
                </a:cubicBezTo>
                <a:cubicBezTo>
                  <a:pt x="1108" y="50983"/>
                  <a:pt x="1858" y="49090"/>
                  <a:pt x="2798" y="47257"/>
                </a:cubicBezTo>
                <a:cubicBezTo>
                  <a:pt x="3632" y="45637"/>
                  <a:pt x="4775" y="44209"/>
                  <a:pt x="5573" y="42565"/>
                </a:cubicBezTo>
                <a:cubicBezTo>
                  <a:pt x="6918" y="39815"/>
                  <a:pt x="7978" y="37005"/>
                  <a:pt x="7894" y="33862"/>
                </a:cubicBezTo>
                <a:cubicBezTo>
                  <a:pt x="7859" y="31421"/>
                  <a:pt x="7347" y="29088"/>
                  <a:pt x="6739" y="26754"/>
                </a:cubicBezTo>
                <a:cubicBezTo>
                  <a:pt x="6144" y="24456"/>
                  <a:pt x="5239" y="22230"/>
                  <a:pt x="5263" y="19789"/>
                </a:cubicBezTo>
                <a:cubicBezTo>
                  <a:pt x="5275" y="18277"/>
                  <a:pt x="6025" y="17289"/>
                  <a:pt x="7454" y="16824"/>
                </a:cubicBezTo>
                <a:cubicBezTo>
                  <a:pt x="8315" y="16543"/>
                  <a:pt x="9174" y="16435"/>
                  <a:pt x="10029" y="16435"/>
                </a:cubicBezTo>
                <a:cubicBezTo>
                  <a:pt x="11383" y="16435"/>
                  <a:pt x="12731" y="16706"/>
                  <a:pt x="14074" y="16991"/>
                </a:cubicBezTo>
                <a:cubicBezTo>
                  <a:pt x="18110" y="17848"/>
                  <a:pt x="21968" y="19313"/>
                  <a:pt x="25968" y="20289"/>
                </a:cubicBezTo>
                <a:cubicBezTo>
                  <a:pt x="28051" y="20803"/>
                  <a:pt x="30140" y="21273"/>
                  <a:pt x="32264" y="21273"/>
                </a:cubicBezTo>
                <a:cubicBezTo>
                  <a:pt x="33041" y="21273"/>
                  <a:pt x="33824" y="21210"/>
                  <a:pt x="34612" y="21063"/>
                </a:cubicBezTo>
                <a:cubicBezTo>
                  <a:pt x="38636" y="20325"/>
                  <a:pt x="40934" y="17408"/>
                  <a:pt x="41315" y="13693"/>
                </a:cubicBezTo>
                <a:cubicBezTo>
                  <a:pt x="41649" y="10347"/>
                  <a:pt x="40482" y="7347"/>
                  <a:pt x="38886" y="4454"/>
                </a:cubicBezTo>
                <a:cubicBezTo>
                  <a:pt x="38065" y="2965"/>
                  <a:pt x="36874" y="1703"/>
                  <a:pt x="36195" y="1"/>
                </a:cubicBezTo>
                <a:close/>
              </a:path>
            </a:pathLst>
          </a:custGeom>
          <a:solidFill>
            <a:srgbClr val="CBBC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08" name="Google Shape;408;p36"/>
          <p:cNvPicPr preferRelativeResize="0"/>
          <p:nvPr/>
        </p:nvPicPr>
        <p:blipFill rotWithShape="1">
          <a:blip r:embed="rId4">
            <a:alphaModFix amt="77000"/>
          </a:blip>
          <a:srcRect l="2217" t="17852" r="9074" b="32321"/>
          <a:stretch/>
        </p:blipFill>
        <p:spPr>
          <a:xfrm flipH="1">
            <a:off x="6023137" y="-431388"/>
            <a:ext cx="4759008" cy="1503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09" name="Google Shape;409;p36"/>
          <p:cNvPicPr preferRelativeResize="0"/>
          <p:nvPr/>
        </p:nvPicPr>
        <p:blipFill rotWithShape="1">
          <a:blip r:embed="rId3">
            <a:alphaModFix amt="76000"/>
          </a:blip>
          <a:srcRect l="37412" t="9009" r="30455" b="20771"/>
          <a:stretch/>
        </p:blipFill>
        <p:spPr>
          <a:xfrm>
            <a:off x="8287725" y="355725"/>
            <a:ext cx="1834123" cy="225452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10" name="Google Shape;410;p36"/>
          <p:cNvGrpSpPr/>
          <p:nvPr/>
        </p:nvGrpSpPr>
        <p:grpSpPr>
          <a:xfrm rot="-743451" flipH="1">
            <a:off x="6936842" y="1443617"/>
            <a:ext cx="2335622" cy="2530461"/>
            <a:chOff x="5032175" y="2294450"/>
            <a:chExt cx="1144500" cy="1239975"/>
          </a:xfrm>
        </p:grpSpPr>
        <p:sp>
          <p:nvSpPr>
            <p:cNvPr id="411" name="Google Shape;411;p36"/>
            <p:cNvSpPr/>
            <p:nvPr/>
          </p:nvSpPr>
          <p:spPr>
            <a:xfrm>
              <a:off x="5447100" y="2296850"/>
              <a:ext cx="224450" cy="701900"/>
            </a:xfrm>
            <a:custGeom>
              <a:avLst/>
              <a:gdLst/>
              <a:ahLst/>
              <a:cxnLst/>
              <a:rect l="l" t="t" r="r" b="b"/>
              <a:pathLst>
                <a:path w="8978" h="28076" extrusionOk="0">
                  <a:moveTo>
                    <a:pt x="8156" y="1"/>
                  </a:moveTo>
                  <a:cubicBezTo>
                    <a:pt x="8097" y="72"/>
                    <a:pt x="8013" y="144"/>
                    <a:pt x="7978" y="239"/>
                  </a:cubicBezTo>
                  <a:cubicBezTo>
                    <a:pt x="7775" y="537"/>
                    <a:pt x="7573" y="822"/>
                    <a:pt x="7382" y="1120"/>
                  </a:cubicBezTo>
                  <a:cubicBezTo>
                    <a:pt x="7144" y="1501"/>
                    <a:pt x="6977" y="1906"/>
                    <a:pt x="6858" y="2334"/>
                  </a:cubicBezTo>
                  <a:cubicBezTo>
                    <a:pt x="6561" y="3537"/>
                    <a:pt x="6251" y="4763"/>
                    <a:pt x="5954" y="5966"/>
                  </a:cubicBezTo>
                  <a:cubicBezTo>
                    <a:pt x="5299" y="8657"/>
                    <a:pt x="4644" y="11347"/>
                    <a:pt x="3965" y="14026"/>
                  </a:cubicBezTo>
                  <a:cubicBezTo>
                    <a:pt x="3358" y="16467"/>
                    <a:pt x="2751" y="18908"/>
                    <a:pt x="2108" y="21349"/>
                  </a:cubicBezTo>
                  <a:cubicBezTo>
                    <a:pt x="1679" y="22992"/>
                    <a:pt x="1262" y="24611"/>
                    <a:pt x="739" y="26218"/>
                  </a:cubicBezTo>
                  <a:cubicBezTo>
                    <a:pt x="548" y="26814"/>
                    <a:pt x="310" y="27397"/>
                    <a:pt x="36" y="27945"/>
                  </a:cubicBezTo>
                  <a:cubicBezTo>
                    <a:pt x="24" y="27992"/>
                    <a:pt x="0" y="28076"/>
                    <a:pt x="12" y="28076"/>
                  </a:cubicBezTo>
                  <a:cubicBezTo>
                    <a:pt x="24" y="28076"/>
                    <a:pt x="84" y="28004"/>
                    <a:pt x="119" y="27957"/>
                  </a:cubicBezTo>
                  <a:cubicBezTo>
                    <a:pt x="369" y="27528"/>
                    <a:pt x="631" y="27087"/>
                    <a:pt x="870" y="26623"/>
                  </a:cubicBezTo>
                  <a:cubicBezTo>
                    <a:pt x="1167" y="26028"/>
                    <a:pt x="1477" y="25432"/>
                    <a:pt x="1846" y="24861"/>
                  </a:cubicBezTo>
                  <a:cubicBezTo>
                    <a:pt x="1977" y="24659"/>
                    <a:pt x="2096" y="24444"/>
                    <a:pt x="2203" y="24206"/>
                  </a:cubicBezTo>
                  <a:cubicBezTo>
                    <a:pt x="2525" y="23420"/>
                    <a:pt x="2953" y="22706"/>
                    <a:pt x="3406" y="21992"/>
                  </a:cubicBezTo>
                  <a:cubicBezTo>
                    <a:pt x="4501" y="20241"/>
                    <a:pt x="5561" y="18467"/>
                    <a:pt x="6501" y="16622"/>
                  </a:cubicBezTo>
                  <a:cubicBezTo>
                    <a:pt x="7347" y="14943"/>
                    <a:pt x="7930" y="13193"/>
                    <a:pt x="8287" y="11347"/>
                  </a:cubicBezTo>
                  <a:cubicBezTo>
                    <a:pt x="8609" y="9681"/>
                    <a:pt x="8692" y="8026"/>
                    <a:pt x="8751" y="6323"/>
                  </a:cubicBezTo>
                  <a:lnTo>
                    <a:pt x="8882" y="3465"/>
                  </a:lnTo>
                  <a:cubicBezTo>
                    <a:pt x="8930" y="2632"/>
                    <a:pt x="8942" y="1799"/>
                    <a:pt x="8966" y="953"/>
                  </a:cubicBezTo>
                  <a:cubicBezTo>
                    <a:pt x="8966" y="787"/>
                    <a:pt x="8978" y="596"/>
                    <a:pt x="8894" y="441"/>
                  </a:cubicBezTo>
                  <a:lnTo>
                    <a:pt x="8894" y="906"/>
                  </a:lnTo>
                  <a:cubicBezTo>
                    <a:pt x="8894" y="1906"/>
                    <a:pt x="8823" y="2870"/>
                    <a:pt x="8775" y="3870"/>
                  </a:cubicBezTo>
                  <a:cubicBezTo>
                    <a:pt x="8704" y="5192"/>
                    <a:pt x="8692" y="6502"/>
                    <a:pt x="8597" y="7811"/>
                  </a:cubicBezTo>
                  <a:cubicBezTo>
                    <a:pt x="8406" y="10657"/>
                    <a:pt x="7918" y="13324"/>
                    <a:pt x="6727" y="15919"/>
                  </a:cubicBezTo>
                  <a:cubicBezTo>
                    <a:pt x="5918" y="17693"/>
                    <a:pt x="4918" y="19348"/>
                    <a:pt x="3906" y="21015"/>
                  </a:cubicBezTo>
                  <a:cubicBezTo>
                    <a:pt x="3596" y="21539"/>
                    <a:pt x="3251" y="22039"/>
                    <a:pt x="2929" y="22575"/>
                  </a:cubicBezTo>
                  <a:cubicBezTo>
                    <a:pt x="2894" y="22623"/>
                    <a:pt x="2858" y="22670"/>
                    <a:pt x="2810" y="22694"/>
                  </a:cubicBezTo>
                  <a:lnTo>
                    <a:pt x="2941" y="22384"/>
                  </a:lnTo>
                  <a:cubicBezTo>
                    <a:pt x="3251" y="21670"/>
                    <a:pt x="3584" y="20968"/>
                    <a:pt x="3882" y="20241"/>
                  </a:cubicBezTo>
                  <a:cubicBezTo>
                    <a:pt x="4489" y="18801"/>
                    <a:pt x="4906" y="17324"/>
                    <a:pt x="5203" y="15788"/>
                  </a:cubicBezTo>
                  <a:cubicBezTo>
                    <a:pt x="5668" y="13419"/>
                    <a:pt x="6144" y="11074"/>
                    <a:pt x="6739" y="8752"/>
                  </a:cubicBezTo>
                  <a:cubicBezTo>
                    <a:pt x="7120" y="7252"/>
                    <a:pt x="7585" y="5740"/>
                    <a:pt x="7989" y="4239"/>
                  </a:cubicBezTo>
                  <a:cubicBezTo>
                    <a:pt x="8216" y="3394"/>
                    <a:pt x="8430" y="2525"/>
                    <a:pt x="8644" y="1668"/>
                  </a:cubicBezTo>
                  <a:cubicBezTo>
                    <a:pt x="8716" y="1334"/>
                    <a:pt x="8775" y="989"/>
                    <a:pt x="8751" y="656"/>
                  </a:cubicBezTo>
                  <a:cubicBezTo>
                    <a:pt x="8728" y="429"/>
                    <a:pt x="8656" y="227"/>
                    <a:pt x="8525" y="25"/>
                  </a:cubicBezTo>
                  <a:lnTo>
                    <a:pt x="8525" y="25"/>
                  </a:lnTo>
                  <a:cubicBezTo>
                    <a:pt x="8525" y="60"/>
                    <a:pt x="8525" y="120"/>
                    <a:pt x="8537" y="132"/>
                  </a:cubicBezTo>
                  <a:cubicBezTo>
                    <a:pt x="8692" y="429"/>
                    <a:pt x="8704" y="715"/>
                    <a:pt x="8668" y="1025"/>
                  </a:cubicBezTo>
                  <a:cubicBezTo>
                    <a:pt x="8632" y="1334"/>
                    <a:pt x="8573" y="1644"/>
                    <a:pt x="8490" y="1941"/>
                  </a:cubicBezTo>
                  <a:cubicBezTo>
                    <a:pt x="8073" y="3561"/>
                    <a:pt x="7620" y="5144"/>
                    <a:pt x="7180" y="6740"/>
                  </a:cubicBezTo>
                  <a:cubicBezTo>
                    <a:pt x="6513" y="9133"/>
                    <a:pt x="5989" y="11562"/>
                    <a:pt x="5489" y="14002"/>
                  </a:cubicBezTo>
                  <a:cubicBezTo>
                    <a:pt x="5239" y="15217"/>
                    <a:pt x="5001" y="16431"/>
                    <a:pt x="4715" y="17634"/>
                  </a:cubicBezTo>
                  <a:cubicBezTo>
                    <a:pt x="4465" y="18658"/>
                    <a:pt x="4060" y="19610"/>
                    <a:pt x="3656" y="20575"/>
                  </a:cubicBezTo>
                  <a:cubicBezTo>
                    <a:pt x="3287" y="21456"/>
                    <a:pt x="2894" y="22337"/>
                    <a:pt x="2525" y="23230"/>
                  </a:cubicBezTo>
                  <a:cubicBezTo>
                    <a:pt x="2465" y="23361"/>
                    <a:pt x="2405" y="23516"/>
                    <a:pt x="2334" y="23647"/>
                  </a:cubicBezTo>
                  <a:cubicBezTo>
                    <a:pt x="1822" y="24635"/>
                    <a:pt x="1322" y="25611"/>
                    <a:pt x="798" y="26575"/>
                  </a:cubicBezTo>
                  <a:cubicBezTo>
                    <a:pt x="786" y="26611"/>
                    <a:pt x="774" y="26635"/>
                    <a:pt x="750" y="26635"/>
                  </a:cubicBezTo>
                  <a:cubicBezTo>
                    <a:pt x="734" y="26646"/>
                    <a:pt x="721" y="26652"/>
                    <a:pt x="711" y="26652"/>
                  </a:cubicBezTo>
                  <a:cubicBezTo>
                    <a:pt x="698" y="26652"/>
                    <a:pt x="691" y="26643"/>
                    <a:pt x="691" y="26623"/>
                  </a:cubicBezTo>
                  <a:cubicBezTo>
                    <a:pt x="691" y="26611"/>
                    <a:pt x="703" y="26552"/>
                    <a:pt x="727" y="26504"/>
                  </a:cubicBezTo>
                  <a:cubicBezTo>
                    <a:pt x="1251" y="24909"/>
                    <a:pt x="1679" y="23289"/>
                    <a:pt x="2120" y="21670"/>
                  </a:cubicBezTo>
                  <a:cubicBezTo>
                    <a:pt x="2953" y="18622"/>
                    <a:pt x="3691" y="15550"/>
                    <a:pt x="4441" y="12467"/>
                  </a:cubicBezTo>
                  <a:cubicBezTo>
                    <a:pt x="5132" y="9704"/>
                    <a:pt x="5799" y="6918"/>
                    <a:pt x="6489" y="4132"/>
                  </a:cubicBezTo>
                  <a:cubicBezTo>
                    <a:pt x="6632" y="3561"/>
                    <a:pt x="6787" y="2965"/>
                    <a:pt x="6930" y="2382"/>
                  </a:cubicBezTo>
                  <a:cubicBezTo>
                    <a:pt x="7085" y="1799"/>
                    <a:pt x="7335" y="1310"/>
                    <a:pt x="7656" y="822"/>
                  </a:cubicBezTo>
                  <a:cubicBezTo>
                    <a:pt x="7835" y="548"/>
                    <a:pt x="8001" y="275"/>
                    <a:pt x="8156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6"/>
            <p:cNvSpPr/>
            <p:nvPr/>
          </p:nvSpPr>
          <p:spPr>
            <a:xfrm>
              <a:off x="5419725" y="3136050"/>
              <a:ext cx="698600" cy="92800"/>
            </a:xfrm>
            <a:custGeom>
              <a:avLst/>
              <a:gdLst/>
              <a:ahLst/>
              <a:cxnLst/>
              <a:rect l="l" t="t" r="r" b="b"/>
              <a:pathLst>
                <a:path w="27944" h="3712" extrusionOk="0">
                  <a:moveTo>
                    <a:pt x="25184" y="1"/>
                  </a:moveTo>
                  <a:cubicBezTo>
                    <a:pt x="23797" y="1"/>
                    <a:pt x="22400" y="93"/>
                    <a:pt x="21038" y="246"/>
                  </a:cubicBezTo>
                  <a:cubicBezTo>
                    <a:pt x="19098" y="449"/>
                    <a:pt x="17181" y="675"/>
                    <a:pt x="15240" y="735"/>
                  </a:cubicBezTo>
                  <a:cubicBezTo>
                    <a:pt x="14942" y="746"/>
                    <a:pt x="14646" y="750"/>
                    <a:pt x="14351" y="750"/>
                  </a:cubicBezTo>
                  <a:cubicBezTo>
                    <a:pt x="13761" y="750"/>
                    <a:pt x="13176" y="735"/>
                    <a:pt x="12597" y="735"/>
                  </a:cubicBezTo>
                  <a:cubicBezTo>
                    <a:pt x="11287" y="735"/>
                    <a:pt x="10001" y="770"/>
                    <a:pt x="8739" y="997"/>
                  </a:cubicBezTo>
                  <a:cubicBezTo>
                    <a:pt x="7775" y="1175"/>
                    <a:pt x="6834" y="1473"/>
                    <a:pt x="5906" y="1770"/>
                  </a:cubicBezTo>
                  <a:cubicBezTo>
                    <a:pt x="4215" y="2330"/>
                    <a:pt x="2548" y="2878"/>
                    <a:pt x="845" y="3425"/>
                  </a:cubicBezTo>
                  <a:lnTo>
                    <a:pt x="0" y="3699"/>
                  </a:lnTo>
                  <a:cubicBezTo>
                    <a:pt x="52" y="3707"/>
                    <a:pt x="102" y="3711"/>
                    <a:pt x="152" y="3711"/>
                  </a:cubicBezTo>
                  <a:cubicBezTo>
                    <a:pt x="251" y="3711"/>
                    <a:pt x="349" y="3695"/>
                    <a:pt x="452" y="3664"/>
                  </a:cubicBezTo>
                  <a:cubicBezTo>
                    <a:pt x="810" y="3556"/>
                    <a:pt x="1131" y="3461"/>
                    <a:pt x="1488" y="3354"/>
                  </a:cubicBezTo>
                  <a:cubicBezTo>
                    <a:pt x="2977" y="2925"/>
                    <a:pt x="4405" y="2509"/>
                    <a:pt x="5941" y="2163"/>
                  </a:cubicBezTo>
                  <a:cubicBezTo>
                    <a:pt x="7880" y="1736"/>
                    <a:pt x="9777" y="1532"/>
                    <a:pt x="11751" y="1532"/>
                  </a:cubicBezTo>
                  <a:cubicBezTo>
                    <a:pt x="12141" y="1532"/>
                    <a:pt x="12533" y="1540"/>
                    <a:pt x="12930" y="1556"/>
                  </a:cubicBezTo>
                  <a:cubicBezTo>
                    <a:pt x="15895" y="1651"/>
                    <a:pt x="18883" y="1735"/>
                    <a:pt x="21860" y="1878"/>
                  </a:cubicBezTo>
                  <a:cubicBezTo>
                    <a:pt x="23015" y="1937"/>
                    <a:pt x="24182" y="1997"/>
                    <a:pt x="25348" y="2044"/>
                  </a:cubicBezTo>
                  <a:cubicBezTo>
                    <a:pt x="25601" y="2050"/>
                    <a:pt x="25856" y="2061"/>
                    <a:pt x="26113" y="2061"/>
                  </a:cubicBezTo>
                  <a:cubicBezTo>
                    <a:pt x="26403" y="2061"/>
                    <a:pt x="26695" y="2047"/>
                    <a:pt x="26991" y="1997"/>
                  </a:cubicBezTo>
                  <a:cubicBezTo>
                    <a:pt x="27063" y="1985"/>
                    <a:pt x="27170" y="1961"/>
                    <a:pt x="27218" y="1925"/>
                  </a:cubicBezTo>
                  <a:cubicBezTo>
                    <a:pt x="27242" y="1913"/>
                    <a:pt x="27182" y="1913"/>
                    <a:pt x="27158" y="1913"/>
                  </a:cubicBezTo>
                  <a:cubicBezTo>
                    <a:pt x="26732" y="1953"/>
                    <a:pt x="26300" y="1968"/>
                    <a:pt x="25866" y="1968"/>
                  </a:cubicBezTo>
                  <a:cubicBezTo>
                    <a:pt x="25392" y="1968"/>
                    <a:pt x="24916" y="1950"/>
                    <a:pt x="24444" y="1925"/>
                  </a:cubicBezTo>
                  <a:cubicBezTo>
                    <a:pt x="21919" y="1806"/>
                    <a:pt x="19395" y="1687"/>
                    <a:pt x="16895" y="1616"/>
                  </a:cubicBezTo>
                  <a:cubicBezTo>
                    <a:pt x="15466" y="1568"/>
                    <a:pt x="14061" y="1508"/>
                    <a:pt x="12656" y="1449"/>
                  </a:cubicBezTo>
                  <a:cubicBezTo>
                    <a:pt x="12312" y="1435"/>
                    <a:pt x="11970" y="1428"/>
                    <a:pt x="11631" y="1428"/>
                  </a:cubicBezTo>
                  <a:cubicBezTo>
                    <a:pt x="9719" y="1428"/>
                    <a:pt x="7880" y="1652"/>
                    <a:pt x="5989" y="2056"/>
                  </a:cubicBezTo>
                  <a:cubicBezTo>
                    <a:pt x="5239" y="2223"/>
                    <a:pt x="4560" y="2413"/>
                    <a:pt x="3822" y="2592"/>
                  </a:cubicBezTo>
                  <a:cubicBezTo>
                    <a:pt x="3773" y="2600"/>
                    <a:pt x="3723" y="2614"/>
                    <a:pt x="3678" y="2614"/>
                  </a:cubicBezTo>
                  <a:cubicBezTo>
                    <a:pt x="3658" y="2614"/>
                    <a:pt x="3638" y="2611"/>
                    <a:pt x="3620" y="2604"/>
                  </a:cubicBezTo>
                  <a:cubicBezTo>
                    <a:pt x="3608" y="2604"/>
                    <a:pt x="3667" y="2592"/>
                    <a:pt x="3679" y="2580"/>
                  </a:cubicBezTo>
                  <a:cubicBezTo>
                    <a:pt x="5048" y="2175"/>
                    <a:pt x="6382" y="1711"/>
                    <a:pt x="7787" y="1330"/>
                  </a:cubicBezTo>
                  <a:cubicBezTo>
                    <a:pt x="9275" y="913"/>
                    <a:pt x="10787" y="818"/>
                    <a:pt x="12335" y="818"/>
                  </a:cubicBezTo>
                  <a:cubicBezTo>
                    <a:pt x="12994" y="818"/>
                    <a:pt x="13637" y="834"/>
                    <a:pt x="14281" y="834"/>
                  </a:cubicBezTo>
                  <a:cubicBezTo>
                    <a:pt x="14604" y="834"/>
                    <a:pt x="14926" y="830"/>
                    <a:pt x="15252" y="818"/>
                  </a:cubicBezTo>
                  <a:cubicBezTo>
                    <a:pt x="16955" y="782"/>
                    <a:pt x="18645" y="604"/>
                    <a:pt x="20348" y="425"/>
                  </a:cubicBezTo>
                  <a:cubicBezTo>
                    <a:pt x="21800" y="258"/>
                    <a:pt x="23277" y="104"/>
                    <a:pt x="24765" y="92"/>
                  </a:cubicBezTo>
                  <a:cubicBezTo>
                    <a:pt x="25253" y="92"/>
                    <a:pt x="25729" y="92"/>
                    <a:pt x="26265" y="127"/>
                  </a:cubicBezTo>
                  <a:cubicBezTo>
                    <a:pt x="26789" y="139"/>
                    <a:pt x="27372" y="306"/>
                    <a:pt x="27873" y="508"/>
                  </a:cubicBezTo>
                  <a:lnTo>
                    <a:pt x="27944" y="544"/>
                  </a:lnTo>
                  <a:cubicBezTo>
                    <a:pt x="27587" y="318"/>
                    <a:pt x="27194" y="175"/>
                    <a:pt x="26777" y="92"/>
                  </a:cubicBezTo>
                  <a:cubicBezTo>
                    <a:pt x="26468" y="56"/>
                    <a:pt x="26158" y="20"/>
                    <a:pt x="25860" y="8"/>
                  </a:cubicBezTo>
                  <a:cubicBezTo>
                    <a:pt x="25635" y="3"/>
                    <a:pt x="25410" y="1"/>
                    <a:pt x="25184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6"/>
            <p:cNvSpPr/>
            <p:nvPr/>
          </p:nvSpPr>
          <p:spPr>
            <a:xfrm>
              <a:off x="5535500" y="2716550"/>
              <a:ext cx="634325" cy="305200"/>
            </a:xfrm>
            <a:custGeom>
              <a:avLst/>
              <a:gdLst/>
              <a:ahLst/>
              <a:cxnLst/>
              <a:rect l="l" t="t" r="r" b="b"/>
              <a:pathLst>
                <a:path w="25373" h="12208" extrusionOk="0">
                  <a:moveTo>
                    <a:pt x="24182" y="1"/>
                  </a:moveTo>
                  <a:lnTo>
                    <a:pt x="24182" y="1"/>
                  </a:lnTo>
                  <a:cubicBezTo>
                    <a:pt x="23884" y="48"/>
                    <a:pt x="23587" y="60"/>
                    <a:pt x="23313" y="120"/>
                  </a:cubicBezTo>
                  <a:cubicBezTo>
                    <a:pt x="22515" y="298"/>
                    <a:pt x="21741" y="524"/>
                    <a:pt x="21015" y="834"/>
                  </a:cubicBezTo>
                  <a:cubicBezTo>
                    <a:pt x="20527" y="1036"/>
                    <a:pt x="19979" y="1263"/>
                    <a:pt x="19515" y="1453"/>
                  </a:cubicBezTo>
                  <a:cubicBezTo>
                    <a:pt x="19051" y="1655"/>
                    <a:pt x="18634" y="1834"/>
                    <a:pt x="18205" y="2025"/>
                  </a:cubicBezTo>
                  <a:cubicBezTo>
                    <a:pt x="17777" y="2215"/>
                    <a:pt x="17360" y="2406"/>
                    <a:pt x="16955" y="2584"/>
                  </a:cubicBezTo>
                  <a:cubicBezTo>
                    <a:pt x="16550" y="2787"/>
                    <a:pt x="16205" y="2965"/>
                    <a:pt x="15824" y="3144"/>
                  </a:cubicBezTo>
                  <a:cubicBezTo>
                    <a:pt x="15360" y="3346"/>
                    <a:pt x="14895" y="3560"/>
                    <a:pt x="14455" y="3751"/>
                  </a:cubicBezTo>
                  <a:cubicBezTo>
                    <a:pt x="14002" y="3941"/>
                    <a:pt x="13574" y="4108"/>
                    <a:pt x="13133" y="4287"/>
                  </a:cubicBezTo>
                  <a:cubicBezTo>
                    <a:pt x="12788" y="4418"/>
                    <a:pt x="12454" y="4549"/>
                    <a:pt x="12097" y="4703"/>
                  </a:cubicBezTo>
                  <a:cubicBezTo>
                    <a:pt x="11740" y="4846"/>
                    <a:pt x="11371" y="5001"/>
                    <a:pt x="11014" y="5180"/>
                  </a:cubicBezTo>
                  <a:cubicBezTo>
                    <a:pt x="10454" y="5465"/>
                    <a:pt x="9871" y="5739"/>
                    <a:pt x="9335" y="6061"/>
                  </a:cubicBezTo>
                  <a:cubicBezTo>
                    <a:pt x="8799" y="6370"/>
                    <a:pt x="8323" y="6680"/>
                    <a:pt x="7811" y="7025"/>
                  </a:cubicBezTo>
                  <a:cubicBezTo>
                    <a:pt x="7430" y="7275"/>
                    <a:pt x="7061" y="7525"/>
                    <a:pt x="6680" y="7799"/>
                  </a:cubicBezTo>
                  <a:cubicBezTo>
                    <a:pt x="6299" y="8061"/>
                    <a:pt x="5906" y="8359"/>
                    <a:pt x="5525" y="8644"/>
                  </a:cubicBezTo>
                  <a:cubicBezTo>
                    <a:pt x="5192" y="8871"/>
                    <a:pt x="4870" y="9109"/>
                    <a:pt x="4537" y="9335"/>
                  </a:cubicBezTo>
                  <a:cubicBezTo>
                    <a:pt x="4120" y="9609"/>
                    <a:pt x="3703" y="9883"/>
                    <a:pt x="3287" y="10145"/>
                  </a:cubicBezTo>
                  <a:cubicBezTo>
                    <a:pt x="2977" y="10347"/>
                    <a:pt x="2679" y="10538"/>
                    <a:pt x="2358" y="10728"/>
                  </a:cubicBezTo>
                  <a:cubicBezTo>
                    <a:pt x="2025" y="10942"/>
                    <a:pt x="1644" y="11157"/>
                    <a:pt x="1310" y="11371"/>
                  </a:cubicBezTo>
                  <a:cubicBezTo>
                    <a:pt x="989" y="11573"/>
                    <a:pt x="655" y="11776"/>
                    <a:pt x="334" y="11966"/>
                  </a:cubicBezTo>
                  <a:cubicBezTo>
                    <a:pt x="227" y="12026"/>
                    <a:pt x="108" y="12097"/>
                    <a:pt x="12" y="12157"/>
                  </a:cubicBezTo>
                  <a:cubicBezTo>
                    <a:pt x="1" y="12169"/>
                    <a:pt x="12" y="12192"/>
                    <a:pt x="36" y="12204"/>
                  </a:cubicBezTo>
                  <a:cubicBezTo>
                    <a:pt x="38" y="12207"/>
                    <a:pt x="42" y="12208"/>
                    <a:pt x="47" y="12208"/>
                  </a:cubicBezTo>
                  <a:cubicBezTo>
                    <a:pt x="70" y="12208"/>
                    <a:pt x="116" y="12188"/>
                    <a:pt x="155" y="12169"/>
                  </a:cubicBezTo>
                  <a:cubicBezTo>
                    <a:pt x="810" y="11800"/>
                    <a:pt x="1548" y="11430"/>
                    <a:pt x="2215" y="11145"/>
                  </a:cubicBezTo>
                  <a:cubicBezTo>
                    <a:pt x="2906" y="10859"/>
                    <a:pt x="3584" y="10585"/>
                    <a:pt x="4215" y="10323"/>
                  </a:cubicBezTo>
                  <a:cubicBezTo>
                    <a:pt x="4858" y="10073"/>
                    <a:pt x="5418" y="9895"/>
                    <a:pt x="6013" y="9656"/>
                  </a:cubicBezTo>
                  <a:cubicBezTo>
                    <a:pt x="6478" y="9478"/>
                    <a:pt x="6954" y="9275"/>
                    <a:pt x="7371" y="9073"/>
                  </a:cubicBezTo>
                  <a:cubicBezTo>
                    <a:pt x="7799" y="8894"/>
                    <a:pt x="8133" y="8752"/>
                    <a:pt x="8525" y="8573"/>
                  </a:cubicBezTo>
                  <a:cubicBezTo>
                    <a:pt x="8930" y="8394"/>
                    <a:pt x="9335" y="8204"/>
                    <a:pt x="9752" y="8025"/>
                  </a:cubicBezTo>
                  <a:cubicBezTo>
                    <a:pt x="10240" y="7799"/>
                    <a:pt x="10728" y="7573"/>
                    <a:pt x="11204" y="7347"/>
                  </a:cubicBezTo>
                  <a:cubicBezTo>
                    <a:pt x="11466" y="7228"/>
                    <a:pt x="11728" y="7097"/>
                    <a:pt x="11978" y="6978"/>
                  </a:cubicBezTo>
                  <a:cubicBezTo>
                    <a:pt x="12490" y="6728"/>
                    <a:pt x="13038" y="6454"/>
                    <a:pt x="13526" y="6239"/>
                  </a:cubicBezTo>
                  <a:cubicBezTo>
                    <a:pt x="14026" y="6013"/>
                    <a:pt x="14479" y="5799"/>
                    <a:pt x="14955" y="5608"/>
                  </a:cubicBezTo>
                  <a:cubicBezTo>
                    <a:pt x="15586" y="5346"/>
                    <a:pt x="16181" y="5084"/>
                    <a:pt x="16800" y="4846"/>
                  </a:cubicBezTo>
                  <a:cubicBezTo>
                    <a:pt x="17562" y="4549"/>
                    <a:pt x="18324" y="4287"/>
                    <a:pt x="19086" y="4001"/>
                  </a:cubicBezTo>
                  <a:cubicBezTo>
                    <a:pt x="20277" y="3572"/>
                    <a:pt x="21468" y="3156"/>
                    <a:pt x="22634" y="2703"/>
                  </a:cubicBezTo>
                  <a:cubicBezTo>
                    <a:pt x="23230" y="2489"/>
                    <a:pt x="23813" y="2227"/>
                    <a:pt x="24396" y="1965"/>
                  </a:cubicBezTo>
                  <a:cubicBezTo>
                    <a:pt x="24694" y="1834"/>
                    <a:pt x="24944" y="1667"/>
                    <a:pt x="25230" y="1513"/>
                  </a:cubicBezTo>
                  <a:cubicBezTo>
                    <a:pt x="25313" y="1477"/>
                    <a:pt x="25373" y="1394"/>
                    <a:pt x="25361" y="1298"/>
                  </a:cubicBezTo>
                  <a:lnTo>
                    <a:pt x="25361" y="1298"/>
                  </a:lnTo>
                  <a:cubicBezTo>
                    <a:pt x="25099" y="1548"/>
                    <a:pt x="24766" y="1679"/>
                    <a:pt x="24456" y="1846"/>
                  </a:cubicBezTo>
                  <a:cubicBezTo>
                    <a:pt x="23515" y="2287"/>
                    <a:pt x="22575" y="2644"/>
                    <a:pt x="21598" y="3001"/>
                  </a:cubicBezTo>
                  <a:cubicBezTo>
                    <a:pt x="20491" y="3406"/>
                    <a:pt x="19396" y="3799"/>
                    <a:pt x="18312" y="4192"/>
                  </a:cubicBezTo>
                  <a:cubicBezTo>
                    <a:pt x="17622" y="4453"/>
                    <a:pt x="16943" y="4715"/>
                    <a:pt x="16264" y="4989"/>
                  </a:cubicBezTo>
                  <a:cubicBezTo>
                    <a:pt x="15705" y="5204"/>
                    <a:pt x="15157" y="5430"/>
                    <a:pt x="14598" y="5668"/>
                  </a:cubicBezTo>
                  <a:cubicBezTo>
                    <a:pt x="14240" y="5823"/>
                    <a:pt x="13883" y="6001"/>
                    <a:pt x="13526" y="6156"/>
                  </a:cubicBezTo>
                  <a:cubicBezTo>
                    <a:pt x="13038" y="6382"/>
                    <a:pt x="12550" y="6620"/>
                    <a:pt x="12073" y="6847"/>
                  </a:cubicBezTo>
                  <a:cubicBezTo>
                    <a:pt x="11800" y="6978"/>
                    <a:pt x="11550" y="7097"/>
                    <a:pt x="11264" y="7228"/>
                  </a:cubicBezTo>
                  <a:cubicBezTo>
                    <a:pt x="10764" y="7466"/>
                    <a:pt x="10299" y="7704"/>
                    <a:pt x="9764" y="7942"/>
                  </a:cubicBezTo>
                  <a:cubicBezTo>
                    <a:pt x="9228" y="8180"/>
                    <a:pt x="8633" y="8454"/>
                    <a:pt x="8073" y="8704"/>
                  </a:cubicBezTo>
                  <a:cubicBezTo>
                    <a:pt x="7692" y="8871"/>
                    <a:pt x="7359" y="9037"/>
                    <a:pt x="6954" y="9192"/>
                  </a:cubicBezTo>
                  <a:cubicBezTo>
                    <a:pt x="6549" y="9371"/>
                    <a:pt x="6120" y="9537"/>
                    <a:pt x="5668" y="9716"/>
                  </a:cubicBezTo>
                  <a:cubicBezTo>
                    <a:pt x="5227" y="9895"/>
                    <a:pt x="4656" y="10109"/>
                    <a:pt x="4180" y="10288"/>
                  </a:cubicBezTo>
                  <a:lnTo>
                    <a:pt x="2799" y="10823"/>
                  </a:lnTo>
                  <a:cubicBezTo>
                    <a:pt x="2441" y="10966"/>
                    <a:pt x="2072" y="11133"/>
                    <a:pt x="1727" y="11276"/>
                  </a:cubicBezTo>
                  <a:cubicBezTo>
                    <a:pt x="1656" y="11311"/>
                    <a:pt x="1560" y="11371"/>
                    <a:pt x="1536" y="11371"/>
                  </a:cubicBezTo>
                  <a:cubicBezTo>
                    <a:pt x="1513" y="11335"/>
                    <a:pt x="1513" y="11311"/>
                    <a:pt x="1536" y="11300"/>
                  </a:cubicBezTo>
                  <a:cubicBezTo>
                    <a:pt x="1846" y="11097"/>
                    <a:pt x="2179" y="10907"/>
                    <a:pt x="2501" y="10704"/>
                  </a:cubicBezTo>
                  <a:cubicBezTo>
                    <a:pt x="2834" y="10490"/>
                    <a:pt x="3215" y="10252"/>
                    <a:pt x="3525" y="10049"/>
                  </a:cubicBezTo>
                  <a:cubicBezTo>
                    <a:pt x="3846" y="9847"/>
                    <a:pt x="4084" y="9692"/>
                    <a:pt x="4358" y="9514"/>
                  </a:cubicBezTo>
                  <a:cubicBezTo>
                    <a:pt x="4739" y="9264"/>
                    <a:pt x="5049" y="9061"/>
                    <a:pt x="5418" y="8799"/>
                  </a:cubicBezTo>
                  <a:cubicBezTo>
                    <a:pt x="5787" y="8525"/>
                    <a:pt x="6228" y="8216"/>
                    <a:pt x="6597" y="7942"/>
                  </a:cubicBezTo>
                  <a:cubicBezTo>
                    <a:pt x="6978" y="7680"/>
                    <a:pt x="7359" y="7394"/>
                    <a:pt x="7740" y="7144"/>
                  </a:cubicBezTo>
                  <a:cubicBezTo>
                    <a:pt x="8049" y="6930"/>
                    <a:pt x="8383" y="6716"/>
                    <a:pt x="8704" y="6513"/>
                  </a:cubicBezTo>
                  <a:cubicBezTo>
                    <a:pt x="9478" y="6037"/>
                    <a:pt x="10276" y="5585"/>
                    <a:pt x="11109" y="5204"/>
                  </a:cubicBezTo>
                  <a:cubicBezTo>
                    <a:pt x="11704" y="4942"/>
                    <a:pt x="12335" y="4703"/>
                    <a:pt x="12919" y="4465"/>
                  </a:cubicBezTo>
                  <a:cubicBezTo>
                    <a:pt x="13502" y="4227"/>
                    <a:pt x="14050" y="4013"/>
                    <a:pt x="14598" y="3763"/>
                  </a:cubicBezTo>
                  <a:cubicBezTo>
                    <a:pt x="15336" y="3441"/>
                    <a:pt x="16014" y="3096"/>
                    <a:pt x="16741" y="2763"/>
                  </a:cubicBezTo>
                  <a:cubicBezTo>
                    <a:pt x="17372" y="2489"/>
                    <a:pt x="17979" y="2203"/>
                    <a:pt x="18610" y="1929"/>
                  </a:cubicBezTo>
                  <a:cubicBezTo>
                    <a:pt x="19467" y="1560"/>
                    <a:pt x="20348" y="1191"/>
                    <a:pt x="21206" y="834"/>
                  </a:cubicBezTo>
                  <a:cubicBezTo>
                    <a:pt x="22003" y="501"/>
                    <a:pt x="22813" y="286"/>
                    <a:pt x="23646" y="131"/>
                  </a:cubicBezTo>
                  <a:cubicBezTo>
                    <a:pt x="23765" y="120"/>
                    <a:pt x="23908" y="84"/>
                    <a:pt x="23992" y="72"/>
                  </a:cubicBezTo>
                  <a:cubicBezTo>
                    <a:pt x="24087" y="48"/>
                    <a:pt x="24111" y="24"/>
                    <a:pt x="24182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6"/>
            <p:cNvSpPr/>
            <p:nvPr/>
          </p:nvSpPr>
          <p:spPr>
            <a:xfrm>
              <a:off x="5032175" y="2294450"/>
              <a:ext cx="1144500" cy="1239975"/>
            </a:xfrm>
            <a:custGeom>
              <a:avLst/>
              <a:gdLst/>
              <a:ahLst/>
              <a:cxnLst/>
              <a:rect l="l" t="t" r="r" b="b"/>
              <a:pathLst>
                <a:path w="45780" h="49599" extrusionOk="0">
                  <a:moveTo>
                    <a:pt x="25010" y="177"/>
                  </a:moveTo>
                  <a:cubicBezTo>
                    <a:pt x="25106" y="177"/>
                    <a:pt x="25196" y="223"/>
                    <a:pt x="25265" y="323"/>
                  </a:cubicBezTo>
                  <a:cubicBezTo>
                    <a:pt x="25325" y="394"/>
                    <a:pt x="25384" y="466"/>
                    <a:pt x="25408" y="561"/>
                  </a:cubicBezTo>
                  <a:cubicBezTo>
                    <a:pt x="25444" y="752"/>
                    <a:pt x="25491" y="942"/>
                    <a:pt x="25503" y="1133"/>
                  </a:cubicBezTo>
                  <a:cubicBezTo>
                    <a:pt x="25539" y="1728"/>
                    <a:pt x="25539" y="2311"/>
                    <a:pt x="25551" y="2919"/>
                  </a:cubicBezTo>
                  <a:cubicBezTo>
                    <a:pt x="25563" y="3526"/>
                    <a:pt x="25587" y="4157"/>
                    <a:pt x="25610" y="4764"/>
                  </a:cubicBezTo>
                  <a:cubicBezTo>
                    <a:pt x="25670" y="6050"/>
                    <a:pt x="25718" y="7324"/>
                    <a:pt x="25610" y="8610"/>
                  </a:cubicBezTo>
                  <a:cubicBezTo>
                    <a:pt x="25479" y="10265"/>
                    <a:pt x="25265" y="11896"/>
                    <a:pt x="24765" y="13491"/>
                  </a:cubicBezTo>
                  <a:cubicBezTo>
                    <a:pt x="23765" y="16658"/>
                    <a:pt x="22396" y="19587"/>
                    <a:pt x="20598" y="22373"/>
                  </a:cubicBezTo>
                  <a:cubicBezTo>
                    <a:pt x="19836" y="23540"/>
                    <a:pt x="18967" y="24624"/>
                    <a:pt x="18181" y="25767"/>
                  </a:cubicBezTo>
                  <a:cubicBezTo>
                    <a:pt x="17812" y="26338"/>
                    <a:pt x="17395" y="26850"/>
                    <a:pt x="17074" y="27445"/>
                  </a:cubicBezTo>
                  <a:cubicBezTo>
                    <a:pt x="17050" y="27481"/>
                    <a:pt x="17014" y="27529"/>
                    <a:pt x="16978" y="27541"/>
                  </a:cubicBezTo>
                  <a:cubicBezTo>
                    <a:pt x="16973" y="27546"/>
                    <a:pt x="16969" y="27548"/>
                    <a:pt x="16964" y="27548"/>
                  </a:cubicBezTo>
                  <a:cubicBezTo>
                    <a:pt x="16959" y="27548"/>
                    <a:pt x="16955" y="27543"/>
                    <a:pt x="16955" y="27529"/>
                  </a:cubicBezTo>
                  <a:cubicBezTo>
                    <a:pt x="16966" y="27493"/>
                    <a:pt x="16990" y="27410"/>
                    <a:pt x="17014" y="27326"/>
                  </a:cubicBezTo>
                  <a:cubicBezTo>
                    <a:pt x="17109" y="26910"/>
                    <a:pt x="17264" y="26493"/>
                    <a:pt x="17347" y="26064"/>
                  </a:cubicBezTo>
                  <a:cubicBezTo>
                    <a:pt x="17681" y="24552"/>
                    <a:pt x="17990" y="23028"/>
                    <a:pt x="18300" y="21492"/>
                  </a:cubicBezTo>
                  <a:cubicBezTo>
                    <a:pt x="18871" y="18694"/>
                    <a:pt x="19431" y="15884"/>
                    <a:pt x="19991" y="13075"/>
                  </a:cubicBezTo>
                  <a:cubicBezTo>
                    <a:pt x="20312" y="11420"/>
                    <a:pt x="20669" y="9788"/>
                    <a:pt x="21181" y="8193"/>
                  </a:cubicBezTo>
                  <a:cubicBezTo>
                    <a:pt x="21503" y="7193"/>
                    <a:pt x="21848" y="6193"/>
                    <a:pt x="22193" y="5205"/>
                  </a:cubicBezTo>
                  <a:cubicBezTo>
                    <a:pt x="22658" y="3811"/>
                    <a:pt x="23253" y="2502"/>
                    <a:pt x="23991" y="1240"/>
                  </a:cubicBezTo>
                  <a:cubicBezTo>
                    <a:pt x="24134" y="978"/>
                    <a:pt x="24313" y="716"/>
                    <a:pt x="24515" y="478"/>
                  </a:cubicBezTo>
                  <a:cubicBezTo>
                    <a:pt x="24598" y="359"/>
                    <a:pt x="24706" y="287"/>
                    <a:pt x="24848" y="216"/>
                  </a:cubicBezTo>
                  <a:cubicBezTo>
                    <a:pt x="24903" y="191"/>
                    <a:pt x="24957" y="177"/>
                    <a:pt x="25010" y="177"/>
                  </a:cubicBezTo>
                  <a:close/>
                  <a:moveTo>
                    <a:pt x="44363" y="16944"/>
                  </a:moveTo>
                  <a:cubicBezTo>
                    <a:pt x="44601" y="16944"/>
                    <a:pt x="44839" y="16980"/>
                    <a:pt x="45065" y="17075"/>
                  </a:cubicBezTo>
                  <a:cubicBezTo>
                    <a:pt x="45506" y="17266"/>
                    <a:pt x="45625" y="17599"/>
                    <a:pt x="45434" y="18039"/>
                  </a:cubicBezTo>
                  <a:cubicBezTo>
                    <a:pt x="45363" y="18218"/>
                    <a:pt x="45244" y="18385"/>
                    <a:pt x="45113" y="18516"/>
                  </a:cubicBezTo>
                  <a:cubicBezTo>
                    <a:pt x="44851" y="18754"/>
                    <a:pt x="44613" y="18992"/>
                    <a:pt x="44339" y="19206"/>
                  </a:cubicBezTo>
                  <a:cubicBezTo>
                    <a:pt x="43470" y="19873"/>
                    <a:pt x="42553" y="20409"/>
                    <a:pt x="41517" y="20790"/>
                  </a:cubicBezTo>
                  <a:cubicBezTo>
                    <a:pt x="40862" y="21052"/>
                    <a:pt x="40184" y="21230"/>
                    <a:pt x="39517" y="21433"/>
                  </a:cubicBezTo>
                  <a:cubicBezTo>
                    <a:pt x="38457" y="21778"/>
                    <a:pt x="37445" y="22254"/>
                    <a:pt x="36433" y="22719"/>
                  </a:cubicBezTo>
                  <a:cubicBezTo>
                    <a:pt x="35766" y="23016"/>
                    <a:pt x="35076" y="23314"/>
                    <a:pt x="34433" y="23576"/>
                  </a:cubicBezTo>
                  <a:cubicBezTo>
                    <a:pt x="33790" y="23862"/>
                    <a:pt x="33183" y="24100"/>
                    <a:pt x="32564" y="24374"/>
                  </a:cubicBezTo>
                  <a:cubicBezTo>
                    <a:pt x="32028" y="24588"/>
                    <a:pt x="31504" y="24826"/>
                    <a:pt x="30968" y="25040"/>
                  </a:cubicBezTo>
                  <a:cubicBezTo>
                    <a:pt x="30182" y="25338"/>
                    <a:pt x="29420" y="25636"/>
                    <a:pt x="28635" y="25898"/>
                  </a:cubicBezTo>
                  <a:cubicBezTo>
                    <a:pt x="27301" y="26350"/>
                    <a:pt x="25968" y="26767"/>
                    <a:pt x="24610" y="27172"/>
                  </a:cubicBezTo>
                  <a:cubicBezTo>
                    <a:pt x="24217" y="27291"/>
                    <a:pt x="23789" y="27374"/>
                    <a:pt x="23408" y="27541"/>
                  </a:cubicBezTo>
                  <a:cubicBezTo>
                    <a:pt x="22562" y="27898"/>
                    <a:pt x="21717" y="28267"/>
                    <a:pt x="20860" y="28636"/>
                  </a:cubicBezTo>
                  <a:cubicBezTo>
                    <a:pt x="20753" y="28684"/>
                    <a:pt x="20657" y="28731"/>
                    <a:pt x="20586" y="28791"/>
                  </a:cubicBezTo>
                  <a:cubicBezTo>
                    <a:pt x="20586" y="28791"/>
                    <a:pt x="20550" y="28755"/>
                    <a:pt x="20562" y="28755"/>
                  </a:cubicBezTo>
                  <a:cubicBezTo>
                    <a:pt x="20979" y="28434"/>
                    <a:pt x="21431" y="28100"/>
                    <a:pt x="21860" y="27779"/>
                  </a:cubicBezTo>
                  <a:cubicBezTo>
                    <a:pt x="22979" y="26898"/>
                    <a:pt x="24003" y="25921"/>
                    <a:pt x="25003" y="24909"/>
                  </a:cubicBezTo>
                  <a:cubicBezTo>
                    <a:pt x="26194" y="23683"/>
                    <a:pt x="27349" y="22528"/>
                    <a:pt x="28766" y="21576"/>
                  </a:cubicBezTo>
                  <a:cubicBezTo>
                    <a:pt x="29778" y="20885"/>
                    <a:pt x="30802" y="20337"/>
                    <a:pt x="31933" y="19861"/>
                  </a:cubicBezTo>
                  <a:cubicBezTo>
                    <a:pt x="33064" y="19373"/>
                    <a:pt x="34278" y="19004"/>
                    <a:pt x="35481" y="18730"/>
                  </a:cubicBezTo>
                  <a:cubicBezTo>
                    <a:pt x="37029" y="18385"/>
                    <a:pt x="38576" y="18063"/>
                    <a:pt x="40124" y="17718"/>
                  </a:cubicBezTo>
                  <a:cubicBezTo>
                    <a:pt x="41160" y="17480"/>
                    <a:pt x="42232" y="17254"/>
                    <a:pt x="43291" y="17051"/>
                  </a:cubicBezTo>
                  <a:cubicBezTo>
                    <a:pt x="43648" y="16968"/>
                    <a:pt x="44006" y="16944"/>
                    <a:pt x="44363" y="16944"/>
                  </a:cubicBezTo>
                  <a:close/>
                  <a:moveTo>
                    <a:pt x="33085" y="31932"/>
                  </a:moveTo>
                  <a:cubicBezTo>
                    <a:pt x="34703" y="31932"/>
                    <a:pt x="36322" y="32075"/>
                    <a:pt x="37945" y="32327"/>
                  </a:cubicBezTo>
                  <a:cubicBezTo>
                    <a:pt x="39303" y="32541"/>
                    <a:pt x="40672" y="32982"/>
                    <a:pt x="41970" y="33518"/>
                  </a:cubicBezTo>
                  <a:cubicBezTo>
                    <a:pt x="42470" y="33732"/>
                    <a:pt x="42994" y="33994"/>
                    <a:pt x="43458" y="34327"/>
                  </a:cubicBezTo>
                  <a:cubicBezTo>
                    <a:pt x="43625" y="34434"/>
                    <a:pt x="43756" y="34565"/>
                    <a:pt x="43887" y="34708"/>
                  </a:cubicBezTo>
                  <a:cubicBezTo>
                    <a:pt x="44017" y="34863"/>
                    <a:pt x="44017" y="35006"/>
                    <a:pt x="43839" y="35137"/>
                  </a:cubicBezTo>
                  <a:cubicBezTo>
                    <a:pt x="43744" y="35220"/>
                    <a:pt x="43625" y="35280"/>
                    <a:pt x="43506" y="35327"/>
                  </a:cubicBezTo>
                  <a:cubicBezTo>
                    <a:pt x="43267" y="35399"/>
                    <a:pt x="43029" y="35470"/>
                    <a:pt x="42767" y="35506"/>
                  </a:cubicBezTo>
                  <a:cubicBezTo>
                    <a:pt x="41982" y="35601"/>
                    <a:pt x="41196" y="35744"/>
                    <a:pt x="40410" y="35815"/>
                  </a:cubicBezTo>
                  <a:cubicBezTo>
                    <a:pt x="37775" y="36084"/>
                    <a:pt x="35125" y="36201"/>
                    <a:pt x="32483" y="36201"/>
                  </a:cubicBezTo>
                  <a:cubicBezTo>
                    <a:pt x="31723" y="36201"/>
                    <a:pt x="30964" y="36191"/>
                    <a:pt x="30206" y="36173"/>
                  </a:cubicBezTo>
                  <a:cubicBezTo>
                    <a:pt x="28808" y="36140"/>
                    <a:pt x="27421" y="36076"/>
                    <a:pt x="26015" y="36076"/>
                  </a:cubicBezTo>
                  <a:cubicBezTo>
                    <a:pt x="25900" y="36076"/>
                    <a:pt x="25785" y="36076"/>
                    <a:pt x="25670" y="36077"/>
                  </a:cubicBezTo>
                  <a:cubicBezTo>
                    <a:pt x="24027" y="36101"/>
                    <a:pt x="22431" y="36196"/>
                    <a:pt x="20824" y="36435"/>
                  </a:cubicBezTo>
                  <a:cubicBezTo>
                    <a:pt x="19693" y="36601"/>
                    <a:pt x="18586" y="36816"/>
                    <a:pt x="17467" y="36994"/>
                  </a:cubicBezTo>
                  <a:cubicBezTo>
                    <a:pt x="16966" y="37066"/>
                    <a:pt x="16490" y="37149"/>
                    <a:pt x="15990" y="37256"/>
                  </a:cubicBezTo>
                  <a:cubicBezTo>
                    <a:pt x="15978" y="37256"/>
                    <a:pt x="15966" y="37244"/>
                    <a:pt x="15978" y="37220"/>
                  </a:cubicBezTo>
                  <a:cubicBezTo>
                    <a:pt x="15990" y="37208"/>
                    <a:pt x="16038" y="37185"/>
                    <a:pt x="16074" y="37161"/>
                  </a:cubicBezTo>
                  <a:cubicBezTo>
                    <a:pt x="17598" y="36458"/>
                    <a:pt x="19050" y="35661"/>
                    <a:pt x="20574" y="34934"/>
                  </a:cubicBezTo>
                  <a:cubicBezTo>
                    <a:pt x="23420" y="33577"/>
                    <a:pt x="26313" y="32625"/>
                    <a:pt x="29468" y="32184"/>
                  </a:cubicBezTo>
                  <a:cubicBezTo>
                    <a:pt x="30673" y="32011"/>
                    <a:pt x="31879" y="31932"/>
                    <a:pt x="33085" y="31932"/>
                  </a:cubicBezTo>
                  <a:close/>
                  <a:moveTo>
                    <a:pt x="24998" y="1"/>
                  </a:moveTo>
                  <a:cubicBezTo>
                    <a:pt x="24899" y="1"/>
                    <a:pt x="24790" y="32"/>
                    <a:pt x="24670" y="97"/>
                  </a:cubicBezTo>
                  <a:cubicBezTo>
                    <a:pt x="24527" y="180"/>
                    <a:pt x="24396" y="311"/>
                    <a:pt x="24289" y="454"/>
                  </a:cubicBezTo>
                  <a:cubicBezTo>
                    <a:pt x="24110" y="692"/>
                    <a:pt x="23944" y="942"/>
                    <a:pt x="23801" y="1192"/>
                  </a:cubicBezTo>
                  <a:cubicBezTo>
                    <a:pt x="23086" y="2454"/>
                    <a:pt x="22467" y="3764"/>
                    <a:pt x="22015" y="5133"/>
                  </a:cubicBezTo>
                  <a:cubicBezTo>
                    <a:pt x="21574" y="6407"/>
                    <a:pt x="21157" y="7669"/>
                    <a:pt x="20765" y="8943"/>
                  </a:cubicBezTo>
                  <a:cubicBezTo>
                    <a:pt x="20384" y="10122"/>
                    <a:pt x="20134" y="11324"/>
                    <a:pt x="19895" y="12539"/>
                  </a:cubicBezTo>
                  <a:cubicBezTo>
                    <a:pt x="19312" y="15432"/>
                    <a:pt x="18741" y="18349"/>
                    <a:pt x="18157" y="21254"/>
                  </a:cubicBezTo>
                  <a:cubicBezTo>
                    <a:pt x="17859" y="22754"/>
                    <a:pt x="17574" y="24243"/>
                    <a:pt x="17228" y="25755"/>
                  </a:cubicBezTo>
                  <a:cubicBezTo>
                    <a:pt x="17050" y="26540"/>
                    <a:pt x="16847" y="27302"/>
                    <a:pt x="16550" y="28053"/>
                  </a:cubicBezTo>
                  <a:cubicBezTo>
                    <a:pt x="15764" y="30100"/>
                    <a:pt x="14633" y="31732"/>
                    <a:pt x="13026" y="33208"/>
                  </a:cubicBezTo>
                  <a:cubicBezTo>
                    <a:pt x="12371" y="33803"/>
                    <a:pt x="11692" y="34339"/>
                    <a:pt x="11061" y="34934"/>
                  </a:cubicBezTo>
                  <a:cubicBezTo>
                    <a:pt x="9668" y="36232"/>
                    <a:pt x="8394" y="37554"/>
                    <a:pt x="7251" y="39066"/>
                  </a:cubicBezTo>
                  <a:cubicBezTo>
                    <a:pt x="5775" y="40995"/>
                    <a:pt x="4489" y="43031"/>
                    <a:pt x="2917" y="44888"/>
                  </a:cubicBezTo>
                  <a:cubicBezTo>
                    <a:pt x="1810" y="46186"/>
                    <a:pt x="881" y="47579"/>
                    <a:pt x="143" y="49127"/>
                  </a:cubicBezTo>
                  <a:cubicBezTo>
                    <a:pt x="107" y="49222"/>
                    <a:pt x="60" y="49341"/>
                    <a:pt x="24" y="49412"/>
                  </a:cubicBezTo>
                  <a:cubicBezTo>
                    <a:pt x="0" y="49508"/>
                    <a:pt x="12" y="49519"/>
                    <a:pt x="0" y="49591"/>
                  </a:cubicBezTo>
                  <a:cubicBezTo>
                    <a:pt x="18" y="49596"/>
                    <a:pt x="34" y="49599"/>
                    <a:pt x="49" y="49599"/>
                  </a:cubicBezTo>
                  <a:cubicBezTo>
                    <a:pt x="133" y="49599"/>
                    <a:pt x="170" y="49521"/>
                    <a:pt x="191" y="49460"/>
                  </a:cubicBezTo>
                  <a:cubicBezTo>
                    <a:pt x="381" y="49055"/>
                    <a:pt x="548" y="48674"/>
                    <a:pt x="762" y="48281"/>
                  </a:cubicBezTo>
                  <a:cubicBezTo>
                    <a:pt x="1596" y="46745"/>
                    <a:pt x="2691" y="45471"/>
                    <a:pt x="3774" y="44126"/>
                  </a:cubicBezTo>
                  <a:cubicBezTo>
                    <a:pt x="4941" y="42697"/>
                    <a:pt x="5894" y="41185"/>
                    <a:pt x="6977" y="39709"/>
                  </a:cubicBezTo>
                  <a:cubicBezTo>
                    <a:pt x="7013" y="39661"/>
                    <a:pt x="7037" y="39602"/>
                    <a:pt x="7084" y="39578"/>
                  </a:cubicBezTo>
                  <a:cubicBezTo>
                    <a:pt x="7144" y="39542"/>
                    <a:pt x="7203" y="39542"/>
                    <a:pt x="7263" y="39542"/>
                  </a:cubicBezTo>
                  <a:cubicBezTo>
                    <a:pt x="8680" y="39506"/>
                    <a:pt x="10025" y="39268"/>
                    <a:pt x="11382" y="38875"/>
                  </a:cubicBezTo>
                  <a:cubicBezTo>
                    <a:pt x="12406" y="38578"/>
                    <a:pt x="13359" y="38220"/>
                    <a:pt x="14359" y="37863"/>
                  </a:cubicBezTo>
                  <a:cubicBezTo>
                    <a:pt x="15121" y="37601"/>
                    <a:pt x="15859" y="37399"/>
                    <a:pt x="16669" y="37268"/>
                  </a:cubicBezTo>
                  <a:cubicBezTo>
                    <a:pt x="18026" y="37066"/>
                    <a:pt x="19372" y="36827"/>
                    <a:pt x="20741" y="36613"/>
                  </a:cubicBezTo>
                  <a:cubicBezTo>
                    <a:pt x="21669" y="36470"/>
                    <a:pt x="22610" y="36351"/>
                    <a:pt x="23563" y="36304"/>
                  </a:cubicBezTo>
                  <a:cubicBezTo>
                    <a:pt x="24417" y="36257"/>
                    <a:pt x="25270" y="36240"/>
                    <a:pt x="26125" y="36240"/>
                  </a:cubicBezTo>
                  <a:cubicBezTo>
                    <a:pt x="27247" y="36240"/>
                    <a:pt x="28374" y="36270"/>
                    <a:pt x="29516" y="36304"/>
                  </a:cubicBezTo>
                  <a:cubicBezTo>
                    <a:pt x="30482" y="36331"/>
                    <a:pt x="31453" y="36345"/>
                    <a:pt x="32426" y="36345"/>
                  </a:cubicBezTo>
                  <a:cubicBezTo>
                    <a:pt x="34417" y="36345"/>
                    <a:pt x="36419" y="36285"/>
                    <a:pt x="38410" y="36149"/>
                  </a:cubicBezTo>
                  <a:cubicBezTo>
                    <a:pt x="39838" y="36065"/>
                    <a:pt x="41303" y="35875"/>
                    <a:pt x="42708" y="35661"/>
                  </a:cubicBezTo>
                  <a:cubicBezTo>
                    <a:pt x="42982" y="35637"/>
                    <a:pt x="43232" y="35553"/>
                    <a:pt x="43482" y="35482"/>
                  </a:cubicBezTo>
                  <a:cubicBezTo>
                    <a:pt x="43636" y="35434"/>
                    <a:pt x="43803" y="35375"/>
                    <a:pt x="43922" y="35292"/>
                  </a:cubicBezTo>
                  <a:cubicBezTo>
                    <a:pt x="44196" y="35077"/>
                    <a:pt x="44232" y="34827"/>
                    <a:pt x="43994" y="34565"/>
                  </a:cubicBezTo>
                  <a:cubicBezTo>
                    <a:pt x="43756" y="34291"/>
                    <a:pt x="43446" y="34041"/>
                    <a:pt x="43113" y="33875"/>
                  </a:cubicBezTo>
                  <a:cubicBezTo>
                    <a:pt x="42053" y="33327"/>
                    <a:pt x="40946" y="32791"/>
                    <a:pt x="39791" y="32541"/>
                  </a:cubicBezTo>
                  <a:cubicBezTo>
                    <a:pt x="37537" y="32030"/>
                    <a:pt x="35327" y="31777"/>
                    <a:pt x="33117" y="31777"/>
                  </a:cubicBezTo>
                  <a:cubicBezTo>
                    <a:pt x="31056" y="31777"/>
                    <a:pt x="28994" y="31997"/>
                    <a:pt x="26896" y="32434"/>
                  </a:cubicBezTo>
                  <a:cubicBezTo>
                    <a:pt x="24551" y="32922"/>
                    <a:pt x="22455" y="33815"/>
                    <a:pt x="20348" y="34815"/>
                  </a:cubicBezTo>
                  <a:cubicBezTo>
                    <a:pt x="18812" y="35530"/>
                    <a:pt x="17371" y="36351"/>
                    <a:pt x="15847" y="37030"/>
                  </a:cubicBezTo>
                  <a:cubicBezTo>
                    <a:pt x="13823" y="37935"/>
                    <a:pt x="11859" y="38613"/>
                    <a:pt x="9716" y="39113"/>
                  </a:cubicBezTo>
                  <a:cubicBezTo>
                    <a:pt x="9037" y="39280"/>
                    <a:pt x="8323" y="39340"/>
                    <a:pt x="7620" y="39363"/>
                  </a:cubicBezTo>
                  <a:cubicBezTo>
                    <a:pt x="7525" y="39363"/>
                    <a:pt x="7394" y="39352"/>
                    <a:pt x="7287" y="39352"/>
                  </a:cubicBezTo>
                  <a:cubicBezTo>
                    <a:pt x="7322" y="39292"/>
                    <a:pt x="7370" y="39209"/>
                    <a:pt x="7406" y="39161"/>
                  </a:cubicBezTo>
                  <a:cubicBezTo>
                    <a:pt x="8442" y="37851"/>
                    <a:pt x="9525" y="36625"/>
                    <a:pt x="10740" y="35494"/>
                  </a:cubicBezTo>
                  <a:cubicBezTo>
                    <a:pt x="11597" y="34708"/>
                    <a:pt x="12490" y="33946"/>
                    <a:pt x="13395" y="33267"/>
                  </a:cubicBezTo>
                  <a:cubicBezTo>
                    <a:pt x="14299" y="32577"/>
                    <a:pt x="15204" y="31958"/>
                    <a:pt x="16181" y="31362"/>
                  </a:cubicBezTo>
                  <a:cubicBezTo>
                    <a:pt x="17467" y="30553"/>
                    <a:pt x="18812" y="29827"/>
                    <a:pt x="20181" y="29148"/>
                  </a:cubicBezTo>
                  <a:cubicBezTo>
                    <a:pt x="21027" y="28707"/>
                    <a:pt x="21931" y="28350"/>
                    <a:pt x="22801" y="27957"/>
                  </a:cubicBezTo>
                  <a:cubicBezTo>
                    <a:pt x="23574" y="27600"/>
                    <a:pt x="24396" y="27422"/>
                    <a:pt x="25194" y="27183"/>
                  </a:cubicBezTo>
                  <a:cubicBezTo>
                    <a:pt x="26361" y="26838"/>
                    <a:pt x="27492" y="26469"/>
                    <a:pt x="28635" y="26076"/>
                  </a:cubicBezTo>
                  <a:cubicBezTo>
                    <a:pt x="29301" y="25850"/>
                    <a:pt x="29956" y="25600"/>
                    <a:pt x="30611" y="25350"/>
                  </a:cubicBezTo>
                  <a:cubicBezTo>
                    <a:pt x="31147" y="25159"/>
                    <a:pt x="31659" y="24933"/>
                    <a:pt x="32195" y="24707"/>
                  </a:cubicBezTo>
                  <a:cubicBezTo>
                    <a:pt x="32707" y="24481"/>
                    <a:pt x="33266" y="24243"/>
                    <a:pt x="33802" y="24028"/>
                  </a:cubicBezTo>
                  <a:cubicBezTo>
                    <a:pt x="34433" y="23754"/>
                    <a:pt x="35076" y="23492"/>
                    <a:pt x="35719" y="23207"/>
                  </a:cubicBezTo>
                  <a:cubicBezTo>
                    <a:pt x="36659" y="22790"/>
                    <a:pt x="37612" y="22338"/>
                    <a:pt x="38564" y="21945"/>
                  </a:cubicBezTo>
                  <a:cubicBezTo>
                    <a:pt x="39136" y="21707"/>
                    <a:pt x="39755" y="21540"/>
                    <a:pt x="40350" y="21361"/>
                  </a:cubicBezTo>
                  <a:cubicBezTo>
                    <a:pt x="41553" y="20992"/>
                    <a:pt x="42684" y="20492"/>
                    <a:pt x="43756" y="19813"/>
                  </a:cubicBezTo>
                  <a:cubicBezTo>
                    <a:pt x="44291" y="19456"/>
                    <a:pt x="44768" y="19063"/>
                    <a:pt x="45208" y="18623"/>
                  </a:cubicBezTo>
                  <a:cubicBezTo>
                    <a:pt x="45375" y="18444"/>
                    <a:pt x="45530" y="18266"/>
                    <a:pt x="45613" y="18028"/>
                  </a:cubicBezTo>
                  <a:cubicBezTo>
                    <a:pt x="45780" y="17563"/>
                    <a:pt x="45649" y="17182"/>
                    <a:pt x="45208" y="16944"/>
                  </a:cubicBezTo>
                  <a:cubicBezTo>
                    <a:pt x="44968" y="16802"/>
                    <a:pt x="44697" y="16740"/>
                    <a:pt x="44415" y="16740"/>
                  </a:cubicBezTo>
                  <a:cubicBezTo>
                    <a:pt x="44390" y="16740"/>
                    <a:pt x="44364" y="16741"/>
                    <a:pt x="44339" y="16742"/>
                  </a:cubicBezTo>
                  <a:cubicBezTo>
                    <a:pt x="43863" y="16777"/>
                    <a:pt x="43398" y="16825"/>
                    <a:pt x="42934" y="16908"/>
                  </a:cubicBezTo>
                  <a:cubicBezTo>
                    <a:pt x="40374" y="17444"/>
                    <a:pt x="37814" y="17968"/>
                    <a:pt x="35266" y="18575"/>
                  </a:cubicBezTo>
                  <a:cubicBezTo>
                    <a:pt x="34135" y="18849"/>
                    <a:pt x="33040" y="19182"/>
                    <a:pt x="31968" y="19635"/>
                  </a:cubicBezTo>
                  <a:cubicBezTo>
                    <a:pt x="30742" y="20147"/>
                    <a:pt x="29611" y="20754"/>
                    <a:pt x="28516" y="21516"/>
                  </a:cubicBezTo>
                  <a:cubicBezTo>
                    <a:pt x="27170" y="22421"/>
                    <a:pt x="26063" y="23552"/>
                    <a:pt x="24908" y="24707"/>
                  </a:cubicBezTo>
                  <a:cubicBezTo>
                    <a:pt x="23944" y="25695"/>
                    <a:pt x="22943" y="26671"/>
                    <a:pt x="21848" y="27541"/>
                  </a:cubicBezTo>
                  <a:cubicBezTo>
                    <a:pt x="20943" y="28255"/>
                    <a:pt x="19991" y="28922"/>
                    <a:pt x="18991" y="29517"/>
                  </a:cubicBezTo>
                  <a:cubicBezTo>
                    <a:pt x="18633" y="29719"/>
                    <a:pt x="18240" y="29922"/>
                    <a:pt x="17883" y="30124"/>
                  </a:cubicBezTo>
                  <a:cubicBezTo>
                    <a:pt x="16836" y="30755"/>
                    <a:pt x="15788" y="31398"/>
                    <a:pt x="14764" y="32065"/>
                  </a:cubicBezTo>
                  <a:cubicBezTo>
                    <a:pt x="14526" y="32232"/>
                    <a:pt x="14299" y="32386"/>
                    <a:pt x="14073" y="32541"/>
                  </a:cubicBezTo>
                  <a:cubicBezTo>
                    <a:pt x="14071" y="32543"/>
                    <a:pt x="14068" y="32544"/>
                    <a:pt x="14064" y="32544"/>
                  </a:cubicBezTo>
                  <a:cubicBezTo>
                    <a:pt x="14046" y="32544"/>
                    <a:pt x="14010" y="32521"/>
                    <a:pt x="13990" y="32482"/>
                  </a:cubicBezTo>
                  <a:cubicBezTo>
                    <a:pt x="14061" y="32398"/>
                    <a:pt x="14157" y="32315"/>
                    <a:pt x="14228" y="32220"/>
                  </a:cubicBezTo>
                  <a:cubicBezTo>
                    <a:pt x="15181" y="31184"/>
                    <a:pt x="15859" y="30053"/>
                    <a:pt x="16443" y="28755"/>
                  </a:cubicBezTo>
                  <a:cubicBezTo>
                    <a:pt x="16538" y="28553"/>
                    <a:pt x="16621" y="28350"/>
                    <a:pt x="16728" y="28160"/>
                  </a:cubicBezTo>
                  <a:cubicBezTo>
                    <a:pt x="17407" y="26957"/>
                    <a:pt x="18240" y="25874"/>
                    <a:pt x="19050" y="24755"/>
                  </a:cubicBezTo>
                  <a:cubicBezTo>
                    <a:pt x="20241" y="23100"/>
                    <a:pt x="21431" y="21468"/>
                    <a:pt x="22372" y="19635"/>
                  </a:cubicBezTo>
                  <a:cubicBezTo>
                    <a:pt x="23455" y="17539"/>
                    <a:pt x="24360" y="15408"/>
                    <a:pt x="24991" y="13110"/>
                  </a:cubicBezTo>
                  <a:cubicBezTo>
                    <a:pt x="25718" y="10455"/>
                    <a:pt x="25849" y="7752"/>
                    <a:pt x="25741" y="4990"/>
                  </a:cubicBezTo>
                  <a:cubicBezTo>
                    <a:pt x="25718" y="4216"/>
                    <a:pt x="25658" y="3442"/>
                    <a:pt x="25670" y="2668"/>
                  </a:cubicBezTo>
                  <a:cubicBezTo>
                    <a:pt x="25682" y="2121"/>
                    <a:pt x="25658" y="1585"/>
                    <a:pt x="25622" y="1025"/>
                  </a:cubicBezTo>
                  <a:cubicBezTo>
                    <a:pt x="25610" y="775"/>
                    <a:pt x="25563" y="525"/>
                    <a:pt x="25432" y="299"/>
                  </a:cubicBezTo>
                  <a:cubicBezTo>
                    <a:pt x="25318" y="101"/>
                    <a:pt x="25174" y="1"/>
                    <a:pt x="24998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15" name="Google Shape;415;p36"/>
          <p:cNvPicPr preferRelativeResize="0"/>
          <p:nvPr/>
        </p:nvPicPr>
        <p:blipFill rotWithShape="1">
          <a:blip r:embed="rId5">
            <a:alphaModFix/>
          </a:blip>
          <a:srcRect l="45691" t="12052" r="18787" b="20159"/>
          <a:stretch/>
        </p:blipFill>
        <p:spPr>
          <a:xfrm>
            <a:off x="6353400" y="415315"/>
            <a:ext cx="1366949" cy="1467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16" name="Google Shape;416;p36"/>
          <p:cNvPicPr preferRelativeResize="0"/>
          <p:nvPr/>
        </p:nvPicPr>
        <p:blipFill rotWithShape="1">
          <a:blip r:embed="rId6">
            <a:alphaModFix/>
          </a:blip>
          <a:srcRect l="28680" t="19555" r="23804" b="32703"/>
          <a:stretch/>
        </p:blipFill>
        <p:spPr>
          <a:xfrm rot="-1761291">
            <a:off x="634998" y="2926409"/>
            <a:ext cx="1287877" cy="7278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0875" y="445025"/>
            <a:ext cx="77223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ntata One"/>
              <a:buNone/>
              <a:defRPr sz="3500">
                <a:solidFill>
                  <a:schemeClr val="dk1"/>
                </a:solidFill>
                <a:latin typeface="Cantata One"/>
                <a:ea typeface="Cantata One"/>
                <a:cs typeface="Cantata One"/>
                <a:sym typeface="Cantata One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ntata One"/>
              <a:buNone/>
              <a:defRPr sz="3500">
                <a:solidFill>
                  <a:schemeClr val="dk1"/>
                </a:solidFill>
                <a:latin typeface="Cantata One"/>
                <a:ea typeface="Cantata One"/>
                <a:cs typeface="Cantata One"/>
                <a:sym typeface="Cantata One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ntata One"/>
              <a:buNone/>
              <a:defRPr sz="3500">
                <a:solidFill>
                  <a:schemeClr val="dk1"/>
                </a:solidFill>
                <a:latin typeface="Cantata One"/>
                <a:ea typeface="Cantata One"/>
                <a:cs typeface="Cantata One"/>
                <a:sym typeface="Cantata One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ntata One"/>
              <a:buNone/>
              <a:defRPr sz="3500">
                <a:solidFill>
                  <a:schemeClr val="dk1"/>
                </a:solidFill>
                <a:latin typeface="Cantata One"/>
                <a:ea typeface="Cantata One"/>
                <a:cs typeface="Cantata One"/>
                <a:sym typeface="Cantata One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ntata One"/>
              <a:buNone/>
              <a:defRPr sz="3500">
                <a:solidFill>
                  <a:schemeClr val="dk1"/>
                </a:solidFill>
                <a:latin typeface="Cantata One"/>
                <a:ea typeface="Cantata One"/>
                <a:cs typeface="Cantata One"/>
                <a:sym typeface="Cantata One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ntata One"/>
              <a:buNone/>
              <a:defRPr sz="3500">
                <a:solidFill>
                  <a:schemeClr val="dk1"/>
                </a:solidFill>
                <a:latin typeface="Cantata One"/>
                <a:ea typeface="Cantata One"/>
                <a:cs typeface="Cantata One"/>
                <a:sym typeface="Cantata One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ntata One"/>
              <a:buNone/>
              <a:defRPr sz="3500">
                <a:solidFill>
                  <a:schemeClr val="dk1"/>
                </a:solidFill>
                <a:latin typeface="Cantata One"/>
                <a:ea typeface="Cantata One"/>
                <a:cs typeface="Cantata One"/>
                <a:sym typeface="Cantata One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ntata One"/>
              <a:buNone/>
              <a:defRPr sz="3500">
                <a:solidFill>
                  <a:schemeClr val="dk1"/>
                </a:solidFill>
                <a:latin typeface="Cantata One"/>
                <a:ea typeface="Cantata One"/>
                <a:cs typeface="Cantata One"/>
                <a:sym typeface="Cantata One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antata One"/>
              <a:buNone/>
              <a:defRPr sz="3500">
                <a:solidFill>
                  <a:schemeClr val="dk1"/>
                </a:solidFill>
                <a:latin typeface="Cantata One"/>
                <a:ea typeface="Cantata One"/>
                <a:cs typeface="Cantata One"/>
                <a:sym typeface="Cantat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0875" y="1152475"/>
            <a:ext cx="7722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Char char="●"/>
              <a:defRPr sz="18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5" r:id="rId5"/>
    <p:sldLayoutId id="2147483658" r:id="rId6"/>
    <p:sldLayoutId id="2147483659" r:id="rId7"/>
    <p:sldLayoutId id="2147483670" r:id="rId8"/>
    <p:sldLayoutId id="2147483682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6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.xml"/><Relationship Id="rId5" Type="http://schemas.openxmlformats.org/officeDocument/2006/relationships/image" Target="../media/image4.png"/><Relationship Id="rId4" Type="http://schemas.openxmlformats.org/officeDocument/2006/relationships/image" Target="../media/image11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0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11.png"/><Relationship Id="rId4" Type="http://schemas.openxmlformats.org/officeDocument/2006/relationships/image" Target="../media/image18.png"/><Relationship Id="rId9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3.png"/><Relationship Id="rId3" Type="http://schemas.openxmlformats.org/officeDocument/2006/relationships/image" Target="../media/image10.png"/><Relationship Id="rId7" Type="http://schemas.openxmlformats.org/officeDocument/2006/relationships/image" Target="../media/image4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11" Type="http://schemas.microsoft.com/office/2007/relationships/hdphoto" Target="../media/hdphoto3.wdp"/><Relationship Id="rId5" Type="http://schemas.openxmlformats.org/officeDocument/2006/relationships/image" Target="../media/image11.png"/><Relationship Id="rId15" Type="http://schemas.openxmlformats.org/officeDocument/2006/relationships/image" Target="../media/image25.png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microsoft.com/office/2007/relationships/hdphoto" Target="../media/hdphoto2.wdp"/><Relationship Id="rId1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0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11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0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11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0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11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11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33.png"/><Relationship Id="rId18" Type="http://schemas.openxmlformats.org/officeDocument/2006/relationships/image" Target="../media/image36.png"/><Relationship Id="rId3" Type="http://schemas.openxmlformats.org/officeDocument/2006/relationships/image" Target="../media/image10.png"/><Relationship Id="rId7" Type="http://schemas.openxmlformats.org/officeDocument/2006/relationships/slide" Target="slide6.xml"/><Relationship Id="rId12" Type="http://schemas.openxmlformats.org/officeDocument/2006/relationships/customXml" Target="../ink/ink5.xml"/><Relationship Id="rId17" Type="http://schemas.openxmlformats.org/officeDocument/2006/relationships/customXml" Target="../ink/ink7.xml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8.xml"/><Relationship Id="rId6" Type="http://schemas.openxmlformats.org/officeDocument/2006/relationships/slide" Target="slide4.xml"/><Relationship Id="rId11" Type="http://schemas.openxmlformats.org/officeDocument/2006/relationships/image" Target="../media/image32.png"/><Relationship Id="rId5" Type="http://schemas.openxmlformats.org/officeDocument/2006/relationships/image" Target="../media/image11.png"/><Relationship Id="rId15" Type="http://schemas.openxmlformats.org/officeDocument/2006/relationships/customXml" Target="../ink/ink6.xml"/><Relationship Id="rId10" Type="http://schemas.openxmlformats.org/officeDocument/2006/relationships/customXml" Target="../ink/ink4.xml"/><Relationship Id="rId4" Type="http://schemas.openxmlformats.org/officeDocument/2006/relationships/image" Target="../media/image18.png"/><Relationship Id="rId9" Type="http://schemas.openxmlformats.org/officeDocument/2006/relationships/image" Target="../media/image31.png"/><Relationship Id="rId1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40"/>
          <p:cNvPicPr preferRelativeResize="0"/>
          <p:nvPr/>
        </p:nvPicPr>
        <p:blipFill rotWithShape="1">
          <a:blip r:embed="rId3">
            <a:alphaModFix amt="62000"/>
          </a:blip>
          <a:srcRect l="37807" t="9859" r="25038" b="24368"/>
          <a:stretch/>
        </p:blipFill>
        <p:spPr>
          <a:xfrm>
            <a:off x="-153662" y="3027920"/>
            <a:ext cx="3011203" cy="2998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8" name="Google Shape;428;p40"/>
          <p:cNvPicPr preferRelativeResize="0"/>
          <p:nvPr/>
        </p:nvPicPr>
        <p:blipFill rotWithShape="1">
          <a:blip r:embed="rId4">
            <a:alphaModFix amt="72000"/>
          </a:blip>
          <a:srcRect l="36305" t="26731" r="30909" b="23776"/>
          <a:stretch/>
        </p:blipFill>
        <p:spPr>
          <a:xfrm>
            <a:off x="5769351" y="844100"/>
            <a:ext cx="1790842" cy="1520699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40"/>
          <p:cNvSpPr txBox="1">
            <a:spLocks noGrp="1"/>
          </p:cNvSpPr>
          <p:nvPr>
            <p:ph type="ctrTitle"/>
          </p:nvPr>
        </p:nvSpPr>
        <p:spPr>
          <a:xfrm>
            <a:off x="974099" y="1371188"/>
            <a:ext cx="7246450" cy="21730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SISTEMA DE EMPAREJAMIENTO</a:t>
            </a:r>
            <a:br>
              <a:rPr lang="en" dirty="0"/>
            </a:br>
            <a:r>
              <a:rPr lang="en" sz="2000" dirty="0">
                <a:solidFill>
                  <a:schemeClr val="accent1"/>
                </a:solidFill>
              </a:rPr>
              <a:t>Para estudiantes de la facultad de ciencias, UNAM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431" name="Google Shape;431;p40"/>
          <p:cNvSpPr/>
          <p:nvPr/>
        </p:nvSpPr>
        <p:spPr>
          <a:xfrm rot="-3210908">
            <a:off x="7334451" y="-1600592"/>
            <a:ext cx="1348000" cy="4231916"/>
          </a:xfrm>
          <a:custGeom>
            <a:avLst/>
            <a:gdLst/>
            <a:ahLst/>
            <a:cxnLst/>
            <a:rect l="l" t="t" r="r" b="b"/>
            <a:pathLst>
              <a:path w="41649" h="130753" extrusionOk="0">
                <a:moveTo>
                  <a:pt x="11180" y="58329"/>
                </a:moveTo>
                <a:cubicBezTo>
                  <a:pt x="11751" y="58329"/>
                  <a:pt x="12324" y="58373"/>
                  <a:pt x="12895" y="58460"/>
                </a:cubicBezTo>
                <a:cubicBezTo>
                  <a:pt x="13847" y="58627"/>
                  <a:pt x="15121" y="58817"/>
                  <a:pt x="15848" y="59520"/>
                </a:cubicBezTo>
                <a:cubicBezTo>
                  <a:pt x="16169" y="59829"/>
                  <a:pt x="16288" y="60294"/>
                  <a:pt x="16050" y="60711"/>
                </a:cubicBezTo>
                <a:cubicBezTo>
                  <a:pt x="15800" y="61163"/>
                  <a:pt x="15276" y="61353"/>
                  <a:pt x="14800" y="61425"/>
                </a:cubicBezTo>
                <a:cubicBezTo>
                  <a:pt x="14517" y="61469"/>
                  <a:pt x="14230" y="61488"/>
                  <a:pt x="13942" y="61488"/>
                </a:cubicBezTo>
                <a:cubicBezTo>
                  <a:pt x="12992" y="61488"/>
                  <a:pt x="12022" y="61281"/>
                  <a:pt x="11109" y="61080"/>
                </a:cubicBezTo>
                <a:cubicBezTo>
                  <a:pt x="9811" y="60818"/>
                  <a:pt x="8240" y="60806"/>
                  <a:pt x="7216" y="59877"/>
                </a:cubicBezTo>
                <a:cubicBezTo>
                  <a:pt x="7049" y="59758"/>
                  <a:pt x="7061" y="59532"/>
                  <a:pt x="7180" y="59389"/>
                </a:cubicBezTo>
                <a:cubicBezTo>
                  <a:pt x="7228" y="59329"/>
                  <a:pt x="7287" y="59294"/>
                  <a:pt x="7347" y="59234"/>
                </a:cubicBezTo>
                <a:cubicBezTo>
                  <a:pt x="7359" y="59103"/>
                  <a:pt x="7418" y="58984"/>
                  <a:pt x="7585" y="58925"/>
                </a:cubicBezTo>
                <a:cubicBezTo>
                  <a:pt x="8752" y="58528"/>
                  <a:pt x="9962" y="58329"/>
                  <a:pt x="11180" y="58329"/>
                </a:cubicBezTo>
                <a:close/>
                <a:moveTo>
                  <a:pt x="7575" y="96887"/>
                </a:moveTo>
                <a:cubicBezTo>
                  <a:pt x="8389" y="96887"/>
                  <a:pt x="9213" y="97311"/>
                  <a:pt x="9895" y="97715"/>
                </a:cubicBezTo>
                <a:cubicBezTo>
                  <a:pt x="10442" y="98037"/>
                  <a:pt x="10978" y="98429"/>
                  <a:pt x="11490" y="98822"/>
                </a:cubicBezTo>
                <a:cubicBezTo>
                  <a:pt x="12169" y="99346"/>
                  <a:pt x="12776" y="99953"/>
                  <a:pt x="13335" y="100608"/>
                </a:cubicBezTo>
                <a:cubicBezTo>
                  <a:pt x="13419" y="100704"/>
                  <a:pt x="13490" y="100811"/>
                  <a:pt x="13574" y="100894"/>
                </a:cubicBezTo>
                <a:lnTo>
                  <a:pt x="13586" y="100906"/>
                </a:lnTo>
                <a:cubicBezTo>
                  <a:pt x="13871" y="101251"/>
                  <a:pt x="14169" y="101608"/>
                  <a:pt x="14431" y="101966"/>
                </a:cubicBezTo>
                <a:cubicBezTo>
                  <a:pt x="14800" y="102454"/>
                  <a:pt x="15514" y="103347"/>
                  <a:pt x="15133" y="104002"/>
                </a:cubicBezTo>
                <a:cubicBezTo>
                  <a:pt x="14965" y="104289"/>
                  <a:pt x="14675" y="104394"/>
                  <a:pt x="14338" y="104394"/>
                </a:cubicBezTo>
                <a:cubicBezTo>
                  <a:pt x="13630" y="104394"/>
                  <a:pt x="12716" y="103930"/>
                  <a:pt x="12288" y="103728"/>
                </a:cubicBezTo>
                <a:cubicBezTo>
                  <a:pt x="10847" y="103049"/>
                  <a:pt x="9478" y="102192"/>
                  <a:pt x="8228" y="101204"/>
                </a:cubicBezTo>
                <a:cubicBezTo>
                  <a:pt x="7775" y="100870"/>
                  <a:pt x="7263" y="100454"/>
                  <a:pt x="6882" y="99942"/>
                </a:cubicBezTo>
                <a:cubicBezTo>
                  <a:pt x="6739" y="99775"/>
                  <a:pt x="6608" y="99632"/>
                  <a:pt x="6466" y="99453"/>
                </a:cubicBezTo>
                <a:cubicBezTo>
                  <a:pt x="6168" y="99060"/>
                  <a:pt x="5918" y="98572"/>
                  <a:pt x="5977" y="98084"/>
                </a:cubicBezTo>
                <a:cubicBezTo>
                  <a:pt x="6049" y="97417"/>
                  <a:pt x="6644" y="96977"/>
                  <a:pt x="7287" y="96905"/>
                </a:cubicBezTo>
                <a:cubicBezTo>
                  <a:pt x="7383" y="96893"/>
                  <a:pt x="7479" y="96887"/>
                  <a:pt x="7575" y="96887"/>
                </a:cubicBezTo>
                <a:close/>
                <a:moveTo>
                  <a:pt x="36195" y="1"/>
                </a:moveTo>
                <a:cubicBezTo>
                  <a:pt x="35731" y="620"/>
                  <a:pt x="35862" y="1132"/>
                  <a:pt x="36112" y="1668"/>
                </a:cubicBezTo>
                <a:cubicBezTo>
                  <a:pt x="36624" y="2680"/>
                  <a:pt x="37148" y="3692"/>
                  <a:pt x="37648" y="4727"/>
                </a:cubicBezTo>
                <a:cubicBezTo>
                  <a:pt x="38898" y="7287"/>
                  <a:pt x="40101" y="9847"/>
                  <a:pt x="39970" y="12824"/>
                </a:cubicBezTo>
                <a:cubicBezTo>
                  <a:pt x="39779" y="17289"/>
                  <a:pt x="36803" y="19729"/>
                  <a:pt x="32719" y="19741"/>
                </a:cubicBezTo>
                <a:cubicBezTo>
                  <a:pt x="32689" y="19741"/>
                  <a:pt x="32659" y="19741"/>
                  <a:pt x="32629" y="19741"/>
                </a:cubicBezTo>
                <a:cubicBezTo>
                  <a:pt x="30398" y="19741"/>
                  <a:pt x="28189" y="19305"/>
                  <a:pt x="26016" y="18729"/>
                </a:cubicBezTo>
                <a:cubicBezTo>
                  <a:pt x="22229" y="17729"/>
                  <a:pt x="18550" y="16312"/>
                  <a:pt x="14729" y="15455"/>
                </a:cubicBezTo>
                <a:cubicBezTo>
                  <a:pt x="13187" y="15114"/>
                  <a:pt x="11633" y="14798"/>
                  <a:pt x="10059" y="14798"/>
                </a:cubicBezTo>
                <a:cubicBezTo>
                  <a:pt x="9432" y="14798"/>
                  <a:pt x="8802" y="14848"/>
                  <a:pt x="8168" y="14967"/>
                </a:cubicBezTo>
                <a:cubicBezTo>
                  <a:pt x="6216" y="15324"/>
                  <a:pt x="4596" y="16086"/>
                  <a:pt x="3882" y="18134"/>
                </a:cubicBezTo>
                <a:cubicBezTo>
                  <a:pt x="3358" y="19646"/>
                  <a:pt x="3584" y="21158"/>
                  <a:pt x="3930" y="22670"/>
                </a:cubicBezTo>
                <a:cubicBezTo>
                  <a:pt x="4442" y="24992"/>
                  <a:pt x="5323" y="27230"/>
                  <a:pt x="5799" y="29564"/>
                </a:cubicBezTo>
                <a:cubicBezTo>
                  <a:pt x="6192" y="31481"/>
                  <a:pt x="6680" y="33386"/>
                  <a:pt x="6501" y="35362"/>
                </a:cubicBezTo>
                <a:cubicBezTo>
                  <a:pt x="6251" y="38220"/>
                  <a:pt x="5120" y="40780"/>
                  <a:pt x="3810" y="43304"/>
                </a:cubicBezTo>
                <a:cubicBezTo>
                  <a:pt x="3048" y="44756"/>
                  <a:pt x="1977" y="46042"/>
                  <a:pt x="1334" y="47590"/>
                </a:cubicBezTo>
                <a:cubicBezTo>
                  <a:pt x="655" y="49257"/>
                  <a:pt x="0" y="50947"/>
                  <a:pt x="72" y="52745"/>
                </a:cubicBezTo>
                <a:cubicBezTo>
                  <a:pt x="179" y="55341"/>
                  <a:pt x="1584" y="57270"/>
                  <a:pt x="3549" y="58841"/>
                </a:cubicBezTo>
                <a:cubicBezTo>
                  <a:pt x="3965" y="59163"/>
                  <a:pt x="4608" y="59377"/>
                  <a:pt x="4834" y="59782"/>
                </a:cubicBezTo>
                <a:cubicBezTo>
                  <a:pt x="5120" y="60306"/>
                  <a:pt x="4311" y="60639"/>
                  <a:pt x="4191" y="61151"/>
                </a:cubicBezTo>
                <a:cubicBezTo>
                  <a:pt x="4144" y="61318"/>
                  <a:pt x="4061" y="61473"/>
                  <a:pt x="4001" y="61627"/>
                </a:cubicBezTo>
                <a:cubicBezTo>
                  <a:pt x="3334" y="63497"/>
                  <a:pt x="3727" y="65294"/>
                  <a:pt x="4477" y="67009"/>
                </a:cubicBezTo>
                <a:cubicBezTo>
                  <a:pt x="5561" y="69545"/>
                  <a:pt x="7299" y="71664"/>
                  <a:pt x="9144" y="73688"/>
                </a:cubicBezTo>
                <a:cubicBezTo>
                  <a:pt x="11038" y="75772"/>
                  <a:pt x="13133" y="77665"/>
                  <a:pt x="15002" y="79772"/>
                </a:cubicBezTo>
                <a:cubicBezTo>
                  <a:pt x="18824" y="84154"/>
                  <a:pt x="21801" y="89035"/>
                  <a:pt x="22896" y="94822"/>
                </a:cubicBezTo>
                <a:cubicBezTo>
                  <a:pt x="23420" y="97513"/>
                  <a:pt x="23158" y="100144"/>
                  <a:pt x="21467" y="102466"/>
                </a:cubicBezTo>
                <a:cubicBezTo>
                  <a:pt x="20539" y="103763"/>
                  <a:pt x="19360" y="104656"/>
                  <a:pt x="17693" y="104823"/>
                </a:cubicBezTo>
                <a:cubicBezTo>
                  <a:pt x="17600" y="104833"/>
                  <a:pt x="17513" y="104838"/>
                  <a:pt x="17432" y="104838"/>
                </a:cubicBezTo>
                <a:cubicBezTo>
                  <a:pt x="16898" y="104838"/>
                  <a:pt x="16602" y="104620"/>
                  <a:pt x="16395" y="103990"/>
                </a:cubicBezTo>
                <a:cubicBezTo>
                  <a:pt x="15574" y="101549"/>
                  <a:pt x="14348" y="99370"/>
                  <a:pt x="12240" y="97787"/>
                </a:cubicBezTo>
                <a:cubicBezTo>
                  <a:pt x="10740" y="96632"/>
                  <a:pt x="9049" y="96060"/>
                  <a:pt x="7180" y="96024"/>
                </a:cubicBezTo>
                <a:cubicBezTo>
                  <a:pt x="7171" y="96024"/>
                  <a:pt x="7163" y="96024"/>
                  <a:pt x="7154" y="96024"/>
                </a:cubicBezTo>
                <a:cubicBezTo>
                  <a:pt x="5350" y="96024"/>
                  <a:pt x="4504" y="97259"/>
                  <a:pt x="5073" y="98953"/>
                </a:cubicBezTo>
                <a:cubicBezTo>
                  <a:pt x="5394" y="99953"/>
                  <a:pt x="5989" y="100787"/>
                  <a:pt x="6728" y="101513"/>
                </a:cubicBezTo>
                <a:cubicBezTo>
                  <a:pt x="8942" y="103716"/>
                  <a:pt x="11633" y="105049"/>
                  <a:pt x="14669" y="105716"/>
                </a:cubicBezTo>
                <a:cubicBezTo>
                  <a:pt x="15264" y="105847"/>
                  <a:pt x="15741" y="106002"/>
                  <a:pt x="15788" y="106728"/>
                </a:cubicBezTo>
                <a:cubicBezTo>
                  <a:pt x="15860" y="107800"/>
                  <a:pt x="16074" y="108871"/>
                  <a:pt x="16038" y="109955"/>
                </a:cubicBezTo>
                <a:cubicBezTo>
                  <a:pt x="15979" y="112431"/>
                  <a:pt x="15967" y="114896"/>
                  <a:pt x="15872" y="117372"/>
                </a:cubicBezTo>
                <a:cubicBezTo>
                  <a:pt x="15788" y="119539"/>
                  <a:pt x="15681" y="121730"/>
                  <a:pt x="15336" y="123885"/>
                </a:cubicBezTo>
                <a:cubicBezTo>
                  <a:pt x="15014" y="125897"/>
                  <a:pt x="14478" y="127862"/>
                  <a:pt x="13943" y="129826"/>
                </a:cubicBezTo>
                <a:cubicBezTo>
                  <a:pt x="13824" y="130243"/>
                  <a:pt x="13871" y="130552"/>
                  <a:pt x="14312" y="130719"/>
                </a:cubicBezTo>
                <a:cubicBezTo>
                  <a:pt x="14388" y="130742"/>
                  <a:pt x="14454" y="130752"/>
                  <a:pt x="14512" y="130752"/>
                </a:cubicBezTo>
                <a:cubicBezTo>
                  <a:pt x="14847" y="130752"/>
                  <a:pt x="14922" y="130408"/>
                  <a:pt x="15074" y="130124"/>
                </a:cubicBezTo>
                <a:cubicBezTo>
                  <a:pt x="15491" y="129326"/>
                  <a:pt x="15633" y="128433"/>
                  <a:pt x="15872" y="127552"/>
                </a:cubicBezTo>
                <a:cubicBezTo>
                  <a:pt x="16729" y="124230"/>
                  <a:pt x="17145" y="120885"/>
                  <a:pt x="17122" y="117456"/>
                </a:cubicBezTo>
                <a:cubicBezTo>
                  <a:pt x="17122" y="116646"/>
                  <a:pt x="17205" y="115824"/>
                  <a:pt x="17265" y="114991"/>
                </a:cubicBezTo>
                <a:cubicBezTo>
                  <a:pt x="17419" y="112241"/>
                  <a:pt x="17384" y="109478"/>
                  <a:pt x="17110" y="106740"/>
                </a:cubicBezTo>
                <a:cubicBezTo>
                  <a:pt x="17026" y="105907"/>
                  <a:pt x="17336" y="105823"/>
                  <a:pt x="17896" y="105776"/>
                </a:cubicBezTo>
                <a:cubicBezTo>
                  <a:pt x="19050" y="105692"/>
                  <a:pt x="20039" y="105252"/>
                  <a:pt x="20920" y="104525"/>
                </a:cubicBezTo>
                <a:cubicBezTo>
                  <a:pt x="23253" y="102609"/>
                  <a:pt x="24230" y="100001"/>
                  <a:pt x="24242" y="97084"/>
                </a:cubicBezTo>
                <a:cubicBezTo>
                  <a:pt x="24242" y="94334"/>
                  <a:pt x="23539" y="91714"/>
                  <a:pt x="22384" y="89202"/>
                </a:cubicBezTo>
                <a:cubicBezTo>
                  <a:pt x="20336" y="84773"/>
                  <a:pt x="17765" y="80749"/>
                  <a:pt x="14288" y="77272"/>
                </a:cubicBezTo>
                <a:cubicBezTo>
                  <a:pt x="12335" y="75343"/>
                  <a:pt x="10264" y="73498"/>
                  <a:pt x="8597" y="71283"/>
                </a:cubicBezTo>
                <a:cubicBezTo>
                  <a:pt x="7239" y="69462"/>
                  <a:pt x="5727" y="67747"/>
                  <a:pt x="5084" y="65485"/>
                </a:cubicBezTo>
                <a:cubicBezTo>
                  <a:pt x="4668" y="63997"/>
                  <a:pt x="4489" y="62544"/>
                  <a:pt x="5358" y="61127"/>
                </a:cubicBezTo>
                <a:cubicBezTo>
                  <a:pt x="5618" y="60695"/>
                  <a:pt x="5877" y="60460"/>
                  <a:pt x="6247" y="60460"/>
                </a:cubicBezTo>
                <a:cubicBezTo>
                  <a:pt x="6436" y="60460"/>
                  <a:pt x="6655" y="60522"/>
                  <a:pt x="6918" y="60651"/>
                </a:cubicBezTo>
                <a:cubicBezTo>
                  <a:pt x="8896" y="61655"/>
                  <a:pt x="10990" y="62159"/>
                  <a:pt x="13162" y="62159"/>
                </a:cubicBezTo>
                <a:cubicBezTo>
                  <a:pt x="13695" y="62159"/>
                  <a:pt x="14234" y="62129"/>
                  <a:pt x="14776" y="62068"/>
                </a:cubicBezTo>
                <a:cubicBezTo>
                  <a:pt x="15526" y="61973"/>
                  <a:pt x="16312" y="61854"/>
                  <a:pt x="16931" y="61377"/>
                </a:cubicBezTo>
                <a:cubicBezTo>
                  <a:pt x="17479" y="60961"/>
                  <a:pt x="17586" y="60461"/>
                  <a:pt x="17145" y="59925"/>
                </a:cubicBezTo>
                <a:cubicBezTo>
                  <a:pt x="16931" y="59675"/>
                  <a:pt x="16681" y="59401"/>
                  <a:pt x="16383" y="59234"/>
                </a:cubicBezTo>
                <a:cubicBezTo>
                  <a:pt x="14555" y="58193"/>
                  <a:pt x="12704" y="57571"/>
                  <a:pt x="10829" y="57571"/>
                </a:cubicBezTo>
                <a:cubicBezTo>
                  <a:pt x="9358" y="57571"/>
                  <a:pt x="7872" y="57954"/>
                  <a:pt x="6370" y="58817"/>
                </a:cubicBezTo>
                <a:cubicBezTo>
                  <a:pt x="6196" y="58924"/>
                  <a:pt x="6050" y="58974"/>
                  <a:pt x="5909" y="58974"/>
                </a:cubicBezTo>
                <a:cubicBezTo>
                  <a:pt x="5780" y="58974"/>
                  <a:pt x="5655" y="58932"/>
                  <a:pt x="5513" y="58853"/>
                </a:cubicBezTo>
                <a:cubicBezTo>
                  <a:pt x="4191" y="58079"/>
                  <a:pt x="3072" y="57079"/>
                  <a:pt x="2156" y="55877"/>
                </a:cubicBezTo>
                <a:cubicBezTo>
                  <a:pt x="1548" y="55055"/>
                  <a:pt x="1227" y="54138"/>
                  <a:pt x="1191" y="53102"/>
                </a:cubicBezTo>
                <a:cubicBezTo>
                  <a:pt x="1108" y="50983"/>
                  <a:pt x="1858" y="49090"/>
                  <a:pt x="2798" y="47257"/>
                </a:cubicBezTo>
                <a:cubicBezTo>
                  <a:pt x="3632" y="45637"/>
                  <a:pt x="4775" y="44209"/>
                  <a:pt x="5573" y="42565"/>
                </a:cubicBezTo>
                <a:cubicBezTo>
                  <a:pt x="6918" y="39815"/>
                  <a:pt x="7978" y="37005"/>
                  <a:pt x="7894" y="33862"/>
                </a:cubicBezTo>
                <a:cubicBezTo>
                  <a:pt x="7859" y="31421"/>
                  <a:pt x="7347" y="29088"/>
                  <a:pt x="6739" y="26754"/>
                </a:cubicBezTo>
                <a:cubicBezTo>
                  <a:pt x="6144" y="24456"/>
                  <a:pt x="5239" y="22230"/>
                  <a:pt x="5263" y="19789"/>
                </a:cubicBezTo>
                <a:cubicBezTo>
                  <a:pt x="5275" y="18277"/>
                  <a:pt x="6025" y="17289"/>
                  <a:pt x="7454" y="16824"/>
                </a:cubicBezTo>
                <a:cubicBezTo>
                  <a:pt x="8315" y="16543"/>
                  <a:pt x="9174" y="16435"/>
                  <a:pt x="10029" y="16435"/>
                </a:cubicBezTo>
                <a:cubicBezTo>
                  <a:pt x="11383" y="16435"/>
                  <a:pt x="12731" y="16706"/>
                  <a:pt x="14074" y="16991"/>
                </a:cubicBezTo>
                <a:cubicBezTo>
                  <a:pt x="18110" y="17848"/>
                  <a:pt x="21968" y="19313"/>
                  <a:pt x="25968" y="20289"/>
                </a:cubicBezTo>
                <a:cubicBezTo>
                  <a:pt x="28051" y="20803"/>
                  <a:pt x="30140" y="21273"/>
                  <a:pt x="32264" y="21273"/>
                </a:cubicBezTo>
                <a:cubicBezTo>
                  <a:pt x="33041" y="21273"/>
                  <a:pt x="33824" y="21210"/>
                  <a:pt x="34612" y="21063"/>
                </a:cubicBezTo>
                <a:cubicBezTo>
                  <a:pt x="38636" y="20325"/>
                  <a:pt x="40934" y="17408"/>
                  <a:pt x="41315" y="13693"/>
                </a:cubicBezTo>
                <a:cubicBezTo>
                  <a:pt x="41649" y="10347"/>
                  <a:pt x="40482" y="7347"/>
                  <a:pt x="38886" y="4454"/>
                </a:cubicBezTo>
                <a:cubicBezTo>
                  <a:pt x="38065" y="2965"/>
                  <a:pt x="36874" y="1703"/>
                  <a:pt x="36195" y="1"/>
                </a:cubicBezTo>
                <a:close/>
              </a:path>
            </a:pathLst>
          </a:custGeom>
          <a:solidFill>
            <a:srgbClr val="CBBCA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2" name="Google Shape;432;p40"/>
          <p:cNvPicPr preferRelativeResize="0"/>
          <p:nvPr/>
        </p:nvPicPr>
        <p:blipFill rotWithShape="1">
          <a:blip r:embed="rId5">
            <a:alphaModFix/>
          </a:blip>
          <a:srcRect l="28680" t="19555" r="23804" b="32703"/>
          <a:stretch/>
        </p:blipFill>
        <p:spPr>
          <a:xfrm rot="5400000">
            <a:off x="-92674" y="2674175"/>
            <a:ext cx="1650302" cy="93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40"/>
          <p:cNvPicPr preferRelativeResize="0"/>
          <p:nvPr/>
        </p:nvPicPr>
        <p:blipFill rotWithShape="1">
          <a:blip r:embed="rId5">
            <a:alphaModFix/>
          </a:blip>
          <a:srcRect l="28680" t="19555" r="23804" b="32703"/>
          <a:stretch/>
        </p:blipFill>
        <p:spPr>
          <a:xfrm rot="-10333804">
            <a:off x="6436952" y="265062"/>
            <a:ext cx="1650300" cy="9326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34" name="Google Shape;434;p40"/>
          <p:cNvGrpSpPr/>
          <p:nvPr/>
        </p:nvGrpSpPr>
        <p:grpSpPr>
          <a:xfrm rot="-1173678" flipH="1">
            <a:off x="6742929" y="3136758"/>
            <a:ext cx="1683181" cy="2875801"/>
            <a:chOff x="4084725" y="1655475"/>
            <a:chExt cx="916200" cy="1565375"/>
          </a:xfrm>
        </p:grpSpPr>
        <p:sp>
          <p:nvSpPr>
            <p:cNvPr id="435" name="Google Shape;435;p40"/>
            <p:cNvSpPr/>
            <p:nvPr/>
          </p:nvSpPr>
          <p:spPr>
            <a:xfrm>
              <a:off x="4084725" y="1655475"/>
              <a:ext cx="916200" cy="1565375"/>
            </a:xfrm>
            <a:custGeom>
              <a:avLst/>
              <a:gdLst/>
              <a:ahLst/>
              <a:cxnLst/>
              <a:rect l="l" t="t" r="r" b="b"/>
              <a:pathLst>
                <a:path w="36648" h="62615" extrusionOk="0">
                  <a:moveTo>
                    <a:pt x="32038" y="113"/>
                  </a:moveTo>
                  <a:cubicBezTo>
                    <a:pt x="32273" y="113"/>
                    <a:pt x="32434" y="295"/>
                    <a:pt x="32528" y="664"/>
                  </a:cubicBezTo>
                  <a:cubicBezTo>
                    <a:pt x="32647" y="1104"/>
                    <a:pt x="32600" y="1557"/>
                    <a:pt x="32505" y="1997"/>
                  </a:cubicBezTo>
                  <a:cubicBezTo>
                    <a:pt x="32255" y="2962"/>
                    <a:pt x="31933" y="3902"/>
                    <a:pt x="31469" y="4795"/>
                  </a:cubicBezTo>
                  <a:cubicBezTo>
                    <a:pt x="31064" y="5581"/>
                    <a:pt x="30635" y="6379"/>
                    <a:pt x="30207" y="7153"/>
                  </a:cubicBezTo>
                  <a:cubicBezTo>
                    <a:pt x="29766" y="7951"/>
                    <a:pt x="29195" y="8665"/>
                    <a:pt x="28611" y="9367"/>
                  </a:cubicBezTo>
                  <a:cubicBezTo>
                    <a:pt x="28278" y="9784"/>
                    <a:pt x="27956" y="10213"/>
                    <a:pt x="27635" y="10629"/>
                  </a:cubicBezTo>
                  <a:cubicBezTo>
                    <a:pt x="27635" y="10641"/>
                    <a:pt x="27623" y="10641"/>
                    <a:pt x="27587" y="10665"/>
                  </a:cubicBezTo>
                  <a:cubicBezTo>
                    <a:pt x="27575" y="10629"/>
                    <a:pt x="27575" y="10618"/>
                    <a:pt x="27563" y="10618"/>
                  </a:cubicBezTo>
                  <a:cubicBezTo>
                    <a:pt x="27647" y="9510"/>
                    <a:pt x="27718" y="8427"/>
                    <a:pt x="27825" y="7331"/>
                  </a:cubicBezTo>
                  <a:cubicBezTo>
                    <a:pt x="27885" y="6653"/>
                    <a:pt x="27980" y="5986"/>
                    <a:pt x="28135" y="5331"/>
                  </a:cubicBezTo>
                  <a:cubicBezTo>
                    <a:pt x="28349" y="4510"/>
                    <a:pt x="28671" y="3736"/>
                    <a:pt x="29076" y="3009"/>
                  </a:cubicBezTo>
                  <a:cubicBezTo>
                    <a:pt x="29540" y="2164"/>
                    <a:pt x="30135" y="1414"/>
                    <a:pt x="30861" y="795"/>
                  </a:cubicBezTo>
                  <a:cubicBezTo>
                    <a:pt x="31100" y="604"/>
                    <a:pt x="31338" y="402"/>
                    <a:pt x="31612" y="259"/>
                  </a:cubicBezTo>
                  <a:cubicBezTo>
                    <a:pt x="31774" y="162"/>
                    <a:pt x="31916" y="113"/>
                    <a:pt x="32038" y="113"/>
                  </a:cubicBezTo>
                  <a:close/>
                  <a:moveTo>
                    <a:pt x="36100" y="8486"/>
                  </a:moveTo>
                  <a:cubicBezTo>
                    <a:pt x="36350" y="8498"/>
                    <a:pt x="36457" y="8629"/>
                    <a:pt x="36386" y="8879"/>
                  </a:cubicBezTo>
                  <a:cubicBezTo>
                    <a:pt x="36338" y="9010"/>
                    <a:pt x="36291" y="9141"/>
                    <a:pt x="36219" y="9260"/>
                  </a:cubicBezTo>
                  <a:cubicBezTo>
                    <a:pt x="35684" y="10141"/>
                    <a:pt x="34993" y="10903"/>
                    <a:pt x="34207" y="11558"/>
                  </a:cubicBezTo>
                  <a:cubicBezTo>
                    <a:pt x="33826" y="11868"/>
                    <a:pt x="33374" y="12058"/>
                    <a:pt x="32909" y="12177"/>
                  </a:cubicBezTo>
                  <a:cubicBezTo>
                    <a:pt x="32219" y="12356"/>
                    <a:pt x="31516" y="12523"/>
                    <a:pt x="30802" y="12665"/>
                  </a:cubicBezTo>
                  <a:cubicBezTo>
                    <a:pt x="29790" y="12880"/>
                    <a:pt x="28766" y="13070"/>
                    <a:pt x="27754" y="13261"/>
                  </a:cubicBezTo>
                  <a:cubicBezTo>
                    <a:pt x="27540" y="13296"/>
                    <a:pt x="27349" y="13356"/>
                    <a:pt x="27135" y="13416"/>
                  </a:cubicBezTo>
                  <a:cubicBezTo>
                    <a:pt x="27135" y="13392"/>
                    <a:pt x="27123" y="13380"/>
                    <a:pt x="27123" y="13368"/>
                  </a:cubicBezTo>
                  <a:cubicBezTo>
                    <a:pt x="27421" y="13046"/>
                    <a:pt x="27718" y="12713"/>
                    <a:pt x="28028" y="12427"/>
                  </a:cubicBezTo>
                  <a:cubicBezTo>
                    <a:pt x="28492" y="11987"/>
                    <a:pt x="28968" y="11546"/>
                    <a:pt x="29445" y="11118"/>
                  </a:cubicBezTo>
                  <a:cubicBezTo>
                    <a:pt x="29873" y="10749"/>
                    <a:pt x="30350" y="10439"/>
                    <a:pt x="30873" y="10225"/>
                  </a:cubicBezTo>
                  <a:cubicBezTo>
                    <a:pt x="32219" y="9677"/>
                    <a:pt x="33552" y="9153"/>
                    <a:pt x="34933" y="8724"/>
                  </a:cubicBezTo>
                  <a:cubicBezTo>
                    <a:pt x="35219" y="8629"/>
                    <a:pt x="35505" y="8570"/>
                    <a:pt x="35791" y="8510"/>
                  </a:cubicBezTo>
                  <a:cubicBezTo>
                    <a:pt x="35886" y="8486"/>
                    <a:pt x="35993" y="8486"/>
                    <a:pt x="36100" y="8486"/>
                  </a:cubicBezTo>
                  <a:close/>
                  <a:moveTo>
                    <a:pt x="18131" y="849"/>
                  </a:moveTo>
                  <a:cubicBezTo>
                    <a:pt x="18269" y="849"/>
                    <a:pt x="18400" y="924"/>
                    <a:pt x="18539" y="1069"/>
                  </a:cubicBezTo>
                  <a:cubicBezTo>
                    <a:pt x="18610" y="1164"/>
                    <a:pt x="18693" y="1259"/>
                    <a:pt x="18753" y="1343"/>
                  </a:cubicBezTo>
                  <a:cubicBezTo>
                    <a:pt x="19193" y="1974"/>
                    <a:pt x="19598" y="2605"/>
                    <a:pt x="19896" y="3319"/>
                  </a:cubicBezTo>
                  <a:cubicBezTo>
                    <a:pt x="20384" y="4498"/>
                    <a:pt x="20896" y="5676"/>
                    <a:pt x="21384" y="6843"/>
                  </a:cubicBezTo>
                  <a:cubicBezTo>
                    <a:pt x="21801" y="7867"/>
                    <a:pt x="21979" y="8915"/>
                    <a:pt x="22146" y="9987"/>
                  </a:cubicBezTo>
                  <a:cubicBezTo>
                    <a:pt x="22301" y="11010"/>
                    <a:pt x="22349" y="12046"/>
                    <a:pt x="22206" y="13070"/>
                  </a:cubicBezTo>
                  <a:cubicBezTo>
                    <a:pt x="22087" y="13844"/>
                    <a:pt x="21884" y="14618"/>
                    <a:pt x="21646" y="15380"/>
                  </a:cubicBezTo>
                  <a:cubicBezTo>
                    <a:pt x="21503" y="15821"/>
                    <a:pt x="21325" y="16273"/>
                    <a:pt x="21170" y="16714"/>
                  </a:cubicBezTo>
                  <a:cubicBezTo>
                    <a:pt x="21098" y="16952"/>
                    <a:pt x="21039" y="17178"/>
                    <a:pt x="20967" y="17416"/>
                  </a:cubicBezTo>
                  <a:cubicBezTo>
                    <a:pt x="20955" y="17452"/>
                    <a:pt x="20932" y="17487"/>
                    <a:pt x="20920" y="17523"/>
                  </a:cubicBezTo>
                  <a:cubicBezTo>
                    <a:pt x="20908" y="17523"/>
                    <a:pt x="20872" y="17535"/>
                    <a:pt x="20860" y="17535"/>
                  </a:cubicBezTo>
                  <a:cubicBezTo>
                    <a:pt x="20848" y="17476"/>
                    <a:pt x="20848" y="17416"/>
                    <a:pt x="20848" y="17368"/>
                  </a:cubicBezTo>
                  <a:cubicBezTo>
                    <a:pt x="20622" y="16642"/>
                    <a:pt x="20313" y="15952"/>
                    <a:pt x="19943" y="15285"/>
                  </a:cubicBezTo>
                  <a:cubicBezTo>
                    <a:pt x="19658" y="14761"/>
                    <a:pt x="19360" y="14261"/>
                    <a:pt x="19050" y="13773"/>
                  </a:cubicBezTo>
                  <a:cubicBezTo>
                    <a:pt x="18122" y="12284"/>
                    <a:pt x="17515" y="10665"/>
                    <a:pt x="17169" y="8927"/>
                  </a:cubicBezTo>
                  <a:cubicBezTo>
                    <a:pt x="16824" y="7189"/>
                    <a:pt x="16669" y="5450"/>
                    <a:pt x="16812" y="3676"/>
                  </a:cubicBezTo>
                  <a:cubicBezTo>
                    <a:pt x="16872" y="3057"/>
                    <a:pt x="16991" y="2450"/>
                    <a:pt x="17217" y="1866"/>
                  </a:cubicBezTo>
                  <a:cubicBezTo>
                    <a:pt x="17300" y="1640"/>
                    <a:pt x="17443" y="1426"/>
                    <a:pt x="17562" y="1224"/>
                  </a:cubicBezTo>
                  <a:cubicBezTo>
                    <a:pt x="17598" y="1152"/>
                    <a:pt x="17657" y="1093"/>
                    <a:pt x="17741" y="1033"/>
                  </a:cubicBezTo>
                  <a:cubicBezTo>
                    <a:pt x="17881" y="909"/>
                    <a:pt x="18009" y="849"/>
                    <a:pt x="18131" y="849"/>
                  </a:cubicBezTo>
                  <a:close/>
                  <a:moveTo>
                    <a:pt x="26007" y="23434"/>
                  </a:moveTo>
                  <a:cubicBezTo>
                    <a:pt x="26186" y="23434"/>
                    <a:pt x="26368" y="23444"/>
                    <a:pt x="26551" y="23464"/>
                  </a:cubicBezTo>
                  <a:cubicBezTo>
                    <a:pt x="27004" y="23524"/>
                    <a:pt x="27468" y="23560"/>
                    <a:pt x="27933" y="23643"/>
                  </a:cubicBezTo>
                  <a:cubicBezTo>
                    <a:pt x="28647" y="23762"/>
                    <a:pt x="29373" y="23893"/>
                    <a:pt x="30099" y="24012"/>
                  </a:cubicBezTo>
                  <a:cubicBezTo>
                    <a:pt x="30415" y="24062"/>
                    <a:pt x="30730" y="24083"/>
                    <a:pt x="31046" y="24083"/>
                  </a:cubicBezTo>
                  <a:cubicBezTo>
                    <a:pt x="31183" y="24083"/>
                    <a:pt x="31320" y="24079"/>
                    <a:pt x="31457" y="24072"/>
                  </a:cubicBezTo>
                  <a:lnTo>
                    <a:pt x="31635" y="24072"/>
                  </a:lnTo>
                  <a:cubicBezTo>
                    <a:pt x="31635" y="24084"/>
                    <a:pt x="31647" y="24095"/>
                    <a:pt x="31647" y="24119"/>
                  </a:cubicBezTo>
                  <a:cubicBezTo>
                    <a:pt x="31576" y="24143"/>
                    <a:pt x="31504" y="24179"/>
                    <a:pt x="31421" y="24191"/>
                  </a:cubicBezTo>
                  <a:cubicBezTo>
                    <a:pt x="30457" y="24453"/>
                    <a:pt x="29457" y="24595"/>
                    <a:pt x="28468" y="24679"/>
                  </a:cubicBezTo>
                  <a:cubicBezTo>
                    <a:pt x="27492" y="24750"/>
                    <a:pt x="26516" y="24810"/>
                    <a:pt x="25551" y="24869"/>
                  </a:cubicBezTo>
                  <a:cubicBezTo>
                    <a:pt x="24456" y="24953"/>
                    <a:pt x="23384" y="25072"/>
                    <a:pt x="22349" y="25429"/>
                  </a:cubicBezTo>
                  <a:cubicBezTo>
                    <a:pt x="21979" y="25560"/>
                    <a:pt x="21622" y="25727"/>
                    <a:pt x="21289" y="25929"/>
                  </a:cubicBezTo>
                  <a:cubicBezTo>
                    <a:pt x="20991" y="26119"/>
                    <a:pt x="20694" y="26334"/>
                    <a:pt x="20396" y="26524"/>
                  </a:cubicBezTo>
                  <a:cubicBezTo>
                    <a:pt x="20348" y="26560"/>
                    <a:pt x="20301" y="26596"/>
                    <a:pt x="20241" y="26631"/>
                  </a:cubicBezTo>
                  <a:cubicBezTo>
                    <a:pt x="20241" y="26620"/>
                    <a:pt x="20217" y="26620"/>
                    <a:pt x="20217" y="26596"/>
                  </a:cubicBezTo>
                  <a:lnTo>
                    <a:pt x="20301" y="26524"/>
                  </a:lnTo>
                  <a:cubicBezTo>
                    <a:pt x="21241" y="25524"/>
                    <a:pt x="22301" y="24679"/>
                    <a:pt x="23539" y="24060"/>
                  </a:cubicBezTo>
                  <a:cubicBezTo>
                    <a:pt x="24328" y="23665"/>
                    <a:pt x="25142" y="23434"/>
                    <a:pt x="26007" y="23434"/>
                  </a:cubicBezTo>
                  <a:close/>
                  <a:moveTo>
                    <a:pt x="32275" y="17767"/>
                  </a:moveTo>
                  <a:cubicBezTo>
                    <a:pt x="32407" y="17767"/>
                    <a:pt x="32539" y="17769"/>
                    <a:pt x="32671" y="17773"/>
                  </a:cubicBezTo>
                  <a:cubicBezTo>
                    <a:pt x="33362" y="17785"/>
                    <a:pt x="34040" y="17880"/>
                    <a:pt x="34695" y="18071"/>
                  </a:cubicBezTo>
                  <a:cubicBezTo>
                    <a:pt x="35029" y="18178"/>
                    <a:pt x="35350" y="18309"/>
                    <a:pt x="35648" y="18488"/>
                  </a:cubicBezTo>
                  <a:cubicBezTo>
                    <a:pt x="36219" y="18833"/>
                    <a:pt x="36422" y="19440"/>
                    <a:pt x="36231" y="20083"/>
                  </a:cubicBezTo>
                  <a:cubicBezTo>
                    <a:pt x="36124" y="20464"/>
                    <a:pt x="35922" y="20797"/>
                    <a:pt x="35684" y="21119"/>
                  </a:cubicBezTo>
                  <a:cubicBezTo>
                    <a:pt x="34969" y="22107"/>
                    <a:pt x="34076" y="22881"/>
                    <a:pt x="33052" y="23500"/>
                  </a:cubicBezTo>
                  <a:cubicBezTo>
                    <a:pt x="32766" y="23679"/>
                    <a:pt x="32445" y="23786"/>
                    <a:pt x="32112" y="23845"/>
                  </a:cubicBezTo>
                  <a:cubicBezTo>
                    <a:pt x="31790" y="23896"/>
                    <a:pt x="31471" y="23918"/>
                    <a:pt x="31153" y="23918"/>
                  </a:cubicBezTo>
                  <a:cubicBezTo>
                    <a:pt x="30646" y="23918"/>
                    <a:pt x="30145" y="23862"/>
                    <a:pt x="29647" y="23774"/>
                  </a:cubicBezTo>
                  <a:cubicBezTo>
                    <a:pt x="28599" y="23583"/>
                    <a:pt x="27540" y="23381"/>
                    <a:pt x="26492" y="23298"/>
                  </a:cubicBezTo>
                  <a:cubicBezTo>
                    <a:pt x="26327" y="23282"/>
                    <a:pt x="26164" y="23275"/>
                    <a:pt x="26002" y="23275"/>
                  </a:cubicBezTo>
                  <a:cubicBezTo>
                    <a:pt x="25168" y="23275"/>
                    <a:pt x="24368" y="23477"/>
                    <a:pt x="23611" y="23845"/>
                  </a:cubicBezTo>
                  <a:cubicBezTo>
                    <a:pt x="22360" y="24453"/>
                    <a:pt x="21289" y="25286"/>
                    <a:pt x="20324" y="26262"/>
                  </a:cubicBezTo>
                  <a:cubicBezTo>
                    <a:pt x="19836" y="26751"/>
                    <a:pt x="19348" y="27215"/>
                    <a:pt x="18848" y="27691"/>
                  </a:cubicBezTo>
                  <a:cubicBezTo>
                    <a:pt x="18812" y="27727"/>
                    <a:pt x="18753" y="27774"/>
                    <a:pt x="18705" y="27822"/>
                  </a:cubicBezTo>
                  <a:lnTo>
                    <a:pt x="18669" y="27786"/>
                  </a:lnTo>
                  <a:cubicBezTo>
                    <a:pt x="18812" y="27548"/>
                    <a:pt x="18943" y="27298"/>
                    <a:pt x="19086" y="27048"/>
                  </a:cubicBezTo>
                  <a:cubicBezTo>
                    <a:pt x="20813" y="24214"/>
                    <a:pt x="23015" y="21857"/>
                    <a:pt x="25682" y="19916"/>
                  </a:cubicBezTo>
                  <a:cubicBezTo>
                    <a:pt x="27647" y="18493"/>
                    <a:pt x="29858" y="17767"/>
                    <a:pt x="32275" y="17767"/>
                  </a:cubicBezTo>
                  <a:close/>
                  <a:moveTo>
                    <a:pt x="11058" y="13217"/>
                  </a:moveTo>
                  <a:cubicBezTo>
                    <a:pt x="11163" y="13217"/>
                    <a:pt x="11271" y="13231"/>
                    <a:pt x="11383" y="13261"/>
                  </a:cubicBezTo>
                  <a:cubicBezTo>
                    <a:pt x="11681" y="13356"/>
                    <a:pt x="11931" y="13499"/>
                    <a:pt x="12169" y="13701"/>
                  </a:cubicBezTo>
                  <a:cubicBezTo>
                    <a:pt x="12478" y="13951"/>
                    <a:pt x="12728" y="14237"/>
                    <a:pt x="12966" y="14547"/>
                  </a:cubicBezTo>
                  <a:cubicBezTo>
                    <a:pt x="13967" y="15856"/>
                    <a:pt x="14717" y="17297"/>
                    <a:pt x="15193" y="18880"/>
                  </a:cubicBezTo>
                  <a:cubicBezTo>
                    <a:pt x="15883" y="21178"/>
                    <a:pt x="16288" y="23560"/>
                    <a:pt x="16407" y="25977"/>
                  </a:cubicBezTo>
                  <a:cubicBezTo>
                    <a:pt x="16443" y="26715"/>
                    <a:pt x="16479" y="27465"/>
                    <a:pt x="16526" y="28203"/>
                  </a:cubicBezTo>
                  <a:lnTo>
                    <a:pt x="16526" y="28536"/>
                  </a:lnTo>
                  <a:lnTo>
                    <a:pt x="16479" y="28536"/>
                  </a:lnTo>
                  <a:cubicBezTo>
                    <a:pt x="16395" y="28382"/>
                    <a:pt x="16312" y="28251"/>
                    <a:pt x="16217" y="28108"/>
                  </a:cubicBezTo>
                  <a:cubicBezTo>
                    <a:pt x="15848" y="27524"/>
                    <a:pt x="15383" y="27012"/>
                    <a:pt x="14883" y="26536"/>
                  </a:cubicBezTo>
                  <a:cubicBezTo>
                    <a:pt x="13895" y="25608"/>
                    <a:pt x="13050" y="24548"/>
                    <a:pt x="12288" y="23417"/>
                  </a:cubicBezTo>
                  <a:cubicBezTo>
                    <a:pt x="11823" y="22714"/>
                    <a:pt x="11454" y="21988"/>
                    <a:pt x="11180" y="21214"/>
                  </a:cubicBezTo>
                  <a:cubicBezTo>
                    <a:pt x="10549" y="19357"/>
                    <a:pt x="10014" y="17476"/>
                    <a:pt x="9752" y="15511"/>
                  </a:cubicBezTo>
                  <a:cubicBezTo>
                    <a:pt x="9728" y="15213"/>
                    <a:pt x="9692" y="14928"/>
                    <a:pt x="9680" y="14630"/>
                  </a:cubicBezTo>
                  <a:cubicBezTo>
                    <a:pt x="9668" y="14475"/>
                    <a:pt x="9668" y="14320"/>
                    <a:pt x="9692" y="14154"/>
                  </a:cubicBezTo>
                  <a:cubicBezTo>
                    <a:pt x="9740" y="13856"/>
                    <a:pt x="9895" y="13618"/>
                    <a:pt x="10168" y="13475"/>
                  </a:cubicBezTo>
                  <a:cubicBezTo>
                    <a:pt x="10462" y="13333"/>
                    <a:pt x="10748" y="13217"/>
                    <a:pt x="11058" y="13217"/>
                  </a:cubicBezTo>
                  <a:close/>
                  <a:moveTo>
                    <a:pt x="7125" y="29645"/>
                  </a:moveTo>
                  <a:cubicBezTo>
                    <a:pt x="7427" y="29645"/>
                    <a:pt x="7730" y="29660"/>
                    <a:pt x="8037" y="29691"/>
                  </a:cubicBezTo>
                  <a:cubicBezTo>
                    <a:pt x="9609" y="29894"/>
                    <a:pt x="11109" y="30346"/>
                    <a:pt x="12526" y="31096"/>
                  </a:cubicBezTo>
                  <a:cubicBezTo>
                    <a:pt x="12752" y="31215"/>
                    <a:pt x="12978" y="31346"/>
                    <a:pt x="13193" y="31477"/>
                  </a:cubicBezTo>
                  <a:cubicBezTo>
                    <a:pt x="13252" y="31513"/>
                    <a:pt x="13312" y="31573"/>
                    <a:pt x="13359" y="31620"/>
                  </a:cubicBezTo>
                  <a:cubicBezTo>
                    <a:pt x="10751" y="30642"/>
                    <a:pt x="8068" y="30279"/>
                    <a:pt x="5326" y="30279"/>
                  </a:cubicBezTo>
                  <a:cubicBezTo>
                    <a:pt x="4764" y="30279"/>
                    <a:pt x="4199" y="30294"/>
                    <a:pt x="3632" y="30322"/>
                  </a:cubicBezTo>
                  <a:cubicBezTo>
                    <a:pt x="4773" y="29885"/>
                    <a:pt x="5929" y="29645"/>
                    <a:pt x="7125" y="29645"/>
                  </a:cubicBezTo>
                  <a:close/>
                  <a:moveTo>
                    <a:pt x="5900" y="28785"/>
                  </a:moveTo>
                  <a:cubicBezTo>
                    <a:pt x="6981" y="28785"/>
                    <a:pt x="8063" y="28903"/>
                    <a:pt x="9144" y="29132"/>
                  </a:cubicBezTo>
                  <a:cubicBezTo>
                    <a:pt x="10145" y="29334"/>
                    <a:pt x="11097" y="29632"/>
                    <a:pt x="12026" y="30072"/>
                  </a:cubicBezTo>
                  <a:cubicBezTo>
                    <a:pt x="12824" y="30453"/>
                    <a:pt x="13574" y="30906"/>
                    <a:pt x="14228" y="31501"/>
                  </a:cubicBezTo>
                  <a:cubicBezTo>
                    <a:pt x="14538" y="31775"/>
                    <a:pt x="14788" y="32108"/>
                    <a:pt x="15026" y="32454"/>
                  </a:cubicBezTo>
                  <a:cubicBezTo>
                    <a:pt x="15062" y="32489"/>
                    <a:pt x="15074" y="32537"/>
                    <a:pt x="15121" y="32608"/>
                  </a:cubicBezTo>
                  <a:cubicBezTo>
                    <a:pt x="14836" y="32406"/>
                    <a:pt x="14586" y="32215"/>
                    <a:pt x="14324" y="32037"/>
                  </a:cubicBezTo>
                  <a:cubicBezTo>
                    <a:pt x="13812" y="31692"/>
                    <a:pt x="13288" y="31334"/>
                    <a:pt x="12752" y="31025"/>
                  </a:cubicBezTo>
                  <a:cubicBezTo>
                    <a:pt x="12109" y="30644"/>
                    <a:pt x="11430" y="30370"/>
                    <a:pt x="10716" y="30132"/>
                  </a:cubicBezTo>
                  <a:cubicBezTo>
                    <a:pt x="9716" y="29787"/>
                    <a:pt x="8692" y="29572"/>
                    <a:pt x="7644" y="29501"/>
                  </a:cubicBezTo>
                  <a:cubicBezTo>
                    <a:pt x="7419" y="29485"/>
                    <a:pt x="7196" y="29477"/>
                    <a:pt x="6975" y="29477"/>
                  </a:cubicBezTo>
                  <a:cubicBezTo>
                    <a:pt x="6211" y="29477"/>
                    <a:pt x="5466" y="29574"/>
                    <a:pt x="4727" y="29787"/>
                  </a:cubicBezTo>
                  <a:cubicBezTo>
                    <a:pt x="4144" y="29953"/>
                    <a:pt x="3584" y="30132"/>
                    <a:pt x="3013" y="30275"/>
                  </a:cubicBezTo>
                  <a:cubicBezTo>
                    <a:pt x="2298" y="30465"/>
                    <a:pt x="1572" y="30513"/>
                    <a:pt x="834" y="30513"/>
                  </a:cubicBezTo>
                  <a:cubicBezTo>
                    <a:pt x="727" y="30513"/>
                    <a:pt x="608" y="30501"/>
                    <a:pt x="501" y="30465"/>
                  </a:cubicBezTo>
                  <a:cubicBezTo>
                    <a:pt x="429" y="30453"/>
                    <a:pt x="358" y="30406"/>
                    <a:pt x="298" y="30382"/>
                  </a:cubicBezTo>
                  <a:cubicBezTo>
                    <a:pt x="262" y="30251"/>
                    <a:pt x="310" y="30168"/>
                    <a:pt x="381" y="30108"/>
                  </a:cubicBezTo>
                  <a:cubicBezTo>
                    <a:pt x="453" y="30049"/>
                    <a:pt x="536" y="30013"/>
                    <a:pt x="608" y="29965"/>
                  </a:cubicBezTo>
                  <a:cubicBezTo>
                    <a:pt x="1489" y="29501"/>
                    <a:pt x="2406" y="29156"/>
                    <a:pt x="3394" y="29001"/>
                  </a:cubicBezTo>
                  <a:cubicBezTo>
                    <a:pt x="4229" y="28856"/>
                    <a:pt x="5064" y="28785"/>
                    <a:pt x="5900" y="28785"/>
                  </a:cubicBezTo>
                  <a:close/>
                  <a:moveTo>
                    <a:pt x="22417" y="30566"/>
                  </a:moveTo>
                  <a:cubicBezTo>
                    <a:pt x="22825" y="30566"/>
                    <a:pt x="23221" y="30666"/>
                    <a:pt x="23587" y="30882"/>
                  </a:cubicBezTo>
                  <a:cubicBezTo>
                    <a:pt x="23968" y="31108"/>
                    <a:pt x="24158" y="31465"/>
                    <a:pt x="24146" y="31930"/>
                  </a:cubicBezTo>
                  <a:cubicBezTo>
                    <a:pt x="24123" y="32418"/>
                    <a:pt x="23992" y="32882"/>
                    <a:pt x="23813" y="33323"/>
                  </a:cubicBezTo>
                  <a:cubicBezTo>
                    <a:pt x="23527" y="34025"/>
                    <a:pt x="23146" y="34680"/>
                    <a:pt x="22730" y="35311"/>
                  </a:cubicBezTo>
                  <a:cubicBezTo>
                    <a:pt x="21515" y="37180"/>
                    <a:pt x="19920" y="38704"/>
                    <a:pt x="18169" y="40050"/>
                  </a:cubicBezTo>
                  <a:cubicBezTo>
                    <a:pt x="17562" y="40514"/>
                    <a:pt x="16895" y="40967"/>
                    <a:pt x="16288" y="41443"/>
                  </a:cubicBezTo>
                  <a:cubicBezTo>
                    <a:pt x="15788" y="41824"/>
                    <a:pt x="15324" y="42241"/>
                    <a:pt x="14848" y="42669"/>
                  </a:cubicBezTo>
                  <a:cubicBezTo>
                    <a:pt x="14550" y="42943"/>
                    <a:pt x="14300" y="43264"/>
                    <a:pt x="14097" y="43622"/>
                  </a:cubicBezTo>
                  <a:cubicBezTo>
                    <a:pt x="14086" y="43657"/>
                    <a:pt x="14062" y="43681"/>
                    <a:pt x="14026" y="43717"/>
                  </a:cubicBezTo>
                  <a:cubicBezTo>
                    <a:pt x="14014" y="43717"/>
                    <a:pt x="14002" y="43705"/>
                    <a:pt x="13990" y="43705"/>
                  </a:cubicBezTo>
                  <a:cubicBezTo>
                    <a:pt x="14074" y="43145"/>
                    <a:pt x="14145" y="42586"/>
                    <a:pt x="14205" y="42038"/>
                  </a:cubicBezTo>
                  <a:cubicBezTo>
                    <a:pt x="14502" y="40264"/>
                    <a:pt x="14859" y="38526"/>
                    <a:pt x="15288" y="36776"/>
                  </a:cubicBezTo>
                  <a:cubicBezTo>
                    <a:pt x="15491" y="36037"/>
                    <a:pt x="15681" y="35275"/>
                    <a:pt x="15860" y="34537"/>
                  </a:cubicBezTo>
                  <a:cubicBezTo>
                    <a:pt x="15883" y="34418"/>
                    <a:pt x="15943" y="34311"/>
                    <a:pt x="16038" y="34216"/>
                  </a:cubicBezTo>
                  <a:cubicBezTo>
                    <a:pt x="17336" y="32954"/>
                    <a:pt x="18789" y="31918"/>
                    <a:pt x="20408" y="31144"/>
                  </a:cubicBezTo>
                  <a:cubicBezTo>
                    <a:pt x="20884" y="30918"/>
                    <a:pt x="21384" y="30727"/>
                    <a:pt x="21884" y="30620"/>
                  </a:cubicBezTo>
                  <a:cubicBezTo>
                    <a:pt x="22063" y="30584"/>
                    <a:pt x="22242" y="30566"/>
                    <a:pt x="22417" y="30566"/>
                  </a:cubicBezTo>
                  <a:close/>
                  <a:moveTo>
                    <a:pt x="15657" y="34716"/>
                  </a:moveTo>
                  <a:cubicBezTo>
                    <a:pt x="14800" y="37990"/>
                    <a:pt x="14074" y="41276"/>
                    <a:pt x="13705" y="44634"/>
                  </a:cubicBezTo>
                  <a:lnTo>
                    <a:pt x="13645" y="44634"/>
                  </a:lnTo>
                  <a:cubicBezTo>
                    <a:pt x="13586" y="44407"/>
                    <a:pt x="13502" y="44193"/>
                    <a:pt x="13466" y="44003"/>
                  </a:cubicBezTo>
                  <a:cubicBezTo>
                    <a:pt x="13276" y="43122"/>
                    <a:pt x="13109" y="42229"/>
                    <a:pt x="13074" y="41336"/>
                  </a:cubicBezTo>
                  <a:cubicBezTo>
                    <a:pt x="13026" y="39752"/>
                    <a:pt x="13324" y="38252"/>
                    <a:pt x="14062" y="36835"/>
                  </a:cubicBezTo>
                  <a:cubicBezTo>
                    <a:pt x="14431" y="36097"/>
                    <a:pt x="14907" y="35442"/>
                    <a:pt x="15455" y="34847"/>
                  </a:cubicBezTo>
                  <a:lnTo>
                    <a:pt x="15574" y="34728"/>
                  </a:lnTo>
                  <a:cubicBezTo>
                    <a:pt x="15586" y="34716"/>
                    <a:pt x="15610" y="34716"/>
                    <a:pt x="15657" y="34716"/>
                  </a:cubicBezTo>
                  <a:close/>
                  <a:moveTo>
                    <a:pt x="27142" y="36639"/>
                  </a:moveTo>
                  <a:cubicBezTo>
                    <a:pt x="27246" y="36639"/>
                    <a:pt x="27351" y="36654"/>
                    <a:pt x="27456" y="36680"/>
                  </a:cubicBezTo>
                  <a:cubicBezTo>
                    <a:pt x="27730" y="36740"/>
                    <a:pt x="27873" y="36895"/>
                    <a:pt x="27825" y="37180"/>
                  </a:cubicBezTo>
                  <a:cubicBezTo>
                    <a:pt x="27778" y="37454"/>
                    <a:pt x="27694" y="37716"/>
                    <a:pt x="27587" y="37966"/>
                  </a:cubicBezTo>
                  <a:cubicBezTo>
                    <a:pt x="27337" y="38609"/>
                    <a:pt x="26897" y="39133"/>
                    <a:pt x="26385" y="39574"/>
                  </a:cubicBezTo>
                  <a:cubicBezTo>
                    <a:pt x="25599" y="40252"/>
                    <a:pt x="24730" y="40800"/>
                    <a:pt x="23837" y="41288"/>
                  </a:cubicBezTo>
                  <a:cubicBezTo>
                    <a:pt x="22634" y="41955"/>
                    <a:pt x="21408" y="42633"/>
                    <a:pt x="20193" y="43288"/>
                  </a:cubicBezTo>
                  <a:cubicBezTo>
                    <a:pt x="18729" y="44062"/>
                    <a:pt x="17479" y="45086"/>
                    <a:pt x="16383" y="46301"/>
                  </a:cubicBezTo>
                  <a:lnTo>
                    <a:pt x="16253" y="46443"/>
                  </a:lnTo>
                  <a:cubicBezTo>
                    <a:pt x="16229" y="46455"/>
                    <a:pt x="16217" y="46455"/>
                    <a:pt x="16181" y="46467"/>
                  </a:cubicBezTo>
                  <a:cubicBezTo>
                    <a:pt x="16372" y="46039"/>
                    <a:pt x="16526" y="45622"/>
                    <a:pt x="16705" y="45217"/>
                  </a:cubicBezTo>
                  <a:cubicBezTo>
                    <a:pt x="16931" y="44753"/>
                    <a:pt x="17169" y="44312"/>
                    <a:pt x="17407" y="43848"/>
                  </a:cubicBezTo>
                  <a:cubicBezTo>
                    <a:pt x="18193" y="42348"/>
                    <a:pt x="19336" y="41157"/>
                    <a:pt x="20753" y="40252"/>
                  </a:cubicBezTo>
                  <a:cubicBezTo>
                    <a:pt x="22432" y="39181"/>
                    <a:pt x="24146" y="38180"/>
                    <a:pt x="25849" y="37157"/>
                  </a:cubicBezTo>
                  <a:cubicBezTo>
                    <a:pt x="26123" y="36978"/>
                    <a:pt x="26444" y="36859"/>
                    <a:pt x="26754" y="36716"/>
                  </a:cubicBezTo>
                  <a:cubicBezTo>
                    <a:pt x="26880" y="36663"/>
                    <a:pt x="27010" y="36639"/>
                    <a:pt x="27142" y="36639"/>
                  </a:cubicBezTo>
                  <a:close/>
                  <a:moveTo>
                    <a:pt x="23849" y="45360"/>
                  </a:moveTo>
                  <a:cubicBezTo>
                    <a:pt x="25027" y="45360"/>
                    <a:pt x="26206" y="45384"/>
                    <a:pt x="27385" y="45396"/>
                  </a:cubicBezTo>
                  <a:cubicBezTo>
                    <a:pt x="27635" y="45396"/>
                    <a:pt x="27873" y="45431"/>
                    <a:pt x="28111" y="45467"/>
                  </a:cubicBezTo>
                  <a:cubicBezTo>
                    <a:pt x="28492" y="45550"/>
                    <a:pt x="28611" y="45884"/>
                    <a:pt x="28397" y="46217"/>
                  </a:cubicBezTo>
                  <a:lnTo>
                    <a:pt x="28349" y="46253"/>
                  </a:lnTo>
                  <a:cubicBezTo>
                    <a:pt x="27361" y="47408"/>
                    <a:pt x="26170" y="48206"/>
                    <a:pt x="24670" y="48491"/>
                  </a:cubicBezTo>
                  <a:cubicBezTo>
                    <a:pt x="23603" y="48681"/>
                    <a:pt x="22542" y="48808"/>
                    <a:pt x="21467" y="48808"/>
                  </a:cubicBezTo>
                  <a:cubicBezTo>
                    <a:pt x="20994" y="48808"/>
                    <a:pt x="20519" y="48784"/>
                    <a:pt x="20039" y="48729"/>
                  </a:cubicBezTo>
                  <a:cubicBezTo>
                    <a:pt x="19282" y="48638"/>
                    <a:pt x="18498" y="48582"/>
                    <a:pt x="17717" y="48582"/>
                  </a:cubicBezTo>
                  <a:cubicBezTo>
                    <a:pt x="17478" y="48582"/>
                    <a:pt x="17240" y="48587"/>
                    <a:pt x="17003" y="48598"/>
                  </a:cubicBezTo>
                  <a:cubicBezTo>
                    <a:pt x="16979" y="48598"/>
                    <a:pt x="16943" y="48575"/>
                    <a:pt x="16907" y="48575"/>
                  </a:cubicBezTo>
                  <a:cubicBezTo>
                    <a:pt x="16921" y="48554"/>
                    <a:pt x="16927" y="48541"/>
                    <a:pt x="16929" y="48541"/>
                  </a:cubicBezTo>
                  <a:cubicBezTo>
                    <a:pt x="16931" y="48541"/>
                    <a:pt x="16931" y="48548"/>
                    <a:pt x="16931" y="48563"/>
                  </a:cubicBezTo>
                  <a:cubicBezTo>
                    <a:pt x="17693" y="48086"/>
                    <a:pt x="18360" y="47479"/>
                    <a:pt x="19074" y="46943"/>
                  </a:cubicBezTo>
                  <a:cubicBezTo>
                    <a:pt x="19408" y="46693"/>
                    <a:pt x="19729" y="46467"/>
                    <a:pt x="20074" y="46241"/>
                  </a:cubicBezTo>
                  <a:cubicBezTo>
                    <a:pt x="20551" y="45920"/>
                    <a:pt x="21086" y="45705"/>
                    <a:pt x="21646" y="45598"/>
                  </a:cubicBezTo>
                  <a:cubicBezTo>
                    <a:pt x="22372" y="45455"/>
                    <a:pt x="23111" y="45360"/>
                    <a:pt x="23849" y="45360"/>
                  </a:cubicBezTo>
                  <a:close/>
                  <a:moveTo>
                    <a:pt x="7136" y="36210"/>
                  </a:moveTo>
                  <a:cubicBezTo>
                    <a:pt x="7207" y="36210"/>
                    <a:pt x="7282" y="36227"/>
                    <a:pt x="7359" y="36264"/>
                  </a:cubicBezTo>
                  <a:cubicBezTo>
                    <a:pt x="7478" y="36323"/>
                    <a:pt x="7620" y="36406"/>
                    <a:pt x="7704" y="36502"/>
                  </a:cubicBezTo>
                  <a:cubicBezTo>
                    <a:pt x="7871" y="36656"/>
                    <a:pt x="8037" y="36823"/>
                    <a:pt x="8156" y="37014"/>
                  </a:cubicBezTo>
                  <a:cubicBezTo>
                    <a:pt x="9121" y="38538"/>
                    <a:pt x="10026" y="40085"/>
                    <a:pt x="10573" y="41812"/>
                  </a:cubicBezTo>
                  <a:cubicBezTo>
                    <a:pt x="10966" y="43026"/>
                    <a:pt x="11157" y="44300"/>
                    <a:pt x="11288" y="45562"/>
                  </a:cubicBezTo>
                  <a:cubicBezTo>
                    <a:pt x="11371" y="46324"/>
                    <a:pt x="11454" y="47074"/>
                    <a:pt x="11704" y="47813"/>
                  </a:cubicBezTo>
                  <a:cubicBezTo>
                    <a:pt x="11823" y="48146"/>
                    <a:pt x="11978" y="48491"/>
                    <a:pt x="12109" y="48837"/>
                  </a:cubicBezTo>
                  <a:cubicBezTo>
                    <a:pt x="12145" y="48908"/>
                    <a:pt x="12204" y="48968"/>
                    <a:pt x="12240" y="49039"/>
                  </a:cubicBezTo>
                  <a:cubicBezTo>
                    <a:pt x="12228" y="49039"/>
                    <a:pt x="12204" y="49063"/>
                    <a:pt x="12181" y="49075"/>
                  </a:cubicBezTo>
                  <a:cubicBezTo>
                    <a:pt x="12164" y="49066"/>
                    <a:pt x="12142" y="49053"/>
                    <a:pt x="12118" y="49053"/>
                  </a:cubicBezTo>
                  <a:cubicBezTo>
                    <a:pt x="12107" y="49053"/>
                    <a:pt x="12096" y="49055"/>
                    <a:pt x="12085" y="49063"/>
                  </a:cubicBezTo>
                  <a:cubicBezTo>
                    <a:pt x="11157" y="48253"/>
                    <a:pt x="10240" y="47420"/>
                    <a:pt x="9383" y="46527"/>
                  </a:cubicBezTo>
                  <a:cubicBezTo>
                    <a:pt x="8775" y="45884"/>
                    <a:pt x="8252" y="45193"/>
                    <a:pt x="7823" y="44407"/>
                  </a:cubicBezTo>
                  <a:cubicBezTo>
                    <a:pt x="7382" y="43645"/>
                    <a:pt x="7109" y="42800"/>
                    <a:pt x="6978" y="41931"/>
                  </a:cubicBezTo>
                  <a:cubicBezTo>
                    <a:pt x="6751" y="40455"/>
                    <a:pt x="6608" y="38966"/>
                    <a:pt x="6561" y="37478"/>
                  </a:cubicBezTo>
                  <a:cubicBezTo>
                    <a:pt x="6561" y="37264"/>
                    <a:pt x="6573" y="37049"/>
                    <a:pt x="6608" y="36835"/>
                  </a:cubicBezTo>
                  <a:cubicBezTo>
                    <a:pt x="6632" y="36704"/>
                    <a:pt x="6680" y="36585"/>
                    <a:pt x="6739" y="36466"/>
                  </a:cubicBezTo>
                  <a:cubicBezTo>
                    <a:pt x="6830" y="36301"/>
                    <a:pt x="6973" y="36210"/>
                    <a:pt x="7136" y="36210"/>
                  </a:cubicBezTo>
                  <a:close/>
                  <a:moveTo>
                    <a:pt x="12776" y="56397"/>
                  </a:moveTo>
                  <a:cubicBezTo>
                    <a:pt x="12800" y="56457"/>
                    <a:pt x="12800" y="56516"/>
                    <a:pt x="12776" y="56599"/>
                  </a:cubicBezTo>
                  <a:cubicBezTo>
                    <a:pt x="12693" y="58183"/>
                    <a:pt x="12752" y="59743"/>
                    <a:pt x="12812" y="61314"/>
                  </a:cubicBezTo>
                  <a:cubicBezTo>
                    <a:pt x="12824" y="61600"/>
                    <a:pt x="12812" y="61886"/>
                    <a:pt x="12800" y="62172"/>
                  </a:cubicBezTo>
                  <a:cubicBezTo>
                    <a:pt x="12800" y="62267"/>
                    <a:pt x="12776" y="62374"/>
                    <a:pt x="12681" y="62469"/>
                  </a:cubicBezTo>
                  <a:cubicBezTo>
                    <a:pt x="12585" y="62410"/>
                    <a:pt x="12609" y="62326"/>
                    <a:pt x="12609" y="62255"/>
                  </a:cubicBezTo>
                  <a:cubicBezTo>
                    <a:pt x="12609" y="61636"/>
                    <a:pt x="12609" y="61029"/>
                    <a:pt x="12633" y="60397"/>
                  </a:cubicBezTo>
                  <a:cubicBezTo>
                    <a:pt x="12645" y="59278"/>
                    <a:pt x="12681" y="58147"/>
                    <a:pt x="12693" y="57028"/>
                  </a:cubicBezTo>
                  <a:cubicBezTo>
                    <a:pt x="12693" y="56849"/>
                    <a:pt x="12704" y="56695"/>
                    <a:pt x="12716" y="56516"/>
                  </a:cubicBezTo>
                  <a:cubicBezTo>
                    <a:pt x="12716" y="56468"/>
                    <a:pt x="12740" y="56433"/>
                    <a:pt x="12752" y="56397"/>
                  </a:cubicBezTo>
                  <a:close/>
                  <a:moveTo>
                    <a:pt x="32028" y="0"/>
                  </a:moveTo>
                  <a:cubicBezTo>
                    <a:pt x="31939" y="0"/>
                    <a:pt x="31844" y="19"/>
                    <a:pt x="31743" y="57"/>
                  </a:cubicBezTo>
                  <a:cubicBezTo>
                    <a:pt x="31612" y="104"/>
                    <a:pt x="31457" y="176"/>
                    <a:pt x="31338" y="271"/>
                  </a:cubicBezTo>
                  <a:cubicBezTo>
                    <a:pt x="31028" y="509"/>
                    <a:pt x="30695" y="747"/>
                    <a:pt x="30421" y="1009"/>
                  </a:cubicBezTo>
                  <a:cubicBezTo>
                    <a:pt x="29730" y="1664"/>
                    <a:pt x="29195" y="2426"/>
                    <a:pt x="28766" y="3260"/>
                  </a:cubicBezTo>
                  <a:cubicBezTo>
                    <a:pt x="28421" y="3926"/>
                    <a:pt x="28135" y="4629"/>
                    <a:pt x="27956" y="5355"/>
                  </a:cubicBezTo>
                  <a:cubicBezTo>
                    <a:pt x="27742" y="6212"/>
                    <a:pt x="27659" y="7070"/>
                    <a:pt x="27587" y="7939"/>
                  </a:cubicBezTo>
                  <a:cubicBezTo>
                    <a:pt x="27516" y="8844"/>
                    <a:pt x="27456" y="9737"/>
                    <a:pt x="27385" y="10641"/>
                  </a:cubicBezTo>
                  <a:cubicBezTo>
                    <a:pt x="27337" y="11118"/>
                    <a:pt x="27182" y="11570"/>
                    <a:pt x="26921" y="11963"/>
                  </a:cubicBezTo>
                  <a:cubicBezTo>
                    <a:pt x="26313" y="12892"/>
                    <a:pt x="25718" y="13808"/>
                    <a:pt x="25087" y="14725"/>
                  </a:cubicBezTo>
                  <a:cubicBezTo>
                    <a:pt x="23646" y="16773"/>
                    <a:pt x="22360" y="18928"/>
                    <a:pt x="21110" y="21119"/>
                  </a:cubicBezTo>
                  <a:cubicBezTo>
                    <a:pt x="21027" y="21286"/>
                    <a:pt x="20920" y="21428"/>
                    <a:pt x="20836" y="21595"/>
                  </a:cubicBezTo>
                  <a:cubicBezTo>
                    <a:pt x="20848" y="21226"/>
                    <a:pt x="20920" y="20881"/>
                    <a:pt x="20932" y="20524"/>
                  </a:cubicBezTo>
                  <a:cubicBezTo>
                    <a:pt x="20979" y="19809"/>
                    <a:pt x="20991" y="19107"/>
                    <a:pt x="21015" y="18416"/>
                  </a:cubicBezTo>
                  <a:cubicBezTo>
                    <a:pt x="21015" y="17821"/>
                    <a:pt x="21110" y="17249"/>
                    <a:pt x="21336" y="16714"/>
                  </a:cubicBezTo>
                  <a:cubicBezTo>
                    <a:pt x="21646" y="15952"/>
                    <a:pt x="21908" y="15178"/>
                    <a:pt x="22098" y="14392"/>
                  </a:cubicBezTo>
                  <a:cubicBezTo>
                    <a:pt x="22349" y="13427"/>
                    <a:pt x="22503" y="12463"/>
                    <a:pt x="22444" y="11463"/>
                  </a:cubicBezTo>
                  <a:cubicBezTo>
                    <a:pt x="22337" y="9665"/>
                    <a:pt x="22027" y="7891"/>
                    <a:pt x="21289" y="6224"/>
                  </a:cubicBezTo>
                  <a:cubicBezTo>
                    <a:pt x="21194" y="5998"/>
                    <a:pt x="21098" y="5772"/>
                    <a:pt x="21015" y="5557"/>
                  </a:cubicBezTo>
                  <a:cubicBezTo>
                    <a:pt x="20634" y="4688"/>
                    <a:pt x="20277" y="3831"/>
                    <a:pt x="19896" y="2962"/>
                  </a:cubicBezTo>
                  <a:cubicBezTo>
                    <a:pt x="19586" y="2259"/>
                    <a:pt x="19170" y="1628"/>
                    <a:pt x="18693" y="1033"/>
                  </a:cubicBezTo>
                  <a:cubicBezTo>
                    <a:pt x="18510" y="801"/>
                    <a:pt x="18310" y="688"/>
                    <a:pt x="18107" y="688"/>
                  </a:cubicBezTo>
                  <a:cubicBezTo>
                    <a:pt x="17914" y="688"/>
                    <a:pt x="17717" y="789"/>
                    <a:pt x="17526" y="985"/>
                  </a:cubicBezTo>
                  <a:cubicBezTo>
                    <a:pt x="17503" y="1033"/>
                    <a:pt x="17455" y="1069"/>
                    <a:pt x="17419" y="1116"/>
                  </a:cubicBezTo>
                  <a:cubicBezTo>
                    <a:pt x="17324" y="1295"/>
                    <a:pt x="17181" y="1462"/>
                    <a:pt x="17110" y="1652"/>
                  </a:cubicBezTo>
                  <a:cubicBezTo>
                    <a:pt x="16812" y="2355"/>
                    <a:pt x="16669" y="3081"/>
                    <a:pt x="16610" y="3843"/>
                  </a:cubicBezTo>
                  <a:cubicBezTo>
                    <a:pt x="16467" y="5617"/>
                    <a:pt x="16634" y="7355"/>
                    <a:pt x="16991" y="9082"/>
                  </a:cubicBezTo>
                  <a:cubicBezTo>
                    <a:pt x="17348" y="10772"/>
                    <a:pt x="17955" y="12368"/>
                    <a:pt x="18872" y="13856"/>
                  </a:cubicBezTo>
                  <a:cubicBezTo>
                    <a:pt x="19420" y="14761"/>
                    <a:pt x="19979" y="15678"/>
                    <a:pt x="20384" y="16666"/>
                  </a:cubicBezTo>
                  <a:cubicBezTo>
                    <a:pt x="20610" y="17237"/>
                    <a:pt x="20848" y="17785"/>
                    <a:pt x="20848" y="18392"/>
                  </a:cubicBezTo>
                  <a:cubicBezTo>
                    <a:pt x="20848" y="19488"/>
                    <a:pt x="20813" y="20559"/>
                    <a:pt x="20634" y="21631"/>
                  </a:cubicBezTo>
                  <a:cubicBezTo>
                    <a:pt x="20598" y="21881"/>
                    <a:pt x="20551" y="22131"/>
                    <a:pt x="20420" y="22357"/>
                  </a:cubicBezTo>
                  <a:cubicBezTo>
                    <a:pt x="20265" y="22595"/>
                    <a:pt x="20134" y="22845"/>
                    <a:pt x="20003" y="23095"/>
                  </a:cubicBezTo>
                  <a:cubicBezTo>
                    <a:pt x="19443" y="24107"/>
                    <a:pt x="18955" y="25143"/>
                    <a:pt x="18491" y="26179"/>
                  </a:cubicBezTo>
                  <a:cubicBezTo>
                    <a:pt x="17955" y="27405"/>
                    <a:pt x="17479" y="28655"/>
                    <a:pt x="17086" y="29929"/>
                  </a:cubicBezTo>
                  <a:cubicBezTo>
                    <a:pt x="17050" y="29977"/>
                    <a:pt x="17038" y="30037"/>
                    <a:pt x="16991" y="30120"/>
                  </a:cubicBezTo>
                  <a:cubicBezTo>
                    <a:pt x="16884" y="29668"/>
                    <a:pt x="16788" y="29275"/>
                    <a:pt x="16693" y="28870"/>
                  </a:cubicBezTo>
                  <a:cubicBezTo>
                    <a:pt x="16669" y="28751"/>
                    <a:pt x="16669" y="28632"/>
                    <a:pt x="16669" y="28513"/>
                  </a:cubicBezTo>
                  <a:cubicBezTo>
                    <a:pt x="16645" y="28334"/>
                    <a:pt x="16669" y="28179"/>
                    <a:pt x="16645" y="28013"/>
                  </a:cubicBezTo>
                  <a:cubicBezTo>
                    <a:pt x="16622" y="27358"/>
                    <a:pt x="16586" y="26691"/>
                    <a:pt x="16562" y="26036"/>
                  </a:cubicBezTo>
                  <a:cubicBezTo>
                    <a:pt x="16455" y="23691"/>
                    <a:pt x="16074" y="21393"/>
                    <a:pt x="15431" y="19142"/>
                  </a:cubicBezTo>
                  <a:cubicBezTo>
                    <a:pt x="14955" y="17464"/>
                    <a:pt x="14193" y="15892"/>
                    <a:pt x="13133" y="14499"/>
                  </a:cubicBezTo>
                  <a:cubicBezTo>
                    <a:pt x="12895" y="14166"/>
                    <a:pt x="12621" y="13856"/>
                    <a:pt x="12288" y="13594"/>
                  </a:cubicBezTo>
                  <a:cubicBezTo>
                    <a:pt x="12002" y="13368"/>
                    <a:pt x="11704" y="13177"/>
                    <a:pt x="11347" y="13094"/>
                  </a:cubicBezTo>
                  <a:cubicBezTo>
                    <a:pt x="11248" y="13077"/>
                    <a:pt x="11150" y="13068"/>
                    <a:pt x="11054" y="13068"/>
                  </a:cubicBezTo>
                  <a:cubicBezTo>
                    <a:pt x="10623" y="13068"/>
                    <a:pt x="10229" y="13236"/>
                    <a:pt x="9859" y="13499"/>
                  </a:cubicBezTo>
                  <a:cubicBezTo>
                    <a:pt x="9776" y="13570"/>
                    <a:pt x="9716" y="13677"/>
                    <a:pt x="9656" y="13785"/>
                  </a:cubicBezTo>
                  <a:cubicBezTo>
                    <a:pt x="9525" y="14023"/>
                    <a:pt x="9490" y="14285"/>
                    <a:pt x="9502" y="14559"/>
                  </a:cubicBezTo>
                  <a:cubicBezTo>
                    <a:pt x="9537" y="14928"/>
                    <a:pt x="9561" y="15297"/>
                    <a:pt x="9609" y="15678"/>
                  </a:cubicBezTo>
                  <a:cubicBezTo>
                    <a:pt x="9823" y="17309"/>
                    <a:pt x="10264" y="18904"/>
                    <a:pt x="10752" y="20476"/>
                  </a:cubicBezTo>
                  <a:cubicBezTo>
                    <a:pt x="10978" y="21190"/>
                    <a:pt x="11228" y="21905"/>
                    <a:pt x="11609" y="22560"/>
                  </a:cubicBezTo>
                  <a:cubicBezTo>
                    <a:pt x="12335" y="23857"/>
                    <a:pt x="13216" y="25036"/>
                    <a:pt x="14240" y="26108"/>
                  </a:cubicBezTo>
                  <a:cubicBezTo>
                    <a:pt x="14669" y="26548"/>
                    <a:pt x="15121" y="26965"/>
                    <a:pt x="15514" y="27429"/>
                  </a:cubicBezTo>
                  <a:cubicBezTo>
                    <a:pt x="16145" y="28132"/>
                    <a:pt x="16622" y="28929"/>
                    <a:pt x="16812" y="29870"/>
                  </a:cubicBezTo>
                  <a:cubicBezTo>
                    <a:pt x="16884" y="30263"/>
                    <a:pt x="16872" y="30632"/>
                    <a:pt x="16753" y="31001"/>
                  </a:cubicBezTo>
                  <a:cubicBezTo>
                    <a:pt x="16526" y="31715"/>
                    <a:pt x="16324" y="32442"/>
                    <a:pt x="16098" y="33156"/>
                  </a:cubicBezTo>
                  <a:cubicBezTo>
                    <a:pt x="16050" y="33323"/>
                    <a:pt x="15991" y="33489"/>
                    <a:pt x="15955" y="33656"/>
                  </a:cubicBezTo>
                  <a:cubicBezTo>
                    <a:pt x="15919" y="33632"/>
                    <a:pt x="15895" y="33632"/>
                    <a:pt x="15895" y="33620"/>
                  </a:cubicBezTo>
                  <a:cubicBezTo>
                    <a:pt x="15848" y="33549"/>
                    <a:pt x="15812" y="33489"/>
                    <a:pt x="15788" y="33418"/>
                  </a:cubicBezTo>
                  <a:cubicBezTo>
                    <a:pt x="15371" y="32465"/>
                    <a:pt x="14776" y="31656"/>
                    <a:pt x="13955" y="31037"/>
                  </a:cubicBezTo>
                  <a:cubicBezTo>
                    <a:pt x="12978" y="30287"/>
                    <a:pt x="11871" y="29763"/>
                    <a:pt x="10716" y="29382"/>
                  </a:cubicBezTo>
                  <a:cubicBezTo>
                    <a:pt x="9430" y="28965"/>
                    <a:pt x="8132" y="28727"/>
                    <a:pt x="6799" y="28655"/>
                  </a:cubicBezTo>
                  <a:cubicBezTo>
                    <a:pt x="6479" y="28637"/>
                    <a:pt x="6161" y="28627"/>
                    <a:pt x="5844" y="28627"/>
                  </a:cubicBezTo>
                  <a:cubicBezTo>
                    <a:pt x="4730" y="28627"/>
                    <a:pt x="3630" y="28747"/>
                    <a:pt x="2537" y="29025"/>
                  </a:cubicBezTo>
                  <a:cubicBezTo>
                    <a:pt x="1810" y="29203"/>
                    <a:pt x="1143" y="29501"/>
                    <a:pt x="489" y="29846"/>
                  </a:cubicBezTo>
                  <a:cubicBezTo>
                    <a:pt x="370" y="29918"/>
                    <a:pt x="239" y="30001"/>
                    <a:pt x="155" y="30120"/>
                  </a:cubicBezTo>
                  <a:cubicBezTo>
                    <a:pt x="0" y="30346"/>
                    <a:pt x="96" y="30560"/>
                    <a:pt x="358" y="30620"/>
                  </a:cubicBezTo>
                  <a:cubicBezTo>
                    <a:pt x="477" y="30644"/>
                    <a:pt x="608" y="30680"/>
                    <a:pt x="739" y="30680"/>
                  </a:cubicBezTo>
                  <a:cubicBezTo>
                    <a:pt x="1048" y="30680"/>
                    <a:pt x="1370" y="30680"/>
                    <a:pt x="1679" y="30656"/>
                  </a:cubicBezTo>
                  <a:cubicBezTo>
                    <a:pt x="2501" y="30596"/>
                    <a:pt x="3310" y="30513"/>
                    <a:pt x="4132" y="30477"/>
                  </a:cubicBezTo>
                  <a:cubicBezTo>
                    <a:pt x="4590" y="30459"/>
                    <a:pt x="5048" y="30449"/>
                    <a:pt x="5504" y="30449"/>
                  </a:cubicBezTo>
                  <a:cubicBezTo>
                    <a:pt x="7451" y="30449"/>
                    <a:pt x="9375" y="30630"/>
                    <a:pt x="11276" y="31132"/>
                  </a:cubicBezTo>
                  <a:cubicBezTo>
                    <a:pt x="12121" y="31370"/>
                    <a:pt x="12954" y="31608"/>
                    <a:pt x="13752" y="31989"/>
                  </a:cubicBezTo>
                  <a:cubicBezTo>
                    <a:pt x="14288" y="32239"/>
                    <a:pt x="14776" y="32549"/>
                    <a:pt x="15205" y="32954"/>
                  </a:cubicBezTo>
                  <a:cubicBezTo>
                    <a:pt x="15502" y="33204"/>
                    <a:pt x="15633" y="33537"/>
                    <a:pt x="15741" y="33894"/>
                  </a:cubicBezTo>
                  <a:cubicBezTo>
                    <a:pt x="15800" y="34097"/>
                    <a:pt x="15752" y="34251"/>
                    <a:pt x="15598" y="34406"/>
                  </a:cubicBezTo>
                  <a:cubicBezTo>
                    <a:pt x="14907" y="35097"/>
                    <a:pt x="14324" y="35835"/>
                    <a:pt x="13895" y="36716"/>
                  </a:cubicBezTo>
                  <a:cubicBezTo>
                    <a:pt x="13586" y="37359"/>
                    <a:pt x="13312" y="38014"/>
                    <a:pt x="13157" y="38716"/>
                  </a:cubicBezTo>
                  <a:cubicBezTo>
                    <a:pt x="12835" y="40026"/>
                    <a:pt x="12812" y="41336"/>
                    <a:pt x="13038" y="42657"/>
                  </a:cubicBezTo>
                  <a:cubicBezTo>
                    <a:pt x="13157" y="43383"/>
                    <a:pt x="13300" y="44086"/>
                    <a:pt x="13490" y="44788"/>
                  </a:cubicBezTo>
                  <a:cubicBezTo>
                    <a:pt x="13550" y="44979"/>
                    <a:pt x="13597" y="45181"/>
                    <a:pt x="13586" y="45396"/>
                  </a:cubicBezTo>
                  <a:cubicBezTo>
                    <a:pt x="13478" y="47063"/>
                    <a:pt x="13359" y="48741"/>
                    <a:pt x="13240" y="50408"/>
                  </a:cubicBezTo>
                  <a:cubicBezTo>
                    <a:pt x="13228" y="50468"/>
                    <a:pt x="13228" y="50539"/>
                    <a:pt x="13216" y="50646"/>
                  </a:cubicBezTo>
                  <a:cubicBezTo>
                    <a:pt x="13181" y="50575"/>
                    <a:pt x="13157" y="50527"/>
                    <a:pt x="13133" y="50503"/>
                  </a:cubicBezTo>
                  <a:cubicBezTo>
                    <a:pt x="13014" y="50158"/>
                    <a:pt x="12835" y="49849"/>
                    <a:pt x="12633" y="49563"/>
                  </a:cubicBezTo>
                  <a:cubicBezTo>
                    <a:pt x="12573" y="49468"/>
                    <a:pt x="12514" y="49349"/>
                    <a:pt x="12466" y="49253"/>
                  </a:cubicBezTo>
                  <a:cubicBezTo>
                    <a:pt x="12383" y="49051"/>
                    <a:pt x="12300" y="48872"/>
                    <a:pt x="12228" y="48682"/>
                  </a:cubicBezTo>
                  <a:cubicBezTo>
                    <a:pt x="11883" y="47860"/>
                    <a:pt x="11645" y="47051"/>
                    <a:pt x="11550" y="46170"/>
                  </a:cubicBezTo>
                  <a:cubicBezTo>
                    <a:pt x="11442" y="45336"/>
                    <a:pt x="11347" y="44503"/>
                    <a:pt x="11216" y="43681"/>
                  </a:cubicBezTo>
                  <a:cubicBezTo>
                    <a:pt x="10990" y="42324"/>
                    <a:pt x="10609" y="41038"/>
                    <a:pt x="9978" y="39812"/>
                  </a:cubicBezTo>
                  <a:cubicBezTo>
                    <a:pt x="9561" y="38978"/>
                    <a:pt x="9085" y="38157"/>
                    <a:pt x="8633" y="37359"/>
                  </a:cubicBezTo>
                  <a:cubicBezTo>
                    <a:pt x="8454" y="37049"/>
                    <a:pt x="8216" y="36728"/>
                    <a:pt x="7978" y="36454"/>
                  </a:cubicBezTo>
                  <a:cubicBezTo>
                    <a:pt x="7859" y="36299"/>
                    <a:pt x="7680" y="36168"/>
                    <a:pt x="7501" y="36061"/>
                  </a:cubicBezTo>
                  <a:cubicBezTo>
                    <a:pt x="7386" y="35998"/>
                    <a:pt x="7270" y="35967"/>
                    <a:pt x="7159" y="35967"/>
                  </a:cubicBezTo>
                  <a:cubicBezTo>
                    <a:pt x="6937" y="35967"/>
                    <a:pt x="6735" y="36089"/>
                    <a:pt x="6608" y="36311"/>
                  </a:cubicBezTo>
                  <a:cubicBezTo>
                    <a:pt x="6549" y="36406"/>
                    <a:pt x="6501" y="36490"/>
                    <a:pt x="6489" y="36585"/>
                  </a:cubicBezTo>
                  <a:cubicBezTo>
                    <a:pt x="6442" y="36871"/>
                    <a:pt x="6394" y="37145"/>
                    <a:pt x="6394" y="37418"/>
                  </a:cubicBezTo>
                  <a:cubicBezTo>
                    <a:pt x="6442" y="38978"/>
                    <a:pt x="6585" y="40538"/>
                    <a:pt x="6858" y="42086"/>
                  </a:cubicBezTo>
                  <a:cubicBezTo>
                    <a:pt x="7037" y="43122"/>
                    <a:pt x="7418" y="44050"/>
                    <a:pt x="7978" y="44919"/>
                  </a:cubicBezTo>
                  <a:cubicBezTo>
                    <a:pt x="8418" y="45622"/>
                    <a:pt x="8942" y="46241"/>
                    <a:pt x="9525" y="46836"/>
                  </a:cubicBezTo>
                  <a:cubicBezTo>
                    <a:pt x="10276" y="47622"/>
                    <a:pt x="11097" y="48372"/>
                    <a:pt x="11931" y="49087"/>
                  </a:cubicBezTo>
                  <a:cubicBezTo>
                    <a:pt x="12514" y="49587"/>
                    <a:pt x="12895" y="50206"/>
                    <a:pt x="13133" y="50920"/>
                  </a:cubicBezTo>
                  <a:cubicBezTo>
                    <a:pt x="13181" y="51039"/>
                    <a:pt x="13216" y="51182"/>
                    <a:pt x="13193" y="51301"/>
                  </a:cubicBezTo>
                  <a:cubicBezTo>
                    <a:pt x="13121" y="52135"/>
                    <a:pt x="13038" y="52956"/>
                    <a:pt x="12919" y="53778"/>
                  </a:cubicBezTo>
                  <a:cubicBezTo>
                    <a:pt x="12764" y="54802"/>
                    <a:pt x="12585" y="55814"/>
                    <a:pt x="12526" y="56838"/>
                  </a:cubicBezTo>
                  <a:cubicBezTo>
                    <a:pt x="12419" y="58683"/>
                    <a:pt x="12478" y="60528"/>
                    <a:pt x="12454" y="62374"/>
                  </a:cubicBezTo>
                  <a:cubicBezTo>
                    <a:pt x="12454" y="62445"/>
                    <a:pt x="12478" y="62505"/>
                    <a:pt x="12478" y="62564"/>
                  </a:cubicBezTo>
                  <a:cubicBezTo>
                    <a:pt x="12561" y="62597"/>
                    <a:pt x="12629" y="62615"/>
                    <a:pt x="12686" y="62615"/>
                  </a:cubicBezTo>
                  <a:cubicBezTo>
                    <a:pt x="12792" y="62615"/>
                    <a:pt x="12856" y="62554"/>
                    <a:pt x="12895" y="62422"/>
                  </a:cubicBezTo>
                  <a:cubicBezTo>
                    <a:pt x="12954" y="62207"/>
                    <a:pt x="12990" y="61993"/>
                    <a:pt x="12990" y="61767"/>
                  </a:cubicBezTo>
                  <a:cubicBezTo>
                    <a:pt x="12978" y="61076"/>
                    <a:pt x="12931" y="60386"/>
                    <a:pt x="12931" y="59695"/>
                  </a:cubicBezTo>
                  <a:cubicBezTo>
                    <a:pt x="12931" y="58600"/>
                    <a:pt x="12931" y="57480"/>
                    <a:pt x="12954" y="56373"/>
                  </a:cubicBezTo>
                  <a:cubicBezTo>
                    <a:pt x="12990" y="55635"/>
                    <a:pt x="13002" y="54885"/>
                    <a:pt x="13074" y="54147"/>
                  </a:cubicBezTo>
                  <a:cubicBezTo>
                    <a:pt x="13157" y="53242"/>
                    <a:pt x="13288" y="52349"/>
                    <a:pt x="13407" y="51432"/>
                  </a:cubicBezTo>
                  <a:cubicBezTo>
                    <a:pt x="13419" y="51373"/>
                    <a:pt x="13419" y="51313"/>
                    <a:pt x="13455" y="51254"/>
                  </a:cubicBezTo>
                  <a:cubicBezTo>
                    <a:pt x="13645" y="50837"/>
                    <a:pt x="13847" y="50408"/>
                    <a:pt x="14050" y="49991"/>
                  </a:cubicBezTo>
                  <a:cubicBezTo>
                    <a:pt x="14240" y="49610"/>
                    <a:pt x="14538" y="49349"/>
                    <a:pt x="14919" y="49194"/>
                  </a:cubicBezTo>
                  <a:cubicBezTo>
                    <a:pt x="15133" y="49098"/>
                    <a:pt x="15336" y="49027"/>
                    <a:pt x="15550" y="48968"/>
                  </a:cubicBezTo>
                  <a:cubicBezTo>
                    <a:pt x="16026" y="48837"/>
                    <a:pt x="16514" y="48777"/>
                    <a:pt x="17003" y="48741"/>
                  </a:cubicBezTo>
                  <a:cubicBezTo>
                    <a:pt x="17245" y="48730"/>
                    <a:pt x="17488" y="48725"/>
                    <a:pt x="17729" y="48725"/>
                  </a:cubicBezTo>
                  <a:cubicBezTo>
                    <a:pt x="18519" y="48725"/>
                    <a:pt x="19302" y="48781"/>
                    <a:pt x="20086" y="48872"/>
                  </a:cubicBezTo>
                  <a:cubicBezTo>
                    <a:pt x="20567" y="48926"/>
                    <a:pt x="21048" y="48950"/>
                    <a:pt x="21526" y="48950"/>
                  </a:cubicBezTo>
                  <a:cubicBezTo>
                    <a:pt x="22647" y="48950"/>
                    <a:pt x="23760" y="48815"/>
                    <a:pt x="24861" y="48598"/>
                  </a:cubicBezTo>
                  <a:cubicBezTo>
                    <a:pt x="26373" y="48301"/>
                    <a:pt x="27540" y="47444"/>
                    <a:pt x="28516" y="46301"/>
                  </a:cubicBezTo>
                  <a:cubicBezTo>
                    <a:pt x="28837" y="45920"/>
                    <a:pt x="28718" y="45467"/>
                    <a:pt x="28230" y="45324"/>
                  </a:cubicBezTo>
                  <a:cubicBezTo>
                    <a:pt x="27992" y="45229"/>
                    <a:pt x="27718" y="45205"/>
                    <a:pt x="27468" y="45205"/>
                  </a:cubicBezTo>
                  <a:lnTo>
                    <a:pt x="24206" y="45158"/>
                  </a:lnTo>
                  <a:cubicBezTo>
                    <a:pt x="24151" y="45157"/>
                    <a:pt x="24097" y="45156"/>
                    <a:pt x="24043" y="45156"/>
                  </a:cubicBezTo>
                  <a:cubicBezTo>
                    <a:pt x="23349" y="45156"/>
                    <a:pt x="22664" y="45226"/>
                    <a:pt x="21979" y="45336"/>
                  </a:cubicBezTo>
                  <a:cubicBezTo>
                    <a:pt x="21206" y="45467"/>
                    <a:pt x="20479" y="45717"/>
                    <a:pt x="19824" y="46181"/>
                  </a:cubicBezTo>
                  <a:cubicBezTo>
                    <a:pt x="19539" y="46384"/>
                    <a:pt x="19253" y="46586"/>
                    <a:pt x="18967" y="46789"/>
                  </a:cubicBezTo>
                  <a:cubicBezTo>
                    <a:pt x="18515" y="47158"/>
                    <a:pt x="18062" y="47527"/>
                    <a:pt x="17598" y="47872"/>
                  </a:cubicBezTo>
                  <a:cubicBezTo>
                    <a:pt x="17288" y="48086"/>
                    <a:pt x="16967" y="48301"/>
                    <a:pt x="16645" y="48503"/>
                  </a:cubicBezTo>
                  <a:cubicBezTo>
                    <a:pt x="16514" y="48598"/>
                    <a:pt x="16372" y="48622"/>
                    <a:pt x="16217" y="48658"/>
                  </a:cubicBezTo>
                  <a:cubicBezTo>
                    <a:pt x="15681" y="48741"/>
                    <a:pt x="15145" y="48872"/>
                    <a:pt x="14669" y="49146"/>
                  </a:cubicBezTo>
                  <a:cubicBezTo>
                    <a:pt x="14625" y="49168"/>
                    <a:pt x="14571" y="49210"/>
                    <a:pt x="14535" y="49244"/>
                  </a:cubicBezTo>
                  <a:lnTo>
                    <a:pt x="14535" y="49244"/>
                  </a:lnTo>
                  <a:cubicBezTo>
                    <a:pt x="14551" y="49204"/>
                    <a:pt x="14555" y="49165"/>
                    <a:pt x="14586" y="49134"/>
                  </a:cubicBezTo>
                  <a:cubicBezTo>
                    <a:pt x="15002" y="48432"/>
                    <a:pt x="15455" y="47789"/>
                    <a:pt x="15967" y="47146"/>
                  </a:cubicBezTo>
                  <a:cubicBezTo>
                    <a:pt x="17145" y="45646"/>
                    <a:pt x="18574" y="44407"/>
                    <a:pt x="20265" y="43503"/>
                  </a:cubicBezTo>
                  <a:cubicBezTo>
                    <a:pt x="21587" y="42788"/>
                    <a:pt x="22920" y="42050"/>
                    <a:pt x="24242" y="41312"/>
                  </a:cubicBezTo>
                  <a:cubicBezTo>
                    <a:pt x="25039" y="40871"/>
                    <a:pt x="25813" y="40347"/>
                    <a:pt x="26516" y="39740"/>
                  </a:cubicBezTo>
                  <a:cubicBezTo>
                    <a:pt x="27159" y="39193"/>
                    <a:pt x="27635" y="38514"/>
                    <a:pt x="27897" y="37716"/>
                  </a:cubicBezTo>
                  <a:cubicBezTo>
                    <a:pt x="27944" y="37549"/>
                    <a:pt x="27992" y="37383"/>
                    <a:pt x="28004" y="37228"/>
                  </a:cubicBezTo>
                  <a:cubicBezTo>
                    <a:pt x="28040" y="36895"/>
                    <a:pt x="27861" y="36668"/>
                    <a:pt x="27540" y="36585"/>
                  </a:cubicBezTo>
                  <a:cubicBezTo>
                    <a:pt x="27410" y="36554"/>
                    <a:pt x="27284" y="36536"/>
                    <a:pt x="27160" y="36536"/>
                  </a:cubicBezTo>
                  <a:cubicBezTo>
                    <a:pt x="27001" y="36536"/>
                    <a:pt x="26843" y="36566"/>
                    <a:pt x="26682" y="36633"/>
                  </a:cubicBezTo>
                  <a:cubicBezTo>
                    <a:pt x="26373" y="36764"/>
                    <a:pt x="26075" y="36883"/>
                    <a:pt x="25789" y="37049"/>
                  </a:cubicBezTo>
                  <a:cubicBezTo>
                    <a:pt x="24075" y="38085"/>
                    <a:pt x="22349" y="39097"/>
                    <a:pt x="20670" y="40169"/>
                  </a:cubicBezTo>
                  <a:cubicBezTo>
                    <a:pt x="19027" y="41217"/>
                    <a:pt x="17812" y="42669"/>
                    <a:pt x="16967" y="44431"/>
                  </a:cubicBezTo>
                  <a:cubicBezTo>
                    <a:pt x="16645" y="45098"/>
                    <a:pt x="16348" y="45765"/>
                    <a:pt x="16074" y="46431"/>
                  </a:cubicBezTo>
                  <a:cubicBezTo>
                    <a:pt x="15907" y="46824"/>
                    <a:pt x="15729" y="47182"/>
                    <a:pt x="15479" y="47503"/>
                  </a:cubicBezTo>
                  <a:cubicBezTo>
                    <a:pt x="14800" y="48396"/>
                    <a:pt x="14228" y="49349"/>
                    <a:pt x="13716" y="50361"/>
                  </a:cubicBezTo>
                  <a:cubicBezTo>
                    <a:pt x="13645" y="50515"/>
                    <a:pt x="13574" y="50658"/>
                    <a:pt x="13466" y="50861"/>
                  </a:cubicBezTo>
                  <a:lnTo>
                    <a:pt x="13466" y="50658"/>
                  </a:lnTo>
                  <a:cubicBezTo>
                    <a:pt x="13586" y="48968"/>
                    <a:pt x="13705" y="47253"/>
                    <a:pt x="13824" y="45562"/>
                  </a:cubicBezTo>
                  <a:cubicBezTo>
                    <a:pt x="13847" y="45217"/>
                    <a:pt x="13895" y="44872"/>
                    <a:pt x="13967" y="44550"/>
                  </a:cubicBezTo>
                  <a:cubicBezTo>
                    <a:pt x="14133" y="43872"/>
                    <a:pt x="14526" y="43324"/>
                    <a:pt x="15014" y="42860"/>
                  </a:cubicBezTo>
                  <a:cubicBezTo>
                    <a:pt x="15479" y="42443"/>
                    <a:pt x="15931" y="42050"/>
                    <a:pt x="16431" y="41657"/>
                  </a:cubicBezTo>
                  <a:cubicBezTo>
                    <a:pt x="16991" y="41217"/>
                    <a:pt x="17586" y="40800"/>
                    <a:pt x="18169" y="40359"/>
                  </a:cubicBezTo>
                  <a:cubicBezTo>
                    <a:pt x="19610" y="39288"/>
                    <a:pt x="20908" y="38073"/>
                    <a:pt x="22039" y="36692"/>
                  </a:cubicBezTo>
                  <a:cubicBezTo>
                    <a:pt x="22872" y="35656"/>
                    <a:pt x="23551" y="34561"/>
                    <a:pt x="24063" y="33323"/>
                  </a:cubicBezTo>
                  <a:cubicBezTo>
                    <a:pt x="24230" y="32918"/>
                    <a:pt x="24325" y="32501"/>
                    <a:pt x="24361" y="32073"/>
                  </a:cubicBezTo>
                  <a:cubicBezTo>
                    <a:pt x="24384" y="31430"/>
                    <a:pt x="24087" y="30941"/>
                    <a:pt x="23492" y="30691"/>
                  </a:cubicBezTo>
                  <a:cubicBezTo>
                    <a:pt x="23152" y="30540"/>
                    <a:pt x="22799" y="30463"/>
                    <a:pt x="22441" y="30463"/>
                  </a:cubicBezTo>
                  <a:cubicBezTo>
                    <a:pt x="22209" y="30463"/>
                    <a:pt x="21975" y="30495"/>
                    <a:pt x="21741" y="30560"/>
                  </a:cubicBezTo>
                  <a:cubicBezTo>
                    <a:pt x="21170" y="30703"/>
                    <a:pt x="20634" y="30930"/>
                    <a:pt x="20122" y="31180"/>
                  </a:cubicBezTo>
                  <a:cubicBezTo>
                    <a:pt x="18693" y="31894"/>
                    <a:pt x="17407" y="32799"/>
                    <a:pt x="16253" y="33894"/>
                  </a:cubicBezTo>
                  <a:cubicBezTo>
                    <a:pt x="16205" y="33930"/>
                    <a:pt x="16145" y="33966"/>
                    <a:pt x="16098" y="34013"/>
                  </a:cubicBezTo>
                  <a:cubicBezTo>
                    <a:pt x="16086" y="33954"/>
                    <a:pt x="16086" y="33918"/>
                    <a:pt x="16098" y="33894"/>
                  </a:cubicBezTo>
                  <a:cubicBezTo>
                    <a:pt x="16455" y="32716"/>
                    <a:pt x="16800" y="31549"/>
                    <a:pt x="17169" y="30382"/>
                  </a:cubicBezTo>
                  <a:cubicBezTo>
                    <a:pt x="17229" y="30168"/>
                    <a:pt x="17336" y="29977"/>
                    <a:pt x="17443" y="29798"/>
                  </a:cubicBezTo>
                  <a:cubicBezTo>
                    <a:pt x="17753" y="29275"/>
                    <a:pt x="18110" y="28786"/>
                    <a:pt x="18539" y="28358"/>
                  </a:cubicBezTo>
                  <a:cubicBezTo>
                    <a:pt x="18777" y="28132"/>
                    <a:pt x="18991" y="27882"/>
                    <a:pt x="19241" y="27667"/>
                  </a:cubicBezTo>
                  <a:cubicBezTo>
                    <a:pt x="20003" y="27060"/>
                    <a:pt x="20789" y="26512"/>
                    <a:pt x="21610" y="26012"/>
                  </a:cubicBezTo>
                  <a:cubicBezTo>
                    <a:pt x="21860" y="25858"/>
                    <a:pt x="22146" y="25750"/>
                    <a:pt x="22420" y="25643"/>
                  </a:cubicBezTo>
                  <a:cubicBezTo>
                    <a:pt x="23456" y="25286"/>
                    <a:pt x="24527" y="25155"/>
                    <a:pt x="25611" y="25107"/>
                  </a:cubicBezTo>
                  <a:cubicBezTo>
                    <a:pt x="26825" y="25048"/>
                    <a:pt x="28052" y="24988"/>
                    <a:pt x="29254" y="24846"/>
                  </a:cubicBezTo>
                  <a:cubicBezTo>
                    <a:pt x="30147" y="24738"/>
                    <a:pt x="31028" y="24584"/>
                    <a:pt x="31874" y="24310"/>
                  </a:cubicBezTo>
                  <a:cubicBezTo>
                    <a:pt x="33314" y="23833"/>
                    <a:pt x="34469" y="22905"/>
                    <a:pt x="35457" y="21774"/>
                  </a:cubicBezTo>
                  <a:cubicBezTo>
                    <a:pt x="35803" y="21369"/>
                    <a:pt x="36112" y="20940"/>
                    <a:pt x="36326" y="20452"/>
                  </a:cubicBezTo>
                  <a:cubicBezTo>
                    <a:pt x="36648" y="19678"/>
                    <a:pt x="36529" y="18738"/>
                    <a:pt x="35505" y="18261"/>
                  </a:cubicBezTo>
                  <a:cubicBezTo>
                    <a:pt x="34862" y="17964"/>
                    <a:pt x="34195" y="17797"/>
                    <a:pt x="33517" y="17726"/>
                  </a:cubicBezTo>
                  <a:cubicBezTo>
                    <a:pt x="33095" y="17679"/>
                    <a:pt x="32678" y="17656"/>
                    <a:pt x="32264" y="17656"/>
                  </a:cubicBezTo>
                  <a:cubicBezTo>
                    <a:pt x="30460" y="17656"/>
                    <a:pt x="28734" y="18095"/>
                    <a:pt x="27087" y="18928"/>
                  </a:cubicBezTo>
                  <a:cubicBezTo>
                    <a:pt x="26087" y="19440"/>
                    <a:pt x="25206" y="20095"/>
                    <a:pt x="24361" y="20797"/>
                  </a:cubicBezTo>
                  <a:cubicBezTo>
                    <a:pt x="23039" y="21893"/>
                    <a:pt x="21860" y="23143"/>
                    <a:pt x="20753" y="24465"/>
                  </a:cubicBezTo>
                  <a:cubicBezTo>
                    <a:pt x="20086" y="25274"/>
                    <a:pt x="19479" y="26119"/>
                    <a:pt x="18955" y="27048"/>
                  </a:cubicBezTo>
                  <a:cubicBezTo>
                    <a:pt x="18634" y="27620"/>
                    <a:pt x="18288" y="28191"/>
                    <a:pt x="17943" y="28751"/>
                  </a:cubicBezTo>
                  <a:cubicBezTo>
                    <a:pt x="17824" y="28953"/>
                    <a:pt x="17681" y="29144"/>
                    <a:pt x="17538" y="29334"/>
                  </a:cubicBezTo>
                  <a:cubicBezTo>
                    <a:pt x="17526" y="29251"/>
                    <a:pt x="17538" y="29167"/>
                    <a:pt x="17574" y="29096"/>
                  </a:cubicBezTo>
                  <a:cubicBezTo>
                    <a:pt x="17931" y="28191"/>
                    <a:pt x="18253" y="27262"/>
                    <a:pt x="18646" y="26370"/>
                  </a:cubicBezTo>
                  <a:cubicBezTo>
                    <a:pt x="18955" y="25631"/>
                    <a:pt x="19312" y="24905"/>
                    <a:pt x="19682" y="24167"/>
                  </a:cubicBezTo>
                  <a:cubicBezTo>
                    <a:pt x="20039" y="23452"/>
                    <a:pt x="20444" y="22738"/>
                    <a:pt x="20836" y="22048"/>
                  </a:cubicBezTo>
                  <a:cubicBezTo>
                    <a:pt x="21253" y="21297"/>
                    <a:pt x="21682" y="20571"/>
                    <a:pt x="22110" y="19845"/>
                  </a:cubicBezTo>
                  <a:cubicBezTo>
                    <a:pt x="22563" y="19107"/>
                    <a:pt x="22980" y="18369"/>
                    <a:pt x="23432" y="17642"/>
                  </a:cubicBezTo>
                  <a:cubicBezTo>
                    <a:pt x="24027" y="16690"/>
                    <a:pt x="24670" y="15761"/>
                    <a:pt x="25277" y="14809"/>
                  </a:cubicBezTo>
                  <a:cubicBezTo>
                    <a:pt x="25492" y="14499"/>
                    <a:pt x="25742" y="14285"/>
                    <a:pt x="26051" y="14130"/>
                  </a:cubicBezTo>
                  <a:cubicBezTo>
                    <a:pt x="26135" y="14082"/>
                    <a:pt x="26206" y="14070"/>
                    <a:pt x="26278" y="14023"/>
                  </a:cubicBezTo>
                  <a:cubicBezTo>
                    <a:pt x="26813" y="13713"/>
                    <a:pt x="27409" y="13546"/>
                    <a:pt x="28004" y="13427"/>
                  </a:cubicBezTo>
                  <a:cubicBezTo>
                    <a:pt x="28933" y="13249"/>
                    <a:pt x="29849" y="13082"/>
                    <a:pt x="30778" y="12904"/>
                  </a:cubicBezTo>
                  <a:cubicBezTo>
                    <a:pt x="31564" y="12761"/>
                    <a:pt x="32350" y="12594"/>
                    <a:pt x="33124" y="12344"/>
                  </a:cubicBezTo>
                  <a:cubicBezTo>
                    <a:pt x="33588" y="12189"/>
                    <a:pt x="34029" y="11987"/>
                    <a:pt x="34410" y="11653"/>
                  </a:cubicBezTo>
                  <a:cubicBezTo>
                    <a:pt x="35183" y="10987"/>
                    <a:pt x="35850" y="10237"/>
                    <a:pt x="36374" y="9344"/>
                  </a:cubicBezTo>
                  <a:cubicBezTo>
                    <a:pt x="36457" y="9201"/>
                    <a:pt x="36517" y="9022"/>
                    <a:pt x="36553" y="8844"/>
                  </a:cubicBezTo>
                  <a:cubicBezTo>
                    <a:pt x="36588" y="8617"/>
                    <a:pt x="36505" y="8474"/>
                    <a:pt x="36279" y="8415"/>
                  </a:cubicBezTo>
                  <a:cubicBezTo>
                    <a:pt x="36192" y="8383"/>
                    <a:pt x="36088" y="8367"/>
                    <a:pt x="35987" y="8367"/>
                  </a:cubicBezTo>
                  <a:cubicBezTo>
                    <a:pt x="35936" y="8367"/>
                    <a:pt x="35886" y="8371"/>
                    <a:pt x="35838" y="8379"/>
                  </a:cubicBezTo>
                  <a:cubicBezTo>
                    <a:pt x="35517" y="8439"/>
                    <a:pt x="35207" y="8510"/>
                    <a:pt x="34898" y="8605"/>
                  </a:cubicBezTo>
                  <a:cubicBezTo>
                    <a:pt x="33540" y="9022"/>
                    <a:pt x="32219" y="9546"/>
                    <a:pt x="30909" y="10058"/>
                  </a:cubicBezTo>
                  <a:cubicBezTo>
                    <a:pt x="30302" y="10320"/>
                    <a:pt x="29742" y="10653"/>
                    <a:pt x="29254" y="11106"/>
                  </a:cubicBezTo>
                  <a:cubicBezTo>
                    <a:pt x="28480" y="11784"/>
                    <a:pt x="27742" y="12499"/>
                    <a:pt x="27051" y="13273"/>
                  </a:cubicBezTo>
                  <a:cubicBezTo>
                    <a:pt x="26849" y="13499"/>
                    <a:pt x="26623" y="13689"/>
                    <a:pt x="26337" y="13808"/>
                  </a:cubicBezTo>
                  <a:cubicBezTo>
                    <a:pt x="26206" y="13856"/>
                    <a:pt x="26075" y="13951"/>
                    <a:pt x="25932" y="14023"/>
                  </a:cubicBezTo>
                  <a:cubicBezTo>
                    <a:pt x="25897" y="14047"/>
                    <a:pt x="25849" y="14070"/>
                    <a:pt x="25754" y="14106"/>
                  </a:cubicBezTo>
                  <a:cubicBezTo>
                    <a:pt x="25956" y="13808"/>
                    <a:pt x="26135" y="13558"/>
                    <a:pt x="26289" y="13296"/>
                  </a:cubicBezTo>
                  <a:cubicBezTo>
                    <a:pt x="26670" y="12665"/>
                    <a:pt x="27051" y="12046"/>
                    <a:pt x="27421" y="11415"/>
                  </a:cubicBezTo>
                  <a:cubicBezTo>
                    <a:pt x="27528" y="11237"/>
                    <a:pt x="27623" y="11010"/>
                    <a:pt x="27742" y="10832"/>
                  </a:cubicBezTo>
                  <a:cubicBezTo>
                    <a:pt x="27956" y="10510"/>
                    <a:pt x="28194" y="10177"/>
                    <a:pt x="28456" y="9879"/>
                  </a:cubicBezTo>
                  <a:cubicBezTo>
                    <a:pt x="29004" y="9213"/>
                    <a:pt x="29588" y="8546"/>
                    <a:pt x="30040" y="7796"/>
                  </a:cubicBezTo>
                  <a:cubicBezTo>
                    <a:pt x="30445" y="7117"/>
                    <a:pt x="30838" y="6427"/>
                    <a:pt x="31219" y="5736"/>
                  </a:cubicBezTo>
                  <a:cubicBezTo>
                    <a:pt x="31814" y="4641"/>
                    <a:pt x="32290" y="3498"/>
                    <a:pt x="32624" y="2295"/>
                  </a:cubicBezTo>
                  <a:cubicBezTo>
                    <a:pt x="32719" y="1902"/>
                    <a:pt x="32778" y="1521"/>
                    <a:pt x="32766" y="1128"/>
                  </a:cubicBezTo>
                  <a:cubicBezTo>
                    <a:pt x="32755" y="878"/>
                    <a:pt x="32707" y="640"/>
                    <a:pt x="32600" y="414"/>
                  </a:cubicBezTo>
                  <a:cubicBezTo>
                    <a:pt x="32469" y="143"/>
                    <a:pt x="32273" y="0"/>
                    <a:pt x="32028" y="0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40"/>
            <p:cNvSpPr/>
            <p:nvPr/>
          </p:nvSpPr>
          <p:spPr>
            <a:xfrm>
              <a:off x="4329700" y="1984000"/>
              <a:ext cx="172950" cy="397100"/>
            </a:xfrm>
            <a:custGeom>
              <a:avLst/>
              <a:gdLst/>
              <a:ahLst/>
              <a:cxnLst/>
              <a:rect l="l" t="t" r="r" b="b"/>
              <a:pathLst>
                <a:path w="6918" h="15884" extrusionOk="0">
                  <a:moveTo>
                    <a:pt x="1048" y="1"/>
                  </a:moveTo>
                  <a:lnTo>
                    <a:pt x="1048" y="1"/>
                  </a:lnTo>
                  <a:cubicBezTo>
                    <a:pt x="1072" y="48"/>
                    <a:pt x="1120" y="84"/>
                    <a:pt x="1167" y="108"/>
                  </a:cubicBezTo>
                  <a:cubicBezTo>
                    <a:pt x="1298" y="179"/>
                    <a:pt x="1465" y="227"/>
                    <a:pt x="1584" y="334"/>
                  </a:cubicBezTo>
                  <a:cubicBezTo>
                    <a:pt x="2179" y="810"/>
                    <a:pt x="2644" y="1394"/>
                    <a:pt x="3025" y="2037"/>
                  </a:cubicBezTo>
                  <a:cubicBezTo>
                    <a:pt x="3596" y="2977"/>
                    <a:pt x="3977" y="3989"/>
                    <a:pt x="4287" y="5037"/>
                  </a:cubicBezTo>
                  <a:cubicBezTo>
                    <a:pt x="4691" y="6371"/>
                    <a:pt x="5013" y="7740"/>
                    <a:pt x="5299" y="9109"/>
                  </a:cubicBezTo>
                  <a:cubicBezTo>
                    <a:pt x="5644" y="10752"/>
                    <a:pt x="5953" y="12371"/>
                    <a:pt x="6287" y="14002"/>
                  </a:cubicBezTo>
                  <a:cubicBezTo>
                    <a:pt x="6299" y="14038"/>
                    <a:pt x="6287" y="14074"/>
                    <a:pt x="6287" y="14098"/>
                  </a:cubicBezTo>
                  <a:cubicBezTo>
                    <a:pt x="6239" y="14038"/>
                    <a:pt x="6203" y="13979"/>
                    <a:pt x="6180" y="13919"/>
                  </a:cubicBezTo>
                  <a:cubicBezTo>
                    <a:pt x="5299" y="11669"/>
                    <a:pt x="4525" y="9395"/>
                    <a:pt x="3822" y="7109"/>
                  </a:cubicBezTo>
                  <a:cubicBezTo>
                    <a:pt x="3275" y="5287"/>
                    <a:pt x="2632" y="3489"/>
                    <a:pt x="1774" y="1775"/>
                  </a:cubicBezTo>
                  <a:cubicBezTo>
                    <a:pt x="1584" y="1370"/>
                    <a:pt x="1370" y="1001"/>
                    <a:pt x="1143" y="608"/>
                  </a:cubicBezTo>
                  <a:cubicBezTo>
                    <a:pt x="1024" y="417"/>
                    <a:pt x="869" y="251"/>
                    <a:pt x="655" y="155"/>
                  </a:cubicBezTo>
                  <a:lnTo>
                    <a:pt x="655" y="155"/>
                  </a:lnTo>
                  <a:cubicBezTo>
                    <a:pt x="679" y="179"/>
                    <a:pt x="691" y="215"/>
                    <a:pt x="715" y="239"/>
                  </a:cubicBezTo>
                  <a:cubicBezTo>
                    <a:pt x="953" y="453"/>
                    <a:pt x="1120" y="703"/>
                    <a:pt x="1274" y="965"/>
                  </a:cubicBezTo>
                  <a:cubicBezTo>
                    <a:pt x="2179" y="2668"/>
                    <a:pt x="2905" y="4418"/>
                    <a:pt x="3477" y="6251"/>
                  </a:cubicBezTo>
                  <a:cubicBezTo>
                    <a:pt x="4168" y="8502"/>
                    <a:pt x="4882" y="10752"/>
                    <a:pt x="5715" y="12967"/>
                  </a:cubicBezTo>
                  <a:cubicBezTo>
                    <a:pt x="5739" y="13014"/>
                    <a:pt x="5739" y="13050"/>
                    <a:pt x="5751" y="13098"/>
                  </a:cubicBezTo>
                  <a:cubicBezTo>
                    <a:pt x="5572" y="12836"/>
                    <a:pt x="5418" y="12550"/>
                    <a:pt x="5263" y="12276"/>
                  </a:cubicBezTo>
                  <a:cubicBezTo>
                    <a:pt x="4537" y="11085"/>
                    <a:pt x="3822" y="9919"/>
                    <a:pt x="3108" y="8740"/>
                  </a:cubicBezTo>
                  <a:cubicBezTo>
                    <a:pt x="2191" y="7180"/>
                    <a:pt x="1322" y="5585"/>
                    <a:pt x="715" y="3870"/>
                  </a:cubicBezTo>
                  <a:cubicBezTo>
                    <a:pt x="477" y="3203"/>
                    <a:pt x="274" y="2537"/>
                    <a:pt x="167" y="1834"/>
                  </a:cubicBezTo>
                  <a:cubicBezTo>
                    <a:pt x="96" y="1358"/>
                    <a:pt x="36" y="894"/>
                    <a:pt x="238" y="429"/>
                  </a:cubicBezTo>
                  <a:lnTo>
                    <a:pt x="215" y="405"/>
                  </a:lnTo>
                  <a:cubicBezTo>
                    <a:pt x="107" y="513"/>
                    <a:pt x="60" y="644"/>
                    <a:pt x="48" y="798"/>
                  </a:cubicBezTo>
                  <a:cubicBezTo>
                    <a:pt x="0" y="1275"/>
                    <a:pt x="48" y="1739"/>
                    <a:pt x="155" y="2203"/>
                  </a:cubicBezTo>
                  <a:cubicBezTo>
                    <a:pt x="512" y="3787"/>
                    <a:pt x="1108" y="5263"/>
                    <a:pt x="1846" y="6668"/>
                  </a:cubicBezTo>
                  <a:cubicBezTo>
                    <a:pt x="2560" y="8037"/>
                    <a:pt x="3370" y="9347"/>
                    <a:pt x="4168" y="10657"/>
                  </a:cubicBezTo>
                  <a:cubicBezTo>
                    <a:pt x="4870" y="11788"/>
                    <a:pt x="5572" y="12943"/>
                    <a:pt x="6156" y="14133"/>
                  </a:cubicBezTo>
                  <a:cubicBezTo>
                    <a:pt x="6346" y="14514"/>
                    <a:pt x="6513" y="14919"/>
                    <a:pt x="6656" y="15324"/>
                  </a:cubicBezTo>
                  <a:cubicBezTo>
                    <a:pt x="6727" y="15514"/>
                    <a:pt x="6811" y="15693"/>
                    <a:pt x="6894" y="15872"/>
                  </a:cubicBezTo>
                  <a:cubicBezTo>
                    <a:pt x="6897" y="15872"/>
                    <a:pt x="6902" y="15871"/>
                    <a:pt x="6906" y="15870"/>
                  </a:cubicBezTo>
                  <a:lnTo>
                    <a:pt x="6906" y="15870"/>
                  </a:lnTo>
                  <a:cubicBezTo>
                    <a:pt x="6906" y="15874"/>
                    <a:pt x="6906" y="15879"/>
                    <a:pt x="6906" y="15884"/>
                  </a:cubicBezTo>
                  <a:cubicBezTo>
                    <a:pt x="6918" y="15872"/>
                    <a:pt x="6918" y="15869"/>
                    <a:pt x="6913" y="15869"/>
                  </a:cubicBezTo>
                  <a:cubicBezTo>
                    <a:pt x="6911" y="15869"/>
                    <a:pt x="6909" y="15869"/>
                    <a:pt x="6906" y="15870"/>
                  </a:cubicBezTo>
                  <a:lnTo>
                    <a:pt x="6906" y="15870"/>
                  </a:lnTo>
                  <a:cubicBezTo>
                    <a:pt x="6904" y="15817"/>
                    <a:pt x="6893" y="15772"/>
                    <a:pt x="6882" y="15717"/>
                  </a:cubicBezTo>
                  <a:cubicBezTo>
                    <a:pt x="6751" y="15300"/>
                    <a:pt x="6596" y="14907"/>
                    <a:pt x="6489" y="14491"/>
                  </a:cubicBezTo>
                  <a:cubicBezTo>
                    <a:pt x="6334" y="13800"/>
                    <a:pt x="6180" y="13086"/>
                    <a:pt x="6049" y="12383"/>
                  </a:cubicBezTo>
                  <a:cubicBezTo>
                    <a:pt x="5632" y="10145"/>
                    <a:pt x="5180" y="7906"/>
                    <a:pt x="4572" y="5704"/>
                  </a:cubicBezTo>
                  <a:cubicBezTo>
                    <a:pt x="4275" y="4620"/>
                    <a:pt x="3929" y="3549"/>
                    <a:pt x="3417" y="2549"/>
                  </a:cubicBezTo>
                  <a:cubicBezTo>
                    <a:pt x="2977" y="1715"/>
                    <a:pt x="2465" y="953"/>
                    <a:pt x="1751" y="346"/>
                  </a:cubicBezTo>
                  <a:cubicBezTo>
                    <a:pt x="1536" y="167"/>
                    <a:pt x="1298" y="84"/>
                    <a:pt x="1048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0"/>
            <p:cNvSpPr/>
            <p:nvPr/>
          </p:nvSpPr>
          <p:spPr>
            <a:xfrm>
              <a:off x="4543125" y="2106900"/>
              <a:ext cx="448575" cy="258725"/>
            </a:xfrm>
            <a:custGeom>
              <a:avLst/>
              <a:gdLst/>
              <a:ahLst/>
              <a:cxnLst/>
              <a:rect l="l" t="t" r="r" b="b"/>
              <a:pathLst>
                <a:path w="17943" h="10349" extrusionOk="0">
                  <a:moveTo>
                    <a:pt x="15346" y="1"/>
                  </a:moveTo>
                  <a:cubicBezTo>
                    <a:pt x="15101" y="1"/>
                    <a:pt x="14855" y="14"/>
                    <a:pt x="14609" y="38"/>
                  </a:cubicBezTo>
                  <a:cubicBezTo>
                    <a:pt x="12133" y="300"/>
                    <a:pt x="9870" y="1145"/>
                    <a:pt x="7787" y="2455"/>
                  </a:cubicBezTo>
                  <a:cubicBezTo>
                    <a:pt x="6144" y="3479"/>
                    <a:pt x="4632" y="4717"/>
                    <a:pt x="3286" y="6110"/>
                  </a:cubicBezTo>
                  <a:cubicBezTo>
                    <a:pt x="2381" y="7050"/>
                    <a:pt x="1465" y="7979"/>
                    <a:pt x="714" y="9039"/>
                  </a:cubicBezTo>
                  <a:cubicBezTo>
                    <a:pt x="429" y="9432"/>
                    <a:pt x="119" y="9837"/>
                    <a:pt x="0" y="10348"/>
                  </a:cubicBezTo>
                  <a:cubicBezTo>
                    <a:pt x="8" y="10326"/>
                    <a:pt x="15" y="10318"/>
                    <a:pt x="23" y="10318"/>
                  </a:cubicBezTo>
                  <a:cubicBezTo>
                    <a:pt x="27" y="10318"/>
                    <a:pt x="31" y="10320"/>
                    <a:pt x="36" y="10325"/>
                  </a:cubicBezTo>
                  <a:cubicBezTo>
                    <a:pt x="95" y="10206"/>
                    <a:pt x="179" y="10075"/>
                    <a:pt x="250" y="9967"/>
                  </a:cubicBezTo>
                  <a:cubicBezTo>
                    <a:pt x="453" y="9682"/>
                    <a:pt x="667" y="9384"/>
                    <a:pt x="893" y="9122"/>
                  </a:cubicBezTo>
                  <a:cubicBezTo>
                    <a:pt x="1631" y="8193"/>
                    <a:pt x="2524" y="7408"/>
                    <a:pt x="3465" y="6693"/>
                  </a:cubicBezTo>
                  <a:cubicBezTo>
                    <a:pt x="4739" y="5717"/>
                    <a:pt x="6132" y="4919"/>
                    <a:pt x="7656" y="4383"/>
                  </a:cubicBezTo>
                  <a:cubicBezTo>
                    <a:pt x="8835" y="3991"/>
                    <a:pt x="10061" y="3729"/>
                    <a:pt x="11275" y="3538"/>
                  </a:cubicBezTo>
                  <a:cubicBezTo>
                    <a:pt x="12537" y="3348"/>
                    <a:pt x="13811" y="3181"/>
                    <a:pt x="15038" y="2883"/>
                  </a:cubicBezTo>
                  <a:cubicBezTo>
                    <a:pt x="15788" y="2705"/>
                    <a:pt x="16514" y="2478"/>
                    <a:pt x="17217" y="2205"/>
                  </a:cubicBezTo>
                  <a:cubicBezTo>
                    <a:pt x="17443" y="2109"/>
                    <a:pt x="17645" y="1966"/>
                    <a:pt x="17859" y="1847"/>
                  </a:cubicBezTo>
                  <a:cubicBezTo>
                    <a:pt x="17943" y="1788"/>
                    <a:pt x="17943" y="1788"/>
                    <a:pt x="17943" y="1669"/>
                  </a:cubicBezTo>
                  <a:lnTo>
                    <a:pt x="17943" y="1669"/>
                  </a:lnTo>
                  <a:cubicBezTo>
                    <a:pt x="17645" y="1907"/>
                    <a:pt x="17324" y="2086"/>
                    <a:pt x="16967" y="2205"/>
                  </a:cubicBezTo>
                  <a:cubicBezTo>
                    <a:pt x="16645" y="2324"/>
                    <a:pt x="16335" y="2419"/>
                    <a:pt x="16026" y="2514"/>
                  </a:cubicBezTo>
                  <a:cubicBezTo>
                    <a:pt x="14919" y="2836"/>
                    <a:pt x="13811" y="3050"/>
                    <a:pt x="12680" y="3229"/>
                  </a:cubicBezTo>
                  <a:cubicBezTo>
                    <a:pt x="11763" y="3371"/>
                    <a:pt x="10847" y="3514"/>
                    <a:pt x="9942" y="3693"/>
                  </a:cubicBezTo>
                  <a:cubicBezTo>
                    <a:pt x="8549" y="3955"/>
                    <a:pt x="7215" y="4372"/>
                    <a:pt x="5965" y="5014"/>
                  </a:cubicBezTo>
                  <a:cubicBezTo>
                    <a:pt x="4298" y="5860"/>
                    <a:pt x="2822" y="6979"/>
                    <a:pt x="1500" y="8301"/>
                  </a:cubicBezTo>
                  <a:lnTo>
                    <a:pt x="1322" y="8479"/>
                  </a:lnTo>
                  <a:cubicBezTo>
                    <a:pt x="1310" y="8432"/>
                    <a:pt x="1334" y="8408"/>
                    <a:pt x="1346" y="8372"/>
                  </a:cubicBezTo>
                  <a:cubicBezTo>
                    <a:pt x="1703" y="7955"/>
                    <a:pt x="2048" y="7562"/>
                    <a:pt x="2417" y="7158"/>
                  </a:cubicBezTo>
                  <a:cubicBezTo>
                    <a:pt x="3655" y="5836"/>
                    <a:pt x="4965" y="4562"/>
                    <a:pt x="6441" y="3490"/>
                  </a:cubicBezTo>
                  <a:cubicBezTo>
                    <a:pt x="7584" y="2657"/>
                    <a:pt x="8763" y="1931"/>
                    <a:pt x="10049" y="1371"/>
                  </a:cubicBezTo>
                  <a:cubicBezTo>
                    <a:pt x="11573" y="716"/>
                    <a:pt x="13145" y="264"/>
                    <a:pt x="14811" y="121"/>
                  </a:cubicBezTo>
                  <a:cubicBezTo>
                    <a:pt x="15011" y="99"/>
                    <a:pt x="15209" y="89"/>
                    <a:pt x="15406" y="89"/>
                  </a:cubicBezTo>
                  <a:cubicBezTo>
                    <a:pt x="16080" y="89"/>
                    <a:pt x="16739" y="212"/>
                    <a:pt x="17383" y="442"/>
                  </a:cubicBezTo>
                  <a:cubicBezTo>
                    <a:pt x="17407" y="454"/>
                    <a:pt x="17431" y="454"/>
                    <a:pt x="17467" y="454"/>
                  </a:cubicBezTo>
                  <a:cubicBezTo>
                    <a:pt x="17276" y="276"/>
                    <a:pt x="17014" y="240"/>
                    <a:pt x="16800" y="181"/>
                  </a:cubicBezTo>
                  <a:cubicBezTo>
                    <a:pt x="16324" y="54"/>
                    <a:pt x="15837" y="1"/>
                    <a:pt x="15346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40"/>
            <p:cNvSpPr/>
            <p:nvPr/>
          </p:nvSpPr>
          <p:spPr>
            <a:xfrm>
              <a:off x="4486275" y="2571875"/>
              <a:ext cx="295000" cy="252425"/>
            </a:xfrm>
            <a:custGeom>
              <a:avLst/>
              <a:gdLst/>
              <a:ahLst/>
              <a:cxnLst/>
              <a:rect l="l" t="t" r="r" b="b"/>
              <a:pathLst>
                <a:path w="11800" h="10097" extrusionOk="0">
                  <a:moveTo>
                    <a:pt x="11585" y="0"/>
                  </a:moveTo>
                  <a:lnTo>
                    <a:pt x="11585" y="0"/>
                  </a:lnTo>
                  <a:cubicBezTo>
                    <a:pt x="11704" y="215"/>
                    <a:pt x="11632" y="393"/>
                    <a:pt x="11525" y="584"/>
                  </a:cubicBezTo>
                  <a:cubicBezTo>
                    <a:pt x="11418" y="715"/>
                    <a:pt x="11311" y="834"/>
                    <a:pt x="11192" y="953"/>
                  </a:cubicBezTo>
                  <a:cubicBezTo>
                    <a:pt x="10525" y="1644"/>
                    <a:pt x="9763" y="2239"/>
                    <a:pt x="8977" y="2787"/>
                  </a:cubicBezTo>
                  <a:cubicBezTo>
                    <a:pt x="7608" y="3775"/>
                    <a:pt x="6227" y="4727"/>
                    <a:pt x="4846" y="5692"/>
                  </a:cubicBezTo>
                  <a:cubicBezTo>
                    <a:pt x="3620" y="6537"/>
                    <a:pt x="2417" y="7406"/>
                    <a:pt x="1334" y="8418"/>
                  </a:cubicBezTo>
                  <a:cubicBezTo>
                    <a:pt x="1310" y="8430"/>
                    <a:pt x="1286" y="8442"/>
                    <a:pt x="1274" y="8454"/>
                  </a:cubicBezTo>
                  <a:cubicBezTo>
                    <a:pt x="1274" y="8394"/>
                    <a:pt x="1298" y="8359"/>
                    <a:pt x="1334" y="8311"/>
                  </a:cubicBezTo>
                  <a:cubicBezTo>
                    <a:pt x="1655" y="7894"/>
                    <a:pt x="1988" y="7466"/>
                    <a:pt x="2322" y="7061"/>
                  </a:cubicBezTo>
                  <a:cubicBezTo>
                    <a:pt x="3536" y="5632"/>
                    <a:pt x="4798" y="4275"/>
                    <a:pt x="6227" y="3072"/>
                  </a:cubicBezTo>
                  <a:cubicBezTo>
                    <a:pt x="7620" y="1905"/>
                    <a:pt x="9108" y="870"/>
                    <a:pt x="10775" y="84"/>
                  </a:cubicBezTo>
                  <a:cubicBezTo>
                    <a:pt x="10799" y="60"/>
                    <a:pt x="10823" y="48"/>
                    <a:pt x="10835" y="36"/>
                  </a:cubicBezTo>
                  <a:cubicBezTo>
                    <a:pt x="10815" y="17"/>
                    <a:pt x="10799" y="8"/>
                    <a:pt x="10785" y="8"/>
                  </a:cubicBezTo>
                  <a:cubicBezTo>
                    <a:pt x="10773" y="8"/>
                    <a:pt x="10762" y="14"/>
                    <a:pt x="10751" y="24"/>
                  </a:cubicBezTo>
                  <a:cubicBezTo>
                    <a:pt x="10501" y="120"/>
                    <a:pt x="10239" y="215"/>
                    <a:pt x="10001" y="346"/>
                  </a:cubicBezTo>
                  <a:cubicBezTo>
                    <a:pt x="8394" y="1191"/>
                    <a:pt x="6941" y="2251"/>
                    <a:pt x="5596" y="3453"/>
                  </a:cubicBezTo>
                  <a:cubicBezTo>
                    <a:pt x="4084" y="4811"/>
                    <a:pt x="2727" y="6311"/>
                    <a:pt x="1476" y="7918"/>
                  </a:cubicBezTo>
                  <a:cubicBezTo>
                    <a:pt x="988" y="8549"/>
                    <a:pt x="512" y="9168"/>
                    <a:pt x="95" y="9847"/>
                  </a:cubicBezTo>
                  <a:cubicBezTo>
                    <a:pt x="60" y="9906"/>
                    <a:pt x="0" y="9978"/>
                    <a:pt x="36" y="10097"/>
                  </a:cubicBezTo>
                  <a:cubicBezTo>
                    <a:pt x="83" y="10037"/>
                    <a:pt x="95" y="10002"/>
                    <a:pt x="107" y="9978"/>
                  </a:cubicBezTo>
                  <a:cubicBezTo>
                    <a:pt x="119" y="9942"/>
                    <a:pt x="143" y="9906"/>
                    <a:pt x="167" y="9871"/>
                  </a:cubicBezTo>
                  <a:cubicBezTo>
                    <a:pt x="643" y="9156"/>
                    <a:pt x="1226" y="8549"/>
                    <a:pt x="1881" y="8001"/>
                  </a:cubicBezTo>
                  <a:cubicBezTo>
                    <a:pt x="2881" y="7168"/>
                    <a:pt x="3917" y="6394"/>
                    <a:pt x="4989" y="5644"/>
                  </a:cubicBezTo>
                  <a:cubicBezTo>
                    <a:pt x="6417" y="4644"/>
                    <a:pt x="7870" y="3632"/>
                    <a:pt x="9299" y="2620"/>
                  </a:cubicBezTo>
                  <a:cubicBezTo>
                    <a:pt x="10037" y="2084"/>
                    <a:pt x="10751" y="1513"/>
                    <a:pt x="11394" y="822"/>
                  </a:cubicBezTo>
                  <a:cubicBezTo>
                    <a:pt x="11430" y="762"/>
                    <a:pt x="11478" y="715"/>
                    <a:pt x="11549" y="643"/>
                  </a:cubicBezTo>
                  <a:lnTo>
                    <a:pt x="11549" y="643"/>
                  </a:lnTo>
                  <a:cubicBezTo>
                    <a:pt x="11537" y="691"/>
                    <a:pt x="11537" y="715"/>
                    <a:pt x="11537" y="739"/>
                  </a:cubicBezTo>
                  <a:cubicBezTo>
                    <a:pt x="11430" y="1155"/>
                    <a:pt x="11168" y="1465"/>
                    <a:pt x="10870" y="1751"/>
                  </a:cubicBezTo>
                  <a:cubicBezTo>
                    <a:pt x="9870" y="2715"/>
                    <a:pt x="8799" y="3572"/>
                    <a:pt x="7656" y="4334"/>
                  </a:cubicBezTo>
                  <a:cubicBezTo>
                    <a:pt x="6298" y="5239"/>
                    <a:pt x="4953" y="6120"/>
                    <a:pt x="3596" y="7013"/>
                  </a:cubicBezTo>
                  <a:cubicBezTo>
                    <a:pt x="3381" y="7144"/>
                    <a:pt x="3191" y="7299"/>
                    <a:pt x="3000" y="7430"/>
                  </a:cubicBezTo>
                  <a:cubicBezTo>
                    <a:pt x="3009" y="7432"/>
                    <a:pt x="3018" y="7433"/>
                    <a:pt x="3026" y="7433"/>
                  </a:cubicBezTo>
                  <a:cubicBezTo>
                    <a:pt x="3062" y="7433"/>
                    <a:pt x="3091" y="7416"/>
                    <a:pt x="3119" y="7406"/>
                  </a:cubicBezTo>
                  <a:cubicBezTo>
                    <a:pt x="4667" y="6406"/>
                    <a:pt x="6215" y="5406"/>
                    <a:pt x="7751" y="4394"/>
                  </a:cubicBezTo>
                  <a:cubicBezTo>
                    <a:pt x="8870" y="3632"/>
                    <a:pt x="9942" y="2787"/>
                    <a:pt x="10918" y="1822"/>
                  </a:cubicBezTo>
                  <a:cubicBezTo>
                    <a:pt x="11240" y="1489"/>
                    <a:pt x="11537" y="1132"/>
                    <a:pt x="11644" y="655"/>
                  </a:cubicBezTo>
                  <a:cubicBezTo>
                    <a:pt x="11680" y="572"/>
                    <a:pt x="11680" y="465"/>
                    <a:pt x="11716" y="393"/>
                  </a:cubicBezTo>
                  <a:cubicBezTo>
                    <a:pt x="11799" y="227"/>
                    <a:pt x="11716" y="108"/>
                    <a:pt x="11585" y="0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40"/>
            <p:cNvSpPr/>
            <p:nvPr/>
          </p:nvSpPr>
          <p:spPr>
            <a:xfrm>
              <a:off x="4756825" y="1866125"/>
              <a:ext cx="234875" cy="128025"/>
            </a:xfrm>
            <a:custGeom>
              <a:avLst/>
              <a:gdLst/>
              <a:ahLst/>
              <a:cxnLst/>
              <a:rect l="l" t="t" r="r" b="b"/>
              <a:pathLst>
                <a:path w="9395" h="5121" extrusionOk="0">
                  <a:moveTo>
                    <a:pt x="9252" y="60"/>
                  </a:moveTo>
                  <a:cubicBezTo>
                    <a:pt x="9311" y="215"/>
                    <a:pt x="9252" y="298"/>
                    <a:pt x="9192" y="394"/>
                  </a:cubicBezTo>
                  <a:cubicBezTo>
                    <a:pt x="8930" y="775"/>
                    <a:pt x="8609" y="1072"/>
                    <a:pt x="8240" y="1346"/>
                  </a:cubicBezTo>
                  <a:cubicBezTo>
                    <a:pt x="7526" y="1870"/>
                    <a:pt x="6716" y="2263"/>
                    <a:pt x="5882" y="2561"/>
                  </a:cubicBezTo>
                  <a:cubicBezTo>
                    <a:pt x="5001" y="2870"/>
                    <a:pt x="4132" y="3156"/>
                    <a:pt x="3239" y="3454"/>
                  </a:cubicBezTo>
                  <a:cubicBezTo>
                    <a:pt x="2489" y="3692"/>
                    <a:pt x="1775" y="3978"/>
                    <a:pt x="1108" y="4359"/>
                  </a:cubicBezTo>
                  <a:cubicBezTo>
                    <a:pt x="1072" y="4394"/>
                    <a:pt x="1037" y="4406"/>
                    <a:pt x="1001" y="4418"/>
                  </a:cubicBezTo>
                  <a:cubicBezTo>
                    <a:pt x="1751" y="3739"/>
                    <a:pt x="2430" y="2989"/>
                    <a:pt x="3323" y="2513"/>
                  </a:cubicBezTo>
                  <a:cubicBezTo>
                    <a:pt x="3751" y="2275"/>
                    <a:pt x="4216" y="2073"/>
                    <a:pt x="4692" y="1918"/>
                  </a:cubicBezTo>
                  <a:cubicBezTo>
                    <a:pt x="5871" y="1561"/>
                    <a:pt x="7002" y="1049"/>
                    <a:pt x="8121" y="537"/>
                  </a:cubicBezTo>
                  <a:cubicBezTo>
                    <a:pt x="8490" y="370"/>
                    <a:pt x="8859" y="227"/>
                    <a:pt x="9252" y="60"/>
                  </a:cubicBezTo>
                  <a:close/>
                  <a:moveTo>
                    <a:pt x="9264" y="1"/>
                  </a:moveTo>
                  <a:cubicBezTo>
                    <a:pt x="9145" y="37"/>
                    <a:pt x="9026" y="60"/>
                    <a:pt x="8907" y="108"/>
                  </a:cubicBezTo>
                  <a:cubicBezTo>
                    <a:pt x="8526" y="251"/>
                    <a:pt x="8157" y="406"/>
                    <a:pt x="7799" y="572"/>
                  </a:cubicBezTo>
                  <a:cubicBezTo>
                    <a:pt x="6764" y="1060"/>
                    <a:pt x="5692" y="1501"/>
                    <a:pt x="4585" y="1846"/>
                  </a:cubicBezTo>
                  <a:cubicBezTo>
                    <a:pt x="3632" y="2144"/>
                    <a:pt x="2775" y="2632"/>
                    <a:pt x="2025" y="3311"/>
                  </a:cubicBezTo>
                  <a:cubicBezTo>
                    <a:pt x="1406" y="3870"/>
                    <a:pt x="775" y="4418"/>
                    <a:pt x="156" y="4978"/>
                  </a:cubicBezTo>
                  <a:cubicBezTo>
                    <a:pt x="108" y="5001"/>
                    <a:pt x="60" y="5049"/>
                    <a:pt x="1" y="5120"/>
                  </a:cubicBezTo>
                  <a:cubicBezTo>
                    <a:pt x="191" y="5061"/>
                    <a:pt x="346" y="5013"/>
                    <a:pt x="489" y="4954"/>
                  </a:cubicBezTo>
                  <a:cubicBezTo>
                    <a:pt x="1465" y="4585"/>
                    <a:pt x="2453" y="4299"/>
                    <a:pt x="3454" y="4061"/>
                  </a:cubicBezTo>
                  <a:cubicBezTo>
                    <a:pt x="4525" y="3811"/>
                    <a:pt x="5585" y="3477"/>
                    <a:pt x="6609" y="3085"/>
                  </a:cubicBezTo>
                  <a:cubicBezTo>
                    <a:pt x="7383" y="2763"/>
                    <a:pt x="8097" y="2358"/>
                    <a:pt x="8680" y="1739"/>
                  </a:cubicBezTo>
                  <a:cubicBezTo>
                    <a:pt x="8811" y="1596"/>
                    <a:pt x="8930" y="1441"/>
                    <a:pt x="9050" y="1299"/>
                  </a:cubicBezTo>
                  <a:cubicBezTo>
                    <a:pt x="9038" y="1287"/>
                    <a:pt x="9038" y="1287"/>
                    <a:pt x="9026" y="1287"/>
                  </a:cubicBezTo>
                  <a:lnTo>
                    <a:pt x="8847" y="1465"/>
                  </a:lnTo>
                  <a:cubicBezTo>
                    <a:pt x="8740" y="1584"/>
                    <a:pt x="8621" y="1703"/>
                    <a:pt x="8502" y="1822"/>
                  </a:cubicBezTo>
                  <a:cubicBezTo>
                    <a:pt x="7966" y="2323"/>
                    <a:pt x="7335" y="2692"/>
                    <a:pt x="6656" y="2977"/>
                  </a:cubicBezTo>
                  <a:cubicBezTo>
                    <a:pt x="5823" y="3323"/>
                    <a:pt x="4966" y="3608"/>
                    <a:pt x="4085" y="3823"/>
                  </a:cubicBezTo>
                  <a:cubicBezTo>
                    <a:pt x="2930" y="4120"/>
                    <a:pt x="1787" y="4382"/>
                    <a:pt x="691" y="4811"/>
                  </a:cubicBezTo>
                  <a:cubicBezTo>
                    <a:pt x="679" y="4811"/>
                    <a:pt x="656" y="4799"/>
                    <a:pt x="608" y="4799"/>
                  </a:cubicBezTo>
                  <a:cubicBezTo>
                    <a:pt x="691" y="4751"/>
                    <a:pt x="727" y="4716"/>
                    <a:pt x="775" y="4692"/>
                  </a:cubicBezTo>
                  <a:cubicBezTo>
                    <a:pt x="1703" y="4108"/>
                    <a:pt x="2680" y="3727"/>
                    <a:pt x="3704" y="3430"/>
                  </a:cubicBezTo>
                  <a:cubicBezTo>
                    <a:pt x="4870" y="3073"/>
                    <a:pt x="6013" y="2680"/>
                    <a:pt x="7097" y="2144"/>
                  </a:cubicBezTo>
                  <a:cubicBezTo>
                    <a:pt x="7716" y="1846"/>
                    <a:pt x="8276" y="1489"/>
                    <a:pt x="8764" y="1013"/>
                  </a:cubicBezTo>
                  <a:cubicBezTo>
                    <a:pt x="8942" y="834"/>
                    <a:pt x="9109" y="608"/>
                    <a:pt x="9264" y="406"/>
                  </a:cubicBezTo>
                  <a:cubicBezTo>
                    <a:pt x="9335" y="287"/>
                    <a:pt x="9395" y="156"/>
                    <a:pt x="9264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0"/>
            <p:cNvSpPr/>
            <p:nvPr/>
          </p:nvSpPr>
          <p:spPr>
            <a:xfrm>
              <a:off x="4424950" y="2471775"/>
              <a:ext cx="215825" cy="307900"/>
            </a:xfrm>
            <a:custGeom>
              <a:avLst/>
              <a:gdLst/>
              <a:ahLst/>
              <a:cxnLst/>
              <a:rect l="l" t="t" r="r" b="b"/>
              <a:pathLst>
                <a:path w="8633" h="12316" extrusionOk="0">
                  <a:moveTo>
                    <a:pt x="8606" y="1"/>
                  </a:moveTo>
                  <a:cubicBezTo>
                    <a:pt x="8571" y="1"/>
                    <a:pt x="8542" y="18"/>
                    <a:pt x="8513" y="28"/>
                  </a:cubicBezTo>
                  <a:cubicBezTo>
                    <a:pt x="6596" y="1242"/>
                    <a:pt x="4882" y="2683"/>
                    <a:pt x="3441" y="4421"/>
                  </a:cubicBezTo>
                  <a:cubicBezTo>
                    <a:pt x="2870" y="5124"/>
                    <a:pt x="2334" y="5850"/>
                    <a:pt x="1882" y="6624"/>
                  </a:cubicBezTo>
                  <a:cubicBezTo>
                    <a:pt x="1679" y="6957"/>
                    <a:pt x="1489" y="7291"/>
                    <a:pt x="1310" y="7636"/>
                  </a:cubicBezTo>
                  <a:cubicBezTo>
                    <a:pt x="1131" y="7993"/>
                    <a:pt x="941" y="8350"/>
                    <a:pt x="786" y="8731"/>
                  </a:cubicBezTo>
                  <a:cubicBezTo>
                    <a:pt x="584" y="9267"/>
                    <a:pt x="393" y="9803"/>
                    <a:pt x="262" y="10362"/>
                  </a:cubicBezTo>
                  <a:cubicBezTo>
                    <a:pt x="143" y="10886"/>
                    <a:pt x="36" y="11386"/>
                    <a:pt x="24" y="11922"/>
                  </a:cubicBezTo>
                  <a:cubicBezTo>
                    <a:pt x="0" y="12053"/>
                    <a:pt x="36" y="12184"/>
                    <a:pt x="36" y="12315"/>
                  </a:cubicBezTo>
                  <a:lnTo>
                    <a:pt x="60" y="12315"/>
                  </a:lnTo>
                  <a:cubicBezTo>
                    <a:pt x="60" y="12315"/>
                    <a:pt x="72" y="12303"/>
                    <a:pt x="72" y="12279"/>
                  </a:cubicBezTo>
                  <a:cubicBezTo>
                    <a:pt x="60" y="11196"/>
                    <a:pt x="358" y="10172"/>
                    <a:pt x="703" y="9172"/>
                  </a:cubicBezTo>
                  <a:cubicBezTo>
                    <a:pt x="869" y="8731"/>
                    <a:pt x="1084" y="8315"/>
                    <a:pt x="1286" y="7874"/>
                  </a:cubicBezTo>
                  <a:cubicBezTo>
                    <a:pt x="1584" y="7243"/>
                    <a:pt x="1941" y="6624"/>
                    <a:pt x="2334" y="6052"/>
                  </a:cubicBezTo>
                  <a:cubicBezTo>
                    <a:pt x="3275" y="4659"/>
                    <a:pt x="4358" y="3421"/>
                    <a:pt x="5608" y="2314"/>
                  </a:cubicBezTo>
                  <a:cubicBezTo>
                    <a:pt x="6442" y="1564"/>
                    <a:pt x="7358" y="909"/>
                    <a:pt x="8263" y="278"/>
                  </a:cubicBezTo>
                  <a:cubicBezTo>
                    <a:pt x="8382" y="183"/>
                    <a:pt x="8513" y="99"/>
                    <a:pt x="8632" y="4"/>
                  </a:cubicBezTo>
                  <a:cubicBezTo>
                    <a:pt x="8623" y="2"/>
                    <a:pt x="8615" y="1"/>
                    <a:pt x="8606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0"/>
            <p:cNvSpPr/>
            <p:nvPr/>
          </p:nvSpPr>
          <p:spPr>
            <a:xfrm>
              <a:off x="4548175" y="1770575"/>
              <a:ext cx="62525" cy="339650"/>
            </a:xfrm>
            <a:custGeom>
              <a:avLst/>
              <a:gdLst/>
              <a:ahLst/>
              <a:cxnLst/>
              <a:rect l="l" t="t" r="r" b="b"/>
              <a:pathLst>
                <a:path w="2501" h="13586" extrusionOk="0">
                  <a:moveTo>
                    <a:pt x="12" y="1"/>
                  </a:moveTo>
                  <a:cubicBezTo>
                    <a:pt x="1" y="49"/>
                    <a:pt x="1" y="60"/>
                    <a:pt x="1" y="72"/>
                  </a:cubicBezTo>
                  <a:cubicBezTo>
                    <a:pt x="24" y="132"/>
                    <a:pt x="48" y="203"/>
                    <a:pt x="72" y="263"/>
                  </a:cubicBezTo>
                  <a:cubicBezTo>
                    <a:pt x="858" y="2370"/>
                    <a:pt x="1453" y="4537"/>
                    <a:pt x="1858" y="6752"/>
                  </a:cubicBezTo>
                  <a:cubicBezTo>
                    <a:pt x="2167" y="8478"/>
                    <a:pt x="2382" y="10228"/>
                    <a:pt x="2382" y="11990"/>
                  </a:cubicBezTo>
                  <a:cubicBezTo>
                    <a:pt x="2382" y="12467"/>
                    <a:pt x="2346" y="12931"/>
                    <a:pt x="2334" y="13407"/>
                  </a:cubicBezTo>
                  <a:cubicBezTo>
                    <a:pt x="2334" y="13455"/>
                    <a:pt x="2298" y="13538"/>
                    <a:pt x="2406" y="13586"/>
                  </a:cubicBezTo>
                  <a:cubicBezTo>
                    <a:pt x="2429" y="13503"/>
                    <a:pt x="2441" y="13419"/>
                    <a:pt x="2441" y="13395"/>
                  </a:cubicBezTo>
                  <a:cubicBezTo>
                    <a:pt x="2453" y="12800"/>
                    <a:pt x="2501" y="12217"/>
                    <a:pt x="2489" y="11633"/>
                  </a:cubicBezTo>
                  <a:cubicBezTo>
                    <a:pt x="2453" y="9466"/>
                    <a:pt x="2132" y="7323"/>
                    <a:pt x="1655" y="5204"/>
                  </a:cubicBezTo>
                  <a:cubicBezTo>
                    <a:pt x="1263" y="3513"/>
                    <a:pt x="774" y="1846"/>
                    <a:pt x="120" y="227"/>
                  </a:cubicBezTo>
                  <a:cubicBezTo>
                    <a:pt x="84" y="168"/>
                    <a:pt x="60" y="84"/>
                    <a:pt x="12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0"/>
            <p:cNvSpPr/>
            <p:nvPr/>
          </p:nvSpPr>
          <p:spPr>
            <a:xfrm>
              <a:off x="4110925" y="2379875"/>
              <a:ext cx="358400" cy="98850"/>
            </a:xfrm>
            <a:custGeom>
              <a:avLst/>
              <a:gdLst/>
              <a:ahLst/>
              <a:cxnLst/>
              <a:rect l="l" t="t" r="r" b="b"/>
              <a:pathLst>
                <a:path w="14336" h="3954" extrusionOk="0">
                  <a:moveTo>
                    <a:pt x="3767" y="0"/>
                  </a:moveTo>
                  <a:cubicBezTo>
                    <a:pt x="2701" y="0"/>
                    <a:pt x="1667" y="123"/>
                    <a:pt x="655" y="441"/>
                  </a:cubicBezTo>
                  <a:cubicBezTo>
                    <a:pt x="441" y="501"/>
                    <a:pt x="226" y="596"/>
                    <a:pt x="0" y="692"/>
                  </a:cubicBezTo>
                  <a:cubicBezTo>
                    <a:pt x="0" y="703"/>
                    <a:pt x="0" y="715"/>
                    <a:pt x="24" y="751"/>
                  </a:cubicBezTo>
                  <a:cubicBezTo>
                    <a:pt x="143" y="703"/>
                    <a:pt x="274" y="656"/>
                    <a:pt x="393" y="608"/>
                  </a:cubicBezTo>
                  <a:cubicBezTo>
                    <a:pt x="1238" y="311"/>
                    <a:pt x="2120" y="156"/>
                    <a:pt x="3013" y="108"/>
                  </a:cubicBezTo>
                  <a:cubicBezTo>
                    <a:pt x="3261" y="97"/>
                    <a:pt x="3510" y="91"/>
                    <a:pt x="3759" y="91"/>
                  </a:cubicBezTo>
                  <a:cubicBezTo>
                    <a:pt x="4800" y="91"/>
                    <a:pt x="5847" y="183"/>
                    <a:pt x="6894" y="299"/>
                  </a:cubicBezTo>
                  <a:cubicBezTo>
                    <a:pt x="7930" y="418"/>
                    <a:pt x="8954" y="703"/>
                    <a:pt x="9930" y="1061"/>
                  </a:cubicBezTo>
                  <a:cubicBezTo>
                    <a:pt x="10740" y="1358"/>
                    <a:pt x="11514" y="1715"/>
                    <a:pt x="12228" y="2192"/>
                  </a:cubicBezTo>
                  <a:cubicBezTo>
                    <a:pt x="12919" y="2656"/>
                    <a:pt x="13550" y="3180"/>
                    <a:pt x="14145" y="3751"/>
                  </a:cubicBezTo>
                  <a:cubicBezTo>
                    <a:pt x="14204" y="3811"/>
                    <a:pt x="14240" y="3894"/>
                    <a:pt x="14312" y="3954"/>
                  </a:cubicBezTo>
                  <a:lnTo>
                    <a:pt x="14335" y="3918"/>
                  </a:lnTo>
                  <a:cubicBezTo>
                    <a:pt x="14264" y="3847"/>
                    <a:pt x="14204" y="3740"/>
                    <a:pt x="14133" y="3668"/>
                  </a:cubicBezTo>
                  <a:cubicBezTo>
                    <a:pt x="13907" y="3442"/>
                    <a:pt x="13681" y="3228"/>
                    <a:pt x="13442" y="3025"/>
                  </a:cubicBezTo>
                  <a:cubicBezTo>
                    <a:pt x="12585" y="2287"/>
                    <a:pt x="11645" y="1692"/>
                    <a:pt x="10585" y="1251"/>
                  </a:cubicBezTo>
                  <a:cubicBezTo>
                    <a:pt x="10097" y="1049"/>
                    <a:pt x="9609" y="858"/>
                    <a:pt x="9085" y="703"/>
                  </a:cubicBezTo>
                  <a:cubicBezTo>
                    <a:pt x="8668" y="584"/>
                    <a:pt x="8239" y="441"/>
                    <a:pt x="7799" y="358"/>
                  </a:cubicBezTo>
                  <a:cubicBezTo>
                    <a:pt x="6525" y="144"/>
                    <a:pt x="5227" y="25"/>
                    <a:pt x="3917" y="1"/>
                  </a:cubicBezTo>
                  <a:cubicBezTo>
                    <a:pt x="3867" y="0"/>
                    <a:pt x="3817" y="0"/>
                    <a:pt x="3767" y="0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40"/>
            <p:cNvSpPr/>
            <p:nvPr/>
          </p:nvSpPr>
          <p:spPr>
            <a:xfrm>
              <a:off x="4772900" y="2155150"/>
              <a:ext cx="221475" cy="88725"/>
            </a:xfrm>
            <a:custGeom>
              <a:avLst/>
              <a:gdLst/>
              <a:ahLst/>
              <a:cxnLst/>
              <a:rect l="l" t="t" r="r" b="b"/>
              <a:pathLst>
                <a:path w="8859" h="3549" extrusionOk="0">
                  <a:moveTo>
                    <a:pt x="8799" y="1"/>
                  </a:moveTo>
                  <a:cubicBezTo>
                    <a:pt x="8597" y="346"/>
                    <a:pt x="8383" y="656"/>
                    <a:pt x="8073" y="894"/>
                  </a:cubicBezTo>
                  <a:cubicBezTo>
                    <a:pt x="7728" y="1156"/>
                    <a:pt x="7371" y="1394"/>
                    <a:pt x="7014" y="1608"/>
                  </a:cubicBezTo>
                  <a:cubicBezTo>
                    <a:pt x="5704" y="2406"/>
                    <a:pt x="4287" y="2942"/>
                    <a:pt x="2799" y="3275"/>
                  </a:cubicBezTo>
                  <a:cubicBezTo>
                    <a:pt x="2156" y="3430"/>
                    <a:pt x="1501" y="3477"/>
                    <a:pt x="846" y="3477"/>
                  </a:cubicBezTo>
                  <a:cubicBezTo>
                    <a:pt x="572" y="3477"/>
                    <a:pt x="286" y="3489"/>
                    <a:pt x="1" y="3489"/>
                  </a:cubicBezTo>
                  <a:cubicBezTo>
                    <a:pt x="72" y="3537"/>
                    <a:pt x="167" y="3549"/>
                    <a:pt x="239" y="3549"/>
                  </a:cubicBezTo>
                  <a:cubicBezTo>
                    <a:pt x="632" y="3549"/>
                    <a:pt x="1001" y="3549"/>
                    <a:pt x="1370" y="3537"/>
                  </a:cubicBezTo>
                  <a:cubicBezTo>
                    <a:pt x="1680" y="3513"/>
                    <a:pt x="2025" y="3501"/>
                    <a:pt x="2334" y="3442"/>
                  </a:cubicBezTo>
                  <a:cubicBezTo>
                    <a:pt x="4275" y="3084"/>
                    <a:pt x="6061" y="2370"/>
                    <a:pt x="7692" y="1299"/>
                  </a:cubicBezTo>
                  <a:cubicBezTo>
                    <a:pt x="8145" y="1001"/>
                    <a:pt x="8502" y="632"/>
                    <a:pt x="8788" y="179"/>
                  </a:cubicBezTo>
                  <a:cubicBezTo>
                    <a:pt x="8811" y="144"/>
                    <a:pt x="8823" y="84"/>
                    <a:pt x="8859" y="25"/>
                  </a:cubicBezTo>
                  <a:cubicBezTo>
                    <a:pt x="8847" y="1"/>
                    <a:pt x="8823" y="1"/>
                    <a:pt x="8799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40"/>
            <p:cNvSpPr/>
            <p:nvPr/>
          </p:nvSpPr>
          <p:spPr>
            <a:xfrm>
              <a:off x="4290100" y="2673975"/>
              <a:ext cx="107200" cy="217600"/>
            </a:xfrm>
            <a:custGeom>
              <a:avLst/>
              <a:gdLst/>
              <a:ahLst/>
              <a:cxnLst/>
              <a:rect l="l" t="t" r="r" b="b"/>
              <a:pathLst>
                <a:path w="4288" h="8704" extrusionOk="0">
                  <a:moveTo>
                    <a:pt x="25" y="0"/>
                  </a:moveTo>
                  <a:cubicBezTo>
                    <a:pt x="25" y="0"/>
                    <a:pt x="13" y="0"/>
                    <a:pt x="1" y="12"/>
                  </a:cubicBezTo>
                  <a:cubicBezTo>
                    <a:pt x="1" y="60"/>
                    <a:pt x="13" y="84"/>
                    <a:pt x="25" y="131"/>
                  </a:cubicBezTo>
                  <a:cubicBezTo>
                    <a:pt x="191" y="584"/>
                    <a:pt x="334" y="1036"/>
                    <a:pt x="501" y="1489"/>
                  </a:cubicBezTo>
                  <a:cubicBezTo>
                    <a:pt x="1168" y="3382"/>
                    <a:pt x="1965" y="5227"/>
                    <a:pt x="2989" y="6954"/>
                  </a:cubicBezTo>
                  <a:cubicBezTo>
                    <a:pt x="3299" y="7466"/>
                    <a:pt x="3668" y="7966"/>
                    <a:pt x="4013" y="8466"/>
                  </a:cubicBezTo>
                  <a:cubicBezTo>
                    <a:pt x="4085" y="8561"/>
                    <a:pt x="4180" y="8632"/>
                    <a:pt x="4251" y="8704"/>
                  </a:cubicBezTo>
                  <a:cubicBezTo>
                    <a:pt x="4251" y="8692"/>
                    <a:pt x="4263" y="8692"/>
                    <a:pt x="4287" y="8680"/>
                  </a:cubicBezTo>
                  <a:cubicBezTo>
                    <a:pt x="4263" y="8656"/>
                    <a:pt x="4251" y="8632"/>
                    <a:pt x="4239" y="8620"/>
                  </a:cubicBezTo>
                  <a:cubicBezTo>
                    <a:pt x="4013" y="8323"/>
                    <a:pt x="3775" y="8025"/>
                    <a:pt x="3573" y="7704"/>
                  </a:cubicBezTo>
                  <a:cubicBezTo>
                    <a:pt x="2715" y="6418"/>
                    <a:pt x="2025" y="5013"/>
                    <a:pt x="1430" y="3584"/>
                  </a:cubicBezTo>
                  <a:cubicBezTo>
                    <a:pt x="965" y="2453"/>
                    <a:pt x="548" y="1310"/>
                    <a:pt x="96" y="179"/>
                  </a:cubicBezTo>
                  <a:cubicBezTo>
                    <a:pt x="84" y="119"/>
                    <a:pt x="60" y="60"/>
                    <a:pt x="25" y="0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40"/>
            <p:cNvSpPr/>
            <p:nvPr/>
          </p:nvSpPr>
          <p:spPr>
            <a:xfrm>
              <a:off x="4768450" y="1718500"/>
              <a:ext cx="82175" cy="219400"/>
            </a:xfrm>
            <a:custGeom>
              <a:avLst/>
              <a:gdLst/>
              <a:ahLst/>
              <a:cxnLst/>
              <a:rect l="l" t="t" r="r" b="b"/>
              <a:pathLst>
                <a:path w="3287" h="8776" extrusionOk="0">
                  <a:moveTo>
                    <a:pt x="3286" y="0"/>
                  </a:moveTo>
                  <a:lnTo>
                    <a:pt x="3286" y="0"/>
                  </a:lnTo>
                  <a:cubicBezTo>
                    <a:pt x="3012" y="584"/>
                    <a:pt x="2715" y="1143"/>
                    <a:pt x="2477" y="1703"/>
                  </a:cubicBezTo>
                  <a:cubicBezTo>
                    <a:pt x="2000" y="2822"/>
                    <a:pt x="1488" y="3929"/>
                    <a:pt x="1131" y="5084"/>
                  </a:cubicBezTo>
                  <a:cubicBezTo>
                    <a:pt x="965" y="5608"/>
                    <a:pt x="774" y="6132"/>
                    <a:pt x="607" y="6668"/>
                  </a:cubicBezTo>
                  <a:cubicBezTo>
                    <a:pt x="417" y="7275"/>
                    <a:pt x="238" y="7882"/>
                    <a:pt x="60" y="8489"/>
                  </a:cubicBezTo>
                  <a:cubicBezTo>
                    <a:pt x="36" y="8585"/>
                    <a:pt x="12" y="8668"/>
                    <a:pt x="0" y="8763"/>
                  </a:cubicBezTo>
                  <a:cubicBezTo>
                    <a:pt x="12" y="8763"/>
                    <a:pt x="36" y="8775"/>
                    <a:pt x="48" y="8775"/>
                  </a:cubicBezTo>
                  <a:cubicBezTo>
                    <a:pt x="95" y="8692"/>
                    <a:pt x="143" y="8597"/>
                    <a:pt x="179" y="8501"/>
                  </a:cubicBezTo>
                  <a:cubicBezTo>
                    <a:pt x="262" y="8228"/>
                    <a:pt x="345" y="7942"/>
                    <a:pt x="417" y="7680"/>
                  </a:cubicBezTo>
                  <a:cubicBezTo>
                    <a:pt x="536" y="7263"/>
                    <a:pt x="643" y="6858"/>
                    <a:pt x="774" y="6442"/>
                  </a:cubicBezTo>
                  <a:cubicBezTo>
                    <a:pt x="893" y="6061"/>
                    <a:pt x="1024" y="5680"/>
                    <a:pt x="1155" y="5299"/>
                  </a:cubicBezTo>
                  <a:cubicBezTo>
                    <a:pt x="1334" y="4751"/>
                    <a:pt x="1524" y="4179"/>
                    <a:pt x="1738" y="3632"/>
                  </a:cubicBezTo>
                  <a:cubicBezTo>
                    <a:pt x="2119" y="2703"/>
                    <a:pt x="2536" y="1786"/>
                    <a:pt x="2917" y="858"/>
                  </a:cubicBezTo>
                  <a:cubicBezTo>
                    <a:pt x="3048" y="584"/>
                    <a:pt x="3167" y="286"/>
                    <a:pt x="3286" y="0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40"/>
            <p:cNvSpPr/>
            <p:nvPr/>
          </p:nvSpPr>
          <p:spPr>
            <a:xfrm>
              <a:off x="4500250" y="2818625"/>
              <a:ext cx="197075" cy="53600"/>
            </a:xfrm>
            <a:custGeom>
              <a:avLst/>
              <a:gdLst/>
              <a:ahLst/>
              <a:cxnLst/>
              <a:rect l="l" t="t" r="r" b="b"/>
              <a:pathLst>
                <a:path w="7883" h="2144" extrusionOk="0">
                  <a:moveTo>
                    <a:pt x="7859" y="1"/>
                  </a:moveTo>
                  <a:cubicBezTo>
                    <a:pt x="7763" y="13"/>
                    <a:pt x="7656" y="25"/>
                    <a:pt x="7573" y="48"/>
                  </a:cubicBezTo>
                  <a:cubicBezTo>
                    <a:pt x="5585" y="358"/>
                    <a:pt x="3596" y="810"/>
                    <a:pt x="1679" y="1453"/>
                  </a:cubicBezTo>
                  <a:cubicBezTo>
                    <a:pt x="1191" y="1620"/>
                    <a:pt x="715" y="1787"/>
                    <a:pt x="227" y="1965"/>
                  </a:cubicBezTo>
                  <a:cubicBezTo>
                    <a:pt x="143" y="2001"/>
                    <a:pt x="72" y="2037"/>
                    <a:pt x="1" y="2072"/>
                  </a:cubicBezTo>
                  <a:cubicBezTo>
                    <a:pt x="13" y="2096"/>
                    <a:pt x="13" y="2108"/>
                    <a:pt x="24" y="2144"/>
                  </a:cubicBezTo>
                  <a:cubicBezTo>
                    <a:pt x="2572" y="1156"/>
                    <a:pt x="5204" y="489"/>
                    <a:pt x="7883" y="48"/>
                  </a:cubicBezTo>
                  <a:cubicBezTo>
                    <a:pt x="7871" y="36"/>
                    <a:pt x="7871" y="13"/>
                    <a:pt x="7859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40"/>
            <p:cNvSpPr/>
            <p:nvPr/>
          </p:nvSpPr>
          <p:spPr>
            <a:xfrm>
              <a:off x="4091575" y="2390475"/>
              <a:ext cx="193500" cy="27525"/>
            </a:xfrm>
            <a:custGeom>
              <a:avLst/>
              <a:gdLst/>
              <a:ahLst/>
              <a:cxnLst/>
              <a:rect l="l" t="t" r="r" b="b"/>
              <a:pathLst>
                <a:path w="7740" h="1101" extrusionOk="0">
                  <a:moveTo>
                    <a:pt x="5766" y="0"/>
                  </a:moveTo>
                  <a:cubicBezTo>
                    <a:pt x="5063" y="0"/>
                    <a:pt x="4360" y="80"/>
                    <a:pt x="3667" y="232"/>
                  </a:cubicBezTo>
                  <a:cubicBezTo>
                    <a:pt x="3155" y="351"/>
                    <a:pt x="2667" y="494"/>
                    <a:pt x="2167" y="613"/>
                  </a:cubicBezTo>
                  <a:cubicBezTo>
                    <a:pt x="1453" y="791"/>
                    <a:pt x="739" y="982"/>
                    <a:pt x="0" y="1089"/>
                  </a:cubicBezTo>
                  <a:cubicBezTo>
                    <a:pt x="48" y="1089"/>
                    <a:pt x="84" y="1101"/>
                    <a:pt x="96" y="1101"/>
                  </a:cubicBezTo>
                  <a:cubicBezTo>
                    <a:pt x="393" y="1053"/>
                    <a:pt x="703" y="1041"/>
                    <a:pt x="1000" y="958"/>
                  </a:cubicBezTo>
                  <a:cubicBezTo>
                    <a:pt x="1810" y="779"/>
                    <a:pt x="2608" y="577"/>
                    <a:pt x="3417" y="387"/>
                  </a:cubicBezTo>
                  <a:cubicBezTo>
                    <a:pt x="4215" y="194"/>
                    <a:pt x="5012" y="78"/>
                    <a:pt x="5819" y="78"/>
                  </a:cubicBezTo>
                  <a:cubicBezTo>
                    <a:pt x="6109" y="78"/>
                    <a:pt x="6399" y="93"/>
                    <a:pt x="6692" y="125"/>
                  </a:cubicBezTo>
                  <a:cubicBezTo>
                    <a:pt x="7049" y="160"/>
                    <a:pt x="7382" y="172"/>
                    <a:pt x="7739" y="208"/>
                  </a:cubicBezTo>
                  <a:cubicBezTo>
                    <a:pt x="7692" y="172"/>
                    <a:pt x="7656" y="148"/>
                    <a:pt x="7608" y="148"/>
                  </a:cubicBezTo>
                  <a:cubicBezTo>
                    <a:pt x="7394" y="113"/>
                    <a:pt x="7180" y="101"/>
                    <a:pt x="6954" y="77"/>
                  </a:cubicBezTo>
                  <a:cubicBezTo>
                    <a:pt x="6559" y="26"/>
                    <a:pt x="6162" y="0"/>
                    <a:pt x="5766" y="0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40"/>
            <p:cNvSpPr/>
            <p:nvPr/>
          </p:nvSpPr>
          <p:spPr>
            <a:xfrm>
              <a:off x="4460075" y="2501025"/>
              <a:ext cx="125325" cy="145875"/>
            </a:xfrm>
            <a:custGeom>
              <a:avLst/>
              <a:gdLst/>
              <a:ahLst/>
              <a:cxnLst/>
              <a:rect l="l" t="t" r="r" b="b"/>
              <a:pathLst>
                <a:path w="5013" h="5835" extrusionOk="0">
                  <a:moveTo>
                    <a:pt x="4965" y="1"/>
                  </a:moveTo>
                  <a:cubicBezTo>
                    <a:pt x="4953" y="13"/>
                    <a:pt x="4941" y="13"/>
                    <a:pt x="4929" y="25"/>
                  </a:cubicBezTo>
                  <a:cubicBezTo>
                    <a:pt x="3929" y="799"/>
                    <a:pt x="2989" y="1632"/>
                    <a:pt x="2155" y="2596"/>
                  </a:cubicBezTo>
                  <a:cubicBezTo>
                    <a:pt x="1560" y="3299"/>
                    <a:pt x="1024" y="4025"/>
                    <a:pt x="548" y="4799"/>
                  </a:cubicBezTo>
                  <a:cubicBezTo>
                    <a:pt x="346" y="5120"/>
                    <a:pt x="179" y="5478"/>
                    <a:pt x="0" y="5799"/>
                  </a:cubicBezTo>
                  <a:cubicBezTo>
                    <a:pt x="12" y="5811"/>
                    <a:pt x="24" y="5811"/>
                    <a:pt x="48" y="5835"/>
                  </a:cubicBezTo>
                  <a:cubicBezTo>
                    <a:pt x="1262" y="3525"/>
                    <a:pt x="2965" y="1620"/>
                    <a:pt x="5013" y="25"/>
                  </a:cubicBezTo>
                  <a:cubicBezTo>
                    <a:pt x="5001" y="13"/>
                    <a:pt x="4989" y="1"/>
                    <a:pt x="4965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40"/>
            <p:cNvSpPr/>
            <p:nvPr/>
          </p:nvSpPr>
          <p:spPr>
            <a:xfrm>
              <a:off x="4577950" y="1839650"/>
              <a:ext cx="32450" cy="154200"/>
            </a:xfrm>
            <a:custGeom>
              <a:avLst/>
              <a:gdLst/>
              <a:ahLst/>
              <a:cxnLst/>
              <a:rect l="l" t="t" r="r" b="b"/>
              <a:pathLst>
                <a:path w="1298" h="6168" extrusionOk="0">
                  <a:moveTo>
                    <a:pt x="0" y="0"/>
                  </a:moveTo>
                  <a:lnTo>
                    <a:pt x="0" y="0"/>
                  </a:lnTo>
                  <a:cubicBezTo>
                    <a:pt x="643" y="2048"/>
                    <a:pt x="1060" y="4084"/>
                    <a:pt x="1286" y="6168"/>
                  </a:cubicBezTo>
                  <a:cubicBezTo>
                    <a:pt x="1298" y="4786"/>
                    <a:pt x="417" y="572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0"/>
            <p:cNvSpPr/>
            <p:nvPr/>
          </p:nvSpPr>
          <p:spPr>
            <a:xfrm>
              <a:off x="4316000" y="2727850"/>
              <a:ext cx="48550" cy="105975"/>
            </a:xfrm>
            <a:custGeom>
              <a:avLst/>
              <a:gdLst/>
              <a:ahLst/>
              <a:cxnLst/>
              <a:rect l="l" t="t" r="r" b="b"/>
              <a:pathLst>
                <a:path w="1942" h="4239" extrusionOk="0">
                  <a:moveTo>
                    <a:pt x="1" y="0"/>
                  </a:moveTo>
                  <a:lnTo>
                    <a:pt x="1" y="0"/>
                  </a:lnTo>
                  <a:cubicBezTo>
                    <a:pt x="536" y="1465"/>
                    <a:pt x="1167" y="2894"/>
                    <a:pt x="1941" y="4239"/>
                  </a:cubicBezTo>
                  <a:cubicBezTo>
                    <a:pt x="1298" y="2834"/>
                    <a:pt x="644" y="1417"/>
                    <a:pt x="1" y="0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40"/>
            <p:cNvSpPr/>
            <p:nvPr/>
          </p:nvSpPr>
          <p:spPr>
            <a:xfrm>
              <a:off x="4557100" y="2818075"/>
              <a:ext cx="108075" cy="29450"/>
            </a:xfrm>
            <a:custGeom>
              <a:avLst/>
              <a:gdLst/>
              <a:ahLst/>
              <a:cxnLst/>
              <a:rect l="l" t="t" r="r" b="b"/>
              <a:pathLst>
                <a:path w="4323" h="1178" extrusionOk="0">
                  <a:moveTo>
                    <a:pt x="4307" y="1"/>
                  </a:moveTo>
                  <a:cubicBezTo>
                    <a:pt x="4304" y="1"/>
                    <a:pt x="4304" y="5"/>
                    <a:pt x="4308" y="11"/>
                  </a:cubicBezTo>
                  <a:lnTo>
                    <a:pt x="4308" y="11"/>
                  </a:lnTo>
                  <a:cubicBezTo>
                    <a:pt x="4313" y="11"/>
                    <a:pt x="4318" y="11"/>
                    <a:pt x="4323" y="11"/>
                  </a:cubicBezTo>
                  <a:cubicBezTo>
                    <a:pt x="4315" y="3"/>
                    <a:pt x="4310" y="1"/>
                    <a:pt x="4307" y="1"/>
                  </a:cubicBezTo>
                  <a:close/>
                  <a:moveTo>
                    <a:pt x="4308" y="11"/>
                  </a:moveTo>
                  <a:lnTo>
                    <a:pt x="4308" y="11"/>
                  </a:lnTo>
                  <a:cubicBezTo>
                    <a:pt x="4267" y="11"/>
                    <a:pt x="4236" y="12"/>
                    <a:pt x="4204" y="23"/>
                  </a:cubicBezTo>
                  <a:cubicBezTo>
                    <a:pt x="3275" y="225"/>
                    <a:pt x="2334" y="428"/>
                    <a:pt x="1418" y="666"/>
                  </a:cubicBezTo>
                  <a:cubicBezTo>
                    <a:pt x="989" y="761"/>
                    <a:pt x="584" y="928"/>
                    <a:pt x="179" y="1059"/>
                  </a:cubicBezTo>
                  <a:cubicBezTo>
                    <a:pt x="108" y="1082"/>
                    <a:pt x="60" y="1118"/>
                    <a:pt x="1" y="1154"/>
                  </a:cubicBezTo>
                  <a:cubicBezTo>
                    <a:pt x="1" y="1154"/>
                    <a:pt x="13" y="1166"/>
                    <a:pt x="13" y="1178"/>
                  </a:cubicBezTo>
                  <a:cubicBezTo>
                    <a:pt x="1418" y="654"/>
                    <a:pt x="2870" y="356"/>
                    <a:pt x="4323" y="23"/>
                  </a:cubicBezTo>
                  <a:cubicBezTo>
                    <a:pt x="4316" y="19"/>
                    <a:pt x="4311" y="15"/>
                    <a:pt x="4308" y="1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40"/>
            <p:cNvSpPr/>
            <p:nvPr/>
          </p:nvSpPr>
          <p:spPr>
            <a:xfrm>
              <a:off x="4800000" y="1770575"/>
              <a:ext cx="35450" cy="85475"/>
            </a:xfrm>
            <a:custGeom>
              <a:avLst/>
              <a:gdLst/>
              <a:ahLst/>
              <a:cxnLst/>
              <a:rect l="l" t="t" r="r" b="b"/>
              <a:pathLst>
                <a:path w="1418" h="3419" extrusionOk="0">
                  <a:moveTo>
                    <a:pt x="1417" y="1"/>
                  </a:moveTo>
                  <a:lnTo>
                    <a:pt x="1417" y="1"/>
                  </a:lnTo>
                  <a:cubicBezTo>
                    <a:pt x="1322" y="168"/>
                    <a:pt x="1227" y="299"/>
                    <a:pt x="1167" y="465"/>
                  </a:cubicBezTo>
                  <a:cubicBezTo>
                    <a:pt x="786" y="1382"/>
                    <a:pt x="405" y="2323"/>
                    <a:pt x="36" y="3239"/>
                  </a:cubicBezTo>
                  <a:cubicBezTo>
                    <a:pt x="12" y="3299"/>
                    <a:pt x="12" y="3358"/>
                    <a:pt x="0" y="3418"/>
                  </a:cubicBezTo>
                  <a:lnTo>
                    <a:pt x="36" y="3418"/>
                  </a:lnTo>
                  <a:cubicBezTo>
                    <a:pt x="488" y="2275"/>
                    <a:pt x="953" y="1144"/>
                    <a:pt x="1417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53" name="Google Shape;453;p40"/>
          <p:cNvPicPr preferRelativeResize="0"/>
          <p:nvPr/>
        </p:nvPicPr>
        <p:blipFill rotWithShape="1">
          <a:blip r:embed="rId6">
            <a:alphaModFix/>
          </a:blip>
          <a:srcRect l="3061" t="37780" r="11424" b="34639"/>
          <a:stretch/>
        </p:blipFill>
        <p:spPr>
          <a:xfrm>
            <a:off x="1460300" y="441100"/>
            <a:ext cx="3200635" cy="58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1"/>
          <p:cNvSpPr txBox="1">
            <a:spLocks noGrp="1"/>
          </p:cNvSpPr>
          <p:nvPr>
            <p:ph type="title"/>
          </p:nvPr>
        </p:nvSpPr>
        <p:spPr>
          <a:xfrm>
            <a:off x="713225" y="441475"/>
            <a:ext cx="7717500" cy="60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MX" dirty="0"/>
              <a:t>Preguntas de investigación</a:t>
            </a:r>
            <a:endParaRPr dirty="0"/>
          </a:p>
        </p:txBody>
      </p:sp>
      <p:sp>
        <p:nvSpPr>
          <p:cNvPr id="460" name="Google Shape;460;p41"/>
          <p:cNvSpPr txBox="1"/>
          <p:nvPr/>
        </p:nvSpPr>
        <p:spPr>
          <a:xfrm>
            <a:off x="713225" y="1160786"/>
            <a:ext cx="7717500" cy="268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t" anchorCtr="0">
            <a:noAutofit/>
          </a:bodyPr>
          <a:lstStyle/>
          <a:p>
            <a:pPr marL="171450" lvl="0" indent="-1714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sz="1600" b="1" dirty="0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  <a:p>
            <a:pPr marL="171450" lvl="0" indent="-1714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sz="1600" b="1" dirty="0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  <a:p>
            <a:pPr marL="171450" lvl="0" indent="-1714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MX" sz="1600" b="1" dirty="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¿Qué combinación de métricas de similitud y ponderaciones entre variables produce los emparejamientos más coherentes entre usuarios, considerando sus preferencias? </a:t>
            </a:r>
          </a:p>
          <a:p>
            <a:pPr lvl="0" algn="ctr" rtl="0">
              <a:spcBef>
                <a:spcPts val="0"/>
              </a:spcBef>
              <a:spcAft>
                <a:spcPts val="0"/>
              </a:spcAft>
            </a:pPr>
            <a:endParaRPr lang="es-MX" sz="1600" b="1" dirty="0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  <a:p>
            <a:pPr marL="171450" lvl="0" indent="-171450" algn="ctr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MX" sz="1600" b="1" dirty="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¿Qué patrones, temas o tonos predominan en los mensajes escritos por los participantes, y qué pueden revelar sobre las motivaciones y expectativas al participar en el formulario?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pic>
        <p:nvPicPr>
          <p:cNvPr id="463" name="Google Shape;463;p41"/>
          <p:cNvPicPr preferRelativeResize="0"/>
          <p:nvPr/>
        </p:nvPicPr>
        <p:blipFill rotWithShape="1">
          <a:blip r:embed="rId3">
            <a:alphaModFix/>
          </a:blip>
          <a:srcRect l="45691" t="12052" r="18787" b="20159"/>
          <a:stretch/>
        </p:blipFill>
        <p:spPr>
          <a:xfrm>
            <a:off x="335800" y="187063"/>
            <a:ext cx="1149350" cy="1233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42"/>
          <p:cNvSpPr txBox="1">
            <a:spLocks noGrp="1"/>
          </p:cNvSpPr>
          <p:nvPr>
            <p:ph type="body" idx="1"/>
          </p:nvPr>
        </p:nvSpPr>
        <p:spPr>
          <a:xfrm>
            <a:off x="713225" y="1281501"/>
            <a:ext cx="7717500" cy="30865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 algn="just"/>
            <a:r>
              <a:rPr lang="es-MX" dirty="0"/>
              <a:t>Preprocesar y limpiar el conjunto de datos, asegurando una única respuesta por participante</a:t>
            </a:r>
          </a:p>
          <a:p>
            <a:pPr marL="171450" indent="-171450" algn="just"/>
            <a:endParaRPr lang="es-MX" dirty="0"/>
          </a:p>
          <a:p>
            <a:pPr marL="171450" indent="-171450" algn="just"/>
            <a:r>
              <a:rPr lang="es-MX" dirty="0"/>
              <a:t>Calcular la similitud entre usuarios para cada pregunta del formulario, utilizando la métrica más adecuada según el tipo de variable </a:t>
            </a:r>
          </a:p>
          <a:p>
            <a:pPr marL="171450" indent="-171450" algn="just"/>
            <a:endParaRPr lang="es-MX" dirty="0"/>
          </a:p>
          <a:p>
            <a:pPr marL="171450" indent="-171450" algn="just"/>
            <a:r>
              <a:rPr lang="es-MX" dirty="0"/>
              <a:t>Integrar las distintas matrices de similitud en una sola matriz global mediante la asignación de pesos diferenciados a cada pregunta</a:t>
            </a:r>
          </a:p>
          <a:p>
            <a:pPr marL="171450" indent="-171450" algn="just"/>
            <a:endParaRPr lang="es-MX" dirty="0"/>
          </a:p>
          <a:p>
            <a:pPr marL="171450" indent="-171450" algn="just"/>
            <a:r>
              <a:rPr lang="es-MX" dirty="0"/>
              <a:t>Implementar una estrategia de emparejamiento basada en la minimización de la distancia total ponderada entre usuarios, utilizando variantes del algoritmo de Gale-Shapley</a:t>
            </a:r>
          </a:p>
          <a:p>
            <a:pPr marL="171450" indent="-171450" algn="just"/>
            <a:endParaRPr lang="es-MX" dirty="0"/>
          </a:p>
          <a:p>
            <a:pPr marL="171450" indent="-171450" algn="just"/>
            <a:r>
              <a:rPr lang="es-MX" dirty="0"/>
              <a:t>Analizar de forma exploratoria el texto libre, identificando patrones temáticos, tonos y características lingüísticas recurrentes entre los participantes</a:t>
            </a:r>
          </a:p>
        </p:txBody>
      </p:sp>
      <p:sp>
        <p:nvSpPr>
          <p:cNvPr id="474" name="Google Shape;474;p42"/>
          <p:cNvSpPr txBox="1">
            <a:spLocks noGrp="1"/>
          </p:cNvSpPr>
          <p:nvPr>
            <p:ph type="title"/>
          </p:nvPr>
        </p:nvSpPr>
        <p:spPr>
          <a:xfrm>
            <a:off x="713225" y="441475"/>
            <a:ext cx="7717500" cy="7880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MX" dirty="0"/>
              <a:t>Objetivos</a:t>
            </a:r>
            <a:endParaRPr dirty="0"/>
          </a:p>
        </p:txBody>
      </p:sp>
      <p:pic>
        <p:nvPicPr>
          <p:cNvPr id="475" name="Google Shape;475;p42"/>
          <p:cNvPicPr preferRelativeResize="0"/>
          <p:nvPr/>
        </p:nvPicPr>
        <p:blipFill rotWithShape="1">
          <a:blip r:embed="rId3">
            <a:alphaModFix amt="84000"/>
          </a:blip>
          <a:srcRect l="50645" t="40792" r="22239" b="48411"/>
          <a:stretch/>
        </p:blipFill>
        <p:spPr>
          <a:xfrm flipH="1">
            <a:off x="7324027" y="1229525"/>
            <a:ext cx="2446373" cy="54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6" name="Google Shape;476;p42"/>
          <p:cNvPicPr preferRelativeResize="0"/>
          <p:nvPr/>
        </p:nvPicPr>
        <p:blipFill rotWithShape="1">
          <a:blip r:embed="rId4">
            <a:alphaModFix/>
          </a:blip>
          <a:srcRect l="28680" t="19555" r="23804" b="32703"/>
          <a:stretch/>
        </p:blipFill>
        <p:spPr>
          <a:xfrm rot="5400000">
            <a:off x="7707498" y="1314272"/>
            <a:ext cx="1287874" cy="7278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3"/>
          <p:cNvSpPr txBox="1">
            <a:spLocks noGrp="1"/>
          </p:cNvSpPr>
          <p:nvPr>
            <p:ph type="title"/>
          </p:nvPr>
        </p:nvSpPr>
        <p:spPr>
          <a:xfrm>
            <a:off x="713225" y="309910"/>
            <a:ext cx="7717500" cy="60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Metodología</a:t>
            </a:r>
            <a:endParaRPr dirty="0"/>
          </a:p>
        </p:txBody>
      </p:sp>
      <p:sp>
        <p:nvSpPr>
          <p:cNvPr id="488" name="Google Shape;488;p43"/>
          <p:cNvSpPr txBox="1">
            <a:spLocks noGrp="1"/>
          </p:cNvSpPr>
          <p:nvPr>
            <p:ph type="subTitle" idx="1"/>
          </p:nvPr>
        </p:nvSpPr>
        <p:spPr>
          <a:xfrm>
            <a:off x="1122671" y="1224784"/>
            <a:ext cx="2285136" cy="48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Base de datos</a:t>
            </a:r>
          </a:p>
        </p:txBody>
      </p:sp>
      <p:sp>
        <p:nvSpPr>
          <p:cNvPr id="492" name="Google Shape;492;p43"/>
          <p:cNvSpPr txBox="1">
            <a:spLocks noGrp="1"/>
          </p:cNvSpPr>
          <p:nvPr>
            <p:ph type="subTitle" idx="5"/>
          </p:nvPr>
        </p:nvSpPr>
        <p:spPr>
          <a:xfrm>
            <a:off x="441802" y="1773441"/>
            <a:ext cx="3327631" cy="15568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s-MX" dirty="0"/>
              <a:t>557 registros correspondientes a 545 </a:t>
            </a:r>
          </a:p>
          <a:p>
            <a:pPr marL="0" indent="0"/>
            <a:r>
              <a:rPr lang="es-MX" dirty="0"/>
              <a:t>Para cada usuario se consideraron respuestas a preguntas cerradas sobre actividades, intereses y preferencias, así como un texto libre mínimo de 30 palabras dirigido a su “match” ideal </a:t>
            </a:r>
          </a:p>
        </p:txBody>
      </p:sp>
      <p:grpSp>
        <p:nvGrpSpPr>
          <p:cNvPr id="26" name="Grupo 25">
            <a:extLst>
              <a:ext uri="{FF2B5EF4-FFF2-40B4-BE49-F238E27FC236}">
                <a16:creationId xmlns:a16="http://schemas.microsoft.com/office/drawing/2014/main" id="{2199172D-0D95-4E24-2BB0-03C15809E4AA}"/>
              </a:ext>
            </a:extLst>
          </p:cNvPr>
          <p:cNvGrpSpPr/>
          <p:nvPr/>
        </p:nvGrpSpPr>
        <p:grpSpPr>
          <a:xfrm>
            <a:off x="286365" y="1118871"/>
            <a:ext cx="927000" cy="697526"/>
            <a:chOff x="2647075" y="1170614"/>
            <a:chExt cx="927000" cy="697526"/>
          </a:xfrm>
        </p:grpSpPr>
        <p:pic>
          <p:nvPicPr>
            <p:cNvPr id="485" name="Google Shape;485;p43"/>
            <p:cNvPicPr preferRelativeResize="0">
              <a:picLocks/>
            </p:cNvPicPr>
            <p:nvPr/>
          </p:nvPicPr>
          <p:blipFill rotWithShape="1">
            <a:blip r:embed="rId3">
              <a:alphaModFix amt="76000"/>
            </a:blip>
            <a:srcRect l="37412" t="9009" r="30455" b="20771"/>
            <a:stretch/>
          </p:blipFill>
          <p:spPr>
            <a:xfrm>
              <a:off x="2826847" y="1170614"/>
              <a:ext cx="567451" cy="69752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96" name="Google Shape;496;p43"/>
            <p:cNvSpPr txBox="1">
              <a:spLocks noGrp="1"/>
            </p:cNvSpPr>
            <p:nvPr>
              <p:ph type="title" idx="9"/>
            </p:nvPr>
          </p:nvSpPr>
          <p:spPr>
            <a:xfrm>
              <a:off x="2647075" y="1286124"/>
              <a:ext cx="927000" cy="538200"/>
            </a:xfrm>
            <a:prstGeom prst="rect">
              <a:avLst/>
            </a:prstGeom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/>
                <a:t>01</a:t>
              </a:r>
              <a:endParaRPr dirty="0"/>
            </a:p>
          </p:txBody>
        </p:sp>
      </p:grpSp>
      <p:pic>
        <p:nvPicPr>
          <p:cNvPr id="503" name="Google Shape;503;p43"/>
          <p:cNvPicPr preferRelativeResize="0"/>
          <p:nvPr/>
        </p:nvPicPr>
        <p:blipFill rotWithShape="1">
          <a:blip r:embed="rId3">
            <a:alphaModFix amt="76000"/>
          </a:blip>
          <a:srcRect l="37412" t="9009" r="30455" b="20771"/>
          <a:stretch/>
        </p:blipFill>
        <p:spPr>
          <a:xfrm>
            <a:off x="2268575" y="4030950"/>
            <a:ext cx="1683998" cy="2070001"/>
          </a:xfrm>
          <a:prstGeom prst="rect">
            <a:avLst/>
          </a:prstGeom>
          <a:noFill/>
          <a:ln>
            <a:noFill/>
          </a:ln>
        </p:spPr>
      </p:pic>
      <p:sp>
        <p:nvSpPr>
          <p:cNvPr id="504" name="Google Shape;504;p43"/>
          <p:cNvSpPr/>
          <p:nvPr/>
        </p:nvSpPr>
        <p:spPr>
          <a:xfrm>
            <a:off x="207350" y="-855976"/>
            <a:ext cx="505870" cy="5689756"/>
          </a:xfrm>
          <a:custGeom>
            <a:avLst/>
            <a:gdLst/>
            <a:ahLst/>
            <a:cxnLst/>
            <a:rect l="l" t="t" r="r" b="b"/>
            <a:pathLst>
              <a:path w="8324" h="93620" extrusionOk="0">
                <a:moveTo>
                  <a:pt x="6403" y="43083"/>
                </a:moveTo>
                <a:cubicBezTo>
                  <a:pt x="6612" y="43083"/>
                  <a:pt x="6805" y="43168"/>
                  <a:pt x="6918" y="43387"/>
                </a:cubicBezTo>
                <a:cubicBezTo>
                  <a:pt x="7085" y="43684"/>
                  <a:pt x="7073" y="44041"/>
                  <a:pt x="6954" y="44351"/>
                </a:cubicBezTo>
                <a:cubicBezTo>
                  <a:pt x="6704" y="45006"/>
                  <a:pt x="6180" y="45637"/>
                  <a:pt x="5549" y="45970"/>
                </a:cubicBezTo>
                <a:cubicBezTo>
                  <a:pt x="5356" y="46085"/>
                  <a:pt x="5123" y="46173"/>
                  <a:pt x="4895" y="46173"/>
                </a:cubicBezTo>
                <a:cubicBezTo>
                  <a:pt x="4814" y="46173"/>
                  <a:pt x="4734" y="46162"/>
                  <a:pt x="4656" y="46137"/>
                </a:cubicBezTo>
                <a:cubicBezTo>
                  <a:pt x="4549" y="46113"/>
                  <a:pt x="4501" y="46006"/>
                  <a:pt x="4478" y="45899"/>
                </a:cubicBezTo>
                <a:cubicBezTo>
                  <a:pt x="4442" y="45863"/>
                  <a:pt x="4418" y="45792"/>
                  <a:pt x="4442" y="45732"/>
                </a:cubicBezTo>
                <a:cubicBezTo>
                  <a:pt x="4513" y="45161"/>
                  <a:pt x="4716" y="44625"/>
                  <a:pt x="5001" y="44149"/>
                </a:cubicBezTo>
                <a:cubicBezTo>
                  <a:pt x="5251" y="43744"/>
                  <a:pt x="5597" y="43339"/>
                  <a:pt x="6037" y="43160"/>
                </a:cubicBezTo>
                <a:cubicBezTo>
                  <a:pt x="6156" y="43112"/>
                  <a:pt x="6282" y="43083"/>
                  <a:pt x="6403" y="43083"/>
                </a:cubicBezTo>
                <a:close/>
                <a:moveTo>
                  <a:pt x="6192" y="0"/>
                </a:moveTo>
                <a:cubicBezTo>
                  <a:pt x="6002" y="36"/>
                  <a:pt x="6073" y="155"/>
                  <a:pt x="6121" y="262"/>
                </a:cubicBezTo>
                <a:cubicBezTo>
                  <a:pt x="6168" y="512"/>
                  <a:pt x="6287" y="750"/>
                  <a:pt x="6383" y="989"/>
                </a:cubicBezTo>
                <a:cubicBezTo>
                  <a:pt x="7180" y="2620"/>
                  <a:pt x="7514" y="4346"/>
                  <a:pt x="7609" y="6156"/>
                </a:cubicBezTo>
                <a:cubicBezTo>
                  <a:pt x="7692" y="6287"/>
                  <a:pt x="7609" y="6465"/>
                  <a:pt x="7680" y="6596"/>
                </a:cubicBezTo>
                <a:lnTo>
                  <a:pt x="7680" y="8275"/>
                </a:lnTo>
                <a:cubicBezTo>
                  <a:pt x="7609" y="8430"/>
                  <a:pt x="7692" y="8597"/>
                  <a:pt x="7609" y="8728"/>
                </a:cubicBezTo>
                <a:cubicBezTo>
                  <a:pt x="7609" y="9001"/>
                  <a:pt x="7561" y="9275"/>
                  <a:pt x="7537" y="9549"/>
                </a:cubicBezTo>
                <a:cubicBezTo>
                  <a:pt x="7371" y="11597"/>
                  <a:pt x="6740" y="13550"/>
                  <a:pt x="6061" y="15455"/>
                </a:cubicBezTo>
                <a:cubicBezTo>
                  <a:pt x="4978" y="18514"/>
                  <a:pt x="3680" y="21515"/>
                  <a:pt x="2513" y="24551"/>
                </a:cubicBezTo>
                <a:cubicBezTo>
                  <a:pt x="1203" y="28004"/>
                  <a:pt x="429" y="31540"/>
                  <a:pt x="179" y="35219"/>
                </a:cubicBezTo>
                <a:cubicBezTo>
                  <a:pt x="108" y="35350"/>
                  <a:pt x="191" y="35528"/>
                  <a:pt x="108" y="35659"/>
                </a:cubicBezTo>
                <a:cubicBezTo>
                  <a:pt x="108" y="36017"/>
                  <a:pt x="96" y="36362"/>
                  <a:pt x="96" y="36719"/>
                </a:cubicBezTo>
                <a:cubicBezTo>
                  <a:pt x="1" y="37005"/>
                  <a:pt x="120" y="37314"/>
                  <a:pt x="13" y="37612"/>
                </a:cubicBezTo>
                <a:lnTo>
                  <a:pt x="13" y="39803"/>
                </a:lnTo>
                <a:cubicBezTo>
                  <a:pt x="120" y="39969"/>
                  <a:pt x="1" y="40160"/>
                  <a:pt x="96" y="40339"/>
                </a:cubicBezTo>
                <a:cubicBezTo>
                  <a:pt x="120" y="41553"/>
                  <a:pt x="298" y="42744"/>
                  <a:pt x="715" y="43887"/>
                </a:cubicBezTo>
                <a:cubicBezTo>
                  <a:pt x="1191" y="45161"/>
                  <a:pt x="1941" y="46196"/>
                  <a:pt x="3251" y="46685"/>
                </a:cubicBezTo>
                <a:cubicBezTo>
                  <a:pt x="3727" y="46863"/>
                  <a:pt x="3882" y="47018"/>
                  <a:pt x="3823" y="47566"/>
                </a:cubicBezTo>
                <a:cubicBezTo>
                  <a:pt x="3727" y="48673"/>
                  <a:pt x="3846" y="49768"/>
                  <a:pt x="3966" y="50888"/>
                </a:cubicBezTo>
                <a:cubicBezTo>
                  <a:pt x="4108" y="52376"/>
                  <a:pt x="4466" y="53828"/>
                  <a:pt x="4656" y="55317"/>
                </a:cubicBezTo>
                <a:cubicBezTo>
                  <a:pt x="4775" y="56174"/>
                  <a:pt x="4918" y="57019"/>
                  <a:pt x="4942" y="57876"/>
                </a:cubicBezTo>
                <a:cubicBezTo>
                  <a:pt x="5049" y="58162"/>
                  <a:pt x="4930" y="58472"/>
                  <a:pt x="5013" y="58758"/>
                </a:cubicBezTo>
                <a:lnTo>
                  <a:pt x="5013" y="59924"/>
                </a:lnTo>
                <a:cubicBezTo>
                  <a:pt x="4930" y="60174"/>
                  <a:pt x="5049" y="60460"/>
                  <a:pt x="4942" y="60722"/>
                </a:cubicBezTo>
                <a:lnTo>
                  <a:pt x="4930" y="61948"/>
                </a:lnTo>
                <a:cubicBezTo>
                  <a:pt x="4859" y="62091"/>
                  <a:pt x="4942" y="62258"/>
                  <a:pt x="4859" y="62389"/>
                </a:cubicBezTo>
                <a:cubicBezTo>
                  <a:pt x="4859" y="62853"/>
                  <a:pt x="4835" y="63330"/>
                  <a:pt x="4835" y="63794"/>
                </a:cubicBezTo>
                <a:cubicBezTo>
                  <a:pt x="4751" y="63949"/>
                  <a:pt x="4870" y="64163"/>
                  <a:pt x="4763" y="64330"/>
                </a:cubicBezTo>
                <a:cubicBezTo>
                  <a:pt x="4763" y="64627"/>
                  <a:pt x="4751" y="64901"/>
                  <a:pt x="4751" y="65199"/>
                </a:cubicBezTo>
                <a:cubicBezTo>
                  <a:pt x="4680" y="65342"/>
                  <a:pt x="4763" y="65520"/>
                  <a:pt x="4680" y="65651"/>
                </a:cubicBezTo>
                <a:cubicBezTo>
                  <a:pt x="4644" y="66532"/>
                  <a:pt x="4478" y="67378"/>
                  <a:pt x="4323" y="68235"/>
                </a:cubicBezTo>
                <a:cubicBezTo>
                  <a:pt x="3977" y="69961"/>
                  <a:pt x="3620" y="71676"/>
                  <a:pt x="2656" y="73176"/>
                </a:cubicBezTo>
                <a:cubicBezTo>
                  <a:pt x="2144" y="73974"/>
                  <a:pt x="1644" y="74771"/>
                  <a:pt x="882" y="75367"/>
                </a:cubicBezTo>
                <a:cubicBezTo>
                  <a:pt x="691" y="75521"/>
                  <a:pt x="429" y="75664"/>
                  <a:pt x="548" y="75962"/>
                </a:cubicBezTo>
                <a:cubicBezTo>
                  <a:pt x="656" y="76248"/>
                  <a:pt x="894" y="76355"/>
                  <a:pt x="1179" y="76367"/>
                </a:cubicBezTo>
                <a:cubicBezTo>
                  <a:pt x="1352" y="76373"/>
                  <a:pt x="1519" y="76373"/>
                  <a:pt x="1685" y="76373"/>
                </a:cubicBezTo>
                <a:cubicBezTo>
                  <a:pt x="1852" y="76373"/>
                  <a:pt x="2019" y="76373"/>
                  <a:pt x="2192" y="76379"/>
                </a:cubicBezTo>
                <a:cubicBezTo>
                  <a:pt x="2489" y="76343"/>
                  <a:pt x="2787" y="76325"/>
                  <a:pt x="3084" y="76325"/>
                </a:cubicBezTo>
                <a:cubicBezTo>
                  <a:pt x="3382" y="76325"/>
                  <a:pt x="3680" y="76343"/>
                  <a:pt x="3977" y="76379"/>
                </a:cubicBezTo>
                <a:cubicBezTo>
                  <a:pt x="5954" y="76545"/>
                  <a:pt x="6775" y="77272"/>
                  <a:pt x="6883" y="79022"/>
                </a:cubicBezTo>
                <a:cubicBezTo>
                  <a:pt x="6954" y="79379"/>
                  <a:pt x="6954" y="79724"/>
                  <a:pt x="6883" y="80093"/>
                </a:cubicBezTo>
                <a:cubicBezTo>
                  <a:pt x="6859" y="80963"/>
                  <a:pt x="6704" y="81832"/>
                  <a:pt x="6549" y="82677"/>
                </a:cubicBezTo>
                <a:cubicBezTo>
                  <a:pt x="6228" y="84499"/>
                  <a:pt x="5692" y="86261"/>
                  <a:pt x="5240" y="88047"/>
                </a:cubicBezTo>
                <a:cubicBezTo>
                  <a:pt x="4799" y="89821"/>
                  <a:pt x="4382" y="91607"/>
                  <a:pt x="3942" y="93393"/>
                </a:cubicBezTo>
                <a:cubicBezTo>
                  <a:pt x="3918" y="93440"/>
                  <a:pt x="3930" y="93488"/>
                  <a:pt x="3966" y="93512"/>
                </a:cubicBezTo>
                <a:cubicBezTo>
                  <a:pt x="4027" y="93573"/>
                  <a:pt x="4098" y="93620"/>
                  <a:pt x="4179" y="93620"/>
                </a:cubicBezTo>
                <a:cubicBezTo>
                  <a:pt x="4224" y="93620"/>
                  <a:pt x="4272" y="93605"/>
                  <a:pt x="4323" y="93571"/>
                </a:cubicBezTo>
                <a:cubicBezTo>
                  <a:pt x="4585" y="93107"/>
                  <a:pt x="4763" y="92619"/>
                  <a:pt x="4942" y="92131"/>
                </a:cubicBezTo>
                <a:cubicBezTo>
                  <a:pt x="5644" y="90142"/>
                  <a:pt x="6049" y="88094"/>
                  <a:pt x="6609" y="86070"/>
                </a:cubicBezTo>
                <a:cubicBezTo>
                  <a:pt x="7097" y="84332"/>
                  <a:pt x="7442" y="82570"/>
                  <a:pt x="7668" y="80772"/>
                </a:cubicBezTo>
                <a:cubicBezTo>
                  <a:pt x="7740" y="80641"/>
                  <a:pt x="7656" y="80463"/>
                  <a:pt x="7740" y="80320"/>
                </a:cubicBezTo>
                <a:cubicBezTo>
                  <a:pt x="7740" y="79712"/>
                  <a:pt x="7776" y="79093"/>
                  <a:pt x="7656" y="78498"/>
                </a:cubicBezTo>
                <a:cubicBezTo>
                  <a:pt x="7514" y="77807"/>
                  <a:pt x="7335" y="77165"/>
                  <a:pt x="6835" y="76653"/>
                </a:cubicBezTo>
                <a:cubicBezTo>
                  <a:pt x="6013" y="75831"/>
                  <a:pt x="4978" y="75593"/>
                  <a:pt x="3882" y="75498"/>
                </a:cubicBezTo>
                <a:cubicBezTo>
                  <a:pt x="3627" y="75482"/>
                  <a:pt x="3372" y="75478"/>
                  <a:pt x="3111" y="75478"/>
                </a:cubicBezTo>
                <a:cubicBezTo>
                  <a:pt x="2763" y="75478"/>
                  <a:pt x="2406" y="75486"/>
                  <a:pt x="2025" y="75486"/>
                </a:cubicBezTo>
                <a:cubicBezTo>
                  <a:pt x="2144" y="75307"/>
                  <a:pt x="2203" y="75188"/>
                  <a:pt x="2299" y="75081"/>
                </a:cubicBezTo>
                <a:cubicBezTo>
                  <a:pt x="2751" y="74545"/>
                  <a:pt x="3108" y="73950"/>
                  <a:pt x="3442" y="73331"/>
                </a:cubicBezTo>
                <a:cubicBezTo>
                  <a:pt x="4644" y="71021"/>
                  <a:pt x="5013" y="68509"/>
                  <a:pt x="5275" y="65949"/>
                </a:cubicBezTo>
                <a:cubicBezTo>
                  <a:pt x="5394" y="64758"/>
                  <a:pt x="5466" y="63556"/>
                  <a:pt x="5466" y="62365"/>
                </a:cubicBezTo>
                <a:cubicBezTo>
                  <a:pt x="5549" y="62163"/>
                  <a:pt x="5430" y="61948"/>
                  <a:pt x="5537" y="61734"/>
                </a:cubicBezTo>
                <a:lnTo>
                  <a:pt x="5537" y="58496"/>
                </a:lnTo>
                <a:cubicBezTo>
                  <a:pt x="5430" y="58269"/>
                  <a:pt x="5549" y="58019"/>
                  <a:pt x="5466" y="57781"/>
                </a:cubicBezTo>
                <a:cubicBezTo>
                  <a:pt x="5466" y="57603"/>
                  <a:pt x="5466" y="57424"/>
                  <a:pt x="5430" y="57257"/>
                </a:cubicBezTo>
                <a:cubicBezTo>
                  <a:pt x="5228" y="55198"/>
                  <a:pt x="4763" y="53174"/>
                  <a:pt x="4537" y="51126"/>
                </a:cubicBezTo>
                <a:cubicBezTo>
                  <a:pt x="4394" y="49816"/>
                  <a:pt x="4382" y="48506"/>
                  <a:pt x="4394" y="47185"/>
                </a:cubicBezTo>
                <a:cubicBezTo>
                  <a:pt x="4394" y="46970"/>
                  <a:pt x="4478" y="46851"/>
                  <a:pt x="4692" y="46804"/>
                </a:cubicBezTo>
                <a:cubicBezTo>
                  <a:pt x="4835" y="46780"/>
                  <a:pt x="5001" y="46720"/>
                  <a:pt x="5156" y="46661"/>
                </a:cubicBezTo>
                <a:cubicBezTo>
                  <a:pt x="6466" y="46137"/>
                  <a:pt x="7395" y="45256"/>
                  <a:pt x="7609" y="43815"/>
                </a:cubicBezTo>
                <a:cubicBezTo>
                  <a:pt x="7732" y="42973"/>
                  <a:pt x="7244" y="42441"/>
                  <a:pt x="6541" y="42441"/>
                </a:cubicBezTo>
                <a:cubicBezTo>
                  <a:pt x="6430" y="42441"/>
                  <a:pt x="6313" y="42454"/>
                  <a:pt x="6192" y="42482"/>
                </a:cubicBezTo>
                <a:cubicBezTo>
                  <a:pt x="5847" y="42553"/>
                  <a:pt x="5597" y="42756"/>
                  <a:pt x="5359" y="42994"/>
                </a:cubicBezTo>
                <a:cubicBezTo>
                  <a:pt x="4644" y="43744"/>
                  <a:pt x="4299" y="44661"/>
                  <a:pt x="4085" y="45649"/>
                </a:cubicBezTo>
                <a:cubicBezTo>
                  <a:pt x="4021" y="45921"/>
                  <a:pt x="3914" y="46037"/>
                  <a:pt x="3749" y="46037"/>
                </a:cubicBezTo>
                <a:cubicBezTo>
                  <a:pt x="3669" y="46037"/>
                  <a:pt x="3575" y="46009"/>
                  <a:pt x="3465" y="45958"/>
                </a:cubicBezTo>
                <a:cubicBezTo>
                  <a:pt x="2715" y="45601"/>
                  <a:pt x="2144" y="45042"/>
                  <a:pt x="1787" y="44303"/>
                </a:cubicBezTo>
                <a:cubicBezTo>
                  <a:pt x="1132" y="43017"/>
                  <a:pt x="882" y="41613"/>
                  <a:pt x="894" y="40160"/>
                </a:cubicBezTo>
                <a:cubicBezTo>
                  <a:pt x="810" y="40017"/>
                  <a:pt x="894" y="39839"/>
                  <a:pt x="822" y="39708"/>
                </a:cubicBezTo>
                <a:lnTo>
                  <a:pt x="822" y="37755"/>
                </a:lnTo>
                <a:cubicBezTo>
                  <a:pt x="906" y="37517"/>
                  <a:pt x="787" y="37279"/>
                  <a:pt x="894" y="37041"/>
                </a:cubicBezTo>
                <a:cubicBezTo>
                  <a:pt x="894" y="36648"/>
                  <a:pt x="906" y="36231"/>
                  <a:pt x="906" y="35826"/>
                </a:cubicBezTo>
                <a:cubicBezTo>
                  <a:pt x="989" y="35695"/>
                  <a:pt x="882" y="35517"/>
                  <a:pt x="989" y="35374"/>
                </a:cubicBezTo>
                <a:cubicBezTo>
                  <a:pt x="965" y="34993"/>
                  <a:pt x="1025" y="34624"/>
                  <a:pt x="1060" y="34243"/>
                </a:cubicBezTo>
                <a:cubicBezTo>
                  <a:pt x="1179" y="32921"/>
                  <a:pt x="1406" y="31623"/>
                  <a:pt x="1656" y="30314"/>
                </a:cubicBezTo>
                <a:cubicBezTo>
                  <a:pt x="2192" y="27575"/>
                  <a:pt x="3192" y="24980"/>
                  <a:pt x="4168" y="22372"/>
                </a:cubicBezTo>
                <a:cubicBezTo>
                  <a:pt x="5061" y="20038"/>
                  <a:pt x="6061" y="17752"/>
                  <a:pt x="6835" y="15371"/>
                </a:cubicBezTo>
                <a:cubicBezTo>
                  <a:pt x="7478" y="13454"/>
                  <a:pt x="8049" y="11526"/>
                  <a:pt x="8204" y="9478"/>
                </a:cubicBezTo>
                <a:cubicBezTo>
                  <a:pt x="8276" y="9347"/>
                  <a:pt x="8192" y="9168"/>
                  <a:pt x="8276" y="9037"/>
                </a:cubicBezTo>
                <a:cubicBezTo>
                  <a:pt x="8323" y="8382"/>
                  <a:pt x="8323" y="7716"/>
                  <a:pt x="8323" y="7061"/>
                </a:cubicBezTo>
                <a:cubicBezTo>
                  <a:pt x="8228" y="6930"/>
                  <a:pt x="8323" y="6751"/>
                  <a:pt x="8252" y="6608"/>
                </a:cubicBezTo>
                <a:cubicBezTo>
                  <a:pt x="8168" y="5989"/>
                  <a:pt x="8109" y="5358"/>
                  <a:pt x="7990" y="4751"/>
                </a:cubicBezTo>
                <a:cubicBezTo>
                  <a:pt x="7680" y="3072"/>
                  <a:pt x="7061" y="1489"/>
                  <a:pt x="619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05" name="Google Shape;505;p43"/>
          <p:cNvPicPr preferRelativeResize="0"/>
          <p:nvPr/>
        </p:nvPicPr>
        <p:blipFill rotWithShape="1">
          <a:blip r:embed="rId4">
            <a:alphaModFix/>
          </a:blip>
          <a:srcRect l="28680" t="19555" r="23804" b="32703"/>
          <a:stretch/>
        </p:blipFill>
        <p:spPr>
          <a:xfrm rot="5400000">
            <a:off x="122606" y="1331976"/>
            <a:ext cx="1287874" cy="72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6" name="Google Shape;506;p43"/>
          <p:cNvPicPr preferRelativeResize="0"/>
          <p:nvPr/>
        </p:nvPicPr>
        <p:blipFill rotWithShape="1">
          <a:blip r:embed="rId5">
            <a:alphaModFix/>
          </a:blip>
          <a:srcRect l="45691" t="12052" r="18787" b="20159"/>
          <a:stretch/>
        </p:blipFill>
        <p:spPr>
          <a:xfrm>
            <a:off x="7440150" y="342001"/>
            <a:ext cx="1149350" cy="12337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" name="Grupo 28">
            <a:extLst>
              <a:ext uri="{FF2B5EF4-FFF2-40B4-BE49-F238E27FC236}">
                <a16:creationId xmlns:a16="http://schemas.microsoft.com/office/drawing/2014/main" id="{CCDC4BDA-8969-1963-85C0-2B566083B489}"/>
              </a:ext>
            </a:extLst>
          </p:cNvPr>
          <p:cNvGrpSpPr/>
          <p:nvPr/>
        </p:nvGrpSpPr>
        <p:grpSpPr>
          <a:xfrm>
            <a:off x="4045769" y="1125441"/>
            <a:ext cx="927000" cy="697526"/>
            <a:chOff x="2647075" y="1170614"/>
            <a:chExt cx="927000" cy="697526"/>
          </a:xfrm>
        </p:grpSpPr>
        <p:pic>
          <p:nvPicPr>
            <p:cNvPr id="30" name="Google Shape;485;p43">
              <a:extLst>
                <a:ext uri="{FF2B5EF4-FFF2-40B4-BE49-F238E27FC236}">
                  <a16:creationId xmlns:a16="http://schemas.microsoft.com/office/drawing/2014/main" id="{C90C560F-056E-60B3-44AE-B26CFC5D3F2C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 amt="76000"/>
            </a:blip>
            <a:srcRect l="37412" t="9009" r="30455" b="20771"/>
            <a:stretch/>
          </p:blipFill>
          <p:spPr>
            <a:xfrm>
              <a:off x="2826847" y="1170614"/>
              <a:ext cx="567451" cy="69752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Google Shape;496;p43">
              <a:extLst>
                <a:ext uri="{FF2B5EF4-FFF2-40B4-BE49-F238E27FC236}">
                  <a16:creationId xmlns:a16="http://schemas.microsoft.com/office/drawing/2014/main" id="{0C07FEC1-C5A4-E808-640E-09942C8D97F7}"/>
                </a:ext>
              </a:extLst>
            </p:cNvPr>
            <p:cNvSpPr txBox="1">
              <a:spLocks noGrp="1"/>
            </p:cNvSpPr>
            <p:nvPr>
              <p:ph type="title" idx="9"/>
            </p:nvPr>
          </p:nvSpPr>
          <p:spPr>
            <a:xfrm>
              <a:off x="2647075" y="1286124"/>
              <a:ext cx="927000" cy="538200"/>
            </a:xfrm>
            <a:prstGeom prst="rect">
              <a:avLst/>
            </a:prstGeom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/>
                <a:t>02</a:t>
              </a:r>
              <a:endParaRPr dirty="0"/>
            </a:p>
          </p:txBody>
        </p:sp>
      </p:grpSp>
      <p:sp>
        <p:nvSpPr>
          <p:cNvPr id="32" name="Google Shape;488;p43">
            <a:extLst>
              <a:ext uri="{FF2B5EF4-FFF2-40B4-BE49-F238E27FC236}">
                <a16:creationId xmlns:a16="http://schemas.microsoft.com/office/drawing/2014/main" id="{34488C12-FA76-69B1-0819-1D686D617B15}"/>
              </a:ext>
            </a:extLst>
          </p:cNvPr>
          <p:cNvSpPr txBox="1">
            <a:spLocks/>
          </p:cNvSpPr>
          <p:nvPr/>
        </p:nvSpPr>
        <p:spPr>
          <a:xfrm>
            <a:off x="4972769" y="1195293"/>
            <a:ext cx="3178539" cy="557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2300" b="0" i="0" u="none" strike="noStrike" cap="none">
                <a:solidFill>
                  <a:schemeClr val="dk1"/>
                </a:solidFill>
                <a:latin typeface="Cantata One"/>
                <a:ea typeface="Cantata One"/>
                <a:cs typeface="Cantata One"/>
                <a:sym typeface="Cantata On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/>
            <a:r>
              <a:rPr lang="es-MX" dirty="0"/>
              <a:t>Análisis descriptivo</a:t>
            </a:r>
          </a:p>
        </p:txBody>
      </p:sp>
      <p:sp>
        <p:nvSpPr>
          <p:cNvPr id="33" name="Google Shape;498;p54">
            <a:extLst>
              <a:ext uri="{FF2B5EF4-FFF2-40B4-BE49-F238E27FC236}">
                <a16:creationId xmlns:a16="http://schemas.microsoft.com/office/drawing/2014/main" id="{41EC1839-9EA8-C05F-7912-27C7B1B6CD67}"/>
              </a:ext>
            </a:extLst>
          </p:cNvPr>
          <p:cNvSpPr txBox="1">
            <a:spLocks/>
          </p:cNvSpPr>
          <p:nvPr/>
        </p:nvSpPr>
        <p:spPr>
          <a:xfrm>
            <a:off x="4003885" y="1860208"/>
            <a:ext cx="4761396" cy="1707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●"/>
              <a:defRPr sz="12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285750" indent="-285750" algn="just"/>
            <a:r>
              <a:rPr lang="es-MX" sz="1400" dirty="0">
                <a:latin typeface="Catamaran" panose="020B0604020202020204" charset="0"/>
                <a:cs typeface="Catamaran" panose="020B0604020202020204" charset="0"/>
              </a:rPr>
              <a:t>Gráficas estadísticas con grupos/preferencias</a:t>
            </a:r>
          </a:p>
          <a:p>
            <a:pPr marL="285750" indent="-285750" algn="just"/>
            <a:r>
              <a:rPr lang="es-MX" sz="1400" dirty="0">
                <a:latin typeface="Catamaran" panose="020B0604020202020204" charset="0"/>
                <a:cs typeface="Catamaran" panose="020B0604020202020204" charset="0"/>
              </a:rPr>
              <a:t>Análisis de texto libre:</a:t>
            </a:r>
          </a:p>
          <a:p>
            <a:pPr marL="742950" lvl="1" indent="-285750" algn="just"/>
            <a:r>
              <a:rPr lang="es-MX" sz="1200" dirty="0">
                <a:latin typeface="Catamaran" panose="020B0604020202020204" charset="0"/>
                <a:cs typeface="Catamaran" panose="020B0604020202020204" charset="0"/>
              </a:rPr>
              <a:t>Análisis de frecuencia de términos y nubes de palabras</a:t>
            </a:r>
          </a:p>
          <a:p>
            <a:pPr marL="742950" lvl="1" indent="-285750" algn="just"/>
            <a:r>
              <a:rPr lang="es-MX" sz="1200" dirty="0">
                <a:latin typeface="Catamaran" panose="020B0604020202020204" charset="0"/>
                <a:cs typeface="Catamaran" panose="020B0604020202020204" charset="0"/>
              </a:rPr>
              <a:t>Análisis de tono o sentimiento (positivo, negativo, neutro)</a:t>
            </a:r>
          </a:p>
          <a:p>
            <a:pPr marL="742950" lvl="1" indent="-285750" algn="just"/>
            <a:r>
              <a:rPr lang="es-MX" sz="1200" dirty="0">
                <a:latin typeface="Catamaran" panose="020B0604020202020204" charset="0"/>
                <a:cs typeface="Catamaran" panose="020B0604020202020204" charset="0"/>
              </a:rPr>
              <a:t>Agrupamiento semántico para identificar posibles perfiles de lenguaje (por ejemplo, romántico, humorístico o descriptivo)</a:t>
            </a:r>
          </a:p>
          <a:p>
            <a:pPr marL="0" indent="0" algn="just">
              <a:buFont typeface="Karla"/>
              <a:buNone/>
            </a:pPr>
            <a:endParaRPr lang="es-MX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0">
          <a:extLst>
            <a:ext uri="{FF2B5EF4-FFF2-40B4-BE49-F238E27FC236}">
              <a16:creationId xmlns:a16="http://schemas.microsoft.com/office/drawing/2014/main" id="{A40941ED-B84E-842C-4230-595636763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3">
            <a:extLst>
              <a:ext uri="{FF2B5EF4-FFF2-40B4-BE49-F238E27FC236}">
                <a16:creationId xmlns:a16="http://schemas.microsoft.com/office/drawing/2014/main" id="{8FD3B7EF-44F1-632E-E49A-EDB17BD0FA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309910"/>
            <a:ext cx="7717500" cy="60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Metodología</a:t>
            </a:r>
            <a:endParaRPr dirty="0"/>
          </a:p>
        </p:txBody>
      </p:sp>
      <p:sp>
        <p:nvSpPr>
          <p:cNvPr id="488" name="Google Shape;488;p43">
            <a:extLst>
              <a:ext uri="{FF2B5EF4-FFF2-40B4-BE49-F238E27FC236}">
                <a16:creationId xmlns:a16="http://schemas.microsoft.com/office/drawing/2014/main" id="{42F5AB0E-77B6-E4D5-4DDD-6B22719EE2A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22670" y="1224784"/>
            <a:ext cx="3449329" cy="48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Cálculo de similitud</a:t>
            </a:r>
          </a:p>
        </p:txBody>
      </p:sp>
      <p:sp>
        <p:nvSpPr>
          <p:cNvPr id="492" name="Google Shape;492;p43">
            <a:extLst>
              <a:ext uri="{FF2B5EF4-FFF2-40B4-BE49-F238E27FC236}">
                <a16:creationId xmlns:a16="http://schemas.microsoft.com/office/drawing/2014/main" id="{FCCA536D-A8B0-730E-A5FB-24F98CDF856C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1033588" y="1720081"/>
            <a:ext cx="7255218" cy="14578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algn="just">
              <a:buAutoNum type="arabicPeriod"/>
            </a:pPr>
            <a:r>
              <a:rPr lang="es-MX" dirty="0"/>
              <a:t>Cálculo de matrices de similitud independientes para cada pregunta, utilizando métricas específicas (por ejemplo, Jaccard para variables categóricas o similitud de coseno para representaciones textuales). </a:t>
            </a:r>
          </a:p>
          <a:p>
            <a:pPr marL="342900" algn="just">
              <a:buAutoNum type="arabicPeriod"/>
            </a:pPr>
            <a:r>
              <a:rPr lang="es-MX" dirty="0"/>
              <a:t>2. Integración de todas las matrices en una sola matriz global mediante un esquema de ponderación que asigna diferentes pesos a las preguntas según su relevancia</a:t>
            </a:r>
          </a:p>
        </p:txBody>
      </p:sp>
      <p:grpSp>
        <p:nvGrpSpPr>
          <p:cNvPr id="26" name="Grupo 25">
            <a:extLst>
              <a:ext uri="{FF2B5EF4-FFF2-40B4-BE49-F238E27FC236}">
                <a16:creationId xmlns:a16="http://schemas.microsoft.com/office/drawing/2014/main" id="{54656E3C-903F-C11D-7DE9-490CBF75A073}"/>
              </a:ext>
            </a:extLst>
          </p:cNvPr>
          <p:cNvGrpSpPr/>
          <p:nvPr/>
        </p:nvGrpSpPr>
        <p:grpSpPr>
          <a:xfrm>
            <a:off x="286365" y="1118871"/>
            <a:ext cx="927000" cy="697526"/>
            <a:chOff x="2647075" y="1170614"/>
            <a:chExt cx="927000" cy="697526"/>
          </a:xfrm>
        </p:grpSpPr>
        <p:pic>
          <p:nvPicPr>
            <p:cNvPr id="485" name="Google Shape;485;p43">
              <a:extLst>
                <a:ext uri="{FF2B5EF4-FFF2-40B4-BE49-F238E27FC236}">
                  <a16:creationId xmlns:a16="http://schemas.microsoft.com/office/drawing/2014/main" id="{CF54D477-05D3-DFA3-4E5A-E1C600445444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 amt="76000"/>
            </a:blip>
            <a:srcRect l="37412" t="9009" r="30455" b="20771"/>
            <a:stretch/>
          </p:blipFill>
          <p:spPr>
            <a:xfrm>
              <a:off x="2826847" y="1170614"/>
              <a:ext cx="567451" cy="69752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96" name="Google Shape;496;p43">
              <a:extLst>
                <a:ext uri="{FF2B5EF4-FFF2-40B4-BE49-F238E27FC236}">
                  <a16:creationId xmlns:a16="http://schemas.microsoft.com/office/drawing/2014/main" id="{7687BE25-BA42-AFB2-06DC-0AC9CE5B0371}"/>
                </a:ext>
              </a:extLst>
            </p:cNvPr>
            <p:cNvSpPr txBox="1">
              <a:spLocks noGrp="1"/>
            </p:cNvSpPr>
            <p:nvPr>
              <p:ph type="title" idx="9"/>
            </p:nvPr>
          </p:nvSpPr>
          <p:spPr>
            <a:xfrm>
              <a:off x="2647075" y="1286124"/>
              <a:ext cx="927000" cy="538200"/>
            </a:xfrm>
            <a:prstGeom prst="rect">
              <a:avLst/>
            </a:prstGeom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/>
                <a:t>03</a:t>
              </a:r>
              <a:endParaRPr dirty="0"/>
            </a:p>
          </p:txBody>
        </p:sp>
      </p:grpSp>
      <p:pic>
        <p:nvPicPr>
          <p:cNvPr id="503" name="Google Shape;503;p43">
            <a:extLst>
              <a:ext uri="{FF2B5EF4-FFF2-40B4-BE49-F238E27FC236}">
                <a16:creationId xmlns:a16="http://schemas.microsoft.com/office/drawing/2014/main" id="{4CFE85B7-43A5-E68E-A061-57FC393A73EC}"/>
              </a:ext>
            </a:extLst>
          </p:cNvPr>
          <p:cNvPicPr preferRelativeResize="0"/>
          <p:nvPr/>
        </p:nvPicPr>
        <p:blipFill rotWithShape="1">
          <a:blip r:embed="rId3">
            <a:alphaModFix amt="76000"/>
          </a:blip>
          <a:srcRect l="37412" t="9009" r="30455" b="20771"/>
          <a:stretch/>
        </p:blipFill>
        <p:spPr>
          <a:xfrm>
            <a:off x="2268575" y="4030950"/>
            <a:ext cx="1683998" cy="2070001"/>
          </a:xfrm>
          <a:prstGeom prst="rect">
            <a:avLst/>
          </a:prstGeom>
          <a:noFill/>
          <a:ln>
            <a:noFill/>
          </a:ln>
        </p:spPr>
      </p:pic>
      <p:sp>
        <p:nvSpPr>
          <p:cNvPr id="504" name="Google Shape;504;p43">
            <a:extLst>
              <a:ext uri="{FF2B5EF4-FFF2-40B4-BE49-F238E27FC236}">
                <a16:creationId xmlns:a16="http://schemas.microsoft.com/office/drawing/2014/main" id="{287FC506-EF62-D119-6B95-2280E782C6C1}"/>
              </a:ext>
            </a:extLst>
          </p:cNvPr>
          <p:cNvSpPr/>
          <p:nvPr/>
        </p:nvSpPr>
        <p:spPr>
          <a:xfrm>
            <a:off x="207350" y="-855976"/>
            <a:ext cx="505870" cy="5689756"/>
          </a:xfrm>
          <a:custGeom>
            <a:avLst/>
            <a:gdLst/>
            <a:ahLst/>
            <a:cxnLst/>
            <a:rect l="l" t="t" r="r" b="b"/>
            <a:pathLst>
              <a:path w="8324" h="93620" extrusionOk="0">
                <a:moveTo>
                  <a:pt x="6403" y="43083"/>
                </a:moveTo>
                <a:cubicBezTo>
                  <a:pt x="6612" y="43083"/>
                  <a:pt x="6805" y="43168"/>
                  <a:pt x="6918" y="43387"/>
                </a:cubicBezTo>
                <a:cubicBezTo>
                  <a:pt x="7085" y="43684"/>
                  <a:pt x="7073" y="44041"/>
                  <a:pt x="6954" y="44351"/>
                </a:cubicBezTo>
                <a:cubicBezTo>
                  <a:pt x="6704" y="45006"/>
                  <a:pt x="6180" y="45637"/>
                  <a:pt x="5549" y="45970"/>
                </a:cubicBezTo>
                <a:cubicBezTo>
                  <a:pt x="5356" y="46085"/>
                  <a:pt x="5123" y="46173"/>
                  <a:pt x="4895" y="46173"/>
                </a:cubicBezTo>
                <a:cubicBezTo>
                  <a:pt x="4814" y="46173"/>
                  <a:pt x="4734" y="46162"/>
                  <a:pt x="4656" y="46137"/>
                </a:cubicBezTo>
                <a:cubicBezTo>
                  <a:pt x="4549" y="46113"/>
                  <a:pt x="4501" y="46006"/>
                  <a:pt x="4478" y="45899"/>
                </a:cubicBezTo>
                <a:cubicBezTo>
                  <a:pt x="4442" y="45863"/>
                  <a:pt x="4418" y="45792"/>
                  <a:pt x="4442" y="45732"/>
                </a:cubicBezTo>
                <a:cubicBezTo>
                  <a:pt x="4513" y="45161"/>
                  <a:pt x="4716" y="44625"/>
                  <a:pt x="5001" y="44149"/>
                </a:cubicBezTo>
                <a:cubicBezTo>
                  <a:pt x="5251" y="43744"/>
                  <a:pt x="5597" y="43339"/>
                  <a:pt x="6037" y="43160"/>
                </a:cubicBezTo>
                <a:cubicBezTo>
                  <a:pt x="6156" y="43112"/>
                  <a:pt x="6282" y="43083"/>
                  <a:pt x="6403" y="43083"/>
                </a:cubicBezTo>
                <a:close/>
                <a:moveTo>
                  <a:pt x="6192" y="0"/>
                </a:moveTo>
                <a:cubicBezTo>
                  <a:pt x="6002" y="36"/>
                  <a:pt x="6073" y="155"/>
                  <a:pt x="6121" y="262"/>
                </a:cubicBezTo>
                <a:cubicBezTo>
                  <a:pt x="6168" y="512"/>
                  <a:pt x="6287" y="750"/>
                  <a:pt x="6383" y="989"/>
                </a:cubicBezTo>
                <a:cubicBezTo>
                  <a:pt x="7180" y="2620"/>
                  <a:pt x="7514" y="4346"/>
                  <a:pt x="7609" y="6156"/>
                </a:cubicBezTo>
                <a:cubicBezTo>
                  <a:pt x="7692" y="6287"/>
                  <a:pt x="7609" y="6465"/>
                  <a:pt x="7680" y="6596"/>
                </a:cubicBezTo>
                <a:lnTo>
                  <a:pt x="7680" y="8275"/>
                </a:lnTo>
                <a:cubicBezTo>
                  <a:pt x="7609" y="8430"/>
                  <a:pt x="7692" y="8597"/>
                  <a:pt x="7609" y="8728"/>
                </a:cubicBezTo>
                <a:cubicBezTo>
                  <a:pt x="7609" y="9001"/>
                  <a:pt x="7561" y="9275"/>
                  <a:pt x="7537" y="9549"/>
                </a:cubicBezTo>
                <a:cubicBezTo>
                  <a:pt x="7371" y="11597"/>
                  <a:pt x="6740" y="13550"/>
                  <a:pt x="6061" y="15455"/>
                </a:cubicBezTo>
                <a:cubicBezTo>
                  <a:pt x="4978" y="18514"/>
                  <a:pt x="3680" y="21515"/>
                  <a:pt x="2513" y="24551"/>
                </a:cubicBezTo>
                <a:cubicBezTo>
                  <a:pt x="1203" y="28004"/>
                  <a:pt x="429" y="31540"/>
                  <a:pt x="179" y="35219"/>
                </a:cubicBezTo>
                <a:cubicBezTo>
                  <a:pt x="108" y="35350"/>
                  <a:pt x="191" y="35528"/>
                  <a:pt x="108" y="35659"/>
                </a:cubicBezTo>
                <a:cubicBezTo>
                  <a:pt x="108" y="36017"/>
                  <a:pt x="96" y="36362"/>
                  <a:pt x="96" y="36719"/>
                </a:cubicBezTo>
                <a:cubicBezTo>
                  <a:pt x="1" y="37005"/>
                  <a:pt x="120" y="37314"/>
                  <a:pt x="13" y="37612"/>
                </a:cubicBezTo>
                <a:lnTo>
                  <a:pt x="13" y="39803"/>
                </a:lnTo>
                <a:cubicBezTo>
                  <a:pt x="120" y="39969"/>
                  <a:pt x="1" y="40160"/>
                  <a:pt x="96" y="40339"/>
                </a:cubicBezTo>
                <a:cubicBezTo>
                  <a:pt x="120" y="41553"/>
                  <a:pt x="298" y="42744"/>
                  <a:pt x="715" y="43887"/>
                </a:cubicBezTo>
                <a:cubicBezTo>
                  <a:pt x="1191" y="45161"/>
                  <a:pt x="1941" y="46196"/>
                  <a:pt x="3251" y="46685"/>
                </a:cubicBezTo>
                <a:cubicBezTo>
                  <a:pt x="3727" y="46863"/>
                  <a:pt x="3882" y="47018"/>
                  <a:pt x="3823" y="47566"/>
                </a:cubicBezTo>
                <a:cubicBezTo>
                  <a:pt x="3727" y="48673"/>
                  <a:pt x="3846" y="49768"/>
                  <a:pt x="3966" y="50888"/>
                </a:cubicBezTo>
                <a:cubicBezTo>
                  <a:pt x="4108" y="52376"/>
                  <a:pt x="4466" y="53828"/>
                  <a:pt x="4656" y="55317"/>
                </a:cubicBezTo>
                <a:cubicBezTo>
                  <a:pt x="4775" y="56174"/>
                  <a:pt x="4918" y="57019"/>
                  <a:pt x="4942" y="57876"/>
                </a:cubicBezTo>
                <a:cubicBezTo>
                  <a:pt x="5049" y="58162"/>
                  <a:pt x="4930" y="58472"/>
                  <a:pt x="5013" y="58758"/>
                </a:cubicBezTo>
                <a:lnTo>
                  <a:pt x="5013" y="59924"/>
                </a:lnTo>
                <a:cubicBezTo>
                  <a:pt x="4930" y="60174"/>
                  <a:pt x="5049" y="60460"/>
                  <a:pt x="4942" y="60722"/>
                </a:cubicBezTo>
                <a:lnTo>
                  <a:pt x="4930" y="61948"/>
                </a:lnTo>
                <a:cubicBezTo>
                  <a:pt x="4859" y="62091"/>
                  <a:pt x="4942" y="62258"/>
                  <a:pt x="4859" y="62389"/>
                </a:cubicBezTo>
                <a:cubicBezTo>
                  <a:pt x="4859" y="62853"/>
                  <a:pt x="4835" y="63330"/>
                  <a:pt x="4835" y="63794"/>
                </a:cubicBezTo>
                <a:cubicBezTo>
                  <a:pt x="4751" y="63949"/>
                  <a:pt x="4870" y="64163"/>
                  <a:pt x="4763" y="64330"/>
                </a:cubicBezTo>
                <a:cubicBezTo>
                  <a:pt x="4763" y="64627"/>
                  <a:pt x="4751" y="64901"/>
                  <a:pt x="4751" y="65199"/>
                </a:cubicBezTo>
                <a:cubicBezTo>
                  <a:pt x="4680" y="65342"/>
                  <a:pt x="4763" y="65520"/>
                  <a:pt x="4680" y="65651"/>
                </a:cubicBezTo>
                <a:cubicBezTo>
                  <a:pt x="4644" y="66532"/>
                  <a:pt x="4478" y="67378"/>
                  <a:pt x="4323" y="68235"/>
                </a:cubicBezTo>
                <a:cubicBezTo>
                  <a:pt x="3977" y="69961"/>
                  <a:pt x="3620" y="71676"/>
                  <a:pt x="2656" y="73176"/>
                </a:cubicBezTo>
                <a:cubicBezTo>
                  <a:pt x="2144" y="73974"/>
                  <a:pt x="1644" y="74771"/>
                  <a:pt x="882" y="75367"/>
                </a:cubicBezTo>
                <a:cubicBezTo>
                  <a:pt x="691" y="75521"/>
                  <a:pt x="429" y="75664"/>
                  <a:pt x="548" y="75962"/>
                </a:cubicBezTo>
                <a:cubicBezTo>
                  <a:pt x="656" y="76248"/>
                  <a:pt x="894" y="76355"/>
                  <a:pt x="1179" y="76367"/>
                </a:cubicBezTo>
                <a:cubicBezTo>
                  <a:pt x="1352" y="76373"/>
                  <a:pt x="1519" y="76373"/>
                  <a:pt x="1685" y="76373"/>
                </a:cubicBezTo>
                <a:cubicBezTo>
                  <a:pt x="1852" y="76373"/>
                  <a:pt x="2019" y="76373"/>
                  <a:pt x="2192" y="76379"/>
                </a:cubicBezTo>
                <a:cubicBezTo>
                  <a:pt x="2489" y="76343"/>
                  <a:pt x="2787" y="76325"/>
                  <a:pt x="3084" y="76325"/>
                </a:cubicBezTo>
                <a:cubicBezTo>
                  <a:pt x="3382" y="76325"/>
                  <a:pt x="3680" y="76343"/>
                  <a:pt x="3977" y="76379"/>
                </a:cubicBezTo>
                <a:cubicBezTo>
                  <a:pt x="5954" y="76545"/>
                  <a:pt x="6775" y="77272"/>
                  <a:pt x="6883" y="79022"/>
                </a:cubicBezTo>
                <a:cubicBezTo>
                  <a:pt x="6954" y="79379"/>
                  <a:pt x="6954" y="79724"/>
                  <a:pt x="6883" y="80093"/>
                </a:cubicBezTo>
                <a:cubicBezTo>
                  <a:pt x="6859" y="80963"/>
                  <a:pt x="6704" y="81832"/>
                  <a:pt x="6549" y="82677"/>
                </a:cubicBezTo>
                <a:cubicBezTo>
                  <a:pt x="6228" y="84499"/>
                  <a:pt x="5692" y="86261"/>
                  <a:pt x="5240" y="88047"/>
                </a:cubicBezTo>
                <a:cubicBezTo>
                  <a:pt x="4799" y="89821"/>
                  <a:pt x="4382" y="91607"/>
                  <a:pt x="3942" y="93393"/>
                </a:cubicBezTo>
                <a:cubicBezTo>
                  <a:pt x="3918" y="93440"/>
                  <a:pt x="3930" y="93488"/>
                  <a:pt x="3966" y="93512"/>
                </a:cubicBezTo>
                <a:cubicBezTo>
                  <a:pt x="4027" y="93573"/>
                  <a:pt x="4098" y="93620"/>
                  <a:pt x="4179" y="93620"/>
                </a:cubicBezTo>
                <a:cubicBezTo>
                  <a:pt x="4224" y="93620"/>
                  <a:pt x="4272" y="93605"/>
                  <a:pt x="4323" y="93571"/>
                </a:cubicBezTo>
                <a:cubicBezTo>
                  <a:pt x="4585" y="93107"/>
                  <a:pt x="4763" y="92619"/>
                  <a:pt x="4942" y="92131"/>
                </a:cubicBezTo>
                <a:cubicBezTo>
                  <a:pt x="5644" y="90142"/>
                  <a:pt x="6049" y="88094"/>
                  <a:pt x="6609" y="86070"/>
                </a:cubicBezTo>
                <a:cubicBezTo>
                  <a:pt x="7097" y="84332"/>
                  <a:pt x="7442" y="82570"/>
                  <a:pt x="7668" y="80772"/>
                </a:cubicBezTo>
                <a:cubicBezTo>
                  <a:pt x="7740" y="80641"/>
                  <a:pt x="7656" y="80463"/>
                  <a:pt x="7740" y="80320"/>
                </a:cubicBezTo>
                <a:cubicBezTo>
                  <a:pt x="7740" y="79712"/>
                  <a:pt x="7776" y="79093"/>
                  <a:pt x="7656" y="78498"/>
                </a:cubicBezTo>
                <a:cubicBezTo>
                  <a:pt x="7514" y="77807"/>
                  <a:pt x="7335" y="77165"/>
                  <a:pt x="6835" y="76653"/>
                </a:cubicBezTo>
                <a:cubicBezTo>
                  <a:pt x="6013" y="75831"/>
                  <a:pt x="4978" y="75593"/>
                  <a:pt x="3882" y="75498"/>
                </a:cubicBezTo>
                <a:cubicBezTo>
                  <a:pt x="3627" y="75482"/>
                  <a:pt x="3372" y="75478"/>
                  <a:pt x="3111" y="75478"/>
                </a:cubicBezTo>
                <a:cubicBezTo>
                  <a:pt x="2763" y="75478"/>
                  <a:pt x="2406" y="75486"/>
                  <a:pt x="2025" y="75486"/>
                </a:cubicBezTo>
                <a:cubicBezTo>
                  <a:pt x="2144" y="75307"/>
                  <a:pt x="2203" y="75188"/>
                  <a:pt x="2299" y="75081"/>
                </a:cubicBezTo>
                <a:cubicBezTo>
                  <a:pt x="2751" y="74545"/>
                  <a:pt x="3108" y="73950"/>
                  <a:pt x="3442" y="73331"/>
                </a:cubicBezTo>
                <a:cubicBezTo>
                  <a:pt x="4644" y="71021"/>
                  <a:pt x="5013" y="68509"/>
                  <a:pt x="5275" y="65949"/>
                </a:cubicBezTo>
                <a:cubicBezTo>
                  <a:pt x="5394" y="64758"/>
                  <a:pt x="5466" y="63556"/>
                  <a:pt x="5466" y="62365"/>
                </a:cubicBezTo>
                <a:cubicBezTo>
                  <a:pt x="5549" y="62163"/>
                  <a:pt x="5430" y="61948"/>
                  <a:pt x="5537" y="61734"/>
                </a:cubicBezTo>
                <a:lnTo>
                  <a:pt x="5537" y="58496"/>
                </a:lnTo>
                <a:cubicBezTo>
                  <a:pt x="5430" y="58269"/>
                  <a:pt x="5549" y="58019"/>
                  <a:pt x="5466" y="57781"/>
                </a:cubicBezTo>
                <a:cubicBezTo>
                  <a:pt x="5466" y="57603"/>
                  <a:pt x="5466" y="57424"/>
                  <a:pt x="5430" y="57257"/>
                </a:cubicBezTo>
                <a:cubicBezTo>
                  <a:pt x="5228" y="55198"/>
                  <a:pt x="4763" y="53174"/>
                  <a:pt x="4537" y="51126"/>
                </a:cubicBezTo>
                <a:cubicBezTo>
                  <a:pt x="4394" y="49816"/>
                  <a:pt x="4382" y="48506"/>
                  <a:pt x="4394" y="47185"/>
                </a:cubicBezTo>
                <a:cubicBezTo>
                  <a:pt x="4394" y="46970"/>
                  <a:pt x="4478" y="46851"/>
                  <a:pt x="4692" y="46804"/>
                </a:cubicBezTo>
                <a:cubicBezTo>
                  <a:pt x="4835" y="46780"/>
                  <a:pt x="5001" y="46720"/>
                  <a:pt x="5156" y="46661"/>
                </a:cubicBezTo>
                <a:cubicBezTo>
                  <a:pt x="6466" y="46137"/>
                  <a:pt x="7395" y="45256"/>
                  <a:pt x="7609" y="43815"/>
                </a:cubicBezTo>
                <a:cubicBezTo>
                  <a:pt x="7732" y="42973"/>
                  <a:pt x="7244" y="42441"/>
                  <a:pt x="6541" y="42441"/>
                </a:cubicBezTo>
                <a:cubicBezTo>
                  <a:pt x="6430" y="42441"/>
                  <a:pt x="6313" y="42454"/>
                  <a:pt x="6192" y="42482"/>
                </a:cubicBezTo>
                <a:cubicBezTo>
                  <a:pt x="5847" y="42553"/>
                  <a:pt x="5597" y="42756"/>
                  <a:pt x="5359" y="42994"/>
                </a:cubicBezTo>
                <a:cubicBezTo>
                  <a:pt x="4644" y="43744"/>
                  <a:pt x="4299" y="44661"/>
                  <a:pt x="4085" y="45649"/>
                </a:cubicBezTo>
                <a:cubicBezTo>
                  <a:pt x="4021" y="45921"/>
                  <a:pt x="3914" y="46037"/>
                  <a:pt x="3749" y="46037"/>
                </a:cubicBezTo>
                <a:cubicBezTo>
                  <a:pt x="3669" y="46037"/>
                  <a:pt x="3575" y="46009"/>
                  <a:pt x="3465" y="45958"/>
                </a:cubicBezTo>
                <a:cubicBezTo>
                  <a:pt x="2715" y="45601"/>
                  <a:pt x="2144" y="45042"/>
                  <a:pt x="1787" y="44303"/>
                </a:cubicBezTo>
                <a:cubicBezTo>
                  <a:pt x="1132" y="43017"/>
                  <a:pt x="882" y="41613"/>
                  <a:pt x="894" y="40160"/>
                </a:cubicBezTo>
                <a:cubicBezTo>
                  <a:pt x="810" y="40017"/>
                  <a:pt x="894" y="39839"/>
                  <a:pt x="822" y="39708"/>
                </a:cubicBezTo>
                <a:lnTo>
                  <a:pt x="822" y="37755"/>
                </a:lnTo>
                <a:cubicBezTo>
                  <a:pt x="906" y="37517"/>
                  <a:pt x="787" y="37279"/>
                  <a:pt x="894" y="37041"/>
                </a:cubicBezTo>
                <a:cubicBezTo>
                  <a:pt x="894" y="36648"/>
                  <a:pt x="906" y="36231"/>
                  <a:pt x="906" y="35826"/>
                </a:cubicBezTo>
                <a:cubicBezTo>
                  <a:pt x="989" y="35695"/>
                  <a:pt x="882" y="35517"/>
                  <a:pt x="989" y="35374"/>
                </a:cubicBezTo>
                <a:cubicBezTo>
                  <a:pt x="965" y="34993"/>
                  <a:pt x="1025" y="34624"/>
                  <a:pt x="1060" y="34243"/>
                </a:cubicBezTo>
                <a:cubicBezTo>
                  <a:pt x="1179" y="32921"/>
                  <a:pt x="1406" y="31623"/>
                  <a:pt x="1656" y="30314"/>
                </a:cubicBezTo>
                <a:cubicBezTo>
                  <a:pt x="2192" y="27575"/>
                  <a:pt x="3192" y="24980"/>
                  <a:pt x="4168" y="22372"/>
                </a:cubicBezTo>
                <a:cubicBezTo>
                  <a:pt x="5061" y="20038"/>
                  <a:pt x="6061" y="17752"/>
                  <a:pt x="6835" y="15371"/>
                </a:cubicBezTo>
                <a:cubicBezTo>
                  <a:pt x="7478" y="13454"/>
                  <a:pt x="8049" y="11526"/>
                  <a:pt x="8204" y="9478"/>
                </a:cubicBezTo>
                <a:cubicBezTo>
                  <a:pt x="8276" y="9347"/>
                  <a:pt x="8192" y="9168"/>
                  <a:pt x="8276" y="9037"/>
                </a:cubicBezTo>
                <a:cubicBezTo>
                  <a:pt x="8323" y="8382"/>
                  <a:pt x="8323" y="7716"/>
                  <a:pt x="8323" y="7061"/>
                </a:cubicBezTo>
                <a:cubicBezTo>
                  <a:pt x="8228" y="6930"/>
                  <a:pt x="8323" y="6751"/>
                  <a:pt x="8252" y="6608"/>
                </a:cubicBezTo>
                <a:cubicBezTo>
                  <a:pt x="8168" y="5989"/>
                  <a:pt x="8109" y="5358"/>
                  <a:pt x="7990" y="4751"/>
                </a:cubicBezTo>
                <a:cubicBezTo>
                  <a:pt x="7680" y="3072"/>
                  <a:pt x="7061" y="1489"/>
                  <a:pt x="619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05" name="Google Shape;505;p43">
            <a:extLst>
              <a:ext uri="{FF2B5EF4-FFF2-40B4-BE49-F238E27FC236}">
                <a16:creationId xmlns:a16="http://schemas.microsoft.com/office/drawing/2014/main" id="{3927F4CB-D2C1-ADF0-D162-2A4D9730A9B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28680" t="19555" r="23804" b="32703"/>
          <a:stretch/>
        </p:blipFill>
        <p:spPr>
          <a:xfrm rot="5400000">
            <a:off x="69282" y="1174088"/>
            <a:ext cx="1287874" cy="72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6" name="Google Shape;506;p43">
            <a:extLst>
              <a:ext uri="{FF2B5EF4-FFF2-40B4-BE49-F238E27FC236}">
                <a16:creationId xmlns:a16="http://schemas.microsoft.com/office/drawing/2014/main" id="{D1A41439-6630-8C08-4E2E-945A4FAD94F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45691" t="12052" r="18787" b="20159"/>
          <a:stretch/>
        </p:blipFill>
        <p:spPr>
          <a:xfrm>
            <a:off x="7440150" y="342001"/>
            <a:ext cx="1149350" cy="123372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94;p62">
            <a:extLst>
              <a:ext uri="{FF2B5EF4-FFF2-40B4-BE49-F238E27FC236}">
                <a16:creationId xmlns:a16="http://schemas.microsoft.com/office/drawing/2014/main" id="{8543B024-A11A-93CF-AA01-A7B18085EBB1}"/>
              </a:ext>
            </a:extLst>
          </p:cNvPr>
          <p:cNvSpPr txBox="1">
            <a:spLocks/>
          </p:cNvSpPr>
          <p:nvPr/>
        </p:nvSpPr>
        <p:spPr>
          <a:xfrm>
            <a:off x="2179974" y="2911397"/>
            <a:ext cx="4523171" cy="1007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 b="0" i="0" u="none" strike="noStrike" cap="none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 b="0" i="0" u="none" strike="noStrike" cap="none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 b="0" i="0" u="none" strike="noStrike" cap="none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 b="0" i="0" u="none" strike="noStrike" cap="none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 b="0" i="0" u="none" strike="noStrike" cap="none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 b="0" i="0" u="none" strike="noStrike" cap="none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 b="0" i="0" u="none" strike="noStrike" cap="none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 b="0" i="0" u="none" strike="noStrike" cap="none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DM Serif Display"/>
              <a:buNone/>
              <a:defRPr sz="2800" b="0" i="0" u="none" strike="noStrike" cap="none">
                <a:solidFill>
                  <a:schemeClr val="dk1"/>
                </a:solidFill>
                <a:latin typeface="DM Serif Display"/>
                <a:ea typeface="DM Serif Display"/>
                <a:cs typeface="DM Serif Display"/>
                <a:sym typeface="DM Serif Display"/>
              </a:defRPr>
            </a:lvl9pPr>
          </a:lstStyle>
          <a:p>
            <a:pPr>
              <a:buSzPts val="1100"/>
              <a:buFont typeface="Arial"/>
              <a:buNone/>
            </a:pPr>
            <a:r>
              <a:rPr lang="es-MX" sz="2400" dirty="0">
                <a:solidFill>
                  <a:schemeClr val="accent4">
                    <a:lumMod val="25000"/>
                  </a:schemeClr>
                </a:solidFill>
              </a:rPr>
              <a:t>Emparejamiento con el</a:t>
            </a:r>
          </a:p>
          <a:p>
            <a:pPr>
              <a:buSzPts val="1100"/>
              <a:buFont typeface="Arial"/>
              <a:buNone/>
            </a:pPr>
            <a:r>
              <a:rPr lang="es-MX" sz="2400" dirty="0">
                <a:solidFill>
                  <a:schemeClr val="accent4">
                    <a:lumMod val="25000"/>
                  </a:schemeClr>
                </a:solidFill>
              </a:rPr>
              <a:t>Algoritmo de </a:t>
            </a:r>
            <a:r>
              <a:rPr lang="es-MX" sz="2400" dirty="0" err="1">
                <a:solidFill>
                  <a:schemeClr val="accent4">
                    <a:lumMod val="25000"/>
                  </a:schemeClr>
                </a:solidFill>
              </a:rPr>
              <a:t>Galey</a:t>
            </a:r>
            <a:r>
              <a:rPr lang="es-MX" sz="2400" dirty="0">
                <a:solidFill>
                  <a:schemeClr val="accent4">
                    <a:lumMod val="25000"/>
                  </a:schemeClr>
                </a:solidFill>
              </a:rPr>
              <a:t> -Shapley</a:t>
            </a:r>
          </a:p>
        </p:txBody>
      </p:sp>
      <p:sp>
        <p:nvSpPr>
          <p:cNvPr id="5" name="Google Shape;498;p54">
            <a:extLst>
              <a:ext uri="{FF2B5EF4-FFF2-40B4-BE49-F238E27FC236}">
                <a16:creationId xmlns:a16="http://schemas.microsoft.com/office/drawing/2014/main" id="{3580A1A2-A43D-9BD9-B387-5E503241BF18}"/>
              </a:ext>
            </a:extLst>
          </p:cNvPr>
          <p:cNvSpPr txBox="1">
            <a:spLocks/>
          </p:cNvSpPr>
          <p:nvPr/>
        </p:nvSpPr>
        <p:spPr>
          <a:xfrm>
            <a:off x="1227234" y="3967184"/>
            <a:ext cx="2628611" cy="1007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●"/>
              <a:defRPr sz="12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ctr">
              <a:buNone/>
            </a:pPr>
            <a:r>
              <a:rPr lang="es-MX" sz="1400" dirty="0">
                <a:latin typeface="Catamaran" panose="020B0604020202020204" charset="0"/>
                <a:cs typeface="Catamaran" panose="020B0604020202020204" charset="0"/>
              </a:rPr>
              <a:t>Parejas heterosexuales – Variante de Universidad/Estudiantes</a:t>
            </a:r>
          </a:p>
        </p:txBody>
      </p:sp>
      <p:sp>
        <p:nvSpPr>
          <p:cNvPr id="6" name="Google Shape;498;p54">
            <a:extLst>
              <a:ext uri="{FF2B5EF4-FFF2-40B4-BE49-F238E27FC236}">
                <a16:creationId xmlns:a16="http://schemas.microsoft.com/office/drawing/2014/main" id="{8A9F92E8-4C6D-5AC8-C775-227C2B3AE86D}"/>
              </a:ext>
            </a:extLst>
          </p:cNvPr>
          <p:cNvSpPr txBox="1">
            <a:spLocks/>
          </p:cNvSpPr>
          <p:nvPr/>
        </p:nvSpPr>
        <p:spPr>
          <a:xfrm>
            <a:off x="5388839" y="3967184"/>
            <a:ext cx="2628611" cy="742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●"/>
              <a:defRPr sz="12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ctr">
              <a:buNone/>
            </a:pPr>
            <a:r>
              <a:rPr lang="es-MX" sz="1400" dirty="0">
                <a:latin typeface="Catamaran" panose="020B0604020202020204" charset="0"/>
                <a:cs typeface="Catamaran" panose="020B0604020202020204" charset="0"/>
              </a:rPr>
              <a:t>Parejas homosexuales – Variante de </a:t>
            </a:r>
            <a:r>
              <a:rPr lang="es-MX" sz="1400" dirty="0" err="1">
                <a:latin typeface="Catamaran" panose="020B0604020202020204" charset="0"/>
                <a:cs typeface="Catamaran" panose="020B0604020202020204" charset="0"/>
              </a:rPr>
              <a:t>Roomies</a:t>
            </a:r>
            <a:endParaRPr lang="es-MX" sz="1400" dirty="0">
              <a:latin typeface="Catamaran" panose="020B0604020202020204" charset="0"/>
              <a:cs typeface="Catamaran" panose="020B0604020202020204" charset="0"/>
            </a:endParaRPr>
          </a:p>
        </p:txBody>
      </p: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45013758-9286-ED1D-7DE6-2AE390F7561C}"/>
                  </a:ext>
                </a:extLst>
              </p14:cNvPr>
              <p14:cNvContentPartPr/>
              <p14:nvPr/>
            </p14:nvContentPartPr>
            <p14:xfrm>
              <a:off x="3117806" y="3748834"/>
              <a:ext cx="272160" cy="23760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45013758-9286-ED1D-7DE6-2AE390F7561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09166" y="3740194"/>
                <a:ext cx="289800" cy="25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8">
            <p14:nvContentPartPr>
              <p14:cNvPr id="9" name="Entrada de lápiz 8">
                <a:extLst>
                  <a:ext uri="{FF2B5EF4-FFF2-40B4-BE49-F238E27FC236}">
                    <a16:creationId xmlns:a16="http://schemas.microsoft.com/office/drawing/2014/main" id="{5A59BC64-99F5-0D7A-36AC-C80AD8E1B3E4}"/>
                  </a:ext>
                </a:extLst>
              </p14:cNvPr>
              <p14:cNvContentPartPr/>
              <p14:nvPr/>
            </p14:nvContentPartPr>
            <p14:xfrm>
              <a:off x="5806286" y="3788074"/>
              <a:ext cx="282600" cy="164160"/>
            </p14:xfrm>
          </p:contentPart>
        </mc:Choice>
        <mc:Fallback xmlns="">
          <p:pic>
            <p:nvPicPr>
              <p:cNvPr id="9" name="Entrada de lápiz 8">
                <a:extLst>
                  <a:ext uri="{FF2B5EF4-FFF2-40B4-BE49-F238E27FC236}">
                    <a16:creationId xmlns:a16="http://schemas.microsoft.com/office/drawing/2014/main" id="{5A59BC64-99F5-0D7A-36AC-C80AD8E1B3E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797286" y="3779074"/>
                <a:ext cx="300240" cy="181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9871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7" name="Google Shape;577;p46"/>
          <p:cNvPicPr preferRelativeResize="0"/>
          <p:nvPr/>
        </p:nvPicPr>
        <p:blipFill rotWithShape="1">
          <a:blip r:embed="rId3">
            <a:alphaModFix amt="76000"/>
          </a:blip>
          <a:srcRect l="50645" t="40792" r="22239" b="48411"/>
          <a:stretch/>
        </p:blipFill>
        <p:spPr>
          <a:xfrm>
            <a:off x="-251173" y="1427875"/>
            <a:ext cx="2446373" cy="547925"/>
          </a:xfrm>
          <a:prstGeom prst="rect">
            <a:avLst/>
          </a:prstGeom>
          <a:noFill/>
          <a:ln>
            <a:noFill/>
          </a:ln>
        </p:spPr>
      </p:pic>
      <p:sp>
        <p:nvSpPr>
          <p:cNvPr id="578" name="Google Shape;578;p46"/>
          <p:cNvSpPr/>
          <p:nvPr/>
        </p:nvSpPr>
        <p:spPr>
          <a:xfrm>
            <a:off x="273278" y="13351"/>
            <a:ext cx="439944" cy="4995055"/>
          </a:xfrm>
          <a:custGeom>
            <a:avLst/>
            <a:gdLst/>
            <a:ahLst/>
            <a:cxnLst/>
            <a:rect l="l" t="t" r="r" b="b"/>
            <a:pathLst>
              <a:path w="7860" h="95453" extrusionOk="0">
                <a:moveTo>
                  <a:pt x="3582" y="28084"/>
                </a:moveTo>
                <a:cubicBezTo>
                  <a:pt x="3748" y="28084"/>
                  <a:pt x="3914" y="28121"/>
                  <a:pt x="4037" y="28254"/>
                </a:cubicBezTo>
                <a:cubicBezTo>
                  <a:pt x="4049" y="28265"/>
                  <a:pt x="4061" y="28301"/>
                  <a:pt x="4061" y="28313"/>
                </a:cubicBezTo>
                <a:cubicBezTo>
                  <a:pt x="4120" y="28361"/>
                  <a:pt x="4132" y="28432"/>
                  <a:pt x="4132" y="28504"/>
                </a:cubicBezTo>
                <a:cubicBezTo>
                  <a:pt x="4156" y="28599"/>
                  <a:pt x="4132" y="28682"/>
                  <a:pt x="4120" y="28754"/>
                </a:cubicBezTo>
                <a:cubicBezTo>
                  <a:pt x="4025" y="29182"/>
                  <a:pt x="3728" y="29575"/>
                  <a:pt x="3454" y="29920"/>
                </a:cubicBezTo>
                <a:cubicBezTo>
                  <a:pt x="2966" y="30540"/>
                  <a:pt x="2335" y="31075"/>
                  <a:pt x="1620" y="31409"/>
                </a:cubicBezTo>
                <a:cubicBezTo>
                  <a:pt x="1471" y="31483"/>
                  <a:pt x="1249" y="31573"/>
                  <a:pt x="1045" y="31573"/>
                </a:cubicBezTo>
                <a:cubicBezTo>
                  <a:pt x="891" y="31573"/>
                  <a:pt x="748" y="31522"/>
                  <a:pt x="656" y="31373"/>
                </a:cubicBezTo>
                <a:cubicBezTo>
                  <a:pt x="549" y="31218"/>
                  <a:pt x="584" y="30980"/>
                  <a:pt x="632" y="30802"/>
                </a:cubicBezTo>
                <a:cubicBezTo>
                  <a:pt x="644" y="30706"/>
                  <a:pt x="691" y="30635"/>
                  <a:pt x="715" y="30563"/>
                </a:cubicBezTo>
                <a:cubicBezTo>
                  <a:pt x="846" y="30004"/>
                  <a:pt x="1180" y="29504"/>
                  <a:pt x="1549" y="29099"/>
                </a:cubicBezTo>
                <a:cubicBezTo>
                  <a:pt x="2049" y="28563"/>
                  <a:pt x="2751" y="28135"/>
                  <a:pt x="3501" y="28087"/>
                </a:cubicBezTo>
                <a:cubicBezTo>
                  <a:pt x="3528" y="28085"/>
                  <a:pt x="3555" y="28084"/>
                  <a:pt x="3582" y="28084"/>
                </a:cubicBezTo>
                <a:close/>
                <a:moveTo>
                  <a:pt x="4752" y="0"/>
                </a:moveTo>
                <a:cubicBezTo>
                  <a:pt x="3799" y="893"/>
                  <a:pt x="3085" y="1953"/>
                  <a:pt x="2442" y="3084"/>
                </a:cubicBezTo>
                <a:cubicBezTo>
                  <a:pt x="2311" y="3143"/>
                  <a:pt x="2251" y="3250"/>
                  <a:pt x="2204" y="3381"/>
                </a:cubicBezTo>
                <a:cubicBezTo>
                  <a:pt x="2120" y="3727"/>
                  <a:pt x="1882" y="3989"/>
                  <a:pt x="1715" y="4298"/>
                </a:cubicBezTo>
                <a:cubicBezTo>
                  <a:pt x="1084" y="5525"/>
                  <a:pt x="608" y="6787"/>
                  <a:pt x="525" y="8156"/>
                </a:cubicBezTo>
                <a:cubicBezTo>
                  <a:pt x="418" y="9775"/>
                  <a:pt x="1013" y="11192"/>
                  <a:pt x="1834" y="12537"/>
                </a:cubicBezTo>
                <a:cubicBezTo>
                  <a:pt x="3037" y="14538"/>
                  <a:pt x="4275" y="16538"/>
                  <a:pt x="5133" y="18740"/>
                </a:cubicBezTo>
                <a:cubicBezTo>
                  <a:pt x="5573" y="19860"/>
                  <a:pt x="5906" y="21003"/>
                  <a:pt x="5990" y="22205"/>
                </a:cubicBezTo>
                <a:cubicBezTo>
                  <a:pt x="6061" y="22717"/>
                  <a:pt x="6061" y="23217"/>
                  <a:pt x="5990" y="23729"/>
                </a:cubicBezTo>
                <a:cubicBezTo>
                  <a:pt x="6025" y="23979"/>
                  <a:pt x="5930" y="24217"/>
                  <a:pt x="5895" y="24455"/>
                </a:cubicBezTo>
                <a:cubicBezTo>
                  <a:pt x="5775" y="25551"/>
                  <a:pt x="5430" y="26587"/>
                  <a:pt x="4978" y="27575"/>
                </a:cubicBezTo>
                <a:cubicBezTo>
                  <a:pt x="4902" y="27727"/>
                  <a:pt x="4826" y="27801"/>
                  <a:pt x="4719" y="27801"/>
                </a:cubicBezTo>
                <a:cubicBezTo>
                  <a:pt x="4658" y="27801"/>
                  <a:pt x="4588" y="27777"/>
                  <a:pt x="4501" y="27730"/>
                </a:cubicBezTo>
                <a:cubicBezTo>
                  <a:pt x="4183" y="27544"/>
                  <a:pt x="3851" y="27479"/>
                  <a:pt x="3507" y="27479"/>
                </a:cubicBezTo>
                <a:cubicBezTo>
                  <a:pt x="3299" y="27479"/>
                  <a:pt x="3086" y="27503"/>
                  <a:pt x="2870" y="27539"/>
                </a:cubicBezTo>
                <a:cubicBezTo>
                  <a:pt x="1418" y="27789"/>
                  <a:pt x="96" y="29480"/>
                  <a:pt x="49" y="30932"/>
                </a:cubicBezTo>
                <a:cubicBezTo>
                  <a:pt x="1" y="31123"/>
                  <a:pt x="1" y="31325"/>
                  <a:pt x="49" y="31540"/>
                </a:cubicBezTo>
                <a:cubicBezTo>
                  <a:pt x="188" y="32078"/>
                  <a:pt x="478" y="32357"/>
                  <a:pt x="918" y="32357"/>
                </a:cubicBezTo>
                <a:cubicBezTo>
                  <a:pt x="1003" y="32357"/>
                  <a:pt x="1095" y="32347"/>
                  <a:pt x="1192" y="32325"/>
                </a:cubicBezTo>
                <a:cubicBezTo>
                  <a:pt x="1501" y="32254"/>
                  <a:pt x="1799" y="32147"/>
                  <a:pt x="2085" y="31968"/>
                </a:cubicBezTo>
                <a:cubicBezTo>
                  <a:pt x="3216" y="31242"/>
                  <a:pt x="3990" y="30170"/>
                  <a:pt x="4740" y="29087"/>
                </a:cubicBezTo>
                <a:cubicBezTo>
                  <a:pt x="4864" y="28907"/>
                  <a:pt x="4962" y="28811"/>
                  <a:pt x="5066" y="28811"/>
                </a:cubicBezTo>
                <a:cubicBezTo>
                  <a:pt x="5162" y="28811"/>
                  <a:pt x="5263" y="28892"/>
                  <a:pt x="5394" y="29063"/>
                </a:cubicBezTo>
                <a:cubicBezTo>
                  <a:pt x="5704" y="29480"/>
                  <a:pt x="6025" y="29885"/>
                  <a:pt x="6264" y="30361"/>
                </a:cubicBezTo>
                <a:cubicBezTo>
                  <a:pt x="6764" y="31373"/>
                  <a:pt x="7180" y="32421"/>
                  <a:pt x="7240" y="33564"/>
                </a:cubicBezTo>
                <a:cubicBezTo>
                  <a:pt x="7299" y="33945"/>
                  <a:pt x="7311" y="34338"/>
                  <a:pt x="7240" y="34719"/>
                </a:cubicBezTo>
                <a:cubicBezTo>
                  <a:pt x="7240" y="35540"/>
                  <a:pt x="7026" y="36314"/>
                  <a:pt x="6764" y="37076"/>
                </a:cubicBezTo>
                <a:cubicBezTo>
                  <a:pt x="6299" y="38445"/>
                  <a:pt x="5537" y="39695"/>
                  <a:pt x="5002" y="41029"/>
                </a:cubicBezTo>
                <a:cubicBezTo>
                  <a:pt x="4466" y="42374"/>
                  <a:pt x="3847" y="43684"/>
                  <a:pt x="3454" y="45077"/>
                </a:cubicBezTo>
                <a:cubicBezTo>
                  <a:pt x="2906" y="47006"/>
                  <a:pt x="2442" y="48935"/>
                  <a:pt x="1894" y="50852"/>
                </a:cubicBezTo>
                <a:cubicBezTo>
                  <a:pt x="1263" y="53078"/>
                  <a:pt x="846" y="55316"/>
                  <a:pt x="703" y="57626"/>
                </a:cubicBezTo>
                <a:cubicBezTo>
                  <a:pt x="632" y="57793"/>
                  <a:pt x="727" y="57995"/>
                  <a:pt x="632" y="58162"/>
                </a:cubicBezTo>
                <a:cubicBezTo>
                  <a:pt x="608" y="59269"/>
                  <a:pt x="549" y="60365"/>
                  <a:pt x="894" y="61424"/>
                </a:cubicBezTo>
                <a:cubicBezTo>
                  <a:pt x="1251" y="62544"/>
                  <a:pt x="1775" y="63532"/>
                  <a:pt x="3108" y="63734"/>
                </a:cubicBezTo>
                <a:cubicBezTo>
                  <a:pt x="3142" y="63738"/>
                  <a:pt x="3176" y="63739"/>
                  <a:pt x="3210" y="63739"/>
                </a:cubicBezTo>
                <a:cubicBezTo>
                  <a:pt x="3411" y="63739"/>
                  <a:pt x="3605" y="63686"/>
                  <a:pt x="3799" y="63686"/>
                </a:cubicBezTo>
                <a:cubicBezTo>
                  <a:pt x="4061" y="63686"/>
                  <a:pt x="4120" y="63758"/>
                  <a:pt x="4037" y="64008"/>
                </a:cubicBezTo>
                <a:cubicBezTo>
                  <a:pt x="3228" y="66068"/>
                  <a:pt x="2894" y="68223"/>
                  <a:pt x="2727" y="70402"/>
                </a:cubicBezTo>
                <a:cubicBezTo>
                  <a:pt x="2656" y="70533"/>
                  <a:pt x="2739" y="70711"/>
                  <a:pt x="2656" y="70842"/>
                </a:cubicBezTo>
                <a:lnTo>
                  <a:pt x="2656" y="72688"/>
                </a:lnTo>
                <a:cubicBezTo>
                  <a:pt x="2632" y="73890"/>
                  <a:pt x="2727" y="75069"/>
                  <a:pt x="3085" y="76236"/>
                </a:cubicBezTo>
                <a:cubicBezTo>
                  <a:pt x="3382" y="77212"/>
                  <a:pt x="3870" y="78105"/>
                  <a:pt x="4275" y="79046"/>
                </a:cubicBezTo>
                <a:cubicBezTo>
                  <a:pt x="4775" y="80260"/>
                  <a:pt x="5228" y="81486"/>
                  <a:pt x="5299" y="82808"/>
                </a:cubicBezTo>
                <a:cubicBezTo>
                  <a:pt x="5406" y="84749"/>
                  <a:pt x="4775" y="86511"/>
                  <a:pt x="4025" y="88261"/>
                </a:cubicBezTo>
                <a:cubicBezTo>
                  <a:pt x="3335" y="89809"/>
                  <a:pt x="2477" y="91261"/>
                  <a:pt x="1501" y="92642"/>
                </a:cubicBezTo>
                <a:cubicBezTo>
                  <a:pt x="1072" y="93273"/>
                  <a:pt x="763" y="93976"/>
                  <a:pt x="715" y="94762"/>
                </a:cubicBezTo>
                <a:cubicBezTo>
                  <a:pt x="703" y="95107"/>
                  <a:pt x="822" y="95321"/>
                  <a:pt x="1144" y="95417"/>
                </a:cubicBezTo>
                <a:cubicBezTo>
                  <a:pt x="1221" y="95440"/>
                  <a:pt x="1293" y="95452"/>
                  <a:pt x="1364" y="95452"/>
                </a:cubicBezTo>
                <a:cubicBezTo>
                  <a:pt x="1436" y="95452"/>
                  <a:pt x="1507" y="95440"/>
                  <a:pt x="1584" y="95417"/>
                </a:cubicBezTo>
                <a:cubicBezTo>
                  <a:pt x="1775" y="95369"/>
                  <a:pt x="1977" y="95345"/>
                  <a:pt x="2180" y="95298"/>
                </a:cubicBezTo>
                <a:cubicBezTo>
                  <a:pt x="2323" y="95250"/>
                  <a:pt x="2382" y="95131"/>
                  <a:pt x="2358" y="94988"/>
                </a:cubicBezTo>
                <a:cubicBezTo>
                  <a:pt x="2323" y="94845"/>
                  <a:pt x="2239" y="94786"/>
                  <a:pt x="2096" y="94774"/>
                </a:cubicBezTo>
                <a:cubicBezTo>
                  <a:pt x="2009" y="94774"/>
                  <a:pt x="1922" y="94768"/>
                  <a:pt x="1834" y="94768"/>
                </a:cubicBezTo>
                <a:cubicBezTo>
                  <a:pt x="1791" y="94768"/>
                  <a:pt x="1747" y="94770"/>
                  <a:pt x="1704" y="94774"/>
                </a:cubicBezTo>
                <a:cubicBezTo>
                  <a:pt x="1652" y="94780"/>
                  <a:pt x="1606" y="94783"/>
                  <a:pt x="1564" y="94783"/>
                </a:cubicBezTo>
                <a:cubicBezTo>
                  <a:pt x="1364" y="94783"/>
                  <a:pt x="1281" y="94698"/>
                  <a:pt x="1370" y="94393"/>
                </a:cubicBezTo>
                <a:cubicBezTo>
                  <a:pt x="1501" y="93869"/>
                  <a:pt x="1727" y="93393"/>
                  <a:pt x="2013" y="92964"/>
                </a:cubicBezTo>
                <a:cubicBezTo>
                  <a:pt x="2954" y="91571"/>
                  <a:pt x="3811" y="90166"/>
                  <a:pt x="4501" y="88630"/>
                </a:cubicBezTo>
                <a:cubicBezTo>
                  <a:pt x="5180" y="87070"/>
                  <a:pt x="5644" y="85439"/>
                  <a:pt x="5811" y="83748"/>
                </a:cubicBezTo>
                <a:cubicBezTo>
                  <a:pt x="5847" y="83463"/>
                  <a:pt x="5847" y="83165"/>
                  <a:pt x="5811" y="82879"/>
                </a:cubicBezTo>
                <a:cubicBezTo>
                  <a:pt x="5728" y="81379"/>
                  <a:pt x="5240" y="80010"/>
                  <a:pt x="4644" y="78641"/>
                </a:cubicBezTo>
                <a:cubicBezTo>
                  <a:pt x="4204" y="77629"/>
                  <a:pt x="3680" y="76652"/>
                  <a:pt x="3406" y="75557"/>
                </a:cubicBezTo>
                <a:cubicBezTo>
                  <a:pt x="3025" y="74009"/>
                  <a:pt x="3156" y="72449"/>
                  <a:pt x="3156" y="70890"/>
                </a:cubicBezTo>
                <a:cubicBezTo>
                  <a:pt x="3228" y="70759"/>
                  <a:pt x="3132" y="70580"/>
                  <a:pt x="3228" y="70437"/>
                </a:cubicBezTo>
                <a:cubicBezTo>
                  <a:pt x="3216" y="69866"/>
                  <a:pt x="3335" y="69282"/>
                  <a:pt x="3406" y="68699"/>
                </a:cubicBezTo>
                <a:cubicBezTo>
                  <a:pt x="3573" y="67306"/>
                  <a:pt x="3859" y="65949"/>
                  <a:pt x="4323" y="64627"/>
                </a:cubicBezTo>
                <a:cubicBezTo>
                  <a:pt x="4561" y="63925"/>
                  <a:pt x="4835" y="63294"/>
                  <a:pt x="5633" y="62913"/>
                </a:cubicBezTo>
                <a:cubicBezTo>
                  <a:pt x="6406" y="62544"/>
                  <a:pt x="6942" y="61805"/>
                  <a:pt x="7276" y="60996"/>
                </a:cubicBezTo>
                <a:cubicBezTo>
                  <a:pt x="7419" y="60662"/>
                  <a:pt x="7716" y="60293"/>
                  <a:pt x="7276" y="59960"/>
                </a:cubicBezTo>
                <a:cubicBezTo>
                  <a:pt x="7198" y="59900"/>
                  <a:pt x="7109" y="59870"/>
                  <a:pt x="7012" y="59870"/>
                </a:cubicBezTo>
                <a:cubicBezTo>
                  <a:pt x="6782" y="59870"/>
                  <a:pt x="6508" y="60038"/>
                  <a:pt x="6240" y="60365"/>
                </a:cubicBezTo>
                <a:cubicBezTo>
                  <a:pt x="5644" y="61079"/>
                  <a:pt x="5037" y="61793"/>
                  <a:pt x="4644" y="62639"/>
                </a:cubicBezTo>
                <a:cubicBezTo>
                  <a:pt x="4561" y="62817"/>
                  <a:pt x="4442" y="62924"/>
                  <a:pt x="4228" y="62996"/>
                </a:cubicBezTo>
                <a:cubicBezTo>
                  <a:pt x="3936" y="63090"/>
                  <a:pt x="3660" y="63137"/>
                  <a:pt x="3402" y="63137"/>
                </a:cubicBezTo>
                <a:cubicBezTo>
                  <a:pt x="2554" y="63137"/>
                  <a:pt x="1902" y="62635"/>
                  <a:pt x="1537" y="61686"/>
                </a:cubicBezTo>
                <a:cubicBezTo>
                  <a:pt x="1120" y="60591"/>
                  <a:pt x="1084" y="59448"/>
                  <a:pt x="1132" y="58281"/>
                </a:cubicBezTo>
                <a:cubicBezTo>
                  <a:pt x="1227" y="58114"/>
                  <a:pt x="1108" y="57912"/>
                  <a:pt x="1203" y="57745"/>
                </a:cubicBezTo>
                <a:cubicBezTo>
                  <a:pt x="1192" y="56388"/>
                  <a:pt x="1465" y="55078"/>
                  <a:pt x="1715" y="53757"/>
                </a:cubicBezTo>
                <a:cubicBezTo>
                  <a:pt x="2073" y="51911"/>
                  <a:pt x="2680" y="50125"/>
                  <a:pt x="3132" y="48292"/>
                </a:cubicBezTo>
                <a:cubicBezTo>
                  <a:pt x="3930" y="45006"/>
                  <a:pt x="5097" y="41850"/>
                  <a:pt x="6597" y="38814"/>
                </a:cubicBezTo>
                <a:cubicBezTo>
                  <a:pt x="7216" y="37540"/>
                  <a:pt x="7633" y="36183"/>
                  <a:pt x="7728" y="34754"/>
                </a:cubicBezTo>
                <a:cubicBezTo>
                  <a:pt x="7800" y="34588"/>
                  <a:pt x="7692" y="34385"/>
                  <a:pt x="7800" y="34219"/>
                </a:cubicBezTo>
                <a:cubicBezTo>
                  <a:pt x="7847" y="34207"/>
                  <a:pt x="7847" y="34159"/>
                  <a:pt x="7847" y="34100"/>
                </a:cubicBezTo>
                <a:cubicBezTo>
                  <a:pt x="7740" y="33909"/>
                  <a:pt x="7859" y="33683"/>
                  <a:pt x="7776" y="33468"/>
                </a:cubicBezTo>
                <a:cubicBezTo>
                  <a:pt x="7549" y="31540"/>
                  <a:pt x="6907" y="29778"/>
                  <a:pt x="5514" y="28373"/>
                </a:cubicBezTo>
                <a:cubicBezTo>
                  <a:pt x="5359" y="28206"/>
                  <a:pt x="5311" y="28099"/>
                  <a:pt x="5418" y="27896"/>
                </a:cubicBezTo>
                <a:cubicBezTo>
                  <a:pt x="6061" y="26432"/>
                  <a:pt x="6502" y="24944"/>
                  <a:pt x="6537" y="23336"/>
                </a:cubicBezTo>
                <a:cubicBezTo>
                  <a:pt x="6585" y="23134"/>
                  <a:pt x="6585" y="22931"/>
                  <a:pt x="6537" y="22729"/>
                </a:cubicBezTo>
                <a:cubicBezTo>
                  <a:pt x="6537" y="21705"/>
                  <a:pt x="6323" y="20705"/>
                  <a:pt x="6025" y="19717"/>
                </a:cubicBezTo>
                <a:cubicBezTo>
                  <a:pt x="5287" y="17300"/>
                  <a:pt x="4037" y="15121"/>
                  <a:pt x="2716" y="12978"/>
                </a:cubicBezTo>
                <a:cubicBezTo>
                  <a:pt x="2120" y="12025"/>
                  <a:pt x="1525" y="11061"/>
                  <a:pt x="1239" y="9954"/>
                </a:cubicBezTo>
                <a:cubicBezTo>
                  <a:pt x="727" y="8037"/>
                  <a:pt x="1227" y="6251"/>
                  <a:pt x="2096" y="4560"/>
                </a:cubicBezTo>
                <a:cubicBezTo>
                  <a:pt x="2882" y="3024"/>
                  <a:pt x="3739" y="1524"/>
                  <a:pt x="4835" y="179"/>
                </a:cubicBezTo>
                <a:cubicBezTo>
                  <a:pt x="4882" y="72"/>
                  <a:pt x="4823" y="36"/>
                  <a:pt x="475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79" name="Google Shape;579;p46"/>
          <p:cNvPicPr preferRelativeResize="0"/>
          <p:nvPr/>
        </p:nvPicPr>
        <p:blipFill rotWithShape="1">
          <a:blip r:embed="rId4">
            <a:alphaModFix/>
          </a:blip>
          <a:srcRect l="28680" t="19555" r="23804" b="32703"/>
          <a:stretch/>
        </p:blipFill>
        <p:spPr>
          <a:xfrm rot="519689">
            <a:off x="564948" y="1726121"/>
            <a:ext cx="1287873" cy="7278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80" name="Google Shape;580;p46"/>
          <p:cNvGrpSpPr/>
          <p:nvPr/>
        </p:nvGrpSpPr>
        <p:grpSpPr>
          <a:xfrm>
            <a:off x="158798" y="2487971"/>
            <a:ext cx="1741471" cy="1886746"/>
            <a:chOff x="5032175" y="2294450"/>
            <a:chExt cx="1144500" cy="1239975"/>
          </a:xfrm>
        </p:grpSpPr>
        <p:sp>
          <p:nvSpPr>
            <p:cNvPr id="581" name="Google Shape;581;p46"/>
            <p:cNvSpPr/>
            <p:nvPr/>
          </p:nvSpPr>
          <p:spPr>
            <a:xfrm>
              <a:off x="5447100" y="2296850"/>
              <a:ext cx="224450" cy="701900"/>
            </a:xfrm>
            <a:custGeom>
              <a:avLst/>
              <a:gdLst/>
              <a:ahLst/>
              <a:cxnLst/>
              <a:rect l="l" t="t" r="r" b="b"/>
              <a:pathLst>
                <a:path w="8978" h="28076" extrusionOk="0">
                  <a:moveTo>
                    <a:pt x="8156" y="1"/>
                  </a:moveTo>
                  <a:cubicBezTo>
                    <a:pt x="8097" y="72"/>
                    <a:pt x="8013" y="144"/>
                    <a:pt x="7978" y="239"/>
                  </a:cubicBezTo>
                  <a:cubicBezTo>
                    <a:pt x="7775" y="537"/>
                    <a:pt x="7573" y="822"/>
                    <a:pt x="7382" y="1120"/>
                  </a:cubicBezTo>
                  <a:cubicBezTo>
                    <a:pt x="7144" y="1501"/>
                    <a:pt x="6977" y="1906"/>
                    <a:pt x="6858" y="2334"/>
                  </a:cubicBezTo>
                  <a:cubicBezTo>
                    <a:pt x="6561" y="3537"/>
                    <a:pt x="6251" y="4763"/>
                    <a:pt x="5954" y="5966"/>
                  </a:cubicBezTo>
                  <a:cubicBezTo>
                    <a:pt x="5299" y="8657"/>
                    <a:pt x="4644" y="11347"/>
                    <a:pt x="3965" y="14026"/>
                  </a:cubicBezTo>
                  <a:cubicBezTo>
                    <a:pt x="3358" y="16467"/>
                    <a:pt x="2751" y="18908"/>
                    <a:pt x="2108" y="21349"/>
                  </a:cubicBezTo>
                  <a:cubicBezTo>
                    <a:pt x="1679" y="22992"/>
                    <a:pt x="1262" y="24611"/>
                    <a:pt x="739" y="26218"/>
                  </a:cubicBezTo>
                  <a:cubicBezTo>
                    <a:pt x="548" y="26814"/>
                    <a:pt x="310" y="27397"/>
                    <a:pt x="36" y="27945"/>
                  </a:cubicBezTo>
                  <a:cubicBezTo>
                    <a:pt x="24" y="27992"/>
                    <a:pt x="0" y="28076"/>
                    <a:pt x="12" y="28076"/>
                  </a:cubicBezTo>
                  <a:cubicBezTo>
                    <a:pt x="24" y="28076"/>
                    <a:pt x="84" y="28004"/>
                    <a:pt x="119" y="27957"/>
                  </a:cubicBezTo>
                  <a:cubicBezTo>
                    <a:pt x="369" y="27528"/>
                    <a:pt x="631" y="27087"/>
                    <a:pt x="870" y="26623"/>
                  </a:cubicBezTo>
                  <a:cubicBezTo>
                    <a:pt x="1167" y="26028"/>
                    <a:pt x="1477" y="25432"/>
                    <a:pt x="1846" y="24861"/>
                  </a:cubicBezTo>
                  <a:cubicBezTo>
                    <a:pt x="1977" y="24659"/>
                    <a:pt x="2096" y="24444"/>
                    <a:pt x="2203" y="24206"/>
                  </a:cubicBezTo>
                  <a:cubicBezTo>
                    <a:pt x="2525" y="23420"/>
                    <a:pt x="2953" y="22706"/>
                    <a:pt x="3406" y="21992"/>
                  </a:cubicBezTo>
                  <a:cubicBezTo>
                    <a:pt x="4501" y="20241"/>
                    <a:pt x="5561" y="18467"/>
                    <a:pt x="6501" y="16622"/>
                  </a:cubicBezTo>
                  <a:cubicBezTo>
                    <a:pt x="7347" y="14943"/>
                    <a:pt x="7930" y="13193"/>
                    <a:pt x="8287" y="11347"/>
                  </a:cubicBezTo>
                  <a:cubicBezTo>
                    <a:pt x="8609" y="9681"/>
                    <a:pt x="8692" y="8026"/>
                    <a:pt x="8751" y="6323"/>
                  </a:cubicBezTo>
                  <a:lnTo>
                    <a:pt x="8882" y="3465"/>
                  </a:lnTo>
                  <a:cubicBezTo>
                    <a:pt x="8930" y="2632"/>
                    <a:pt x="8942" y="1799"/>
                    <a:pt x="8966" y="953"/>
                  </a:cubicBezTo>
                  <a:cubicBezTo>
                    <a:pt x="8966" y="787"/>
                    <a:pt x="8978" y="596"/>
                    <a:pt x="8894" y="441"/>
                  </a:cubicBezTo>
                  <a:lnTo>
                    <a:pt x="8894" y="906"/>
                  </a:lnTo>
                  <a:cubicBezTo>
                    <a:pt x="8894" y="1906"/>
                    <a:pt x="8823" y="2870"/>
                    <a:pt x="8775" y="3870"/>
                  </a:cubicBezTo>
                  <a:cubicBezTo>
                    <a:pt x="8704" y="5192"/>
                    <a:pt x="8692" y="6502"/>
                    <a:pt x="8597" y="7811"/>
                  </a:cubicBezTo>
                  <a:cubicBezTo>
                    <a:pt x="8406" y="10657"/>
                    <a:pt x="7918" y="13324"/>
                    <a:pt x="6727" y="15919"/>
                  </a:cubicBezTo>
                  <a:cubicBezTo>
                    <a:pt x="5918" y="17693"/>
                    <a:pt x="4918" y="19348"/>
                    <a:pt x="3906" y="21015"/>
                  </a:cubicBezTo>
                  <a:cubicBezTo>
                    <a:pt x="3596" y="21539"/>
                    <a:pt x="3251" y="22039"/>
                    <a:pt x="2929" y="22575"/>
                  </a:cubicBezTo>
                  <a:cubicBezTo>
                    <a:pt x="2894" y="22623"/>
                    <a:pt x="2858" y="22670"/>
                    <a:pt x="2810" y="22694"/>
                  </a:cubicBezTo>
                  <a:lnTo>
                    <a:pt x="2941" y="22384"/>
                  </a:lnTo>
                  <a:cubicBezTo>
                    <a:pt x="3251" y="21670"/>
                    <a:pt x="3584" y="20968"/>
                    <a:pt x="3882" y="20241"/>
                  </a:cubicBezTo>
                  <a:cubicBezTo>
                    <a:pt x="4489" y="18801"/>
                    <a:pt x="4906" y="17324"/>
                    <a:pt x="5203" y="15788"/>
                  </a:cubicBezTo>
                  <a:cubicBezTo>
                    <a:pt x="5668" y="13419"/>
                    <a:pt x="6144" y="11074"/>
                    <a:pt x="6739" y="8752"/>
                  </a:cubicBezTo>
                  <a:cubicBezTo>
                    <a:pt x="7120" y="7252"/>
                    <a:pt x="7585" y="5740"/>
                    <a:pt x="7989" y="4239"/>
                  </a:cubicBezTo>
                  <a:cubicBezTo>
                    <a:pt x="8216" y="3394"/>
                    <a:pt x="8430" y="2525"/>
                    <a:pt x="8644" y="1668"/>
                  </a:cubicBezTo>
                  <a:cubicBezTo>
                    <a:pt x="8716" y="1334"/>
                    <a:pt x="8775" y="989"/>
                    <a:pt x="8751" y="656"/>
                  </a:cubicBezTo>
                  <a:cubicBezTo>
                    <a:pt x="8728" y="429"/>
                    <a:pt x="8656" y="227"/>
                    <a:pt x="8525" y="25"/>
                  </a:cubicBezTo>
                  <a:lnTo>
                    <a:pt x="8525" y="25"/>
                  </a:lnTo>
                  <a:cubicBezTo>
                    <a:pt x="8525" y="60"/>
                    <a:pt x="8525" y="120"/>
                    <a:pt x="8537" y="132"/>
                  </a:cubicBezTo>
                  <a:cubicBezTo>
                    <a:pt x="8692" y="429"/>
                    <a:pt x="8704" y="715"/>
                    <a:pt x="8668" y="1025"/>
                  </a:cubicBezTo>
                  <a:cubicBezTo>
                    <a:pt x="8632" y="1334"/>
                    <a:pt x="8573" y="1644"/>
                    <a:pt x="8490" y="1941"/>
                  </a:cubicBezTo>
                  <a:cubicBezTo>
                    <a:pt x="8073" y="3561"/>
                    <a:pt x="7620" y="5144"/>
                    <a:pt x="7180" y="6740"/>
                  </a:cubicBezTo>
                  <a:cubicBezTo>
                    <a:pt x="6513" y="9133"/>
                    <a:pt x="5989" y="11562"/>
                    <a:pt x="5489" y="14002"/>
                  </a:cubicBezTo>
                  <a:cubicBezTo>
                    <a:pt x="5239" y="15217"/>
                    <a:pt x="5001" y="16431"/>
                    <a:pt x="4715" y="17634"/>
                  </a:cubicBezTo>
                  <a:cubicBezTo>
                    <a:pt x="4465" y="18658"/>
                    <a:pt x="4060" y="19610"/>
                    <a:pt x="3656" y="20575"/>
                  </a:cubicBezTo>
                  <a:cubicBezTo>
                    <a:pt x="3287" y="21456"/>
                    <a:pt x="2894" y="22337"/>
                    <a:pt x="2525" y="23230"/>
                  </a:cubicBezTo>
                  <a:cubicBezTo>
                    <a:pt x="2465" y="23361"/>
                    <a:pt x="2405" y="23516"/>
                    <a:pt x="2334" y="23647"/>
                  </a:cubicBezTo>
                  <a:cubicBezTo>
                    <a:pt x="1822" y="24635"/>
                    <a:pt x="1322" y="25611"/>
                    <a:pt x="798" y="26575"/>
                  </a:cubicBezTo>
                  <a:cubicBezTo>
                    <a:pt x="786" y="26611"/>
                    <a:pt x="774" y="26635"/>
                    <a:pt x="750" y="26635"/>
                  </a:cubicBezTo>
                  <a:cubicBezTo>
                    <a:pt x="734" y="26646"/>
                    <a:pt x="721" y="26652"/>
                    <a:pt x="711" y="26652"/>
                  </a:cubicBezTo>
                  <a:cubicBezTo>
                    <a:pt x="698" y="26652"/>
                    <a:pt x="691" y="26643"/>
                    <a:pt x="691" y="26623"/>
                  </a:cubicBezTo>
                  <a:cubicBezTo>
                    <a:pt x="691" y="26611"/>
                    <a:pt x="703" y="26552"/>
                    <a:pt x="727" y="26504"/>
                  </a:cubicBezTo>
                  <a:cubicBezTo>
                    <a:pt x="1251" y="24909"/>
                    <a:pt x="1679" y="23289"/>
                    <a:pt x="2120" y="21670"/>
                  </a:cubicBezTo>
                  <a:cubicBezTo>
                    <a:pt x="2953" y="18622"/>
                    <a:pt x="3691" y="15550"/>
                    <a:pt x="4441" y="12467"/>
                  </a:cubicBezTo>
                  <a:cubicBezTo>
                    <a:pt x="5132" y="9704"/>
                    <a:pt x="5799" y="6918"/>
                    <a:pt x="6489" y="4132"/>
                  </a:cubicBezTo>
                  <a:cubicBezTo>
                    <a:pt x="6632" y="3561"/>
                    <a:pt x="6787" y="2965"/>
                    <a:pt x="6930" y="2382"/>
                  </a:cubicBezTo>
                  <a:cubicBezTo>
                    <a:pt x="7085" y="1799"/>
                    <a:pt x="7335" y="1310"/>
                    <a:pt x="7656" y="822"/>
                  </a:cubicBezTo>
                  <a:cubicBezTo>
                    <a:pt x="7835" y="548"/>
                    <a:pt x="8001" y="275"/>
                    <a:pt x="8156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46"/>
            <p:cNvSpPr/>
            <p:nvPr/>
          </p:nvSpPr>
          <p:spPr>
            <a:xfrm>
              <a:off x="5419725" y="3136050"/>
              <a:ext cx="698600" cy="92800"/>
            </a:xfrm>
            <a:custGeom>
              <a:avLst/>
              <a:gdLst/>
              <a:ahLst/>
              <a:cxnLst/>
              <a:rect l="l" t="t" r="r" b="b"/>
              <a:pathLst>
                <a:path w="27944" h="3712" extrusionOk="0">
                  <a:moveTo>
                    <a:pt x="25184" y="1"/>
                  </a:moveTo>
                  <a:cubicBezTo>
                    <a:pt x="23797" y="1"/>
                    <a:pt x="22400" y="93"/>
                    <a:pt x="21038" y="246"/>
                  </a:cubicBezTo>
                  <a:cubicBezTo>
                    <a:pt x="19098" y="449"/>
                    <a:pt x="17181" y="675"/>
                    <a:pt x="15240" y="735"/>
                  </a:cubicBezTo>
                  <a:cubicBezTo>
                    <a:pt x="14942" y="746"/>
                    <a:pt x="14646" y="750"/>
                    <a:pt x="14351" y="750"/>
                  </a:cubicBezTo>
                  <a:cubicBezTo>
                    <a:pt x="13761" y="750"/>
                    <a:pt x="13176" y="735"/>
                    <a:pt x="12597" y="735"/>
                  </a:cubicBezTo>
                  <a:cubicBezTo>
                    <a:pt x="11287" y="735"/>
                    <a:pt x="10001" y="770"/>
                    <a:pt x="8739" y="997"/>
                  </a:cubicBezTo>
                  <a:cubicBezTo>
                    <a:pt x="7775" y="1175"/>
                    <a:pt x="6834" y="1473"/>
                    <a:pt x="5906" y="1770"/>
                  </a:cubicBezTo>
                  <a:cubicBezTo>
                    <a:pt x="4215" y="2330"/>
                    <a:pt x="2548" y="2878"/>
                    <a:pt x="845" y="3425"/>
                  </a:cubicBezTo>
                  <a:lnTo>
                    <a:pt x="0" y="3699"/>
                  </a:lnTo>
                  <a:cubicBezTo>
                    <a:pt x="52" y="3707"/>
                    <a:pt x="102" y="3711"/>
                    <a:pt x="152" y="3711"/>
                  </a:cubicBezTo>
                  <a:cubicBezTo>
                    <a:pt x="251" y="3711"/>
                    <a:pt x="349" y="3695"/>
                    <a:pt x="452" y="3664"/>
                  </a:cubicBezTo>
                  <a:cubicBezTo>
                    <a:pt x="810" y="3556"/>
                    <a:pt x="1131" y="3461"/>
                    <a:pt x="1488" y="3354"/>
                  </a:cubicBezTo>
                  <a:cubicBezTo>
                    <a:pt x="2977" y="2925"/>
                    <a:pt x="4405" y="2509"/>
                    <a:pt x="5941" y="2163"/>
                  </a:cubicBezTo>
                  <a:cubicBezTo>
                    <a:pt x="7880" y="1736"/>
                    <a:pt x="9777" y="1532"/>
                    <a:pt x="11751" y="1532"/>
                  </a:cubicBezTo>
                  <a:cubicBezTo>
                    <a:pt x="12141" y="1532"/>
                    <a:pt x="12533" y="1540"/>
                    <a:pt x="12930" y="1556"/>
                  </a:cubicBezTo>
                  <a:cubicBezTo>
                    <a:pt x="15895" y="1651"/>
                    <a:pt x="18883" y="1735"/>
                    <a:pt x="21860" y="1878"/>
                  </a:cubicBezTo>
                  <a:cubicBezTo>
                    <a:pt x="23015" y="1937"/>
                    <a:pt x="24182" y="1997"/>
                    <a:pt x="25348" y="2044"/>
                  </a:cubicBezTo>
                  <a:cubicBezTo>
                    <a:pt x="25601" y="2050"/>
                    <a:pt x="25856" y="2061"/>
                    <a:pt x="26113" y="2061"/>
                  </a:cubicBezTo>
                  <a:cubicBezTo>
                    <a:pt x="26403" y="2061"/>
                    <a:pt x="26695" y="2047"/>
                    <a:pt x="26991" y="1997"/>
                  </a:cubicBezTo>
                  <a:cubicBezTo>
                    <a:pt x="27063" y="1985"/>
                    <a:pt x="27170" y="1961"/>
                    <a:pt x="27218" y="1925"/>
                  </a:cubicBezTo>
                  <a:cubicBezTo>
                    <a:pt x="27242" y="1913"/>
                    <a:pt x="27182" y="1913"/>
                    <a:pt x="27158" y="1913"/>
                  </a:cubicBezTo>
                  <a:cubicBezTo>
                    <a:pt x="26732" y="1953"/>
                    <a:pt x="26300" y="1968"/>
                    <a:pt x="25866" y="1968"/>
                  </a:cubicBezTo>
                  <a:cubicBezTo>
                    <a:pt x="25392" y="1968"/>
                    <a:pt x="24916" y="1950"/>
                    <a:pt x="24444" y="1925"/>
                  </a:cubicBezTo>
                  <a:cubicBezTo>
                    <a:pt x="21919" y="1806"/>
                    <a:pt x="19395" y="1687"/>
                    <a:pt x="16895" y="1616"/>
                  </a:cubicBezTo>
                  <a:cubicBezTo>
                    <a:pt x="15466" y="1568"/>
                    <a:pt x="14061" y="1508"/>
                    <a:pt x="12656" y="1449"/>
                  </a:cubicBezTo>
                  <a:cubicBezTo>
                    <a:pt x="12312" y="1435"/>
                    <a:pt x="11970" y="1428"/>
                    <a:pt x="11631" y="1428"/>
                  </a:cubicBezTo>
                  <a:cubicBezTo>
                    <a:pt x="9719" y="1428"/>
                    <a:pt x="7880" y="1652"/>
                    <a:pt x="5989" y="2056"/>
                  </a:cubicBezTo>
                  <a:cubicBezTo>
                    <a:pt x="5239" y="2223"/>
                    <a:pt x="4560" y="2413"/>
                    <a:pt x="3822" y="2592"/>
                  </a:cubicBezTo>
                  <a:cubicBezTo>
                    <a:pt x="3773" y="2600"/>
                    <a:pt x="3723" y="2614"/>
                    <a:pt x="3678" y="2614"/>
                  </a:cubicBezTo>
                  <a:cubicBezTo>
                    <a:pt x="3658" y="2614"/>
                    <a:pt x="3638" y="2611"/>
                    <a:pt x="3620" y="2604"/>
                  </a:cubicBezTo>
                  <a:cubicBezTo>
                    <a:pt x="3608" y="2604"/>
                    <a:pt x="3667" y="2592"/>
                    <a:pt x="3679" y="2580"/>
                  </a:cubicBezTo>
                  <a:cubicBezTo>
                    <a:pt x="5048" y="2175"/>
                    <a:pt x="6382" y="1711"/>
                    <a:pt x="7787" y="1330"/>
                  </a:cubicBezTo>
                  <a:cubicBezTo>
                    <a:pt x="9275" y="913"/>
                    <a:pt x="10787" y="818"/>
                    <a:pt x="12335" y="818"/>
                  </a:cubicBezTo>
                  <a:cubicBezTo>
                    <a:pt x="12994" y="818"/>
                    <a:pt x="13637" y="834"/>
                    <a:pt x="14281" y="834"/>
                  </a:cubicBezTo>
                  <a:cubicBezTo>
                    <a:pt x="14604" y="834"/>
                    <a:pt x="14926" y="830"/>
                    <a:pt x="15252" y="818"/>
                  </a:cubicBezTo>
                  <a:cubicBezTo>
                    <a:pt x="16955" y="782"/>
                    <a:pt x="18645" y="604"/>
                    <a:pt x="20348" y="425"/>
                  </a:cubicBezTo>
                  <a:cubicBezTo>
                    <a:pt x="21800" y="258"/>
                    <a:pt x="23277" y="104"/>
                    <a:pt x="24765" y="92"/>
                  </a:cubicBezTo>
                  <a:cubicBezTo>
                    <a:pt x="25253" y="92"/>
                    <a:pt x="25729" y="92"/>
                    <a:pt x="26265" y="127"/>
                  </a:cubicBezTo>
                  <a:cubicBezTo>
                    <a:pt x="26789" y="139"/>
                    <a:pt x="27372" y="306"/>
                    <a:pt x="27873" y="508"/>
                  </a:cubicBezTo>
                  <a:lnTo>
                    <a:pt x="27944" y="544"/>
                  </a:lnTo>
                  <a:cubicBezTo>
                    <a:pt x="27587" y="318"/>
                    <a:pt x="27194" y="175"/>
                    <a:pt x="26777" y="92"/>
                  </a:cubicBezTo>
                  <a:cubicBezTo>
                    <a:pt x="26468" y="56"/>
                    <a:pt x="26158" y="20"/>
                    <a:pt x="25860" y="8"/>
                  </a:cubicBezTo>
                  <a:cubicBezTo>
                    <a:pt x="25635" y="3"/>
                    <a:pt x="25410" y="1"/>
                    <a:pt x="25184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46"/>
            <p:cNvSpPr/>
            <p:nvPr/>
          </p:nvSpPr>
          <p:spPr>
            <a:xfrm>
              <a:off x="5535500" y="2716550"/>
              <a:ext cx="634325" cy="305200"/>
            </a:xfrm>
            <a:custGeom>
              <a:avLst/>
              <a:gdLst/>
              <a:ahLst/>
              <a:cxnLst/>
              <a:rect l="l" t="t" r="r" b="b"/>
              <a:pathLst>
                <a:path w="25373" h="12208" extrusionOk="0">
                  <a:moveTo>
                    <a:pt x="24182" y="1"/>
                  </a:moveTo>
                  <a:lnTo>
                    <a:pt x="24182" y="1"/>
                  </a:lnTo>
                  <a:cubicBezTo>
                    <a:pt x="23884" y="48"/>
                    <a:pt x="23587" y="60"/>
                    <a:pt x="23313" y="120"/>
                  </a:cubicBezTo>
                  <a:cubicBezTo>
                    <a:pt x="22515" y="298"/>
                    <a:pt x="21741" y="524"/>
                    <a:pt x="21015" y="834"/>
                  </a:cubicBezTo>
                  <a:cubicBezTo>
                    <a:pt x="20527" y="1036"/>
                    <a:pt x="19979" y="1263"/>
                    <a:pt x="19515" y="1453"/>
                  </a:cubicBezTo>
                  <a:cubicBezTo>
                    <a:pt x="19051" y="1655"/>
                    <a:pt x="18634" y="1834"/>
                    <a:pt x="18205" y="2025"/>
                  </a:cubicBezTo>
                  <a:cubicBezTo>
                    <a:pt x="17777" y="2215"/>
                    <a:pt x="17360" y="2406"/>
                    <a:pt x="16955" y="2584"/>
                  </a:cubicBezTo>
                  <a:cubicBezTo>
                    <a:pt x="16550" y="2787"/>
                    <a:pt x="16205" y="2965"/>
                    <a:pt x="15824" y="3144"/>
                  </a:cubicBezTo>
                  <a:cubicBezTo>
                    <a:pt x="15360" y="3346"/>
                    <a:pt x="14895" y="3560"/>
                    <a:pt x="14455" y="3751"/>
                  </a:cubicBezTo>
                  <a:cubicBezTo>
                    <a:pt x="14002" y="3941"/>
                    <a:pt x="13574" y="4108"/>
                    <a:pt x="13133" y="4287"/>
                  </a:cubicBezTo>
                  <a:cubicBezTo>
                    <a:pt x="12788" y="4418"/>
                    <a:pt x="12454" y="4549"/>
                    <a:pt x="12097" y="4703"/>
                  </a:cubicBezTo>
                  <a:cubicBezTo>
                    <a:pt x="11740" y="4846"/>
                    <a:pt x="11371" y="5001"/>
                    <a:pt x="11014" y="5180"/>
                  </a:cubicBezTo>
                  <a:cubicBezTo>
                    <a:pt x="10454" y="5465"/>
                    <a:pt x="9871" y="5739"/>
                    <a:pt x="9335" y="6061"/>
                  </a:cubicBezTo>
                  <a:cubicBezTo>
                    <a:pt x="8799" y="6370"/>
                    <a:pt x="8323" y="6680"/>
                    <a:pt x="7811" y="7025"/>
                  </a:cubicBezTo>
                  <a:cubicBezTo>
                    <a:pt x="7430" y="7275"/>
                    <a:pt x="7061" y="7525"/>
                    <a:pt x="6680" y="7799"/>
                  </a:cubicBezTo>
                  <a:cubicBezTo>
                    <a:pt x="6299" y="8061"/>
                    <a:pt x="5906" y="8359"/>
                    <a:pt x="5525" y="8644"/>
                  </a:cubicBezTo>
                  <a:cubicBezTo>
                    <a:pt x="5192" y="8871"/>
                    <a:pt x="4870" y="9109"/>
                    <a:pt x="4537" y="9335"/>
                  </a:cubicBezTo>
                  <a:cubicBezTo>
                    <a:pt x="4120" y="9609"/>
                    <a:pt x="3703" y="9883"/>
                    <a:pt x="3287" y="10145"/>
                  </a:cubicBezTo>
                  <a:cubicBezTo>
                    <a:pt x="2977" y="10347"/>
                    <a:pt x="2679" y="10538"/>
                    <a:pt x="2358" y="10728"/>
                  </a:cubicBezTo>
                  <a:cubicBezTo>
                    <a:pt x="2025" y="10942"/>
                    <a:pt x="1644" y="11157"/>
                    <a:pt x="1310" y="11371"/>
                  </a:cubicBezTo>
                  <a:cubicBezTo>
                    <a:pt x="989" y="11573"/>
                    <a:pt x="655" y="11776"/>
                    <a:pt x="334" y="11966"/>
                  </a:cubicBezTo>
                  <a:cubicBezTo>
                    <a:pt x="227" y="12026"/>
                    <a:pt x="108" y="12097"/>
                    <a:pt x="12" y="12157"/>
                  </a:cubicBezTo>
                  <a:cubicBezTo>
                    <a:pt x="1" y="12169"/>
                    <a:pt x="12" y="12192"/>
                    <a:pt x="36" y="12204"/>
                  </a:cubicBezTo>
                  <a:cubicBezTo>
                    <a:pt x="38" y="12207"/>
                    <a:pt x="42" y="12208"/>
                    <a:pt x="47" y="12208"/>
                  </a:cubicBezTo>
                  <a:cubicBezTo>
                    <a:pt x="70" y="12208"/>
                    <a:pt x="116" y="12188"/>
                    <a:pt x="155" y="12169"/>
                  </a:cubicBezTo>
                  <a:cubicBezTo>
                    <a:pt x="810" y="11800"/>
                    <a:pt x="1548" y="11430"/>
                    <a:pt x="2215" y="11145"/>
                  </a:cubicBezTo>
                  <a:cubicBezTo>
                    <a:pt x="2906" y="10859"/>
                    <a:pt x="3584" y="10585"/>
                    <a:pt x="4215" y="10323"/>
                  </a:cubicBezTo>
                  <a:cubicBezTo>
                    <a:pt x="4858" y="10073"/>
                    <a:pt x="5418" y="9895"/>
                    <a:pt x="6013" y="9656"/>
                  </a:cubicBezTo>
                  <a:cubicBezTo>
                    <a:pt x="6478" y="9478"/>
                    <a:pt x="6954" y="9275"/>
                    <a:pt x="7371" y="9073"/>
                  </a:cubicBezTo>
                  <a:cubicBezTo>
                    <a:pt x="7799" y="8894"/>
                    <a:pt x="8133" y="8752"/>
                    <a:pt x="8525" y="8573"/>
                  </a:cubicBezTo>
                  <a:cubicBezTo>
                    <a:pt x="8930" y="8394"/>
                    <a:pt x="9335" y="8204"/>
                    <a:pt x="9752" y="8025"/>
                  </a:cubicBezTo>
                  <a:cubicBezTo>
                    <a:pt x="10240" y="7799"/>
                    <a:pt x="10728" y="7573"/>
                    <a:pt x="11204" y="7347"/>
                  </a:cubicBezTo>
                  <a:cubicBezTo>
                    <a:pt x="11466" y="7228"/>
                    <a:pt x="11728" y="7097"/>
                    <a:pt x="11978" y="6978"/>
                  </a:cubicBezTo>
                  <a:cubicBezTo>
                    <a:pt x="12490" y="6728"/>
                    <a:pt x="13038" y="6454"/>
                    <a:pt x="13526" y="6239"/>
                  </a:cubicBezTo>
                  <a:cubicBezTo>
                    <a:pt x="14026" y="6013"/>
                    <a:pt x="14479" y="5799"/>
                    <a:pt x="14955" y="5608"/>
                  </a:cubicBezTo>
                  <a:cubicBezTo>
                    <a:pt x="15586" y="5346"/>
                    <a:pt x="16181" y="5084"/>
                    <a:pt x="16800" y="4846"/>
                  </a:cubicBezTo>
                  <a:cubicBezTo>
                    <a:pt x="17562" y="4549"/>
                    <a:pt x="18324" y="4287"/>
                    <a:pt x="19086" y="4001"/>
                  </a:cubicBezTo>
                  <a:cubicBezTo>
                    <a:pt x="20277" y="3572"/>
                    <a:pt x="21468" y="3156"/>
                    <a:pt x="22634" y="2703"/>
                  </a:cubicBezTo>
                  <a:cubicBezTo>
                    <a:pt x="23230" y="2489"/>
                    <a:pt x="23813" y="2227"/>
                    <a:pt x="24396" y="1965"/>
                  </a:cubicBezTo>
                  <a:cubicBezTo>
                    <a:pt x="24694" y="1834"/>
                    <a:pt x="24944" y="1667"/>
                    <a:pt x="25230" y="1513"/>
                  </a:cubicBezTo>
                  <a:cubicBezTo>
                    <a:pt x="25313" y="1477"/>
                    <a:pt x="25373" y="1394"/>
                    <a:pt x="25361" y="1298"/>
                  </a:cubicBezTo>
                  <a:lnTo>
                    <a:pt x="25361" y="1298"/>
                  </a:lnTo>
                  <a:cubicBezTo>
                    <a:pt x="25099" y="1548"/>
                    <a:pt x="24766" y="1679"/>
                    <a:pt x="24456" y="1846"/>
                  </a:cubicBezTo>
                  <a:cubicBezTo>
                    <a:pt x="23515" y="2287"/>
                    <a:pt x="22575" y="2644"/>
                    <a:pt x="21598" y="3001"/>
                  </a:cubicBezTo>
                  <a:cubicBezTo>
                    <a:pt x="20491" y="3406"/>
                    <a:pt x="19396" y="3799"/>
                    <a:pt x="18312" y="4192"/>
                  </a:cubicBezTo>
                  <a:cubicBezTo>
                    <a:pt x="17622" y="4453"/>
                    <a:pt x="16943" y="4715"/>
                    <a:pt x="16264" y="4989"/>
                  </a:cubicBezTo>
                  <a:cubicBezTo>
                    <a:pt x="15705" y="5204"/>
                    <a:pt x="15157" y="5430"/>
                    <a:pt x="14598" y="5668"/>
                  </a:cubicBezTo>
                  <a:cubicBezTo>
                    <a:pt x="14240" y="5823"/>
                    <a:pt x="13883" y="6001"/>
                    <a:pt x="13526" y="6156"/>
                  </a:cubicBezTo>
                  <a:cubicBezTo>
                    <a:pt x="13038" y="6382"/>
                    <a:pt x="12550" y="6620"/>
                    <a:pt x="12073" y="6847"/>
                  </a:cubicBezTo>
                  <a:cubicBezTo>
                    <a:pt x="11800" y="6978"/>
                    <a:pt x="11550" y="7097"/>
                    <a:pt x="11264" y="7228"/>
                  </a:cubicBezTo>
                  <a:cubicBezTo>
                    <a:pt x="10764" y="7466"/>
                    <a:pt x="10299" y="7704"/>
                    <a:pt x="9764" y="7942"/>
                  </a:cubicBezTo>
                  <a:cubicBezTo>
                    <a:pt x="9228" y="8180"/>
                    <a:pt x="8633" y="8454"/>
                    <a:pt x="8073" y="8704"/>
                  </a:cubicBezTo>
                  <a:cubicBezTo>
                    <a:pt x="7692" y="8871"/>
                    <a:pt x="7359" y="9037"/>
                    <a:pt x="6954" y="9192"/>
                  </a:cubicBezTo>
                  <a:cubicBezTo>
                    <a:pt x="6549" y="9371"/>
                    <a:pt x="6120" y="9537"/>
                    <a:pt x="5668" y="9716"/>
                  </a:cubicBezTo>
                  <a:cubicBezTo>
                    <a:pt x="5227" y="9895"/>
                    <a:pt x="4656" y="10109"/>
                    <a:pt x="4180" y="10288"/>
                  </a:cubicBezTo>
                  <a:lnTo>
                    <a:pt x="2799" y="10823"/>
                  </a:lnTo>
                  <a:cubicBezTo>
                    <a:pt x="2441" y="10966"/>
                    <a:pt x="2072" y="11133"/>
                    <a:pt x="1727" y="11276"/>
                  </a:cubicBezTo>
                  <a:cubicBezTo>
                    <a:pt x="1656" y="11311"/>
                    <a:pt x="1560" y="11371"/>
                    <a:pt x="1536" y="11371"/>
                  </a:cubicBezTo>
                  <a:cubicBezTo>
                    <a:pt x="1513" y="11335"/>
                    <a:pt x="1513" y="11311"/>
                    <a:pt x="1536" y="11300"/>
                  </a:cubicBezTo>
                  <a:cubicBezTo>
                    <a:pt x="1846" y="11097"/>
                    <a:pt x="2179" y="10907"/>
                    <a:pt x="2501" y="10704"/>
                  </a:cubicBezTo>
                  <a:cubicBezTo>
                    <a:pt x="2834" y="10490"/>
                    <a:pt x="3215" y="10252"/>
                    <a:pt x="3525" y="10049"/>
                  </a:cubicBezTo>
                  <a:cubicBezTo>
                    <a:pt x="3846" y="9847"/>
                    <a:pt x="4084" y="9692"/>
                    <a:pt x="4358" y="9514"/>
                  </a:cubicBezTo>
                  <a:cubicBezTo>
                    <a:pt x="4739" y="9264"/>
                    <a:pt x="5049" y="9061"/>
                    <a:pt x="5418" y="8799"/>
                  </a:cubicBezTo>
                  <a:cubicBezTo>
                    <a:pt x="5787" y="8525"/>
                    <a:pt x="6228" y="8216"/>
                    <a:pt x="6597" y="7942"/>
                  </a:cubicBezTo>
                  <a:cubicBezTo>
                    <a:pt x="6978" y="7680"/>
                    <a:pt x="7359" y="7394"/>
                    <a:pt x="7740" y="7144"/>
                  </a:cubicBezTo>
                  <a:cubicBezTo>
                    <a:pt x="8049" y="6930"/>
                    <a:pt x="8383" y="6716"/>
                    <a:pt x="8704" y="6513"/>
                  </a:cubicBezTo>
                  <a:cubicBezTo>
                    <a:pt x="9478" y="6037"/>
                    <a:pt x="10276" y="5585"/>
                    <a:pt x="11109" y="5204"/>
                  </a:cubicBezTo>
                  <a:cubicBezTo>
                    <a:pt x="11704" y="4942"/>
                    <a:pt x="12335" y="4703"/>
                    <a:pt x="12919" y="4465"/>
                  </a:cubicBezTo>
                  <a:cubicBezTo>
                    <a:pt x="13502" y="4227"/>
                    <a:pt x="14050" y="4013"/>
                    <a:pt x="14598" y="3763"/>
                  </a:cubicBezTo>
                  <a:cubicBezTo>
                    <a:pt x="15336" y="3441"/>
                    <a:pt x="16014" y="3096"/>
                    <a:pt x="16741" y="2763"/>
                  </a:cubicBezTo>
                  <a:cubicBezTo>
                    <a:pt x="17372" y="2489"/>
                    <a:pt x="17979" y="2203"/>
                    <a:pt x="18610" y="1929"/>
                  </a:cubicBezTo>
                  <a:cubicBezTo>
                    <a:pt x="19467" y="1560"/>
                    <a:pt x="20348" y="1191"/>
                    <a:pt x="21206" y="834"/>
                  </a:cubicBezTo>
                  <a:cubicBezTo>
                    <a:pt x="22003" y="501"/>
                    <a:pt x="22813" y="286"/>
                    <a:pt x="23646" y="131"/>
                  </a:cubicBezTo>
                  <a:cubicBezTo>
                    <a:pt x="23765" y="120"/>
                    <a:pt x="23908" y="84"/>
                    <a:pt x="23992" y="72"/>
                  </a:cubicBezTo>
                  <a:cubicBezTo>
                    <a:pt x="24087" y="48"/>
                    <a:pt x="24111" y="24"/>
                    <a:pt x="24182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46"/>
            <p:cNvSpPr/>
            <p:nvPr/>
          </p:nvSpPr>
          <p:spPr>
            <a:xfrm>
              <a:off x="5032175" y="2294450"/>
              <a:ext cx="1144500" cy="1239975"/>
            </a:xfrm>
            <a:custGeom>
              <a:avLst/>
              <a:gdLst/>
              <a:ahLst/>
              <a:cxnLst/>
              <a:rect l="l" t="t" r="r" b="b"/>
              <a:pathLst>
                <a:path w="45780" h="49599" extrusionOk="0">
                  <a:moveTo>
                    <a:pt x="25010" y="177"/>
                  </a:moveTo>
                  <a:cubicBezTo>
                    <a:pt x="25106" y="177"/>
                    <a:pt x="25196" y="223"/>
                    <a:pt x="25265" y="323"/>
                  </a:cubicBezTo>
                  <a:cubicBezTo>
                    <a:pt x="25325" y="394"/>
                    <a:pt x="25384" y="466"/>
                    <a:pt x="25408" y="561"/>
                  </a:cubicBezTo>
                  <a:cubicBezTo>
                    <a:pt x="25444" y="752"/>
                    <a:pt x="25491" y="942"/>
                    <a:pt x="25503" y="1133"/>
                  </a:cubicBezTo>
                  <a:cubicBezTo>
                    <a:pt x="25539" y="1728"/>
                    <a:pt x="25539" y="2311"/>
                    <a:pt x="25551" y="2919"/>
                  </a:cubicBezTo>
                  <a:cubicBezTo>
                    <a:pt x="25563" y="3526"/>
                    <a:pt x="25587" y="4157"/>
                    <a:pt x="25610" y="4764"/>
                  </a:cubicBezTo>
                  <a:cubicBezTo>
                    <a:pt x="25670" y="6050"/>
                    <a:pt x="25718" y="7324"/>
                    <a:pt x="25610" y="8610"/>
                  </a:cubicBezTo>
                  <a:cubicBezTo>
                    <a:pt x="25479" y="10265"/>
                    <a:pt x="25265" y="11896"/>
                    <a:pt x="24765" y="13491"/>
                  </a:cubicBezTo>
                  <a:cubicBezTo>
                    <a:pt x="23765" y="16658"/>
                    <a:pt x="22396" y="19587"/>
                    <a:pt x="20598" y="22373"/>
                  </a:cubicBezTo>
                  <a:cubicBezTo>
                    <a:pt x="19836" y="23540"/>
                    <a:pt x="18967" y="24624"/>
                    <a:pt x="18181" y="25767"/>
                  </a:cubicBezTo>
                  <a:cubicBezTo>
                    <a:pt x="17812" y="26338"/>
                    <a:pt x="17395" y="26850"/>
                    <a:pt x="17074" y="27445"/>
                  </a:cubicBezTo>
                  <a:cubicBezTo>
                    <a:pt x="17050" y="27481"/>
                    <a:pt x="17014" y="27529"/>
                    <a:pt x="16978" y="27541"/>
                  </a:cubicBezTo>
                  <a:cubicBezTo>
                    <a:pt x="16973" y="27546"/>
                    <a:pt x="16969" y="27548"/>
                    <a:pt x="16964" y="27548"/>
                  </a:cubicBezTo>
                  <a:cubicBezTo>
                    <a:pt x="16959" y="27548"/>
                    <a:pt x="16955" y="27543"/>
                    <a:pt x="16955" y="27529"/>
                  </a:cubicBezTo>
                  <a:cubicBezTo>
                    <a:pt x="16966" y="27493"/>
                    <a:pt x="16990" y="27410"/>
                    <a:pt x="17014" y="27326"/>
                  </a:cubicBezTo>
                  <a:cubicBezTo>
                    <a:pt x="17109" y="26910"/>
                    <a:pt x="17264" y="26493"/>
                    <a:pt x="17347" y="26064"/>
                  </a:cubicBezTo>
                  <a:cubicBezTo>
                    <a:pt x="17681" y="24552"/>
                    <a:pt x="17990" y="23028"/>
                    <a:pt x="18300" y="21492"/>
                  </a:cubicBezTo>
                  <a:cubicBezTo>
                    <a:pt x="18871" y="18694"/>
                    <a:pt x="19431" y="15884"/>
                    <a:pt x="19991" y="13075"/>
                  </a:cubicBezTo>
                  <a:cubicBezTo>
                    <a:pt x="20312" y="11420"/>
                    <a:pt x="20669" y="9788"/>
                    <a:pt x="21181" y="8193"/>
                  </a:cubicBezTo>
                  <a:cubicBezTo>
                    <a:pt x="21503" y="7193"/>
                    <a:pt x="21848" y="6193"/>
                    <a:pt x="22193" y="5205"/>
                  </a:cubicBezTo>
                  <a:cubicBezTo>
                    <a:pt x="22658" y="3811"/>
                    <a:pt x="23253" y="2502"/>
                    <a:pt x="23991" y="1240"/>
                  </a:cubicBezTo>
                  <a:cubicBezTo>
                    <a:pt x="24134" y="978"/>
                    <a:pt x="24313" y="716"/>
                    <a:pt x="24515" y="478"/>
                  </a:cubicBezTo>
                  <a:cubicBezTo>
                    <a:pt x="24598" y="359"/>
                    <a:pt x="24706" y="287"/>
                    <a:pt x="24848" y="216"/>
                  </a:cubicBezTo>
                  <a:cubicBezTo>
                    <a:pt x="24903" y="191"/>
                    <a:pt x="24957" y="177"/>
                    <a:pt x="25010" y="177"/>
                  </a:cubicBezTo>
                  <a:close/>
                  <a:moveTo>
                    <a:pt x="44363" y="16944"/>
                  </a:moveTo>
                  <a:cubicBezTo>
                    <a:pt x="44601" y="16944"/>
                    <a:pt x="44839" y="16980"/>
                    <a:pt x="45065" y="17075"/>
                  </a:cubicBezTo>
                  <a:cubicBezTo>
                    <a:pt x="45506" y="17266"/>
                    <a:pt x="45625" y="17599"/>
                    <a:pt x="45434" y="18039"/>
                  </a:cubicBezTo>
                  <a:cubicBezTo>
                    <a:pt x="45363" y="18218"/>
                    <a:pt x="45244" y="18385"/>
                    <a:pt x="45113" y="18516"/>
                  </a:cubicBezTo>
                  <a:cubicBezTo>
                    <a:pt x="44851" y="18754"/>
                    <a:pt x="44613" y="18992"/>
                    <a:pt x="44339" y="19206"/>
                  </a:cubicBezTo>
                  <a:cubicBezTo>
                    <a:pt x="43470" y="19873"/>
                    <a:pt x="42553" y="20409"/>
                    <a:pt x="41517" y="20790"/>
                  </a:cubicBezTo>
                  <a:cubicBezTo>
                    <a:pt x="40862" y="21052"/>
                    <a:pt x="40184" y="21230"/>
                    <a:pt x="39517" y="21433"/>
                  </a:cubicBezTo>
                  <a:cubicBezTo>
                    <a:pt x="38457" y="21778"/>
                    <a:pt x="37445" y="22254"/>
                    <a:pt x="36433" y="22719"/>
                  </a:cubicBezTo>
                  <a:cubicBezTo>
                    <a:pt x="35766" y="23016"/>
                    <a:pt x="35076" y="23314"/>
                    <a:pt x="34433" y="23576"/>
                  </a:cubicBezTo>
                  <a:cubicBezTo>
                    <a:pt x="33790" y="23862"/>
                    <a:pt x="33183" y="24100"/>
                    <a:pt x="32564" y="24374"/>
                  </a:cubicBezTo>
                  <a:cubicBezTo>
                    <a:pt x="32028" y="24588"/>
                    <a:pt x="31504" y="24826"/>
                    <a:pt x="30968" y="25040"/>
                  </a:cubicBezTo>
                  <a:cubicBezTo>
                    <a:pt x="30182" y="25338"/>
                    <a:pt x="29420" y="25636"/>
                    <a:pt x="28635" y="25898"/>
                  </a:cubicBezTo>
                  <a:cubicBezTo>
                    <a:pt x="27301" y="26350"/>
                    <a:pt x="25968" y="26767"/>
                    <a:pt x="24610" y="27172"/>
                  </a:cubicBezTo>
                  <a:cubicBezTo>
                    <a:pt x="24217" y="27291"/>
                    <a:pt x="23789" y="27374"/>
                    <a:pt x="23408" y="27541"/>
                  </a:cubicBezTo>
                  <a:cubicBezTo>
                    <a:pt x="22562" y="27898"/>
                    <a:pt x="21717" y="28267"/>
                    <a:pt x="20860" y="28636"/>
                  </a:cubicBezTo>
                  <a:cubicBezTo>
                    <a:pt x="20753" y="28684"/>
                    <a:pt x="20657" y="28731"/>
                    <a:pt x="20586" y="28791"/>
                  </a:cubicBezTo>
                  <a:cubicBezTo>
                    <a:pt x="20586" y="28791"/>
                    <a:pt x="20550" y="28755"/>
                    <a:pt x="20562" y="28755"/>
                  </a:cubicBezTo>
                  <a:cubicBezTo>
                    <a:pt x="20979" y="28434"/>
                    <a:pt x="21431" y="28100"/>
                    <a:pt x="21860" y="27779"/>
                  </a:cubicBezTo>
                  <a:cubicBezTo>
                    <a:pt x="22979" y="26898"/>
                    <a:pt x="24003" y="25921"/>
                    <a:pt x="25003" y="24909"/>
                  </a:cubicBezTo>
                  <a:cubicBezTo>
                    <a:pt x="26194" y="23683"/>
                    <a:pt x="27349" y="22528"/>
                    <a:pt x="28766" y="21576"/>
                  </a:cubicBezTo>
                  <a:cubicBezTo>
                    <a:pt x="29778" y="20885"/>
                    <a:pt x="30802" y="20337"/>
                    <a:pt x="31933" y="19861"/>
                  </a:cubicBezTo>
                  <a:cubicBezTo>
                    <a:pt x="33064" y="19373"/>
                    <a:pt x="34278" y="19004"/>
                    <a:pt x="35481" y="18730"/>
                  </a:cubicBezTo>
                  <a:cubicBezTo>
                    <a:pt x="37029" y="18385"/>
                    <a:pt x="38576" y="18063"/>
                    <a:pt x="40124" y="17718"/>
                  </a:cubicBezTo>
                  <a:cubicBezTo>
                    <a:pt x="41160" y="17480"/>
                    <a:pt x="42232" y="17254"/>
                    <a:pt x="43291" y="17051"/>
                  </a:cubicBezTo>
                  <a:cubicBezTo>
                    <a:pt x="43648" y="16968"/>
                    <a:pt x="44006" y="16944"/>
                    <a:pt x="44363" y="16944"/>
                  </a:cubicBezTo>
                  <a:close/>
                  <a:moveTo>
                    <a:pt x="33085" y="31932"/>
                  </a:moveTo>
                  <a:cubicBezTo>
                    <a:pt x="34703" y="31932"/>
                    <a:pt x="36322" y="32075"/>
                    <a:pt x="37945" y="32327"/>
                  </a:cubicBezTo>
                  <a:cubicBezTo>
                    <a:pt x="39303" y="32541"/>
                    <a:pt x="40672" y="32982"/>
                    <a:pt x="41970" y="33518"/>
                  </a:cubicBezTo>
                  <a:cubicBezTo>
                    <a:pt x="42470" y="33732"/>
                    <a:pt x="42994" y="33994"/>
                    <a:pt x="43458" y="34327"/>
                  </a:cubicBezTo>
                  <a:cubicBezTo>
                    <a:pt x="43625" y="34434"/>
                    <a:pt x="43756" y="34565"/>
                    <a:pt x="43887" y="34708"/>
                  </a:cubicBezTo>
                  <a:cubicBezTo>
                    <a:pt x="44017" y="34863"/>
                    <a:pt x="44017" y="35006"/>
                    <a:pt x="43839" y="35137"/>
                  </a:cubicBezTo>
                  <a:cubicBezTo>
                    <a:pt x="43744" y="35220"/>
                    <a:pt x="43625" y="35280"/>
                    <a:pt x="43506" y="35327"/>
                  </a:cubicBezTo>
                  <a:cubicBezTo>
                    <a:pt x="43267" y="35399"/>
                    <a:pt x="43029" y="35470"/>
                    <a:pt x="42767" y="35506"/>
                  </a:cubicBezTo>
                  <a:cubicBezTo>
                    <a:pt x="41982" y="35601"/>
                    <a:pt x="41196" y="35744"/>
                    <a:pt x="40410" y="35815"/>
                  </a:cubicBezTo>
                  <a:cubicBezTo>
                    <a:pt x="37775" y="36084"/>
                    <a:pt x="35125" y="36201"/>
                    <a:pt x="32483" y="36201"/>
                  </a:cubicBezTo>
                  <a:cubicBezTo>
                    <a:pt x="31723" y="36201"/>
                    <a:pt x="30964" y="36191"/>
                    <a:pt x="30206" y="36173"/>
                  </a:cubicBezTo>
                  <a:cubicBezTo>
                    <a:pt x="28808" y="36140"/>
                    <a:pt x="27421" y="36076"/>
                    <a:pt x="26015" y="36076"/>
                  </a:cubicBezTo>
                  <a:cubicBezTo>
                    <a:pt x="25900" y="36076"/>
                    <a:pt x="25785" y="36076"/>
                    <a:pt x="25670" y="36077"/>
                  </a:cubicBezTo>
                  <a:cubicBezTo>
                    <a:pt x="24027" y="36101"/>
                    <a:pt x="22431" y="36196"/>
                    <a:pt x="20824" y="36435"/>
                  </a:cubicBezTo>
                  <a:cubicBezTo>
                    <a:pt x="19693" y="36601"/>
                    <a:pt x="18586" y="36816"/>
                    <a:pt x="17467" y="36994"/>
                  </a:cubicBezTo>
                  <a:cubicBezTo>
                    <a:pt x="16966" y="37066"/>
                    <a:pt x="16490" y="37149"/>
                    <a:pt x="15990" y="37256"/>
                  </a:cubicBezTo>
                  <a:cubicBezTo>
                    <a:pt x="15978" y="37256"/>
                    <a:pt x="15966" y="37244"/>
                    <a:pt x="15978" y="37220"/>
                  </a:cubicBezTo>
                  <a:cubicBezTo>
                    <a:pt x="15990" y="37208"/>
                    <a:pt x="16038" y="37185"/>
                    <a:pt x="16074" y="37161"/>
                  </a:cubicBezTo>
                  <a:cubicBezTo>
                    <a:pt x="17598" y="36458"/>
                    <a:pt x="19050" y="35661"/>
                    <a:pt x="20574" y="34934"/>
                  </a:cubicBezTo>
                  <a:cubicBezTo>
                    <a:pt x="23420" y="33577"/>
                    <a:pt x="26313" y="32625"/>
                    <a:pt x="29468" y="32184"/>
                  </a:cubicBezTo>
                  <a:cubicBezTo>
                    <a:pt x="30673" y="32011"/>
                    <a:pt x="31879" y="31932"/>
                    <a:pt x="33085" y="31932"/>
                  </a:cubicBezTo>
                  <a:close/>
                  <a:moveTo>
                    <a:pt x="24998" y="1"/>
                  </a:moveTo>
                  <a:cubicBezTo>
                    <a:pt x="24899" y="1"/>
                    <a:pt x="24790" y="32"/>
                    <a:pt x="24670" y="97"/>
                  </a:cubicBezTo>
                  <a:cubicBezTo>
                    <a:pt x="24527" y="180"/>
                    <a:pt x="24396" y="311"/>
                    <a:pt x="24289" y="454"/>
                  </a:cubicBezTo>
                  <a:cubicBezTo>
                    <a:pt x="24110" y="692"/>
                    <a:pt x="23944" y="942"/>
                    <a:pt x="23801" y="1192"/>
                  </a:cubicBezTo>
                  <a:cubicBezTo>
                    <a:pt x="23086" y="2454"/>
                    <a:pt x="22467" y="3764"/>
                    <a:pt x="22015" y="5133"/>
                  </a:cubicBezTo>
                  <a:cubicBezTo>
                    <a:pt x="21574" y="6407"/>
                    <a:pt x="21157" y="7669"/>
                    <a:pt x="20765" y="8943"/>
                  </a:cubicBezTo>
                  <a:cubicBezTo>
                    <a:pt x="20384" y="10122"/>
                    <a:pt x="20134" y="11324"/>
                    <a:pt x="19895" y="12539"/>
                  </a:cubicBezTo>
                  <a:cubicBezTo>
                    <a:pt x="19312" y="15432"/>
                    <a:pt x="18741" y="18349"/>
                    <a:pt x="18157" y="21254"/>
                  </a:cubicBezTo>
                  <a:cubicBezTo>
                    <a:pt x="17859" y="22754"/>
                    <a:pt x="17574" y="24243"/>
                    <a:pt x="17228" y="25755"/>
                  </a:cubicBezTo>
                  <a:cubicBezTo>
                    <a:pt x="17050" y="26540"/>
                    <a:pt x="16847" y="27302"/>
                    <a:pt x="16550" y="28053"/>
                  </a:cubicBezTo>
                  <a:cubicBezTo>
                    <a:pt x="15764" y="30100"/>
                    <a:pt x="14633" y="31732"/>
                    <a:pt x="13026" y="33208"/>
                  </a:cubicBezTo>
                  <a:cubicBezTo>
                    <a:pt x="12371" y="33803"/>
                    <a:pt x="11692" y="34339"/>
                    <a:pt x="11061" y="34934"/>
                  </a:cubicBezTo>
                  <a:cubicBezTo>
                    <a:pt x="9668" y="36232"/>
                    <a:pt x="8394" y="37554"/>
                    <a:pt x="7251" y="39066"/>
                  </a:cubicBezTo>
                  <a:cubicBezTo>
                    <a:pt x="5775" y="40995"/>
                    <a:pt x="4489" y="43031"/>
                    <a:pt x="2917" y="44888"/>
                  </a:cubicBezTo>
                  <a:cubicBezTo>
                    <a:pt x="1810" y="46186"/>
                    <a:pt x="881" y="47579"/>
                    <a:pt x="143" y="49127"/>
                  </a:cubicBezTo>
                  <a:cubicBezTo>
                    <a:pt x="107" y="49222"/>
                    <a:pt x="60" y="49341"/>
                    <a:pt x="24" y="49412"/>
                  </a:cubicBezTo>
                  <a:cubicBezTo>
                    <a:pt x="0" y="49508"/>
                    <a:pt x="12" y="49519"/>
                    <a:pt x="0" y="49591"/>
                  </a:cubicBezTo>
                  <a:cubicBezTo>
                    <a:pt x="18" y="49596"/>
                    <a:pt x="34" y="49599"/>
                    <a:pt x="49" y="49599"/>
                  </a:cubicBezTo>
                  <a:cubicBezTo>
                    <a:pt x="133" y="49599"/>
                    <a:pt x="170" y="49521"/>
                    <a:pt x="191" y="49460"/>
                  </a:cubicBezTo>
                  <a:cubicBezTo>
                    <a:pt x="381" y="49055"/>
                    <a:pt x="548" y="48674"/>
                    <a:pt x="762" y="48281"/>
                  </a:cubicBezTo>
                  <a:cubicBezTo>
                    <a:pt x="1596" y="46745"/>
                    <a:pt x="2691" y="45471"/>
                    <a:pt x="3774" y="44126"/>
                  </a:cubicBezTo>
                  <a:cubicBezTo>
                    <a:pt x="4941" y="42697"/>
                    <a:pt x="5894" y="41185"/>
                    <a:pt x="6977" y="39709"/>
                  </a:cubicBezTo>
                  <a:cubicBezTo>
                    <a:pt x="7013" y="39661"/>
                    <a:pt x="7037" y="39602"/>
                    <a:pt x="7084" y="39578"/>
                  </a:cubicBezTo>
                  <a:cubicBezTo>
                    <a:pt x="7144" y="39542"/>
                    <a:pt x="7203" y="39542"/>
                    <a:pt x="7263" y="39542"/>
                  </a:cubicBezTo>
                  <a:cubicBezTo>
                    <a:pt x="8680" y="39506"/>
                    <a:pt x="10025" y="39268"/>
                    <a:pt x="11382" y="38875"/>
                  </a:cubicBezTo>
                  <a:cubicBezTo>
                    <a:pt x="12406" y="38578"/>
                    <a:pt x="13359" y="38220"/>
                    <a:pt x="14359" y="37863"/>
                  </a:cubicBezTo>
                  <a:cubicBezTo>
                    <a:pt x="15121" y="37601"/>
                    <a:pt x="15859" y="37399"/>
                    <a:pt x="16669" y="37268"/>
                  </a:cubicBezTo>
                  <a:cubicBezTo>
                    <a:pt x="18026" y="37066"/>
                    <a:pt x="19372" y="36827"/>
                    <a:pt x="20741" y="36613"/>
                  </a:cubicBezTo>
                  <a:cubicBezTo>
                    <a:pt x="21669" y="36470"/>
                    <a:pt x="22610" y="36351"/>
                    <a:pt x="23563" y="36304"/>
                  </a:cubicBezTo>
                  <a:cubicBezTo>
                    <a:pt x="24417" y="36257"/>
                    <a:pt x="25270" y="36240"/>
                    <a:pt x="26125" y="36240"/>
                  </a:cubicBezTo>
                  <a:cubicBezTo>
                    <a:pt x="27247" y="36240"/>
                    <a:pt x="28374" y="36270"/>
                    <a:pt x="29516" y="36304"/>
                  </a:cubicBezTo>
                  <a:cubicBezTo>
                    <a:pt x="30482" y="36331"/>
                    <a:pt x="31453" y="36345"/>
                    <a:pt x="32426" y="36345"/>
                  </a:cubicBezTo>
                  <a:cubicBezTo>
                    <a:pt x="34417" y="36345"/>
                    <a:pt x="36419" y="36285"/>
                    <a:pt x="38410" y="36149"/>
                  </a:cubicBezTo>
                  <a:cubicBezTo>
                    <a:pt x="39838" y="36065"/>
                    <a:pt x="41303" y="35875"/>
                    <a:pt x="42708" y="35661"/>
                  </a:cubicBezTo>
                  <a:cubicBezTo>
                    <a:pt x="42982" y="35637"/>
                    <a:pt x="43232" y="35553"/>
                    <a:pt x="43482" y="35482"/>
                  </a:cubicBezTo>
                  <a:cubicBezTo>
                    <a:pt x="43636" y="35434"/>
                    <a:pt x="43803" y="35375"/>
                    <a:pt x="43922" y="35292"/>
                  </a:cubicBezTo>
                  <a:cubicBezTo>
                    <a:pt x="44196" y="35077"/>
                    <a:pt x="44232" y="34827"/>
                    <a:pt x="43994" y="34565"/>
                  </a:cubicBezTo>
                  <a:cubicBezTo>
                    <a:pt x="43756" y="34291"/>
                    <a:pt x="43446" y="34041"/>
                    <a:pt x="43113" y="33875"/>
                  </a:cubicBezTo>
                  <a:cubicBezTo>
                    <a:pt x="42053" y="33327"/>
                    <a:pt x="40946" y="32791"/>
                    <a:pt x="39791" y="32541"/>
                  </a:cubicBezTo>
                  <a:cubicBezTo>
                    <a:pt x="37537" y="32030"/>
                    <a:pt x="35327" y="31777"/>
                    <a:pt x="33117" y="31777"/>
                  </a:cubicBezTo>
                  <a:cubicBezTo>
                    <a:pt x="31056" y="31777"/>
                    <a:pt x="28994" y="31997"/>
                    <a:pt x="26896" y="32434"/>
                  </a:cubicBezTo>
                  <a:cubicBezTo>
                    <a:pt x="24551" y="32922"/>
                    <a:pt x="22455" y="33815"/>
                    <a:pt x="20348" y="34815"/>
                  </a:cubicBezTo>
                  <a:cubicBezTo>
                    <a:pt x="18812" y="35530"/>
                    <a:pt x="17371" y="36351"/>
                    <a:pt x="15847" y="37030"/>
                  </a:cubicBezTo>
                  <a:cubicBezTo>
                    <a:pt x="13823" y="37935"/>
                    <a:pt x="11859" y="38613"/>
                    <a:pt x="9716" y="39113"/>
                  </a:cubicBezTo>
                  <a:cubicBezTo>
                    <a:pt x="9037" y="39280"/>
                    <a:pt x="8323" y="39340"/>
                    <a:pt x="7620" y="39363"/>
                  </a:cubicBezTo>
                  <a:cubicBezTo>
                    <a:pt x="7525" y="39363"/>
                    <a:pt x="7394" y="39352"/>
                    <a:pt x="7287" y="39352"/>
                  </a:cubicBezTo>
                  <a:cubicBezTo>
                    <a:pt x="7322" y="39292"/>
                    <a:pt x="7370" y="39209"/>
                    <a:pt x="7406" y="39161"/>
                  </a:cubicBezTo>
                  <a:cubicBezTo>
                    <a:pt x="8442" y="37851"/>
                    <a:pt x="9525" y="36625"/>
                    <a:pt x="10740" y="35494"/>
                  </a:cubicBezTo>
                  <a:cubicBezTo>
                    <a:pt x="11597" y="34708"/>
                    <a:pt x="12490" y="33946"/>
                    <a:pt x="13395" y="33267"/>
                  </a:cubicBezTo>
                  <a:cubicBezTo>
                    <a:pt x="14299" y="32577"/>
                    <a:pt x="15204" y="31958"/>
                    <a:pt x="16181" y="31362"/>
                  </a:cubicBezTo>
                  <a:cubicBezTo>
                    <a:pt x="17467" y="30553"/>
                    <a:pt x="18812" y="29827"/>
                    <a:pt x="20181" y="29148"/>
                  </a:cubicBezTo>
                  <a:cubicBezTo>
                    <a:pt x="21027" y="28707"/>
                    <a:pt x="21931" y="28350"/>
                    <a:pt x="22801" y="27957"/>
                  </a:cubicBezTo>
                  <a:cubicBezTo>
                    <a:pt x="23574" y="27600"/>
                    <a:pt x="24396" y="27422"/>
                    <a:pt x="25194" y="27183"/>
                  </a:cubicBezTo>
                  <a:cubicBezTo>
                    <a:pt x="26361" y="26838"/>
                    <a:pt x="27492" y="26469"/>
                    <a:pt x="28635" y="26076"/>
                  </a:cubicBezTo>
                  <a:cubicBezTo>
                    <a:pt x="29301" y="25850"/>
                    <a:pt x="29956" y="25600"/>
                    <a:pt x="30611" y="25350"/>
                  </a:cubicBezTo>
                  <a:cubicBezTo>
                    <a:pt x="31147" y="25159"/>
                    <a:pt x="31659" y="24933"/>
                    <a:pt x="32195" y="24707"/>
                  </a:cubicBezTo>
                  <a:cubicBezTo>
                    <a:pt x="32707" y="24481"/>
                    <a:pt x="33266" y="24243"/>
                    <a:pt x="33802" y="24028"/>
                  </a:cubicBezTo>
                  <a:cubicBezTo>
                    <a:pt x="34433" y="23754"/>
                    <a:pt x="35076" y="23492"/>
                    <a:pt x="35719" y="23207"/>
                  </a:cubicBezTo>
                  <a:cubicBezTo>
                    <a:pt x="36659" y="22790"/>
                    <a:pt x="37612" y="22338"/>
                    <a:pt x="38564" y="21945"/>
                  </a:cubicBezTo>
                  <a:cubicBezTo>
                    <a:pt x="39136" y="21707"/>
                    <a:pt x="39755" y="21540"/>
                    <a:pt x="40350" y="21361"/>
                  </a:cubicBezTo>
                  <a:cubicBezTo>
                    <a:pt x="41553" y="20992"/>
                    <a:pt x="42684" y="20492"/>
                    <a:pt x="43756" y="19813"/>
                  </a:cubicBezTo>
                  <a:cubicBezTo>
                    <a:pt x="44291" y="19456"/>
                    <a:pt x="44768" y="19063"/>
                    <a:pt x="45208" y="18623"/>
                  </a:cubicBezTo>
                  <a:cubicBezTo>
                    <a:pt x="45375" y="18444"/>
                    <a:pt x="45530" y="18266"/>
                    <a:pt x="45613" y="18028"/>
                  </a:cubicBezTo>
                  <a:cubicBezTo>
                    <a:pt x="45780" y="17563"/>
                    <a:pt x="45649" y="17182"/>
                    <a:pt x="45208" y="16944"/>
                  </a:cubicBezTo>
                  <a:cubicBezTo>
                    <a:pt x="44968" y="16802"/>
                    <a:pt x="44697" y="16740"/>
                    <a:pt x="44415" y="16740"/>
                  </a:cubicBezTo>
                  <a:cubicBezTo>
                    <a:pt x="44390" y="16740"/>
                    <a:pt x="44364" y="16741"/>
                    <a:pt x="44339" y="16742"/>
                  </a:cubicBezTo>
                  <a:cubicBezTo>
                    <a:pt x="43863" y="16777"/>
                    <a:pt x="43398" y="16825"/>
                    <a:pt x="42934" y="16908"/>
                  </a:cubicBezTo>
                  <a:cubicBezTo>
                    <a:pt x="40374" y="17444"/>
                    <a:pt x="37814" y="17968"/>
                    <a:pt x="35266" y="18575"/>
                  </a:cubicBezTo>
                  <a:cubicBezTo>
                    <a:pt x="34135" y="18849"/>
                    <a:pt x="33040" y="19182"/>
                    <a:pt x="31968" y="19635"/>
                  </a:cubicBezTo>
                  <a:cubicBezTo>
                    <a:pt x="30742" y="20147"/>
                    <a:pt x="29611" y="20754"/>
                    <a:pt x="28516" y="21516"/>
                  </a:cubicBezTo>
                  <a:cubicBezTo>
                    <a:pt x="27170" y="22421"/>
                    <a:pt x="26063" y="23552"/>
                    <a:pt x="24908" y="24707"/>
                  </a:cubicBezTo>
                  <a:cubicBezTo>
                    <a:pt x="23944" y="25695"/>
                    <a:pt x="22943" y="26671"/>
                    <a:pt x="21848" y="27541"/>
                  </a:cubicBezTo>
                  <a:cubicBezTo>
                    <a:pt x="20943" y="28255"/>
                    <a:pt x="19991" y="28922"/>
                    <a:pt x="18991" y="29517"/>
                  </a:cubicBezTo>
                  <a:cubicBezTo>
                    <a:pt x="18633" y="29719"/>
                    <a:pt x="18240" y="29922"/>
                    <a:pt x="17883" y="30124"/>
                  </a:cubicBezTo>
                  <a:cubicBezTo>
                    <a:pt x="16836" y="30755"/>
                    <a:pt x="15788" y="31398"/>
                    <a:pt x="14764" y="32065"/>
                  </a:cubicBezTo>
                  <a:cubicBezTo>
                    <a:pt x="14526" y="32232"/>
                    <a:pt x="14299" y="32386"/>
                    <a:pt x="14073" y="32541"/>
                  </a:cubicBezTo>
                  <a:cubicBezTo>
                    <a:pt x="14071" y="32543"/>
                    <a:pt x="14068" y="32544"/>
                    <a:pt x="14064" y="32544"/>
                  </a:cubicBezTo>
                  <a:cubicBezTo>
                    <a:pt x="14046" y="32544"/>
                    <a:pt x="14010" y="32521"/>
                    <a:pt x="13990" y="32482"/>
                  </a:cubicBezTo>
                  <a:cubicBezTo>
                    <a:pt x="14061" y="32398"/>
                    <a:pt x="14157" y="32315"/>
                    <a:pt x="14228" y="32220"/>
                  </a:cubicBezTo>
                  <a:cubicBezTo>
                    <a:pt x="15181" y="31184"/>
                    <a:pt x="15859" y="30053"/>
                    <a:pt x="16443" y="28755"/>
                  </a:cubicBezTo>
                  <a:cubicBezTo>
                    <a:pt x="16538" y="28553"/>
                    <a:pt x="16621" y="28350"/>
                    <a:pt x="16728" y="28160"/>
                  </a:cubicBezTo>
                  <a:cubicBezTo>
                    <a:pt x="17407" y="26957"/>
                    <a:pt x="18240" y="25874"/>
                    <a:pt x="19050" y="24755"/>
                  </a:cubicBezTo>
                  <a:cubicBezTo>
                    <a:pt x="20241" y="23100"/>
                    <a:pt x="21431" y="21468"/>
                    <a:pt x="22372" y="19635"/>
                  </a:cubicBezTo>
                  <a:cubicBezTo>
                    <a:pt x="23455" y="17539"/>
                    <a:pt x="24360" y="15408"/>
                    <a:pt x="24991" y="13110"/>
                  </a:cubicBezTo>
                  <a:cubicBezTo>
                    <a:pt x="25718" y="10455"/>
                    <a:pt x="25849" y="7752"/>
                    <a:pt x="25741" y="4990"/>
                  </a:cubicBezTo>
                  <a:cubicBezTo>
                    <a:pt x="25718" y="4216"/>
                    <a:pt x="25658" y="3442"/>
                    <a:pt x="25670" y="2668"/>
                  </a:cubicBezTo>
                  <a:cubicBezTo>
                    <a:pt x="25682" y="2121"/>
                    <a:pt x="25658" y="1585"/>
                    <a:pt x="25622" y="1025"/>
                  </a:cubicBezTo>
                  <a:cubicBezTo>
                    <a:pt x="25610" y="775"/>
                    <a:pt x="25563" y="525"/>
                    <a:pt x="25432" y="299"/>
                  </a:cubicBezTo>
                  <a:cubicBezTo>
                    <a:pt x="25318" y="101"/>
                    <a:pt x="25174" y="1"/>
                    <a:pt x="24998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85" name="Google Shape;585;p46"/>
          <p:cNvPicPr preferRelativeResize="0"/>
          <p:nvPr/>
        </p:nvPicPr>
        <p:blipFill rotWithShape="1">
          <a:blip r:embed="rId5">
            <a:alphaModFix amt="76000"/>
          </a:blip>
          <a:srcRect l="37412" t="9009" r="30455" b="20771"/>
          <a:stretch/>
        </p:blipFill>
        <p:spPr>
          <a:xfrm>
            <a:off x="3969039" y="693909"/>
            <a:ext cx="1432411" cy="1760740"/>
          </a:xfrm>
          <a:prstGeom prst="rect">
            <a:avLst/>
          </a:prstGeom>
          <a:noFill/>
          <a:ln>
            <a:noFill/>
          </a:ln>
        </p:spPr>
      </p:pic>
      <p:sp>
        <p:nvSpPr>
          <p:cNvPr id="586" name="Google Shape;586;p46"/>
          <p:cNvSpPr txBox="1">
            <a:spLocks noGrp="1"/>
          </p:cNvSpPr>
          <p:nvPr>
            <p:ph type="title"/>
          </p:nvPr>
        </p:nvSpPr>
        <p:spPr>
          <a:xfrm>
            <a:off x="1945993" y="2119963"/>
            <a:ext cx="5410222" cy="18113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Análisis descriptivo</a:t>
            </a:r>
            <a:endParaRPr dirty="0"/>
          </a:p>
        </p:txBody>
      </p:sp>
      <p:sp>
        <p:nvSpPr>
          <p:cNvPr id="587" name="Google Shape;587;p46"/>
          <p:cNvSpPr txBox="1">
            <a:spLocks noGrp="1"/>
          </p:cNvSpPr>
          <p:nvPr>
            <p:ph type="title" idx="2"/>
          </p:nvPr>
        </p:nvSpPr>
        <p:spPr>
          <a:xfrm>
            <a:off x="2652300" y="1010300"/>
            <a:ext cx="3839400" cy="108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pic>
        <p:nvPicPr>
          <p:cNvPr id="589" name="Google Shape;589;p46"/>
          <p:cNvPicPr preferRelativeResize="0"/>
          <p:nvPr/>
        </p:nvPicPr>
        <p:blipFill rotWithShape="1">
          <a:blip r:embed="rId6">
            <a:alphaModFix/>
          </a:blip>
          <a:srcRect l="45691" t="12052" r="18787" b="20159"/>
          <a:stretch/>
        </p:blipFill>
        <p:spPr>
          <a:xfrm>
            <a:off x="7565300" y="2642451"/>
            <a:ext cx="1149350" cy="123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46"/>
          <p:cNvPicPr preferRelativeResize="0"/>
          <p:nvPr/>
        </p:nvPicPr>
        <p:blipFill rotWithShape="1">
          <a:blip r:embed="rId4">
            <a:alphaModFix/>
          </a:blip>
          <a:srcRect l="28680" t="19555" r="23804" b="32703"/>
          <a:stretch/>
        </p:blipFill>
        <p:spPr>
          <a:xfrm rot="5400000">
            <a:off x="7242648" y="703547"/>
            <a:ext cx="1287874" cy="727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46"/>
          <p:cNvPicPr preferRelativeResize="0"/>
          <p:nvPr/>
        </p:nvPicPr>
        <p:blipFill rotWithShape="1">
          <a:blip r:embed="rId7">
            <a:alphaModFix amt="63000"/>
          </a:blip>
          <a:srcRect l="17536" t="30943" r="20804" b="36495"/>
          <a:stretch/>
        </p:blipFill>
        <p:spPr>
          <a:xfrm rot="-2080536">
            <a:off x="2465628" y="-736693"/>
            <a:ext cx="3899224" cy="11582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>
          <a:extLst>
            <a:ext uri="{FF2B5EF4-FFF2-40B4-BE49-F238E27FC236}">
              <a16:creationId xmlns:a16="http://schemas.microsoft.com/office/drawing/2014/main" id="{4E56B48A-E8B4-F8A0-359B-C8E64C3BC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47">
            <a:extLst>
              <a:ext uri="{FF2B5EF4-FFF2-40B4-BE49-F238E27FC236}">
                <a16:creationId xmlns:a16="http://schemas.microsoft.com/office/drawing/2014/main" id="{1CBBD6DF-1476-E4C0-D86B-F65F36C0C2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061" t="37780" r="11424" b="34639"/>
          <a:stretch/>
        </p:blipFill>
        <p:spPr>
          <a:xfrm>
            <a:off x="6416132" y="4778253"/>
            <a:ext cx="3073373" cy="557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2" name="Google Shape;602;p47">
            <a:extLst>
              <a:ext uri="{FF2B5EF4-FFF2-40B4-BE49-F238E27FC236}">
                <a16:creationId xmlns:a16="http://schemas.microsoft.com/office/drawing/2014/main" id="{20927B34-6476-C058-85F4-C7558D39600D}"/>
              </a:ext>
            </a:extLst>
          </p:cNvPr>
          <p:cNvPicPr preferRelativeResize="0"/>
          <p:nvPr/>
        </p:nvPicPr>
        <p:blipFill rotWithShape="1">
          <a:blip r:embed="rId4">
            <a:alphaModFix amt="57000"/>
          </a:blip>
          <a:srcRect l="36305" t="26731" r="30909" b="23776"/>
          <a:stretch/>
        </p:blipFill>
        <p:spPr>
          <a:xfrm flipH="1">
            <a:off x="-528075" y="1470875"/>
            <a:ext cx="2119848" cy="1800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47">
            <a:extLst>
              <a:ext uri="{FF2B5EF4-FFF2-40B4-BE49-F238E27FC236}">
                <a16:creationId xmlns:a16="http://schemas.microsoft.com/office/drawing/2014/main" id="{FECE0A44-E24C-9904-54AF-9AE3BAA34FD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28680" t="19555" r="23804" b="32703"/>
          <a:stretch/>
        </p:blipFill>
        <p:spPr>
          <a:xfrm rot="5400000">
            <a:off x="7171123" y="2126184"/>
            <a:ext cx="1287874" cy="727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26" name="Google Shape;626;p47">
            <a:extLst>
              <a:ext uri="{FF2B5EF4-FFF2-40B4-BE49-F238E27FC236}">
                <a16:creationId xmlns:a16="http://schemas.microsoft.com/office/drawing/2014/main" id="{D48A7F61-C17E-CB33-B851-F6B8994469C0}"/>
              </a:ext>
            </a:extLst>
          </p:cNvPr>
          <p:cNvPicPr preferRelativeResize="0"/>
          <p:nvPr/>
        </p:nvPicPr>
        <p:blipFill rotWithShape="1">
          <a:blip r:embed="rId6">
            <a:alphaModFix amt="63000"/>
          </a:blip>
          <a:srcRect l="17536" t="30943" r="20804" b="36495"/>
          <a:stretch/>
        </p:blipFill>
        <p:spPr>
          <a:xfrm rot="6776336">
            <a:off x="-2640818" y="2118352"/>
            <a:ext cx="4824681" cy="1433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7" name="Google Shape;627;p47">
            <a:extLst>
              <a:ext uri="{FF2B5EF4-FFF2-40B4-BE49-F238E27FC236}">
                <a16:creationId xmlns:a16="http://schemas.microsoft.com/office/drawing/2014/main" id="{EC2620BB-A8F7-63DD-F0FF-5D74F49F9556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45691" t="12052" r="18787" b="20159"/>
          <a:stretch/>
        </p:blipFill>
        <p:spPr>
          <a:xfrm>
            <a:off x="29750" y="378840"/>
            <a:ext cx="1366949" cy="146729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47;p45">
            <a:extLst>
              <a:ext uri="{FF2B5EF4-FFF2-40B4-BE49-F238E27FC236}">
                <a16:creationId xmlns:a16="http://schemas.microsoft.com/office/drawing/2014/main" id="{B80AC51C-3D96-1374-3AEF-313EAD7B25F4}"/>
              </a:ext>
            </a:extLst>
          </p:cNvPr>
          <p:cNvSpPr txBox="1">
            <a:spLocks/>
          </p:cNvSpPr>
          <p:nvPr/>
        </p:nvSpPr>
        <p:spPr>
          <a:xfrm>
            <a:off x="226791" y="731920"/>
            <a:ext cx="3536789" cy="58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38100" lvl="0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●"/>
              <a:defRPr sz="17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>
              <a:buSzPts val="1100"/>
            </a:pPr>
            <a:r>
              <a:rPr lang="en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Género de los participantes</a:t>
            </a:r>
            <a:endParaRPr lang="es-MX" sz="2000" dirty="0">
              <a:solidFill>
                <a:schemeClr val="tx1">
                  <a:lumMod val="75000"/>
                  <a:lumOff val="25000"/>
                </a:schemeClr>
              </a:solidFill>
              <a:latin typeface="Amatic SC" panose="00000500000000000000" pitchFamily="2" charset="-79"/>
              <a:cs typeface="Amatic SC" panose="00000500000000000000" pitchFamily="2" charset="-79"/>
            </a:endParaRP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56A0AF6E-EB69-30A8-5FB1-31F6132444A0}"/>
              </a:ext>
            </a:extLst>
          </p:cNvPr>
          <p:cNvGrpSpPr/>
          <p:nvPr/>
        </p:nvGrpSpPr>
        <p:grpSpPr>
          <a:xfrm>
            <a:off x="140875" y="868957"/>
            <a:ext cx="4542250" cy="3405585"/>
            <a:chOff x="746429" y="1147522"/>
            <a:chExt cx="4019764" cy="2948465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7EFBA61-1D96-00C3-5B27-AFF02497EA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9916" b="94958" l="8808" r="89767">
                          <a14:foregroundMark x1="45078" y1="90756" x2="34456" y2="90084"/>
                          <a14:foregroundMark x1="43523" y1="94958" x2="38083" y2="94286"/>
                          <a14:foregroundMark x1="81865" y1="50588" x2="83420" y2="54790"/>
                          <a14:foregroundMark x1="83290" y1="58319" x2="84845" y2="59328"/>
                          <a14:foregroundMark x1="9845" y1="58655" x2="8808" y2="53109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46429" y="1147522"/>
              <a:ext cx="3825571" cy="2948465"/>
            </a:xfrm>
            <a:prstGeom prst="rect">
              <a:avLst/>
            </a:prstGeom>
          </p:spPr>
        </p:pic>
        <p:sp>
          <p:nvSpPr>
            <p:cNvPr id="9" name="Google Shape;498;p54">
              <a:extLst>
                <a:ext uri="{FF2B5EF4-FFF2-40B4-BE49-F238E27FC236}">
                  <a16:creationId xmlns:a16="http://schemas.microsoft.com/office/drawing/2014/main" id="{530D94A8-834C-9A13-A58C-883DEA70E193}"/>
                </a:ext>
              </a:extLst>
            </p:cNvPr>
            <p:cNvSpPr txBox="1">
              <a:spLocks/>
            </p:cNvSpPr>
            <p:nvPr/>
          </p:nvSpPr>
          <p:spPr>
            <a:xfrm>
              <a:off x="3952422" y="2520779"/>
              <a:ext cx="813771" cy="2588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Karla"/>
                <a:buChar char="●"/>
                <a:defRPr sz="12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1pPr>
              <a:lvl2pPr marL="914400" marR="0" lvl="1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2pPr>
              <a:lvl3pPr marL="1371600" marR="0" lvl="2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3pPr>
              <a:lvl4pPr marL="1828800" marR="0" lvl="3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●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4pPr>
              <a:lvl5pPr marL="2286000" marR="0" lvl="4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5pPr>
              <a:lvl6pPr marL="2743200" marR="0" lvl="5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6pPr>
              <a:lvl7pPr marL="3200400" marR="0" lvl="6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●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7pPr>
              <a:lvl8pPr marL="3657600" marR="0" lvl="7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8pPr>
              <a:lvl9pPr marL="4114800" marR="0" lvl="8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9pPr>
            </a:lstStyle>
            <a:p>
              <a:pPr marL="0" indent="0" algn="ctr">
                <a:buNone/>
              </a:pPr>
              <a:r>
                <a:rPr lang="es-MX" sz="1100" dirty="0">
                  <a:latin typeface="Catamaran" panose="020B0604020202020204" charset="0"/>
                  <a:cs typeface="Catamaran" panose="020B0604020202020204" charset="0"/>
                </a:rPr>
                <a:t>Hombres</a:t>
              </a:r>
            </a:p>
          </p:txBody>
        </p:sp>
        <p:sp>
          <p:nvSpPr>
            <p:cNvPr id="10" name="Google Shape;498;p54">
              <a:extLst>
                <a:ext uri="{FF2B5EF4-FFF2-40B4-BE49-F238E27FC236}">
                  <a16:creationId xmlns:a16="http://schemas.microsoft.com/office/drawing/2014/main" id="{C7B8F79D-71B6-9A05-28E2-528AE5E84E73}"/>
                </a:ext>
              </a:extLst>
            </p:cNvPr>
            <p:cNvSpPr txBox="1">
              <a:spLocks/>
            </p:cNvSpPr>
            <p:nvPr/>
          </p:nvSpPr>
          <p:spPr>
            <a:xfrm>
              <a:off x="3952421" y="2711454"/>
              <a:ext cx="813771" cy="2588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Karla"/>
                <a:buChar char="●"/>
                <a:defRPr sz="12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1pPr>
              <a:lvl2pPr marL="914400" marR="0" lvl="1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2pPr>
              <a:lvl3pPr marL="1371600" marR="0" lvl="2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3pPr>
              <a:lvl4pPr marL="1828800" marR="0" lvl="3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●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4pPr>
              <a:lvl5pPr marL="2286000" marR="0" lvl="4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5pPr>
              <a:lvl6pPr marL="2743200" marR="0" lvl="5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6pPr>
              <a:lvl7pPr marL="3200400" marR="0" lvl="6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●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7pPr>
              <a:lvl8pPr marL="3657600" marR="0" lvl="7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8pPr>
              <a:lvl9pPr marL="4114800" marR="0" lvl="8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9pPr>
            </a:lstStyle>
            <a:p>
              <a:pPr marL="0" indent="0" algn="ctr">
                <a:buNone/>
              </a:pPr>
              <a:r>
                <a:rPr lang="es-MX" sz="1100" dirty="0">
                  <a:latin typeface="Catamaran" panose="020B0604020202020204" charset="0"/>
                  <a:cs typeface="Catamaran" panose="020B0604020202020204" charset="0"/>
                </a:rPr>
                <a:t>Mujeres</a:t>
              </a:r>
            </a:p>
          </p:txBody>
        </p:sp>
      </p:grpSp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904794DE-082A-EFDE-C692-1A26B0DB27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4963637"/>
              </p:ext>
            </p:extLst>
          </p:nvPr>
        </p:nvGraphicFramePr>
        <p:xfrm>
          <a:off x="4708188" y="1177075"/>
          <a:ext cx="3792533" cy="3340999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900476">
                  <a:extLst>
                    <a:ext uri="{9D8B030D-6E8A-4147-A177-3AD203B41FA5}">
                      <a16:colId xmlns:a16="http://schemas.microsoft.com/office/drawing/2014/main" val="3816052284"/>
                    </a:ext>
                  </a:extLst>
                </a:gridCol>
                <a:gridCol w="964019">
                  <a:extLst>
                    <a:ext uri="{9D8B030D-6E8A-4147-A177-3AD203B41FA5}">
                      <a16:colId xmlns:a16="http://schemas.microsoft.com/office/drawing/2014/main" val="115993887"/>
                    </a:ext>
                  </a:extLst>
                </a:gridCol>
                <a:gridCol w="766832">
                  <a:extLst>
                    <a:ext uri="{9D8B030D-6E8A-4147-A177-3AD203B41FA5}">
                      <a16:colId xmlns:a16="http://schemas.microsoft.com/office/drawing/2014/main" val="2414306674"/>
                    </a:ext>
                  </a:extLst>
                </a:gridCol>
                <a:gridCol w="1161206">
                  <a:extLst>
                    <a:ext uri="{9D8B030D-6E8A-4147-A177-3AD203B41FA5}">
                      <a16:colId xmlns:a16="http://schemas.microsoft.com/office/drawing/2014/main" val="1490991499"/>
                    </a:ext>
                  </a:extLst>
                </a:gridCol>
              </a:tblGrid>
              <a:tr h="426949"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Género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Gustos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Porcentaje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7007283"/>
                  </a:ext>
                </a:extLst>
              </a:tr>
              <a:tr h="544401"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Hombres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Ambos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3.5%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9682407"/>
                  </a:ext>
                </a:extLst>
              </a:tr>
              <a:tr h="544401"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Hombres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Hombres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8.9%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409249"/>
                  </a:ext>
                </a:extLst>
              </a:tr>
              <a:tr h="544401"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Hombres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Mujeres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324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87.6%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4678696"/>
                  </a:ext>
                </a:extLst>
              </a:tr>
              <a:tr h="426949"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Mujeres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Ambos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33.7%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981415"/>
                  </a:ext>
                </a:extLst>
              </a:tr>
              <a:tr h="426949"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Mujeres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Hombres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58.3%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7977"/>
                  </a:ext>
                </a:extLst>
              </a:tr>
              <a:tr h="426949"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Mujeres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Mujeres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5979099"/>
                  </a:ext>
                </a:extLst>
              </a:tr>
            </a:tbl>
          </a:graphicData>
        </a:graphic>
      </p:graphicFrame>
      <p:sp>
        <p:nvSpPr>
          <p:cNvPr id="12" name="Google Shape;547;p45">
            <a:extLst>
              <a:ext uri="{FF2B5EF4-FFF2-40B4-BE49-F238E27FC236}">
                <a16:creationId xmlns:a16="http://schemas.microsoft.com/office/drawing/2014/main" id="{9205DE77-F806-A29E-6562-CDC1ACD12584}"/>
              </a:ext>
            </a:extLst>
          </p:cNvPr>
          <p:cNvSpPr txBox="1">
            <a:spLocks/>
          </p:cNvSpPr>
          <p:nvPr/>
        </p:nvSpPr>
        <p:spPr>
          <a:xfrm>
            <a:off x="4728300" y="595279"/>
            <a:ext cx="3792534" cy="58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2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>
              <a:buSzPts val="1100"/>
            </a:pPr>
            <a:r>
              <a:rPr lang="en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Preferencias de los participantes</a:t>
            </a:r>
            <a:endParaRPr lang="es-MX" sz="2000" dirty="0">
              <a:solidFill>
                <a:schemeClr val="tx1">
                  <a:lumMod val="75000"/>
                  <a:lumOff val="25000"/>
                </a:schemeClr>
              </a:solidFill>
              <a:latin typeface="Amatic SC" panose="00000500000000000000" pitchFamily="2" charset="-79"/>
              <a:cs typeface="Amatic SC" panose="00000500000000000000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232303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>
          <a:extLst>
            <a:ext uri="{FF2B5EF4-FFF2-40B4-BE49-F238E27FC236}">
              <a16:creationId xmlns:a16="http://schemas.microsoft.com/office/drawing/2014/main" id="{27C040F0-6974-879C-2BB0-382BCCDD4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47">
            <a:extLst>
              <a:ext uri="{FF2B5EF4-FFF2-40B4-BE49-F238E27FC236}">
                <a16:creationId xmlns:a16="http://schemas.microsoft.com/office/drawing/2014/main" id="{5B5AF466-BF46-3910-53B9-02B36264D3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061" t="37780" r="11424" b="34639"/>
          <a:stretch/>
        </p:blipFill>
        <p:spPr>
          <a:xfrm>
            <a:off x="6374569" y="4778253"/>
            <a:ext cx="3073373" cy="557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2" name="Google Shape;602;p47">
            <a:extLst>
              <a:ext uri="{FF2B5EF4-FFF2-40B4-BE49-F238E27FC236}">
                <a16:creationId xmlns:a16="http://schemas.microsoft.com/office/drawing/2014/main" id="{7A92A86C-E22C-1741-CCBE-0CB809614217}"/>
              </a:ext>
            </a:extLst>
          </p:cNvPr>
          <p:cNvPicPr preferRelativeResize="0"/>
          <p:nvPr/>
        </p:nvPicPr>
        <p:blipFill rotWithShape="1">
          <a:blip r:embed="rId4">
            <a:alphaModFix amt="57000"/>
          </a:blip>
          <a:srcRect l="36305" t="26731" r="30909" b="23776"/>
          <a:stretch/>
        </p:blipFill>
        <p:spPr>
          <a:xfrm flipH="1">
            <a:off x="-528075" y="1470875"/>
            <a:ext cx="2119848" cy="1800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47">
            <a:extLst>
              <a:ext uri="{FF2B5EF4-FFF2-40B4-BE49-F238E27FC236}">
                <a16:creationId xmlns:a16="http://schemas.microsoft.com/office/drawing/2014/main" id="{31A92369-C86D-CB5C-0260-A3FE8CC6C3EA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28680" t="19555" r="23804" b="32703"/>
          <a:stretch/>
        </p:blipFill>
        <p:spPr>
          <a:xfrm rot="5400000">
            <a:off x="7171123" y="2126184"/>
            <a:ext cx="1287874" cy="727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26" name="Google Shape;626;p47">
            <a:extLst>
              <a:ext uri="{FF2B5EF4-FFF2-40B4-BE49-F238E27FC236}">
                <a16:creationId xmlns:a16="http://schemas.microsoft.com/office/drawing/2014/main" id="{5D6A750D-93C1-6FCE-63BC-19F9B71AE7BE}"/>
              </a:ext>
            </a:extLst>
          </p:cNvPr>
          <p:cNvPicPr preferRelativeResize="0"/>
          <p:nvPr/>
        </p:nvPicPr>
        <p:blipFill rotWithShape="1">
          <a:blip r:embed="rId6">
            <a:alphaModFix amt="63000"/>
          </a:blip>
          <a:srcRect l="17536" t="30943" r="20804" b="36495"/>
          <a:stretch/>
        </p:blipFill>
        <p:spPr>
          <a:xfrm rot="6776336">
            <a:off x="-2640818" y="2118352"/>
            <a:ext cx="4824681" cy="1433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7" name="Google Shape;627;p47">
            <a:extLst>
              <a:ext uri="{FF2B5EF4-FFF2-40B4-BE49-F238E27FC236}">
                <a16:creationId xmlns:a16="http://schemas.microsoft.com/office/drawing/2014/main" id="{8EEEF22C-8D12-8E6F-CEF2-337715952F1C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45691" t="12052" r="18787" b="20159"/>
          <a:stretch/>
        </p:blipFill>
        <p:spPr>
          <a:xfrm>
            <a:off x="29750" y="378840"/>
            <a:ext cx="1366949" cy="146729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47;p45">
            <a:extLst>
              <a:ext uri="{FF2B5EF4-FFF2-40B4-BE49-F238E27FC236}">
                <a16:creationId xmlns:a16="http://schemas.microsoft.com/office/drawing/2014/main" id="{8B52470E-AF6E-CA58-B2ED-8EF7AF09D039}"/>
              </a:ext>
            </a:extLst>
          </p:cNvPr>
          <p:cNvSpPr txBox="1">
            <a:spLocks/>
          </p:cNvSpPr>
          <p:nvPr/>
        </p:nvSpPr>
        <p:spPr>
          <a:xfrm>
            <a:off x="2146476" y="168286"/>
            <a:ext cx="4851047" cy="58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38100" lvl="0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●"/>
              <a:defRPr sz="17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>
              <a:buSzPts val="1100"/>
            </a:pPr>
            <a:r>
              <a:rPr lang="en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¿Qué buscan los participantes?</a:t>
            </a:r>
            <a:endParaRPr lang="es-MX" sz="2000" dirty="0">
              <a:solidFill>
                <a:schemeClr val="tx1">
                  <a:lumMod val="75000"/>
                  <a:lumOff val="25000"/>
                </a:schemeClr>
              </a:solidFill>
              <a:latin typeface="Amatic SC" panose="00000500000000000000" pitchFamily="2" charset="-79"/>
              <a:cs typeface="Amatic SC" panose="00000500000000000000" pitchFamily="2" charset="-79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3D56161A-0BCB-B830-95C1-8A5A4457C7C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7460" b="90726" l="9581" r="93214">
                        <a14:foregroundMark x1="37525" y1="10282" x2="54691" y2="7661"/>
                        <a14:foregroundMark x1="54691" y1="7661" x2="56287" y2="7863"/>
                        <a14:foregroundMark x1="93214" y1="43750" x2="78842" y2="62097"/>
                        <a14:foregroundMark x1="78842" y1="62097" x2="77844" y2="52823"/>
                        <a14:foregroundMark x1="60279" y1="90121" x2="47705" y2="90726"/>
                        <a14:foregroundMark x1="10180" y1="53629" x2="9980" y2="4596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73475" y="678539"/>
            <a:ext cx="3919476" cy="3880359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A32FF167-44EE-9286-6057-62AED140F6A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4536" b="93608" l="9785" r="92368">
                        <a14:foregroundMark x1="52838" y1="45567" x2="38552" y2="46392"/>
                        <a14:foregroundMark x1="38552" y1="46392" x2="59883" y2="60825"/>
                        <a14:foregroundMark x1="59883" y1="60825" x2="71037" y2="35052"/>
                        <a14:foregroundMark x1="71037" y1="35052" x2="45401" y2="34639"/>
                        <a14:foregroundMark x1="45401" y1="34639" x2="34442" y2="69278"/>
                        <a14:foregroundMark x1="34442" y1="69278" x2="58708" y2="78763"/>
                        <a14:foregroundMark x1="58708" y1="78763" x2="77299" y2="56907"/>
                        <a14:foregroundMark x1="77299" y1="56907" x2="68689" y2="26392"/>
                        <a14:foregroundMark x1="68689" y1="26392" x2="36204" y2="21237"/>
                        <a14:foregroundMark x1="36204" y1="21237" x2="24266" y2="40619"/>
                        <a14:foregroundMark x1="24266" y1="40619" x2="26419" y2="63918"/>
                        <a14:foregroundMark x1="26419" y1="63918" x2="55186" y2="73608"/>
                        <a14:foregroundMark x1="55186" y1="73608" x2="74560" y2="67216"/>
                        <a14:foregroundMark x1="74560" y1="67216" x2="81018" y2="42887"/>
                        <a14:foregroundMark x1="81018" y1="42887" x2="80039" y2="38557"/>
                        <a14:foregroundMark x1="24070" y1="35670" x2="48532" y2="16701"/>
                        <a14:foregroundMark x1="48532" y1="16701" x2="36986" y2="12165"/>
                        <a14:foregroundMark x1="36986" y1="12165" x2="24853" y2="18763"/>
                        <a14:foregroundMark x1="24853" y1="18763" x2="16243" y2="57320"/>
                        <a14:foregroundMark x1="47750" y1="4948" x2="49119" y2="5361"/>
                        <a14:foregroundMark x1="92368" y1="44948" x2="90020" y2="58557"/>
                        <a14:foregroundMark x1="51468" y1="93402" x2="54599" y2="93608"/>
                        <a14:foregroundMark x1="38160" y1="28866" x2="53033" y2="40825"/>
                        <a14:foregroundMark x1="42857" y1="28247" x2="34834" y2="38969"/>
                        <a14:foregroundMark x1="54012" y1="27010" x2="50685" y2="10103"/>
                        <a14:foregroundMark x1="24462" y1="59794" x2="33268" y2="80000"/>
                        <a14:foregroundMark x1="33268" y1="80000" x2="34442" y2="8082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4895" y="750082"/>
            <a:ext cx="3989405" cy="3786422"/>
          </a:xfrm>
          <a:prstGeom prst="rect">
            <a:avLst/>
          </a:prstGeom>
        </p:spPr>
      </p:pic>
      <p:grpSp>
        <p:nvGrpSpPr>
          <p:cNvPr id="31" name="Grupo 30">
            <a:extLst>
              <a:ext uri="{FF2B5EF4-FFF2-40B4-BE49-F238E27FC236}">
                <a16:creationId xmlns:a16="http://schemas.microsoft.com/office/drawing/2014/main" id="{0E79E4CF-7C22-EA67-9954-5108E034A599}"/>
              </a:ext>
            </a:extLst>
          </p:cNvPr>
          <p:cNvGrpSpPr/>
          <p:nvPr/>
        </p:nvGrpSpPr>
        <p:grpSpPr>
          <a:xfrm>
            <a:off x="538113" y="4479328"/>
            <a:ext cx="3649332" cy="322041"/>
            <a:chOff x="538113" y="4479328"/>
            <a:chExt cx="3649332" cy="322041"/>
          </a:xfrm>
        </p:grpSpPr>
        <p:pic>
          <p:nvPicPr>
            <p:cNvPr id="23" name="Imagen 22">
              <a:extLst>
                <a:ext uri="{FF2B5EF4-FFF2-40B4-BE49-F238E27FC236}">
                  <a16:creationId xmlns:a16="http://schemas.microsoft.com/office/drawing/2014/main" id="{155C43FF-7C93-C422-CB38-B2E653597A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38113" y="4493499"/>
              <a:ext cx="289927" cy="307870"/>
            </a:xfrm>
            <a:prstGeom prst="rect">
              <a:avLst/>
            </a:prstGeom>
          </p:spPr>
        </p:pic>
        <p:pic>
          <p:nvPicPr>
            <p:cNvPr id="25" name="Imagen 24">
              <a:extLst>
                <a:ext uri="{FF2B5EF4-FFF2-40B4-BE49-F238E27FC236}">
                  <a16:creationId xmlns:a16="http://schemas.microsoft.com/office/drawing/2014/main" id="{6D7F040D-64C8-0C2C-6AFC-2EC8121449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975748" y="4493498"/>
              <a:ext cx="292153" cy="296040"/>
            </a:xfrm>
            <a:prstGeom prst="rect">
              <a:avLst/>
            </a:prstGeom>
          </p:spPr>
        </p:pic>
        <p:pic>
          <p:nvPicPr>
            <p:cNvPr id="27" name="Imagen 26">
              <a:extLst>
                <a:ext uri="{FF2B5EF4-FFF2-40B4-BE49-F238E27FC236}">
                  <a16:creationId xmlns:a16="http://schemas.microsoft.com/office/drawing/2014/main" id="{00E329F7-C4AE-EAE6-9677-B496D4BD2D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790289" y="4486463"/>
              <a:ext cx="292153" cy="304422"/>
            </a:xfrm>
            <a:prstGeom prst="rect">
              <a:avLst/>
            </a:prstGeom>
          </p:spPr>
        </p:pic>
        <p:sp>
          <p:nvSpPr>
            <p:cNvPr id="28" name="Google Shape;498;p54">
              <a:extLst>
                <a:ext uri="{FF2B5EF4-FFF2-40B4-BE49-F238E27FC236}">
                  <a16:creationId xmlns:a16="http://schemas.microsoft.com/office/drawing/2014/main" id="{A8A9B8DB-F76B-F064-EE40-281F94CF7C82}"/>
                </a:ext>
              </a:extLst>
            </p:cNvPr>
            <p:cNvSpPr txBox="1">
              <a:spLocks/>
            </p:cNvSpPr>
            <p:nvPr/>
          </p:nvSpPr>
          <p:spPr>
            <a:xfrm>
              <a:off x="745107" y="4498746"/>
              <a:ext cx="919544" cy="2989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Karla"/>
                <a:buChar char="●"/>
                <a:defRPr sz="12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1pPr>
              <a:lvl2pPr marL="914400" marR="0" lvl="1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2pPr>
              <a:lvl3pPr marL="1371600" marR="0" lvl="2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3pPr>
              <a:lvl4pPr marL="1828800" marR="0" lvl="3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●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4pPr>
              <a:lvl5pPr marL="2286000" marR="0" lvl="4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5pPr>
              <a:lvl6pPr marL="2743200" marR="0" lvl="5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6pPr>
              <a:lvl7pPr marL="3200400" marR="0" lvl="6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●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7pPr>
              <a:lvl8pPr marL="3657600" marR="0" lvl="7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8pPr>
              <a:lvl9pPr marL="4114800" marR="0" lvl="8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9pPr>
            </a:lstStyle>
            <a:p>
              <a:pPr marL="0" indent="0" algn="ctr">
                <a:buNone/>
              </a:pPr>
              <a:r>
                <a:rPr lang="es-MX" sz="1100" dirty="0">
                  <a:latin typeface="Catamaran" panose="020B0604020202020204" charset="0"/>
                  <a:cs typeface="Catamaran" panose="020B0604020202020204" charset="0"/>
                </a:rPr>
                <a:t>Relación</a:t>
              </a:r>
            </a:p>
          </p:txBody>
        </p:sp>
        <p:sp>
          <p:nvSpPr>
            <p:cNvPr id="29" name="Google Shape;498;p54">
              <a:extLst>
                <a:ext uri="{FF2B5EF4-FFF2-40B4-BE49-F238E27FC236}">
                  <a16:creationId xmlns:a16="http://schemas.microsoft.com/office/drawing/2014/main" id="{1EF162F3-83BD-78C7-19E9-C92437CCF133}"/>
                </a:ext>
              </a:extLst>
            </p:cNvPr>
            <p:cNvSpPr txBox="1">
              <a:spLocks/>
            </p:cNvSpPr>
            <p:nvPr/>
          </p:nvSpPr>
          <p:spPr>
            <a:xfrm>
              <a:off x="2012365" y="4497471"/>
              <a:ext cx="919544" cy="2989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Karla"/>
                <a:buChar char="●"/>
                <a:defRPr sz="12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1pPr>
              <a:lvl2pPr marL="914400" marR="0" lvl="1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2pPr>
              <a:lvl3pPr marL="1371600" marR="0" lvl="2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3pPr>
              <a:lvl4pPr marL="1828800" marR="0" lvl="3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●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4pPr>
              <a:lvl5pPr marL="2286000" marR="0" lvl="4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5pPr>
              <a:lvl6pPr marL="2743200" marR="0" lvl="5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6pPr>
              <a:lvl7pPr marL="3200400" marR="0" lvl="6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●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7pPr>
              <a:lvl8pPr marL="3657600" marR="0" lvl="7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8pPr>
              <a:lvl9pPr marL="4114800" marR="0" lvl="8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9pPr>
            </a:lstStyle>
            <a:p>
              <a:pPr marL="0" indent="0" algn="ctr">
                <a:buNone/>
              </a:pPr>
              <a:r>
                <a:rPr lang="es-MX" sz="1100" dirty="0">
                  <a:latin typeface="Catamaran" panose="020B0604020202020204" charset="0"/>
                  <a:cs typeface="Catamaran" panose="020B0604020202020204" charset="0"/>
                </a:rPr>
                <a:t>Amistad</a:t>
              </a:r>
            </a:p>
          </p:txBody>
        </p:sp>
        <p:sp>
          <p:nvSpPr>
            <p:cNvPr id="30" name="Google Shape;498;p54">
              <a:extLst>
                <a:ext uri="{FF2B5EF4-FFF2-40B4-BE49-F238E27FC236}">
                  <a16:creationId xmlns:a16="http://schemas.microsoft.com/office/drawing/2014/main" id="{DFF8A8EA-C9E8-DAC8-C9DE-10F186F16025}"/>
                </a:ext>
              </a:extLst>
            </p:cNvPr>
            <p:cNvSpPr txBox="1">
              <a:spLocks/>
            </p:cNvSpPr>
            <p:nvPr/>
          </p:nvSpPr>
          <p:spPr>
            <a:xfrm>
              <a:off x="3267901" y="4479328"/>
              <a:ext cx="919544" cy="2989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Karla"/>
                <a:buChar char="●"/>
                <a:defRPr sz="12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1pPr>
              <a:lvl2pPr marL="914400" marR="0" lvl="1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2pPr>
              <a:lvl3pPr marL="1371600" marR="0" lvl="2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3pPr>
              <a:lvl4pPr marL="1828800" marR="0" lvl="3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●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4pPr>
              <a:lvl5pPr marL="2286000" marR="0" lvl="4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5pPr>
              <a:lvl6pPr marL="2743200" marR="0" lvl="5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6pPr>
              <a:lvl7pPr marL="3200400" marR="0" lvl="6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●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7pPr>
              <a:lvl8pPr marL="3657600" marR="0" lvl="7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8pPr>
              <a:lvl9pPr marL="4114800" marR="0" lvl="8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9pPr>
            </a:lstStyle>
            <a:p>
              <a:pPr marL="0" indent="0" algn="ctr">
                <a:buNone/>
              </a:pPr>
              <a:r>
                <a:rPr lang="es-MX" sz="1100" dirty="0">
                  <a:latin typeface="Catamaran" panose="020B0604020202020204" charset="0"/>
                  <a:cs typeface="Catamaran" panose="020B0604020202020204" charset="0"/>
                </a:rPr>
                <a:t>Algo Casual</a:t>
              </a:r>
            </a:p>
          </p:txBody>
        </p:sp>
      </p:grpSp>
      <p:grpSp>
        <p:nvGrpSpPr>
          <p:cNvPr id="41" name="Grupo 40">
            <a:extLst>
              <a:ext uri="{FF2B5EF4-FFF2-40B4-BE49-F238E27FC236}">
                <a16:creationId xmlns:a16="http://schemas.microsoft.com/office/drawing/2014/main" id="{B6FF7B98-7105-9305-8969-B4F6438B4BB4}"/>
              </a:ext>
            </a:extLst>
          </p:cNvPr>
          <p:cNvGrpSpPr/>
          <p:nvPr/>
        </p:nvGrpSpPr>
        <p:grpSpPr>
          <a:xfrm>
            <a:off x="5003357" y="4479328"/>
            <a:ext cx="3779412" cy="371925"/>
            <a:chOff x="5103110" y="4403112"/>
            <a:chExt cx="3779412" cy="371925"/>
          </a:xfrm>
        </p:grpSpPr>
        <p:pic>
          <p:nvPicPr>
            <p:cNvPr id="33" name="Imagen 32">
              <a:extLst>
                <a:ext uri="{FF2B5EF4-FFF2-40B4-BE49-F238E27FC236}">
                  <a16:creationId xmlns:a16="http://schemas.microsoft.com/office/drawing/2014/main" id="{DA94DC60-655E-712A-E6B7-4AB7F1B7AD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5103110" y="4416133"/>
              <a:ext cx="355765" cy="348353"/>
            </a:xfrm>
            <a:prstGeom prst="rect">
              <a:avLst/>
            </a:prstGeom>
          </p:spPr>
        </p:pic>
        <p:pic>
          <p:nvPicPr>
            <p:cNvPr id="35" name="Imagen 34">
              <a:extLst>
                <a:ext uri="{FF2B5EF4-FFF2-40B4-BE49-F238E27FC236}">
                  <a16:creationId xmlns:a16="http://schemas.microsoft.com/office/drawing/2014/main" id="{38ABE88E-5A2D-5293-D44E-E1782BEC87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332980" y="4403112"/>
              <a:ext cx="369681" cy="348353"/>
            </a:xfrm>
            <a:prstGeom prst="rect">
              <a:avLst/>
            </a:prstGeom>
          </p:spPr>
        </p:pic>
        <p:pic>
          <p:nvPicPr>
            <p:cNvPr id="37" name="Imagen 36">
              <a:extLst>
                <a:ext uri="{FF2B5EF4-FFF2-40B4-BE49-F238E27FC236}">
                  <a16:creationId xmlns:a16="http://schemas.microsoft.com/office/drawing/2014/main" id="{D08E7C93-8E4F-33DB-F35B-C46BABB2F6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7576766" y="4405583"/>
              <a:ext cx="376052" cy="369454"/>
            </a:xfrm>
            <a:prstGeom prst="rect">
              <a:avLst/>
            </a:prstGeom>
          </p:spPr>
        </p:pic>
        <p:sp>
          <p:nvSpPr>
            <p:cNvPr id="38" name="Google Shape;498;p54">
              <a:extLst>
                <a:ext uri="{FF2B5EF4-FFF2-40B4-BE49-F238E27FC236}">
                  <a16:creationId xmlns:a16="http://schemas.microsoft.com/office/drawing/2014/main" id="{03BE764D-20EF-66F8-9962-0BDE131FB806}"/>
                </a:ext>
              </a:extLst>
            </p:cNvPr>
            <p:cNvSpPr txBox="1">
              <a:spLocks/>
            </p:cNvSpPr>
            <p:nvPr/>
          </p:nvSpPr>
          <p:spPr>
            <a:xfrm>
              <a:off x="5381422" y="4421740"/>
              <a:ext cx="919544" cy="2989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Karla"/>
                <a:buChar char="●"/>
                <a:defRPr sz="12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1pPr>
              <a:lvl2pPr marL="914400" marR="0" lvl="1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2pPr>
              <a:lvl3pPr marL="1371600" marR="0" lvl="2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3pPr>
              <a:lvl4pPr marL="1828800" marR="0" lvl="3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●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4pPr>
              <a:lvl5pPr marL="2286000" marR="0" lvl="4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5pPr>
              <a:lvl6pPr marL="2743200" marR="0" lvl="5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6pPr>
              <a:lvl7pPr marL="3200400" marR="0" lvl="6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●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7pPr>
              <a:lvl8pPr marL="3657600" marR="0" lvl="7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8pPr>
              <a:lvl9pPr marL="4114800" marR="0" lvl="8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9pPr>
            </a:lstStyle>
            <a:p>
              <a:pPr marL="0" indent="0" algn="ctr">
                <a:buNone/>
              </a:pPr>
              <a:r>
                <a:rPr lang="es-MX" sz="1100" dirty="0">
                  <a:latin typeface="Catamaran" panose="020B0604020202020204" charset="0"/>
                  <a:cs typeface="Catamaran" panose="020B0604020202020204" charset="0"/>
                </a:rPr>
                <a:t>Relación</a:t>
              </a:r>
            </a:p>
          </p:txBody>
        </p:sp>
        <p:sp>
          <p:nvSpPr>
            <p:cNvPr id="39" name="Google Shape;498;p54">
              <a:extLst>
                <a:ext uri="{FF2B5EF4-FFF2-40B4-BE49-F238E27FC236}">
                  <a16:creationId xmlns:a16="http://schemas.microsoft.com/office/drawing/2014/main" id="{9F19F4B5-1BFA-D321-DBDF-ED74E1C62511}"/>
                </a:ext>
              </a:extLst>
            </p:cNvPr>
            <p:cNvSpPr txBox="1">
              <a:spLocks/>
            </p:cNvSpPr>
            <p:nvPr/>
          </p:nvSpPr>
          <p:spPr>
            <a:xfrm>
              <a:off x="6610464" y="4427827"/>
              <a:ext cx="919544" cy="2989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Karla"/>
                <a:buChar char="●"/>
                <a:defRPr sz="12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1pPr>
              <a:lvl2pPr marL="914400" marR="0" lvl="1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2pPr>
              <a:lvl3pPr marL="1371600" marR="0" lvl="2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3pPr>
              <a:lvl4pPr marL="1828800" marR="0" lvl="3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●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4pPr>
              <a:lvl5pPr marL="2286000" marR="0" lvl="4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5pPr>
              <a:lvl6pPr marL="2743200" marR="0" lvl="5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6pPr>
              <a:lvl7pPr marL="3200400" marR="0" lvl="6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●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7pPr>
              <a:lvl8pPr marL="3657600" marR="0" lvl="7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8pPr>
              <a:lvl9pPr marL="4114800" marR="0" lvl="8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9pPr>
            </a:lstStyle>
            <a:p>
              <a:pPr marL="0" indent="0" algn="ctr">
                <a:buNone/>
              </a:pPr>
              <a:r>
                <a:rPr lang="es-MX" sz="1100" dirty="0">
                  <a:latin typeface="Catamaran" panose="020B0604020202020204" charset="0"/>
                  <a:cs typeface="Catamaran" panose="020B0604020202020204" charset="0"/>
                </a:rPr>
                <a:t>Amistad</a:t>
              </a:r>
            </a:p>
          </p:txBody>
        </p:sp>
        <p:sp>
          <p:nvSpPr>
            <p:cNvPr id="40" name="Google Shape;498;p54">
              <a:extLst>
                <a:ext uri="{FF2B5EF4-FFF2-40B4-BE49-F238E27FC236}">
                  <a16:creationId xmlns:a16="http://schemas.microsoft.com/office/drawing/2014/main" id="{2163EEFC-9C83-5644-DA49-CE5D0D7D7B6F}"/>
                </a:ext>
              </a:extLst>
            </p:cNvPr>
            <p:cNvSpPr txBox="1">
              <a:spLocks/>
            </p:cNvSpPr>
            <p:nvPr/>
          </p:nvSpPr>
          <p:spPr>
            <a:xfrm>
              <a:off x="7962978" y="4419595"/>
              <a:ext cx="919544" cy="2989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048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Karla"/>
                <a:buChar char="●"/>
                <a:defRPr sz="12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1pPr>
              <a:lvl2pPr marL="914400" marR="0" lvl="1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2pPr>
              <a:lvl3pPr marL="1371600" marR="0" lvl="2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3pPr>
              <a:lvl4pPr marL="1828800" marR="0" lvl="3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●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4pPr>
              <a:lvl5pPr marL="2286000" marR="0" lvl="4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5pPr>
              <a:lvl6pPr marL="2743200" marR="0" lvl="5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6pPr>
              <a:lvl7pPr marL="3200400" marR="0" lvl="6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●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7pPr>
              <a:lvl8pPr marL="3657600" marR="0" lvl="7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○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8pPr>
              <a:lvl9pPr marL="4114800" marR="0" lvl="8" indent="-3302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Karla"/>
                <a:buChar char="■"/>
                <a:defRPr sz="1600" b="0" i="0" u="none" strike="noStrike" cap="none">
                  <a:solidFill>
                    <a:schemeClr val="dk1"/>
                  </a:solidFill>
                  <a:latin typeface="Karla"/>
                  <a:ea typeface="Karla"/>
                  <a:cs typeface="Karla"/>
                  <a:sym typeface="Karla"/>
                </a:defRPr>
              </a:lvl9pPr>
            </a:lstStyle>
            <a:p>
              <a:pPr marL="0" indent="0" algn="ctr">
                <a:buNone/>
              </a:pPr>
              <a:r>
                <a:rPr lang="es-MX" sz="1100" dirty="0">
                  <a:latin typeface="Catamaran" panose="020B0604020202020204" charset="0"/>
                  <a:cs typeface="Catamaran" panose="020B0604020202020204" charset="0"/>
                </a:rPr>
                <a:t>Algo Casual</a:t>
              </a:r>
            </a:p>
          </p:txBody>
        </p:sp>
      </p:grpSp>
      <p:sp>
        <p:nvSpPr>
          <p:cNvPr id="43" name="Google Shape;547;p45">
            <a:extLst>
              <a:ext uri="{FF2B5EF4-FFF2-40B4-BE49-F238E27FC236}">
                <a16:creationId xmlns:a16="http://schemas.microsoft.com/office/drawing/2014/main" id="{59C6C32A-507F-0343-5525-10419207EEA9}"/>
              </a:ext>
            </a:extLst>
          </p:cNvPr>
          <p:cNvSpPr txBox="1">
            <a:spLocks/>
          </p:cNvSpPr>
          <p:nvPr/>
        </p:nvSpPr>
        <p:spPr>
          <a:xfrm>
            <a:off x="183601" y="819581"/>
            <a:ext cx="998950" cy="58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2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>
              <a:buSzPts val="1100"/>
            </a:pPr>
            <a:r>
              <a:rPr lang="en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Mujeres</a:t>
            </a:r>
            <a:endParaRPr lang="es-MX" sz="1800" dirty="0">
              <a:solidFill>
                <a:schemeClr val="tx1">
                  <a:lumMod val="75000"/>
                  <a:lumOff val="25000"/>
                </a:schemeClr>
              </a:solidFill>
              <a:latin typeface="Amatic SC" panose="00000500000000000000" pitchFamily="2" charset="-79"/>
              <a:cs typeface="Amatic SC" panose="00000500000000000000" pitchFamily="2" charset="-79"/>
            </a:endParaRPr>
          </a:p>
        </p:txBody>
      </p:sp>
      <p:sp>
        <p:nvSpPr>
          <p:cNvPr id="44" name="Google Shape;547;p45">
            <a:extLst>
              <a:ext uri="{FF2B5EF4-FFF2-40B4-BE49-F238E27FC236}">
                <a16:creationId xmlns:a16="http://schemas.microsoft.com/office/drawing/2014/main" id="{8932D5F9-7EE0-8D77-4A84-EB74F08162AA}"/>
              </a:ext>
            </a:extLst>
          </p:cNvPr>
          <p:cNvSpPr txBox="1">
            <a:spLocks/>
          </p:cNvSpPr>
          <p:nvPr/>
        </p:nvSpPr>
        <p:spPr>
          <a:xfrm>
            <a:off x="4513307" y="819581"/>
            <a:ext cx="1335863" cy="58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2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>
              <a:buSzPts val="1100"/>
            </a:pPr>
            <a:r>
              <a:rPr lang="en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Hombres</a:t>
            </a:r>
            <a:endParaRPr lang="es-MX" sz="1800" dirty="0">
              <a:solidFill>
                <a:schemeClr val="tx1">
                  <a:lumMod val="75000"/>
                  <a:lumOff val="25000"/>
                </a:schemeClr>
              </a:solidFill>
              <a:latin typeface="Amatic SC" panose="00000500000000000000" pitchFamily="2" charset="-79"/>
              <a:cs typeface="Amatic SC" panose="00000500000000000000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860966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>
          <a:extLst>
            <a:ext uri="{FF2B5EF4-FFF2-40B4-BE49-F238E27FC236}">
              <a16:creationId xmlns:a16="http://schemas.microsoft.com/office/drawing/2014/main" id="{F6F39F4F-1169-746C-2CEE-765E42363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47">
            <a:extLst>
              <a:ext uri="{FF2B5EF4-FFF2-40B4-BE49-F238E27FC236}">
                <a16:creationId xmlns:a16="http://schemas.microsoft.com/office/drawing/2014/main" id="{1C02D3AC-31DD-3772-D3F7-6D4FBD6B052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061" t="37780" r="11424" b="34639"/>
          <a:stretch/>
        </p:blipFill>
        <p:spPr>
          <a:xfrm>
            <a:off x="6416132" y="4778253"/>
            <a:ext cx="3073373" cy="557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2" name="Google Shape;602;p47">
            <a:extLst>
              <a:ext uri="{FF2B5EF4-FFF2-40B4-BE49-F238E27FC236}">
                <a16:creationId xmlns:a16="http://schemas.microsoft.com/office/drawing/2014/main" id="{8C0AC6B5-A5DE-6107-5606-00E188A5C68B}"/>
              </a:ext>
            </a:extLst>
          </p:cNvPr>
          <p:cNvPicPr preferRelativeResize="0"/>
          <p:nvPr/>
        </p:nvPicPr>
        <p:blipFill rotWithShape="1">
          <a:blip r:embed="rId4">
            <a:alphaModFix amt="57000"/>
          </a:blip>
          <a:srcRect l="36305" t="26731" r="30909" b="23776"/>
          <a:stretch/>
        </p:blipFill>
        <p:spPr>
          <a:xfrm flipH="1">
            <a:off x="-528075" y="1470875"/>
            <a:ext cx="2119848" cy="1800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47">
            <a:extLst>
              <a:ext uri="{FF2B5EF4-FFF2-40B4-BE49-F238E27FC236}">
                <a16:creationId xmlns:a16="http://schemas.microsoft.com/office/drawing/2014/main" id="{2B963AFE-8F48-F96F-02D2-9EE88923FC4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28680" t="19555" r="23804" b="32703"/>
          <a:stretch/>
        </p:blipFill>
        <p:spPr>
          <a:xfrm rot="5400000">
            <a:off x="7171123" y="2126184"/>
            <a:ext cx="1287874" cy="727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26" name="Google Shape;626;p47">
            <a:extLst>
              <a:ext uri="{FF2B5EF4-FFF2-40B4-BE49-F238E27FC236}">
                <a16:creationId xmlns:a16="http://schemas.microsoft.com/office/drawing/2014/main" id="{636F7A33-CA02-9B96-A173-69654E48A287}"/>
              </a:ext>
            </a:extLst>
          </p:cNvPr>
          <p:cNvPicPr preferRelativeResize="0"/>
          <p:nvPr/>
        </p:nvPicPr>
        <p:blipFill rotWithShape="1">
          <a:blip r:embed="rId6">
            <a:alphaModFix amt="63000"/>
          </a:blip>
          <a:srcRect l="17536" t="30943" r="20804" b="36495"/>
          <a:stretch/>
        </p:blipFill>
        <p:spPr>
          <a:xfrm rot="6776336">
            <a:off x="-2640818" y="2118352"/>
            <a:ext cx="4824681" cy="1433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7" name="Google Shape;627;p47">
            <a:extLst>
              <a:ext uri="{FF2B5EF4-FFF2-40B4-BE49-F238E27FC236}">
                <a16:creationId xmlns:a16="http://schemas.microsoft.com/office/drawing/2014/main" id="{63483693-1665-3268-F525-F3A332063506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45691" t="12052" r="18787" b="20159"/>
          <a:stretch/>
        </p:blipFill>
        <p:spPr>
          <a:xfrm>
            <a:off x="29750" y="378840"/>
            <a:ext cx="1366949" cy="146729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47;p45">
            <a:extLst>
              <a:ext uri="{FF2B5EF4-FFF2-40B4-BE49-F238E27FC236}">
                <a16:creationId xmlns:a16="http://schemas.microsoft.com/office/drawing/2014/main" id="{382B9D31-A19C-CE90-3127-03BB52F0F3B9}"/>
              </a:ext>
            </a:extLst>
          </p:cNvPr>
          <p:cNvSpPr txBox="1">
            <a:spLocks/>
          </p:cNvSpPr>
          <p:nvPr/>
        </p:nvSpPr>
        <p:spPr>
          <a:xfrm>
            <a:off x="2803605" y="203600"/>
            <a:ext cx="3536789" cy="58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38100" lvl="0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●"/>
              <a:defRPr sz="17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>
              <a:buSzPts val="1100"/>
            </a:pPr>
            <a:r>
              <a:rPr lang="en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Hobbies</a:t>
            </a:r>
            <a:endParaRPr lang="es-MX" sz="3600" dirty="0">
              <a:solidFill>
                <a:schemeClr val="tx1">
                  <a:lumMod val="75000"/>
                  <a:lumOff val="25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EE81C01-3434-0707-E4FB-197E93C76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3450" y="914601"/>
            <a:ext cx="8940800" cy="3618148"/>
          </a:xfrm>
          <a:prstGeom prst="rect">
            <a:avLst/>
          </a:prstGeom>
        </p:spPr>
      </p:pic>
      <p:sp>
        <p:nvSpPr>
          <p:cNvPr id="4" name="Google Shape;498;p54">
            <a:extLst>
              <a:ext uri="{FF2B5EF4-FFF2-40B4-BE49-F238E27FC236}">
                <a16:creationId xmlns:a16="http://schemas.microsoft.com/office/drawing/2014/main" id="{BE1D31DF-4B68-4F84-322F-1A7CC47DD9F1}"/>
              </a:ext>
            </a:extLst>
          </p:cNvPr>
          <p:cNvSpPr txBox="1">
            <a:spLocks/>
          </p:cNvSpPr>
          <p:nvPr/>
        </p:nvSpPr>
        <p:spPr>
          <a:xfrm>
            <a:off x="-77692" y="593287"/>
            <a:ext cx="919544" cy="2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●"/>
              <a:defRPr sz="12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ctr">
              <a:buNone/>
            </a:pPr>
            <a:r>
              <a:rPr lang="es-MX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Porcentaje</a:t>
            </a:r>
          </a:p>
        </p:txBody>
      </p:sp>
      <p:sp>
        <p:nvSpPr>
          <p:cNvPr id="5" name="Google Shape;498;p54">
            <a:extLst>
              <a:ext uri="{FF2B5EF4-FFF2-40B4-BE49-F238E27FC236}">
                <a16:creationId xmlns:a16="http://schemas.microsoft.com/office/drawing/2014/main" id="{3C2BF30D-53CD-75C3-C768-AA896F491352}"/>
              </a:ext>
            </a:extLst>
          </p:cNvPr>
          <p:cNvSpPr txBox="1">
            <a:spLocks/>
          </p:cNvSpPr>
          <p:nvPr/>
        </p:nvSpPr>
        <p:spPr>
          <a:xfrm>
            <a:off x="4851" y="4711466"/>
            <a:ext cx="8698278" cy="432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●"/>
              <a:defRPr sz="12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>
              <a:buNone/>
            </a:pPr>
            <a:r>
              <a:rPr lang="es-MX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*Se puede seleccionar más de uno</a:t>
            </a:r>
          </a:p>
          <a:p>
            <a:pPr marL="0" indent="0">
              <a:buNone/>
            </a:pPr>
            <a:r>
              <a:rPr lang="es-MX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** El porcentaje está calculado respecto al género con el que se identifican los participantes</a:t>
            </a:r>
          </a:p>
        </p:txBody>
      </p:sp>
    </p:spTree>
    <p:extLst>
      <p:ext uri="{BB962C8B-B14F-4D97-AF65-F5344CB8AC3E}">
        <p14:creationId xmlns:p14="http://schemas.microsoft.com/office/powerpoint/2010/main" val="1208956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>
          <a:extLst>
            <a:ext uri="{FF2B5EF4-FFF2-40B4-BE49-F238E27FC236}">
              <a16:creationId xmlns:a16="http://schemas.microsoft.com/office/drawing/2014/main" id="{368454B0-6BC9-A476-8CC6-DCF69C362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47">
            <a:extLst>
              <a:ext uri="{FF2B5EF4-FFF2-40B4-BE49-F238E27FC236}">
                <a16:creationId xmlns:a16="http://schemas.microsoft.com/office/drawing/2014/main" id="{5F478003-5C7C-CD14-E1B1-092D0520AF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061" t="37780" r="11424" b="34639"/>
          <a:stretch/>
        </p:blipFill>
        <p:spPr>
          <a:xfrm>
            <a:off x="6416132" y="4778253"/>
            <a:ext cx="3073373" cy="557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2" name="Google Shape;602;p47">
            <a:extLst>
              <a:ext uri="{FF2B5EF4-FFF2-40B4-BE49-F238E27FC236}">
                <a16:creationId xmlns:a16="http://schemas.microsoft.com/office/drawing/2014/main" id="{BC30B63E-3E53-703D-77B3-B06A3A943A1F}"/>
              </a:ext>
            </a:extLst>
          </p:cNvPr>
          <p:cNvPicPr preferRelativeResize="0"/>
          <p:nvPr/>
        </p:nvPicPr>
        <p:blipFill rotWithShape="1">
          <a:blip r:embed="rId4">
            <a:alphaModFix amt="57000"/>
          </a:blip>
          <a:srcRect l="36305" t="26731" r="30909" b="23776"/>
          <a:stretch/>
        </p:blipFill>
        <p:spPr>
          <a:xfrm flipH="1">
            <a:off x="-528075" y="1470875"/>
            <a:ext cx="2119848" cy="1800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47">
            <a:extLst>
              <a:ext uri="{FF2B5EF4-FFF2-40B4-BE49-F238E27FC236}">
                <a16:creationId xmlns:a16="http://schemas.microsoft.com/office/drawing/2014/main" id="{6F03FF48-4B0E-2F34-32BC-0ACDC47FD98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28680" t="19555" r="23804" b="32703"/>
          <a:stretch/>
        </p:blipFill>
        <p:spPr>
          <a:xfrm rot="5400000">
            <a:off x="7171123" y="2126184"/>
            <a:ext cx="1287874" cy="727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26" name="Google Shape;626;p47">
            <a:extLst>
              <a:ext uri="{FF2B5EF4-FFF2-40B4-BE49-F238E27FC236}">
                <a16:creationId xmlns:a16="http://schemas.microsoft.com/office/drawing/2014/main" id="{3955F77F-5CF1-806C-2204-55B98E5D37D5}"/>
              </a:ext>
            </a:extLst>
          </p:cNvPr>
          <p:cNvPicPr preferRelativeResize="0"/>
          <p:nvPr/>
        </p:nvPicPr>
        <p:blipFill rotWithShape="1">
          <a:blip r:embed="rId6">
            <a:alphaModFix amt="63000"/>
          </a:blip>
          <a:srcRect l="17536" t="30943" r="20804" b="36495"/>
          <a:stretch/>
        </p:blipFill>
        <p:spPr>
          <a:xfrm rot="6776336">
            <a:off x="-2640818" y="2118352"/>
            <a:ext cx="4824681" cy="1433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7" name="Google Shape;627;p47">
            <a:extLst>
              <a:ext uri="{FF2B5EF4-FFF2-40B4-BE49-F238E27FC236}">
                <a16:creationId xmlns:a16="http://schemas.microsoft.com/office/drawing/2014/main" id="{CAF01265-96CC-5526-B3C0-D66F76983791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45691" t="12052" r="18787" b="20159"/>
          <a:stretch/>
        </p:blipFill>
        <p:spPr>
          <a:xfrm>
            <a:off x="29750" y="378840"/>
            <a:ext cx="1366949" cy="146729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498;p54">
            <a:extLst>
              <a:ext uri="{FF2B5EF4-FFF2-40B4-BE49-F238E27FC236}">
                <a16:creationId xmlns:a16="http://schemas.microsoft.com/office/drawing/2014/main" id="{2C7A529D-8443-8020-92D4-6A795E5FAC2F}"/>
              </a:ext>
            </a:extLst>
          </p:cNvPr>
          <p:cNvSpPr txBox="1">
            <a:spLocks/>
          </p:cNvSpPr>
          <p:nvPr/>
        </p:nvSpPr>
        <p:spPr>
          <a:xfrm>
            <a:off x="4851" y="4711466"/>
            <a:ext cx="8698278" cy="432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●"/>
              <a:defRPr sz="12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>
              <a:buNone/>
            </a:pPr>
            <a:r>
              <a:rPr lang="es-MX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*Se puede seleccionar más de uno</a:t>
            </a:r>
          </a:p>
          <a:p>
            <a:pPr marL="0" indent="0">
              <a:buNone/>
            </a:pPr>
            <a:r>
              <a:rPr lang="es-MX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** El porcentaje está calculado respecto al género con el que se identifican los participantes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1DDBAB1-7100-C5A5-D7EF-C997FAA268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750" y="812088"/>
            <a:ext cx="9144000" cy="3932772"/>
          </a:xfrm>
          <a:prstGeom prst="rect">
            <a:avLst/>
          </a:prstGeom>
        </p:spPr>
      </p:pic>
      <p:sp>
        <p:nvSpPr>
          <p:cNvPr id="4" name="Google Shape;498;p54">
            <a:extLst>
              <a:ext uri="{FF2B5EF4-FFF2-40B4-BE49-F238E27FC236}">
                <a16:creationId xmlns:a16="http://schemas.microsoft.com/office/drawing/2014/main" id="{821AD1C2-0BA2-690E-8A5E-194E22747624}"/>
              </a:ext>
            </a:extLst>
          </p:cNvPr>
          <p:cNvSpPr txBox="1">
            <a:spLocks/>
          </p:cNvSpPr>
          <p:nvPr/>
        </p:nvSpPr>
        <p:spPr>
          <a:xfrm>
            <a:off x="-121571" y="646451"/>
            <a:ext cx="919544" cy="2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●"/>
              <a:defRPr sz="12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●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○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Karla"/>
              <a:buChar char="■"/>
              <a:defRPr sz="16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ctr">
              <a:buNone/>
            </a:pPr>
            <a:r>
              <a:rPr lang="es-MX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Porcentaje</a:t>
            </a:r>
          </a:p>
        </p:txBody>
      </p:sp>
      <p:sp>
        <p:nvSpPr>
          <p:cNvPr id="6" name="Google Shape;547;p45">
            <a:extLst>
              <a:ext uri="{FF2B5EF4-FFF2-40B4-BE49-F238E27FC236}">
                <a16:creationId xmlns:a16="http://schemas.microsoft.com/office/drawing/2014/main" id="{8BFBFFC2-C5A3-88C3-23DE-0BC8A10117FF}"/>
              </a:ext>
            </a:extLst>
          </p:cNvPr>
          <p:cNvSpPr txBox="1">
            <a:spLocks/>
          </p:cNvSpPr>
          <p:nvPr/>
        </p:nvSpPr>
        <p:spPr>
          <a:xfrm>
            <a:off x="2758249" y="43165"/>
            <a:ext cx="3687002" cy="58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38100" lvl="0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●"/>
              <a:defRPr sz="17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>
              <a:buSzPts val="1100"/>
            </a:pPr>
            <a:r>
              <a:rPr lang="en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Lugares favoritos para la primera cita</a:t>
            </a:r>
            <a:endParaRPr lang="es-MX" sz="2000" dirty="0">
              <a:solidFill>
                <a:schemeClr val="tx1">
                  <a:lumMod val="75000"/>
                  <a:lumOff val="25000"/>
                </a:schemeClr>
              </a:solidFill>
              <a:latin typeface="Amatic SC" panose="00000500000000000000" pitchFamily="2" charset="-79"/>
              <a:cs typeface="Amatic SC" panose="00000500000000000000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9104532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>
          <a:extLst>
            <a:ext uri="{FF2B5EF4-FFF2-40B4-BE49-F238E27FC236}">
              <a16:creationId xmlns:a16="http://schemas.microsoft.com/office/drawing/2014/main" id="{F71B0D68-AEB6-7224-A11E-B2D796419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47">
            <a:extLst>
              <a:ext uri="{FF2B5EF4-FFF2-40B4-BE49-F238E27FC236}">
                <a16:creationId xmlns:a16="http://schemas.microsoft.com/office/drawing/2014/main" id="{A1C053E8-2FB7-4F84-9C4D-C44891C25F0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061" t="37780" r="11424" b="34639"/>
          <a:stretch/>
        </p:blipFill>
        <p:spPr>
          <a:xfrm>
            <a:off x="6416132" y="4778253"/>
            <a:ext cx="3073373" cy="557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2" name="Google Shape;602;p47">
            <a:extLst>
              <a:ext uri="{FF2B5EF4-FFF2-40B4-BE49-F238E27FC236}">
                <a16:creationId xmlns:a16="http://schemas.microsoft.com/office/drawing/2014/main" id="{976CC67C-CDAE-A459-A02E-54511C7D008F}"/>
              </a:ext>
            </a:extLst>
          </p:cNvPr>
          <p:cNvPicPr preferRelativeResize="0"/>
          <p:nvPr/>
        </p:nvPicPr>
        <p:blipFill rotWithShape="1">
          <a:blip r:embed="rId4">
            <a:alphaModFix amt="57000"/>
          </a:blip>
          <a:srcRect l="36305" t="26731" r="30909" b="23776"/>
          <a:stretch/>
        </p:blipFill>
        <p:spPr>
          <a:xfrm flipH="1">
            <a:off x="-528075" y="1470875"/>
            <a:ext cx="2119848" cy="1800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47">
            <a:extLst>
              <a:ext uri="{FF2B5EF4-FFF2-40B4-BE49-F238E27FC236}">
                <a16:creationId xmlns:a16="http://schemas.microsoft.com/office/drawing/2014/main" id="{ED53F4B5-5C85-2205-7A59-0604EDC4BC0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28680" t="19555" r="23804" b="32703"/>
          <a:stretch/>
        </p:blipFill>
        <p:spPr>
          <a:xfrm rot="5400000">
            <a:off x="7171123" y="2126184"/>
            <a:ext cx="1287874" cy="727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26" name="Google Shape;626;p47">
            <a:extLst>
              <a:ext uri="{FF2B5EF4-FFF2-40B4-BE49-F238E27FC236}">
                <a16:creationId xmlns:a16="http://schemas.microsoft.com/office/drawing/2014/main" id="{299959BB-727D-6A76-0BD9-73C1C6247127}"/>
              </a:ext>
            </a:extLst>
          </p:cNvPr>
          <p:cNvPicPr preferRelativeResize="0"/>
          <p:nvPr/>
        </p:nvPicPr>
        <p:blipFill rotWithShape="1">
          <a:blip r:embed="rId6">
            <a:alphaModFix amt="63000"/>
          </a:blip>
          <a:srcRect l="17536" t="30943" r="20804" b="36495"/>
          <a:stretch/>
        </p:blipFill>
        <p:spPr>
          <a:xfrm rot="6776336">
            <a:off x="-2640818" y="2118352"/>
            <a:ext cx="4824681" cy="1433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7" name="Google Shape;627;p47">
            <a:extLst>
              <a:ext uri="{FF2B5EF4-FFF2-40B4-BE49-F238E27FC236}">
                <a16:creationId xmlns:a16="http://schemas.microsoft.com/office/drawing/2014/main" id="{655845C6-C783-3908-E293-4CED46B8CE95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45691" t="12052" r="18787" b="20159"/>
          <a:stretch/>
        </p:blipFill>
        <p:spPr>
          <a:xfrm>
            <a:off x="29750" y="378840"/>
            <a:ext cx="1366949" cy="146729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47;p45">
            <a:extLst>
              <a:ext uri="{FF2B5EF4-FFF2-40B4-BE49-F238E27FC236}">
                <a16:creationId xmlns:a16="http://schemas.microsoft.com/office/drawing/2014/main" id="{BF6EBBBA-6FFF-633F-4030-8F9CA96C524D}"/>
              </a:ext>
            </a:extLst>
          </p:cNvPr>
          <p:cNvSpPr txBox="1">
            <a:spLocks/>
          </p:cNvSpPr>
          <p:nvPr/>
        </p:nvSpPr>
        <p:spPr>
          <a:xfrm>
            <a:off x="2758249" y="43165"/>
            <a:ext cx="3687002" cy="58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38100" lvl="0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●"/>
              <a:defRPr sz="17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>
              <a:buSzPts val="1100"/>
            </a:pPr>
            <a:r>
              <a:rPr lang="en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Top de palabras más usadas en los comentarios</a:t>
            </a:r>
            <a:endParaRPr lang="es-MX" sz="2000" dirty="0">
              <a:solidFill>
                <a:schemeClr val="tx1">
                  <a:lumMod val="75000"/>
                  <a:lumOff val="25000"/>
                </a:schemeClr>
              </a:solidFill>
              <a:latin typeface="Amatic SC" panose="00000500000000000000" pitchFamily="2" charset="-79"/>
              <a:cs typeface="Amatic SC" panose="00000500000000000000" pitchFamily="2" charset="-79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2F63BEB-DC10-34DD-5150-E41AEABF4E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0764" y="1109383"/>
            <a:ext cx="6721971" cy="3292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5093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>
          <a:extLst>
            <a:ext uri="{FF2B5EF4-FFF2-40B4-BE49-F238E27FC236}">
              <a16:creationId xmlns:a16="http://schemas.microsoft.com/office/drawing/2014/main" id="{88B3C792-4948-9F02-716F-E30856356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47">
            <a:extLst>
              <a:ext uri="{FF2B5EF4-FFF2-40B4-BE49-F238E27FC236}">
                <a16:creationId xmlns:a16="http://schemas.microsoft.com/office/drawing/2014/main" id="{449FA20C-41EC-5E44-1FC6-DFD83395F02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061" t="37780" r="11424" b="34639"/>
          <a:stretch/>
        </p:blipFill>
        <p:spPr>
          <a:xfrm>
            <a:off x="6416132" y="4778253"/>
            <a:ext cx="3073373" cy="557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2" name="Google Shape;602;p47">
            <a:extLst>
              <a:ext uri="{FF2B5EF4-FFF2-40B4-BE49-F238E27FC236}">
                <a16:creationId xmlns:a16="http://schemas.microsoft.com/office/drawing/2014/main" id="{3D3AEB1A-8D3A-62F0-7247-201C2CEC80FF}"/>
              </a:ext>
            </a:extLst>
          </p:cNvPr>
          <p:cNvPicPr preferRelativeResize="0"/>
          <p:nvPr/>
        </p:nvPicPr>
        <p:blipFill rotWithShape="1">
          <a:blip r:embed="rId4">
            <a:alphaModFix amt="57000"/>
          </a:blip>
          <a:srcRect l="36305" t="26731" r="30909" b="23776"/>
          <a:stretch/>
        </p:blipFill>
        <p:spPr>
          <a:xfrm flipH="1">
            <a:off x="-528075" y="1470875"/>
            <a:ext cx="2119848" cy="1800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47">
            <a:extLst>
              <a:ext uri="{FF2B5EF4-FFF2-40B4-BE49-F238E27FC236}">
                <a16:creationId xmlns:a16="http://schemas.microsoft.com/office/drawing/2014/main" id="{32E51286-F614-D0AE-CD11-CA0119B960DA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28680" t="19555" r="23804" b="32703"/>
          <a:stretch/>
        </p:blipFill>
        <p:spPr>
          <a:xfrm rot="5400000">
            <a:off x="7154794" y="2265120"/>
            <a:ext cx="1287874" cy="727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26" name="Google Shape;626;p47">
            <a:extLst>
              <a:ext uri="{FF2B5EF4-FFF2-40B4-BE49-F238E27FC236}">
                <a16:creationId xmlns:a16="http://schemas.microsoft.com/office/drawing/2014/main" id="{BA9BEDD3-2BB0-4E8E-E68C-A6FB2C44B0B6}"/>
              </a:ext>
            </a:extLst>
          </p:cNvPr>
          <p:cNvPicPr preferRelativeResize="0"/>
          <p:nvPr/>
        </p:nvPicPr>
        <p:blipFill rotWithShape="1">
          <a:blip r:embed="rId6">
            <a:alphaModFix amt="63000"/>
          </a:blip>
          <a:srcRect l="17536" t="30943" r="20804" b="36495"/>
          <a:stretch/>
        </p:blipFill>
        <p:spPr>
          <a:xfrm rot="6776336">
            <a:off x="-2640818" y="2118352"/>
            <a:ext cx="4824681" cy="1433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7" name="Google Shape;627;p47">
            <a:extLst>
              <a:ext uri="{FF2B5EF4-FFF2-40B4-BE49-F238E27FC236}">
                <a16:creationId xmlns:a16="http://schemas.microsoft.com/office/drawing/2014/main" id="{A473118C-F8F4-EEA0-0F5F-7AA29DFBB39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45691" t="12052" r="18787" b="20159"/>
          <a:stretch/>
        </p:blipFill>
        <p:spPr>
          <a:xfrm>
            <a:off x="29750" y="378840"/>
            <a:ext cx="1366949" cy="146729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47;p45">
            <a:extLst>
              <a:ext uri="{FF2B5EF4-FFF2-40B4-BE49-F238E27FC236}">
                <a16:creationId xmlns:a16="http://schemas.microsoft.com/office/drawing/2014/main" id="{90410089-EE85-6E8E-3DAB-D6D2F489CD0E}"/>
              </a:ext>
            </a:extLst>
          </p:cNvPr>
          <p:cNvSpPr txBox="1">
            <a:spLocks/>
          </p:cNvSpPr>
          <p:nvPr/>
        </p:nvSpPr>
        <p:spPr>
          <a:xfrm>
            <a:off x="2758249" y="43165"/>
            <a:ext cx="3687002" cy="58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38100" lvl="0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●"/>
              <a:defRPr sz="17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>
              <a:buSzPts val="1100"/>
            </a:pPr>
            <a:r>
              <a:rPr lang="en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matic SC" panose="00000500000000000000" pitchFamily="2" charset="-79"/>
                <a:cs typeface="Amatic SC" panose="00000500000000000000" pitchFamily="2" charset="-79"/>
              </a:rPr>
              <a:t>Analisis de los comentarios</a:t>
            </a:r>
            <a:endParaRPr lang="es-MX" sz="3200" b="1" dirty="0">
              <a:solidFill>
                <a:schemeClr val="tx1">
                  <a:lumMod val="75000"/>
                  <a:lumOff val="25000"/>
                </a:schemeClr>
              </a:solidFill>
              <a:latin typeface="Amatic SC" panose="00000500000000000000" pitchFamily="2" charset="-79"/>
              <a:cs typeface="Amatic SC" panose="00000500000000000000" pitchFamily="2" charset="-79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DFFEA15-32C6-D4F2-72B4-BDDF0C647080}"/>
              </a:ext>
            </a:extLst>
          </p:cNvPr>
          <p:cNvSpPr txBox="1"/>
          <p:nvPr/>
        </p:nvSpPr>
        <p:spPr>
          <a:xfrm>
            <a:off x="1206830" y="2890666"/>
            <a:ext cx="678984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>
                <a:latin typeface="Catamaran" panose="020B0604020202020204" charset="0"/>
                <a:cs typeface="Catamaran" panose="020B0604020202020204" charset="0"/>
              </a:rPr>
              <a:t>Tema 1: </a:t>
            </a:r>
            <a:r>
              <a:rPr lang="es-MX" sz="2400" dirty="0">
                <a:latin typeface="Dreaming Outloud Pro" panose="03050502040302030504" pitchFamily="66" charset="0"/>
                <a:cs typeface="Dreaming Outloud Pro" panose="03050502040302030504" pitchFamily="66" charset="0"/>
              </a:rPr>
              <a:t>conocer, salir, lugares, nuevos, personas        </a:t>
            </a:r>
          </a:p>
          <a:p>
            <a:r>
              <a:rPr lang="es-MX" sz="2400" dirty="0">
                <a:latin typeface="Catamaran" panose="020B0604020202020204" charset="0"/>
                <a:cs typeface="Catamaran" panose="020B0604020202020204" charset="0"/>
              </a:rPr>
              <a:t>Tema 2: </a:t>
            </a:r>
            <a:r>
              <a:rPr lang="es-MX" sz="2400" dirty="0">
                <a:latin typeface="Dreaming Outloud Pro" panose="03050502040302030504" pitchFamily="66" charset="0"/>
                <a:cs typeface="Dreaming Outloud Pro" panose="03050502040302030504" pitchFamily="66" charset="0"/>
              </a:rPr>
              <a:t>ciencias, estudio, ir, física, estudiar       </a:t>
            </a:r>
          </a:p>
          <a:p>
            <a:r>
              <a:rPr lang="es-MX" sz="2400" dirty="0">
                <a:latin typeface="Catamaran" panose="020B0604020202020204" charset="0"/>
                <a:cs typeface="Catamaran" panose="020B0604020202020204" charset="0"/>
              </a:rPr>
              <a:t>Tema 3: </a:t>
            </a:r>
            <a:r>
              <a:rPr lang="es-MX" sz="2400" dirty="0">
                <a:latin typeface="Dreaming Outloud Pro" panose="03050502040302030504" pitchFamily="66" charset="0"/>
                <a:cs typeface="Dreaming Outloud Pro" panose="03050502040302030504" pitchFamily="66" charset="0"/>
              </a:rPr>
              <a:t>busco, nada, hacer, amistad, serio       </a:t>
            </a:r>
          </a:p>
          <a:p>
            <a:r>
              <a:rPr lang="es-MX" sz="2400" dirty="0">
                <a:latin typeface="Catamaran" panose="020B0604020202020204" charset="0"/>
                <a:cs typeface="Catamaran" panose="020B0604020202020204" charset="0"/>
              </a:rPr>
              <a:t>Tema 4: </a:t>
            </a:r>
            <a:r>
              <a:rPr lang="es-MX" sz="2400" dirty="0">
                <a:latin typeface="Dreaming Outloud Pro" panose="03050502040302030504" pitchFamily="66" charset="0"/>
                <a:cs typeface="Dreaming Outloud Pro" panose="03050502040302030504" pitchFamily="66" charset="0"/>
              </a:rPr>
              <a:t>música, todo, escuchar, cosas, persona        </a:t>
            </a:r>
          </a:p>
          <a:p>
            <a:r>
              <a:rPr lang="es-MX" sz="2400" dirty="0">
                <a:latin typeface="Catamaran" panose="020B0604020202020204" charset="0"/>
                <a:cs typeface="Catamaran" panose="020B0604020202020204" charset="0"/>
              </a:rPr>
              <a:t>Tema 5: </a:t>
            </a:r>
            <a:r>
              <a:rPr lang="es-MX" sz="2400" dirty="0">
                <a:latin typeface="Dreaming Outloud Pro" panose="03050502040302030504" pitchFamily="66" charset="0"/>
                <a:cs typeface="Dreaming Outloud Pro" panose="03050502040302030504" pitchFamily="66" charset="0"/>
              </a:rPr>
              <a:t>terapia, fui, veterinaria, jajaja, jaja 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0C769FE-9D4E-D736-6D2B-2716893EA4EE}"/>
              </a:ext>
            </a:extLst>
          </p:cNvPr>
          <p:cNvSpPr txBox="1"/>
          <p:nvPr/>
        </p:nvSpPr>
        <p:spPr>
          <a:xfrm>
            <a:off x="828964" y="710785"/>
            <a:ext cx="754557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>
                <a:latin typeface="Catamaran" panose="020B0604020202020204" charset="0"/>
                <a:cs typeface="Catamaran" panose="020B0604020202020204" charset="0"/>
              </a:rPr>
              <a:t>Vectorización de Texto (TF-IDF) Esta técnica asigna un peso a cada palabra basado en su frecuencia dentro del documento y su rareza a través del corpus (TF-IDF), utilizando filtros estrictos (</a:t>
            </a:r>
            <a:r>
              <a:rPr lang="es-MX" sz="1600" dirty="0" err="1">
                <a:latin typeface="Catamaran" panose="020B0604020202020204" charset="0"/>
                <a:cs typeface="Catamaran" panose="020B0604020202020204" charset="0"/>
              </a:rPr>
              <a:t>max</a:t>
            </a:r>
            <a:r>
              <a:rPr lang="es-MX" sz="1600" dirty="0">
                <a:latin typeface="Catamaran" panose="020B0604020202020204" charset="0"/>
                <a:cs typeface="Catamaran" panose="020B0604020202020204" charset="0"/>
              </a:rPr>
              <a:t> </a:t>
            </a:r>
            <a:r>
              <a:rPr lang="es-MX" sz="1600" dirty="0" err="1">
                <a:latin typeface="Catamaran" panose="020B0604020202020204" charset="0"/>
                <a:cs typeface="Catamaran" panose="020B0604020202020204" charset="0"/>
              </a:rPr>
              <a:t>df</a:t>
            </a:r>
            <a:r>
              <a:rPr lang="es-MX" sz="1600" dirty="0">
                <a:latin typeface="Catamaran" panose="020B0604020202020204" charset="0"/>
                <a:cs typeface="Catamaran" panose="020B0604020202020204" charset="0"/>
              </a:rPr>
              <a:t>=0.95, min </a:t>
            </a:r>
            <a:r>
              <a:rPr lang="es-MX" sz="1600" dirty="0" err="1">
                <a:latin typeface="Catamaran" panose="020B0604020202020204" charset="0"/>
                <a:cs typeface="Catamaran" panose="020B0604020202020204" charset="0"/>
              </a:rPr>
              <a:t>df</a:t>
            </a:r>
            <a:r>
              <a:rPr lang="es-MX" sz="1600" dirty="0">
                <a:latin typeface="Catamaran" panose="020B0604020202020204" charset="0"/>
                <a:cs typeface="Catamaran" panose="020B0604020202020204" charset="0"/>
              </a:rPr>
              <a:t>=2).</a:t>
            </a:r>
          </a:p>
          <a:p>
            <a:endParaRPr lang="es-MX" sz="1600" dirty="0">
              <a:latin typeface="Catamaran" panose="020B0604020202020204" charset="0"/>
              <a:cs typeface="Catamaran" panose="020B0604020202020204" charset="0"/>
            </a:endParaRPr>
          </a:p>
          <a:p>
            <a:r>
              <a:rPr lang="es-MX" sz="1600" dirty="0">
                <a:latin typeface="Catamaran" panose="020B0604020202020204" charset="0"/>
                <a:cs typeface="Catamaran" panose="020B0604020202020204" charset="0"/>
              </a:rPr>
              <a:t>Se aplicó el algoritmo de Factorización de Matrices No Negativas (NMF). Este modelo descompone la matriz en dos factores (W y H) no negativos, permitiendo identificar patrones. Se definió un total de k=5 temas latentes, de los cuales se extrajeron las 5 palabras más importantes y se obtuvieron los siguientes resultados:</a:t>
            </a:r>
          </a:p>
        </p:txBody>
      </p:sp>
    </p:spTree>
    <p:extLst>
      <p:ext uri="{BB962C8B-B14F-4D97-AF65-F5344CB8AC3E}">
        <p14:creationId xmlns:p14="http://schemas.microsoft.com/office/powerpoint/2010/main" val="9468492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6">
          <a:extLst>
            <a:ext uri="{FF2B5EF4-FFF2-40B4-BE49-F238E27FC236}">
              <a16:creationId xmlns:a16="http://schemas.microsoft.com/office/drawing/2014/main" id="{873CB705-0B83-DE8E-B40D-51C4AB5CE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7" name="Google Shape;577;p46">
            <a:extLst>
              <a:ext uri="{FF2B5EF4-FFF2-40B4-BE49-F238E27FC236}">
                <a16:creationId xmlns:a16="http://schemas.microsoft.com/office/drawing/2014/main" id="{2B155189-020F-97DC-73BF-07AFA27F11FC}"/>
              </a:ext>
            </a:extLst>
          </p:cNvPr>
          <p:cNvPicPr preferRelativeResize="0"/>
          <p:nvPr/>
        </p:nvPicPr>
        <p:blipFill rotWithShape="1">
          <a:blip r:embed="rId3">
            <a:alphaModFix amt="76000"/>
          </a:blip>
          <a:srcRect l="50645" t="40792" r="22239" b="48411"/>
          <a:stretch/>
        </p:blipFill>
        <p:spPr>
          <a:xfrm>
            <a:off x="-251173" y="1427875"/>
            <a:ext cx="2446373" cy="547925"/>
          </a:xfrm>
          <a:prstGeom prst="rect">
            <a:avLst/>
          </a:prstGeom>
          <a:noFill/>
          <a:ln>
            <a:noFill/>
          </a:ln>
        </p:spPr>
      </p:pic>
      <p:sp>
        <p:nvSpPr>
          <p:cNvPr id="578" name="Google Shape;578;p46">
            <a:extLst>
              <a:ext uri="{FF2B5EF4-FFF2-40B4-BE49-F238E27FC236}">
                <a16:creationId xmlns:a16="http://schemas.microsoft.com/office/drawing/2014/main" id="{9A721234-5D95-8205-1791-75BDFA0012F6}"/>
              </a:ext>
            </a:extLst>
          </p:cNvPr>
          <p:cNvSpPr/>
          <p:nvPr/>
        </p:nvSpPr>
        <p:spPr>
          <a:xfrm>
            <a:off x="273278" y="13351"/>
            <a:ext cx="439944" cy="4995055"/>
          </a:xfrm>
          <a:custGeom>
            <a:avLst/>
            <a:gdLst/>
            <a:ahLst/>
            <a:cxnLst/>
            <a:rect l="l" t="t" r="r" b="b"/>
            <a:pathLst>
              <a:path w="7860" h="95453" extrusionOk="0">
                <a:moveTo>
                  <a:pt x="3582" y="28084"/>
                </a:moveTo>
                <a:cubicBezTo>
                  <a:pt x="3748" y="28084"/>
                  <a:pt x="3914" y="28121"/>
                  <a:pt x="4037" y="28254"/>
                </a:cubicBezTo>
                <a:cubicBezTo>
                  <a:pt x="4049" y="28265"/>
                  <a:pt x="4061" y="28301"/>
                  <a:pt x="4061" y="28313"/>
                </a:cubicBezTo>
                <a:cubicBezTo>
                  <a:pt x="4120" y="28361"/>
                  <a:pt x="4132" y="28432"/>
                  <a:pt x="4132" y="28504"/>
                </a:cubicBezTo>
                <a:cubicBezTo>
                  <a:pt x="4156" y="28599"/>
                  <a:pt x="4132" y="28682"/>
                  <a:pt x="4120" y="28754"/>
                </a:cubicBezTo>
                <a:cubicBezTo>
                  <a:pt x="4025" y="29182"/>
                  <a:pt x="3728" y="29575"/>
                  <a:pt x="3454" y="29920"/>
                </a:cubicBezTo>
                <a:cubicBezTo>
                  <a:pt x="2966" y="30540"/>
                  <a:pt x="2335" y="31075"/>
                  <a:pt x="1620" y="31409"/>
                </a:cubicBezTo>
                <a:cubicBezTo>
                  <a:pt x="1471" y="31483"/>
                  <a:pt x="1249" y="31573"/>
                  <a:pt x="1045" y="31573"/>
                </a:cubicBezTo>
                <a:cubicBezTo>
                  <a:pt x="891" y="31573"/>
                  <a:pt x="748" y="31522"/>
                  <a:pt x="656" y="31373"/>
                </a:cubicBezTo>
                <a:cubicBezTo>
                  <a:pt x="549" y="31218"/>
                  <a:pt x="584" y="30980"/>
                  <a:pt x="632" y="30802"/>
                </a:cubicBezTo>
                <a:cubicBezTo>
                  <a:pt x="644" y="30706"/>
                  <a:pt x="691" y="30635"/>
                  <a:pt x="715" y="30563"/>
                </a:cubicBezTo>
                <a:cubicBezTo>
                  <a:pt x="846" y="30004"/>
                  <a:pt x="1180" y="29504"/>
                  <a:pt x="1549" y="29099"/>
                </a:cubicBezTo>
                <a:cubicBezTo>
                  <a:pt x="2049" y="28563"/>
                  <a:pt x="2751" y="28135"/>
                  <a:pt x="3501" y="28087"/>
                </a:cubicBezTo>
                <a:cubicBezTo>
                  <a:pt x="3528" y="28085"/>
                  <a:pt x="3555" y="28084"/>
                  <a:pt x="3582" y="28084"/>
                </a:cubicBezTo>
                <a:close/>
                <a:moveTo>
                  <a:pt x="4752" y="0"/>
                </a:moveTo>
                <a:cubicBezTo>
                  <a:pt x="3799" y="893"/>
                  <a:pt x="3085" y="1953"/>
                  <a:pt x="2442" y="3084"/>
                </a:cubicBezTo>
                <a:cubicBezTo>
                  <a:pt x="2311" y="3143"/>
                  <a:pt x="2251" y="3250"/>
                  <a:pt x="2204" y="3381"/>
                </a:cubicBezTo>
                <a:cubicBezTo>
                  <a:pt x="2120" y="3727"/>
                  <a:pt x="1882" y="3989"/>
                  <a:pt x="1715" y="4298"/>
                </a:cubicBezTo>
                <a:cubicBezTo>
                  <a:pt x="1084" y="5525"/>
                  <a:pt x="608" y="6787"/>
                  <a:pt x="525" y="8156"/>
                </a:cubicBezTo>
                <a:cubicBezTo>
                  <a:pt x="418" y="9775"/>
                  <a:pt x="1013" y="11192"/>
                  <a:pt x="1834" y="12537"/>
                </a:cubicBezTo>
                <a:cubicBezTo>
                  <a:pt x="3037" y="14538"/>
                  <a:pt x="4275" y="16538"/>
                  <a:pt x="5133" y="18740"/>
                </a:cubicBezTo>
                <a:cubicBezTo>
                  <a:pt x="5573" y="19860"/>
                  <a:pt x="5906" y="21003"/>
                  <a:pt x="5990" y="22205"/>
                </a:cubicBezTo>
                <a:cubicBezTo>
                  <a:pt x="6061" y="22717"/>
                  <a:pt x="6061" y="23217"/>
                  <a:pt x="5990" y="23729"/>
                </a:cubicBezTo>
                <a:cubicBezTo>
                  <a:pt x="6025" y="23979"/>
                  <a:pt x="5930" y="24217"/>
                  <a:pt x="5895" y="24455"/>
                </a:cubicBezTo>
                <a:cubicBezTo>
                  <a:pt x="5775" y="25551"/>
                  <a:pt x="5430" y="26587"/>
                  <a:pt x="4978" y="27575"/>
                </a:cubicBezTo>
                <a:cubicBezTo>
                  <a:pt x="4902" y="27727"/>
                  <a:pt x="4826" y="27801"/>
                  <a:pt x="4719" y="27801"/>
                </a:cubicBezTo>
                <a:cubicBezTo>
                  <a:pt x="4658" y="27801"/>
                  <a:pt x="4588" y="27777"/>
                  <a:pt x="4501" y="27730"/>
                </a:cubicBezTo>
                <a:cubicBezTo>
                  <a:pt x="4183" y="27544"/>
                  <a:pt x="3851" y="27479"/>
                  <a:pt x="3507" y="27479"/>
                </a:cubicBezTo>
                <a:cubicBezTo>
                  <a:pt x="3299" y="27479"/>
                  <a:pt x="3086" y="27503"/>
                  <a:pt x="2870" y="27539"/>
                </a:cubicBezTo>
                <a:cubicBezTo>
                  <a:pt x="1418" y="27789"/>
                  <a:pt x="96" y="29480"/>
                  <a:pt x="49" y="30932"/>
                </a:cubicBezTo>
                <a:cubicBezTo>
                  <a:pt x="1" y="31123"/>
                  <a:pt x="1" y="31325"/>
                  <a:pt x="49" y="31540"/>
                </a:cubicBezTo>
                <a:cubicBezTo>
                  <a:pt x="188" y="32078"/>
                  <a:pt x="478" y="32357"/>
                  <a:pt x="918" y="32357"/>
                </a:cubicBezTo>
                <a:cubicBezTo>
                  <a:pt x="1003" y="32357"/>
                  <a:pt x="1095" y="32347"/>
                  <a:pt x="1192" y="32325"/>
                </a:cubicBezTo>
                <a:cubicBezTo>
                  <a:pt x="1501" y="32254"/>
                  <a:pt x="1799" y="32147"/>
                  <a:pt x="2085" y="31968"/>
                </a:cubicBezTo>
                <a:cubicBezTo>
                  <a:pt x="3216" y="31242"/>
                  <a:pt x="3990" y="30170"/>
                  <a:pt x="4740" y="29087"/>
                </a:cubicBezTo>
                <a:cubicBezTo>
                  <a:pt x="4864" y="28907"/>
                  <a:pt x="4962" y="28811"/>
                  <a:pt x="5066" y="28811"/>
                </a:cubicBezTo>
                <a:cubicBezTo>
                  <a:pt x="5162" y="28811"/>
                  <a:pt x="5263" y="28892"/>
                  <a:pt x="5394" y="29063"/>
                </a:cubicBezTo>
                <a:cubicBezTo>
                  <a:pt x="5704" y="29480"/>
                  <a:pt x="6025" y="29885"/>
                  <a:pt x="6264" y="30361"/>
                </a:cubicBezTo>
                <a:cubicBezTo>
                  <a:pt x="6764" y="31373"/>
                  <a:pt x="7180" y="32421"/>
                  <a:pt x="7240" y="33564"/>
                </a:cubicBezTo>
                <a:cubicBezTo>
                  <a:pt x="7299" y="33945"/>
                  <a:pt x="7311" y="34338"/>
                  <a:pt x="7240" y="34719"/>
                </a:cubicBezTo>
                <a:cubicBezTo>
                  <a:pt x="7240" y="35540"/>
                  <a:pt x="7026" y="36314"/>
                  <a:pt x="6764" y="37076"/>
                </a:cubicBezTo>
                <a:cubicBezTo>
                  <a:pt x="6299" y="38445"/>
                  <a:pt x="5537" y="39695"/>
                  <a:pt x="5002" y="41029"/>
                </a:cubicBezTo>
                <a:cubicBezTo>
                  <a:pt x="4466" y="42374"/>
                  <a:pt x="3847" y="43684"/>
                  <a:pt x="3454" y="45077"/>
                </a:cubicBezTo>
                <a:cubicBezTo>
                  <a:pt x="2906" y="47006"/>
                  <a:pt x="2442" y="48935"/>
                  <a:pt x="1894" y="50852"/>
                </a:cubicBezTo>
                <a:cubicBezTo>
                  <a:pt x="1263" y="53078"/>
                  <a:pt x="846" y="55316"/>
                  <a:pt x="703" y="57626"/>
                </a:cubicBezTo>
                <a:cubicBezTo>
                  <a:pt x="632" y="57793"/>
                  <a:pt x="727" y="57995"/>
                  <a:pt x="632" y="58162"/>
                </a:cubicBezTo>
                <a:cubicBezTo>
                  <a:pt x="608" y="59269"/>
                  <a:pt x="549" y="60365"/>
                  <a:pt x="894" y="61424"/>
                </a:cubicBezTo>
                <a:cubicBezTo>
                  <a:pt x="1251" y="62544"/>
                  <a:pt x="1775" y="63532"/>
                  <a:pt x="3108" y="63734"/>
                </a:cubicBezTo>
                <a:cubicBezTo>
                  <a:pt x="3142" y="63738"/>
                  <a:pt x="3176" y="63739"/>
                  <a:pt x="3210" y="63739"/>
                </a:cubicBezTo>
                <a:cubicBezTo>
                  <a:pt x="3411" y="63739"/>
                  <a:pt x="3605" y="63686"/>
                  <a:pt x="3799" y="63686"/>
                </a:cubicBezTo>
                <a:cubicBezTo>
                  <a:pt x="4061" y="63686"/>
                  <a:pt x="4120" y="63758"/>
                  <a:pt x="4037" y="64008"/>
                </a:cubicBezTo>
                <a:cubicBezTo>
                  <a:pt x="3228" y="66068"/>
                  <a:pt x="2894" y="68223"/>
                  <a:pt x="2727" y="70402"/>
                </a:cubicBezTo>
                <a:cubicBezTo>
                  <a:pt x="2656" y="70533"/>
                  <a:pt x="2739" y="70711"/>
                  <a:pt x="2656" y="70842"/>
                </a:cubicBezTo>
                <a:lnTo>
                  <a:pt x="2656" y="72688"/>
                </a:lnTo>
                <a:cubicBezTo>
                  <a:pt x="2632" y="73890"/>
                  <a:pt x="2727" y="75069"/>
                  <a:pt x="3085" y="76236"/>
                </a:cubicBezTo>
                <a:cubicBezTo>
                  <a:pt x="3382" y="77212"/>
                  <a:pt x="3870" y="78105"/>
                  <a:pt x="4275" y="79046"/>
                </a:cubicBezTo>
                <a:cubicBezTo>
                  <a:pt x="4775" y="80260"/>
                  <a:pt x="5228" y="81486"/>
                  <a:pt x="5299" y="82808"/>
                </a:cubicBezTo>
                <a:cubicBezTo>
                  <a:pt x="5406" y="84749"/>
                  <a:pt x="4775" y="86511"/>
                  <a:pt x="4025" y="88261"/>
                </a:cubicBezTo>
                <a:cubicBezTo>
                  <a:pt x="3335" y="89809"/>
                  <a:pt x="2477" y="91261"/>
                  <a:pt x="1501" y="92642"/>
                </a:cubicBezTo>
                <a:cubicBezTo>
                  <a:pt x="1072" y="93273"/>
                  <a:pt x="763" y="93976"/>
                  <a:pt x="715" y="94762"/>
                </a:cubicBezTo>
                <a:cubicBezTo>
                  <a:pt x="703" y="95107"/>
                  <a:pt x="822" y="95321"/>
                  <a:pt x="1144" y="95417"/>
                </a:cubicBezTo>
                <a:cubicBezTo>
                  <a:pt x="1221" y="95440"/>
                  <a:pt x="1293" y="95452"/>
                  <a:pt x="1364" y="95452"/>
                </a:cubicBezTo>
                <a:cubicBezTo>
                  <a:pt x="1436" y="95452"/>
                  <a:pt x="1507" y="95440"/>
                  <a:pt x="1584" y="95417"/>
                </a:cubicBezTo>
                <a:cubicBezTo>
                  <a:pt x="1775" y="95369"/>
                  <a:pt x="1977" y="95345"/>
                  <a:pt x="2180" y="95298"/>
                </a:cubicBezTo>
                <a:cubicBezTo>
                  <a:pt x="2323" y="95250"/>
                  <a:pt x="2382" y="95131"/>
                  <a:pt x="2358" y="94988"/>
                </a:cubicBezTo>
                <a:cubicBezTo>
                  <a:pt x="2323" y="94845"/>
                  <a:pt x="2239" y="94786"/>
                  <a:pt x="2096" y="94774"/>
                </a:cubicBezTo>
                <a:cubicBezTo>
                  <a:pt x="2009" y="94774"/>
                  <a:pt x="1922" y="94768"/>
                  <a:pt x="1834" y="94768"/>
                </a:cubicBezTo>
                <a:cubicBezTo>
                  <a:pt x="1791" y="94768"/>
                  <a:pt x="1747" y="94770"/>
                  <a:pt x="1704" y="94774"/>
                </a:cubicBezTo>
                <a:cubicBezTo>
                  <a:pt x="1652" y="94780"/>
                  <a:pt x="1606" y="94783"/>
                  <a:pt x="1564" y="94783"/>
                </a:cubicBezTo>
                <a:cubicBezTo>
                  <a:pt x="1364" y="94783"/>
                  <a:pt x="1281" y="94698"/>
                  <a:pt x="1370" y="94393"/>
                </a:cubicBezTo>
                <a:cubicBezTo>
                  <a:pt x="1501" y="93869"/>
                  <a:pt x="1727" y="93393"/>
                  <a:pt x="2013" y="92964"/>
                </a:cubicBezTo>
                <a:cubicBezTo>
                  <a:pt x="2954" y="91571"/>
                  <a:pt x="3811" y="90166"/>
                  <a:pt x="4501" y="88630"/>
                </a:cubicBezTo>
                <a:cubicBezTo>
                  <a:pt x="5180" y="87070"/>
                  <a:pt x="5644" y="85439"/>
                  <a:pt x="5811" y="83748"/>
                </a:cubicBezTo>
                <a:cubicBezTo>
                  <a:pt x="5847" y="83463"/>
                  <a:pt x="5847" y="83165"/>
                  <a:pt x="5811" y="82879"/>
                </a:cubicBezTo>
                <a:cubicBezTo>
                  <a:pt x="5728" y="81379"/>
                  <a:pt x="5240" y="80010"/>
                  <a:pt x="4644" y="78641"/>
                </a:cubicBezTo>
                <a:cubicBezTo>
                  <a:pt x="4204" y="77629"/>
                  <a:pt x="3680" y="76652"/>
                  <a:pt x="3406" y="75557"/>
                </a:cubicBezTo>
                <a:cubicBezTo>
                  <a:pt x="3025" y="74009"/>
                  <a:pt x="3156" y="72449"/>
                  <a:pt x="3156" y="70890"/>
                </a:cubicBezTo>
                <a:cubicBezTo>
                  <a:pt x="3228" y="70759"/>
                  <a:pt x="3132" y="70580"/>
                  <a:pt x="3228" y="70437"/>
                </a:cubicBezTo>
                <a:cubicBezTo>
                  <a:pt x="3216" y="69866"/>
                  <a:pt x="3335" y="69282"/>
                  <a:pt x="3406" y="68699"/>
                </a:cubicBezTo>
                <a:cubicBezTo>
                  <a:pt x="3573" y="67306"/>
                  <a:pt x="3859" y="65949"/>
                  <a:pt x="4323" y="64627"/>
                </a:cubicBezTo>
                <a:cubicBezTo>
                  <a:pt x="4561" y="63925"/>
                  <a:pt x="4835" y="63294"/>
                  <a:pt x="5633" y="62913"/>
                </a:cubicBezTo>
                <a:cubicBezTo>
                  <a:pt x="6406" y="62544"/>
                  <a:pt x="6942" y="61805"/>
                  <a:pt x="7276" y="60996"/>
                </a:cubicBezTo>
                <a:cubicBezTo>
                  <a:pt x="7419" y="60662"/>
                  <a:pt x="7716" y="60293"/>
                  <a:pt x="7276" y="59960"/>
                </a:cubicBezTo>
                <a:cubicBezTo>
                  <a:pt x="7198" y="59900"/>
                  <a:pt x="7109" y="59870"/>
                  <a:pt x="7012" y="59870"/>
                </a:cubicBezTo>
                <a:cubicBezTo>
                  <a:pt x="6782" y="59870"/>
                  <a:pt x="6508" y="60038"/>
                  <a:pt x="6240" y="60365"/>
                </a:cubicBezTo>
                <a:cubicBezTo>
                  <a:pt x="5644" y="61079"/>
                  <a:pt x="5037" y="61793"/>
                  <a:pt x="4644" y="62639"/>
                </a:cubicBezTo>
                <a:cubicBezTo>
                  <a:pt x="4561" y="62817"/>
                  <a:pt x="4442" y="62924"/>
                  <a:pt x="4228" y="62996"/>
                </a:cubicBezTo>
                <a:cubicBezTo>
                  <a:pt x="3936" y="63090"/>
                  <a:pt x="3660" y="63137"/>
                  <a:pt x="3402" y="63137"/>
                </a:cubicBezTo>
                <a:cubicBezTo>
                  <a:pt x="2554" y="63137"/>
                  <a:pt x="1902" y="62635"/>
                  <a:pt x="1537" y="61686"/>
                </a:cubicBezTo>
                <a:cubicBezTo>
                  <a:pt x="1120" y="60591"/>
                  <a:pt x="1084" y="59448"/>
                  <a:pt x="1132" y="58281"/>
                </a:cubicBezTo>
                <a:cubicBezTo>
                  <a:pt x="1227" y="58114"/>
                  <a:pt x="1108" y="57912"/>
                  <a:pt x="1203" y="57745"/>
                </a:cubicBezTo>
                <a:cubicBezTo>
                  <a:pt x="1192" y="56388"/>
                  <a:pt x="1465" y="55078"/>
                  <a:pt x="1715" y="53757"/>
                </a:cubicBezTo>
                <a:cubicBezTo>
                  <a:pt x="2073" y="51911"/>
                  <a:pt x="2680" y="50125"/>
                  <a:pt x="3132" y="48292"/>
                </a:cubicBezTo>
                <a:cubicBezTo>
                  <a:pt x="3930" y="45006"/>
                  <a:pt x="5097" y="41850"/>
                  <a:pt x="6597" y="38814"/>
                </a:cubicBezTo>
                <a:cubicBezTo>
                  <a:pt x="7216" y="37540"/>
                  <a:pt x="7633" y="36183"/>
                  <a:pt x="7728" y="34754"/>
                </a:cubicBezTo>
                <a:cubicBezTo>
                  <a:pt x="7800" y="34588"/>
                  <a:pt x="7692" y="34385"/>
                  <a:pt x="7800" y="34219"/>
                </a:cubicBezTo>
                <a:cubicBezTo>
                  <a:pt x="7847" y="34207"/>
                  <a:pt x="7847" y="34159"/>
                  <a:pt x="7847" y="34100"/>
                </a:cubicBezTo>
                <a:cubicBezTo>
                  <a:pt x="7740" y="33909"/>
                  <a:pt x="7859" y="33683"/>
                  <a:pt x="7776" y="33468"/>
                </a:cubicBezTo>
                <a:cubicBezTo>
                  <a:pt x="7549" y="31540"/>
                  <a:pt x="6907" y="29778"/>
                  <a:pt x="5514" y="28373"/>
                </a:cubicBezTo>
                <a:cubicBezTo>
                  <a:pt x="5359" y="28206"/>
                  <a:pt x="5311" y="28099"/>
                  <a:pt x="5418" y="27896"/>
                </a:cubicBezTo>
                <a:cubicBezTo>
                  <a:pt x="6061" y="26432"/>
                  <a:pt x="6502" y="24944"/>
                  <a:pt x="6537" y="23336"/>
                </a:cubicBezTo>
                <a:cubicBezTo>
                  <a:pt x="6585" y="23134"/>
                  <a:pt x="6585" y="22931"/>
                  <a:pt x="6537" y="22729"/>
                </a:cubicBezTo>
                <a:cubicBezTo>
                  <a:pt x="6537" y="21705"/>
                  <a:pt x="6323" y="20705"/>
                  <a:pt x="6025" y="19717"/>
                </a:cubicBezTo>
                <a:cubicBezTo>
                  <a:pt x="5287" y="17300"/>
                  <a:pt x="4037" y="15121"/>
                  <a:pt x="2716" y="12978"/>
                </a:cubicBezTo>
                <a:cubicBezTo>
                  <a:pt x="2120" y="12025"/>
                  <a:pt x="1525" y="11061"/>
                  <a:pt x="1239" y="9954"/>
                </a:cubicBezTo>
                <a:cubicBezTo>
                  <a:pt x="727" y="8037"/>
                  <a:pt x="1227" y="6251"/>
                  <a:pt x="2096" y="4560"/>
                </a:cubicBezTo>
                <a:cubicBezTo>
                  <a:pt x="2882" y="3024"/>
                  <a:pt x="3739" y="1524"/>
                  <a:pt x="4835" y="179"/>
                </a:cubicBezTo>
                <a:cubicBezTo>
                  <a:pt x="4882" y="72"/>
                  <a:pt x="4823" y="36"/>
                  <a:pt x="475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79" name="Google Shape;579;p46">
            <a:extLst>
              <a:ext uri="{FF2B5EF4-FFF2-40B4-BE49-F238E27FC236}">
                <a16:creationId xmlns:a16="http://schemas.microsoft.com/office/drawing/2014/main" id="{97FBB5BB-E4E0-F8AF-241D-421541CF9A5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28680" t="19555" r="23804" b="32703"/>
          <a:stretch/>
        </p:blipFill>
        <p:spPr>
          <a:xfrm rot="519689">
            <a:off x="564948" y="1726121"/>
            <a:ext cx="1287873" cy="7278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80" name="Google Shape;580;p46">
            <a:extLst>
              <a:ext uri="{FF2B5EF4-FFF2-40B4-BE49-F238E27FC236}">
                <a16:creationId xmlns:a16="http://schemas.microsoft.com/office/drawing/2014/main" id="{C83F8955-F51B-8746-7FA5-13C5F3DE3AB0}"/>
              </a:ext>
            </a:extLst>
          </p:cNvPr>
          <p:cNvGrpSpPr/>
          <p:nvPr/>
        </p:nvGrpSpPr>
        <p:grpSpPr>
          <a:xfrm>
            <a:off x="158798" y="2487971"/>
            <a:ext cx="1741471" cy="1886746"/>
            <a:chOff x="5032175" y="2294450"/>
            <a:chExt cx="1144500" cy="1239975"/>
          </a:xfrm>
        </p:grpSpPr>
        <p:sp>
          <p:nvSpPr>
            <p:cNvPr id="581" name="Google Shape;581;p46">
              <a:extLst>
                <a:ext uri="{FF2B5EF4-FFF2-40B4-BE49-F238E27FC236}">
                  <a16:creationId xmlns:a16="http://schemas.microsoft.com/office/drawing/2014/main" id="{69259375-A5CF-C106-6D9D-92BEFAE0C726}"/>
                </a:ext>
              </a:extLst>
            </p:cNvPr>
            <p:cNvSpPr/>
            <p:nvPr/>
          </p:nvSpPr>
          <p:spPr>
            <a:xfrm>
              <a:off x="5447100" y="2296850"/>
              <a:ext cx="224450" cy="701900"/>
            </a:xfrm>
            <a:custGeom>
              <a:avLst/>
              <a:gdLst/>
              <a:ahLst/>
              <a:cxnLst/>
              <a:rect l="l" t="t" r="r" b="b"/>
              <a:pathLst>
                <a:path w="8978" h="28076" extrusionOk="0">
                  <a:moveTo>
                    <a:pt x="8156" y="1"/>
                  </a:moveTo>
                  <a:cubicBezTo>
                    <a:pt x="8097" y="72"/>
                    <a:pt x="8013" y="144"/>
                    <a:pt x="7978" y="239"/>
                  </a:cubicBezTo>
                  <a:cubicBezTo>
                    <a:pt x="7775" y="537"/>
                    <a:pt x="7573" y="822"/>
                    <a:pt x="7382" y="1120"/>
                  </a:cubicBezTo>
                  <a:cubicBezTo>
                    <a:pt x="7144" y="1501"/>
                    <a:pt x="6977" y="1906"/>
                    <a:pt x="6858" y="2334"/>
                  </a:cubicBezTo>
                  <a:cubicBezTo>
                    <a:pt x="6561" y="3537"/>
                    <a:pt x="6251" y="4763"/>
                    <a:pt x="5954" y="5966"/>
                  </a:cubicBezTo>
                  <a:cubicBezTo>
                    <a:pt x="5299" y="8657"/>
                    <a:pt x="4644" y="11347"/>
                    <a:pt x="3965" y="14026"/>
                  </a:cubicBezTo>
                  <a:cubicBezTo>
                    <a:pt x="3358" y="16467"/>
                    <a:pt x="2751" y="18908"/>
                    <a:pt x="2108" y="21349"/>
                  </a:cubicBezTo>
                  <a:cubicBezTo>
                    <a:pt x="1679" y="22992"/>
                    <a:pt x="1262" y="24611"/>
                    <a:pt x="739" y="26218"/>
                  </a:cubicBezTo>
                  <a:cubicBezTo>
                    <a:pt x="548" y="26814"/>
                    <a:pt x="310" y="27397"/>
                    <a:pt x="36" y="27945"/>
                  </a:cubicBezTo>
                  <a:cubicBezTo>
                    <a:pt x="24" y="27992"/>
                    <a:pt x="0" y="28076"/>
                    <a:pt x="12" y="28076"/>
                  </a:cubicBezTo>
                  <a:cubicBezTo>
                    <a:pt x="24" y="28076"/>
                    <a:pt x="84" y="28004"/>
                    <a:pt x="119" y="27957"/>
                  </a:cubicBezTo>
                  <a:cubicBezTo>
                    <a:pt x="369" y="27528"/>
                    <a:pt x="631" y="27087"/>
                    <a:pt x="870" y="26623"/>
                  </a:cubicBezTo>
                  <a:cubicBezTo>
                    <a:pt x="1167" y="26028"/>
                    <a:pt x="1477" y="25432"/>
                    <a:pt x="1846" y="24861"/>
                  </a:cubicBezTo>
                  <a:cubicBezTo>
                    <a:pt x="1977" y="24659"/>
                    <a:pt x="2096" y="24444"/>
                    <a:pt x="2203" y="24206"/>
                  </a:cubicBezTo>
                  <a:cubicBezTo>
                    <a:pt x="2525" y="23420"/>
                    <a:pt x="2953" y="22706"/>
                    <a:pt x="3406" y="21992"/>
                  </a:cubicBezTo>
                  <a:cubicBezTo>
                    <a:pt x="4501" y="20241"/>
                    <a:pt x="5561" y="18467"/>
                    <a:pt x="6501" y="16622"/>
                  </a:cubicBezTo>
                  <a:cubicBezTo>
                    <a:pt x="7347" y="14943"/>
                    <a:pt x="7930" y="13193"/>
                    <a:pt x="8287" y="11347"/>
                  </a:cubicBezTo>
                  <a:cubicBezTo>
                    <a:pt x="8609" y="9681"/>
                    <a:pt x="8692" y="8026"/>
                    <a:pt x="8751" y="6323"/>
                  </a:cubicBezTo>
                  <a:lnTo>
                    <a:pt x="8882" y="3465"/>
                  </a:lnTo>
                  <a:cubicBezTo>
                    <a:pt x="8930" y="2632"/>
                    <a:pt x="8942" y="1799"/>
                    <a:pt x="8966" y="953"/>
                  </a:cubicBezTo>
                  <a:cubicBezTo>
                    <a:pt x="8966" y="787"/>
                    <a:pt x="8978" y="596"/>
                    <a:pt x="8894" y="441"/>
                  </a:cubicBezTo>
                  <a:lnTo>
                    <a:pt x="8894" y="906"/>
                  </a:lnTo>
                  <a:cubicBezTo>
                    <a:pt x="8894" y="1906"/>
                    <a:pt x="8823" y="2870"/>
                    <a:pt x="8775" y="3870"/>
                  </a:cubicBezTo>
                  <a:cubicBezTo>
                    <a:pt x="8704" y="5192"/>
                    <a:pt x="8692" y="6502"/>
                    <a:pt x="8597" y="7811"/>
                  </a:cubicBezTo>
                  <a:cubicBezTo>
                    <a:pt x="8406" y="10657"/>
                    <a:pt x="7918" y="13324"/>
                    <a:pt x="6727" y="15919"/>
                  </a:cubicBezTo>
                  <a:cubicBezTo>
                    <a:pt x="5918" y="17693"/>
                    <a:pt x="4918" y="19348"/>
                    <a:pt x="3906" y="21015"/>
                  </a:cubicBezTo>
                  <a:cubicBezTo>
                    <a:pt x="3596" y="21539"/>
                    <a:pt x="3251" y="22039"/>
                    <a:pt x="2929" y="22575"/>
                  </a:cubicBezTo>
                  <a:cubicBezTo>
                    <a:pt x="2894" y="22623"/>
                    <a:pt x="2858" y="22670"/>
                    <a:pt x="2810" y="22694"/>
                  </a:cubicBezTo>
                  <a:lnTo>
                    <a:pt x="2941" y="22384"/>
                  </a:lnTo>
                  <a:cubicBezTo>
                    <a:pt x="3251" y="21670"/>
                    <a:pt x="3584" y="20968"/>
                    <a:pt x="3882" y="20241"/>
                  </a:cubicBezTo>
                  <a:cubicBezTo>
                    <a:pt x="4489" y="18801"/>
                    <a:pt x="4906" y="17324"/>
                    <a:pt x="5203" y="15788"/>
                  </a:cubicBezTo>
                  <a:cubicBezTo>
                    <a:pt x="5668" y="13419"/>
                    <a:pt x="6144" y="11074"/>
                    <a:pt x="6739" y="8752"/>
                  </a:cubicBezTo>
                  <a:cubicBezTo>
                    <a:pt x="7120" y="7252"/>
                    <a:pt x="7585" y="5740"/>
                    <a:pt x="7989" y="4239"/>
                  </a:cubicBezTo>
                  <a:cubicBezTo>
                    <a:pt x="8216" y="3394"/>
                    <a:pt x="8430" y="2525"/>
                    <a:pt x="8644" y="1668"/>
                  </a:cubicBezTo>
                  <a:cubicBezTo>
                    <a:pt x="8716" y="1334"/>
                    <a:pt x="8775" y="989"/>
                    <a:pt x="8751" y="656"/>
                  </a:cubicBezTo>
                  <a:cubicBezTo>
                    <a:pt x="8728" y="429"/>
                    <a:pt x="8656" y="227"/>
                    <a:pt x="8525" y="25"/>
                  </a:cubicBezTo>
                  <a:lnTo>
                    <a:pt x="8525" y="25"/>
                  </a:lnTo>
                  <a:cubicBezTo>
                    <a:pt x="8525" y="60"/>
                    <a:pt x="8525" y="120"/>
                    <a:pt x="8537" y="132"/>
                  </a:cubicBezTo>
                  <a:cubicBezTo>
                    <a:pt x="8692" y="429"/>
                    <a:pt x="8704" y="715"/>
                    <a:pt x="8668" y="1025"/>
                  </a:cubicBezTo>
                  <a:cubicBezTo>
                    <a:pt x="8632" y="1334"/>
                    <a:pt x="8573" y="1644"/>
                    <a:pt x="8490" y="1941"/>
                  </a:cubicBezTo>
                  <a:cubicBezTo>
                    <a:pt x="8073" y="3561"/>
                    <a:pt x="7620" y="5144"/>
                    <a:pt x="7180" y="6740"/>
                  </a:cubicBezTo>
                  <a:cubicBezTo>
                    <a:pt x="6513" y="9133"/>
                    <a:pt x="5989" y="11562"/>
                    <a:pt x="5489" y="14002"/>
                  </a:cubicBezTo>
                  <a:cubicBezTo>
                    <a:pt x="5239" y="15217"/>
                    <a:pt x="5001" y="16431"/>
                    <a:pt x="4715" y="17634"/>
                  </a:cubicBezTo>
                  <a:cubicBezTo>
                    <a:pt x="4465" y="18658"/>
                    <a:pt x="4060" y="19610"/>
                    <a:pt x="3656" y="20575"/>
                  </a:cubicBezTo>
                  <a:cubicBezTo>
                    <a:pt x="3287" y="21456"/>
                    <a:pt x="2894" y="22337"/>
                    <a:pt x="2525" y="23230"/>
                  </a:cubicBezTo>
                  <a:cubicBezTo>
                    <a:pt x="2465" y="23361"/>
                    <a:pt x="2405" y="23516"/>
                    <a:pt x="2334" y="23647"/>
                  </a:cubicBezTo>
                  <a:cubicBezTo>
                    <a:pt x="1822" y="24635"/>
                    <a:pt x="1322" y="25611"/>
                    <a:pt x="798" y="26575"/>
                  </a:cubicBezTo>
                  <a:cubicBezTo>
                    <a:pt x="786" y="26611"/>
                    <a:pt x="774" y="26635"/>
                    <a:pt x="750" y="26635"/>
                  </a:cubicBezTo>
                  <a:cubicBezTo>
                    <a:pt x="734" y="26646"/>
                    <a:pt x="721" y="26652"/>
                    <a:pt x="711" y="26652"/>
                  </a:cubicBezTo>
                  <a:cubicBezTo>
                    <a:pt x="698" y="26652"/>
                    <a:pt x="691" y="26643"/>
                    <a:pt x="691" y="26623"/>
                  </a:cubicBezTo>
                  <a:cubicBezTo>
                    <a:pt x="691" y="26611"/>
                    <a:pt x="703" y="26552"/>
                    <a:pt x="727" y="26504"/>
                  </a:cubicBezTo>
                  <a:cubicBezTo>
                    <a:pt x="1251" y="24909"/>
                    <a:pt x="1679" y="23289"/>
                    <a:pt x="2120" y="21670"/>
                  </a:cubicBezTo>
                  <a:cubicBezTo>
                    <a:pt x="2953" y="18622"/>
                    <a:pt x="3691" y="15550"/>
                    <a:pt x="4441" y="12467"/>
                  </a:cubicBezTo>
                  <a:cubicBezTo>
                    <a:pt x="5132" y="9704"/>
                    <a:pt x="5799" y="6918"/>
                    <a:pt x="6489" y="4132"/>
                  </a:cubicBezTo>
                  <a:cubicBezTo>
                    <a:pt x="6632" y="3561"/>
                    <a:pt x="6787" y="2965"/>
                    <a:pt x="6930" y="2382"/>
                  </a:cubicBezTo>
                  <a:cubicBezTo>
                    <a:pt x="7085" y="1799"/>
                    <a:pt x="7335" y="1310"/>
                    <a:pt x="7656" y="822"/>
                  </a:cubicBezTo>
                  <a:cubicBezTo>
                    <a:pt x="7835" y="548"/>
                    <a:pt x="8001" y="275"/>
                    <a:pt x="8156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46">
              <a:extLst>
                <a:ext uri="{FF2B5EF4-FFF2-40B4-BE49-F238E27FC236}">
                  <a16:creationId xmlns:a16="http://schemas.microsoft.com/office/drawing/2014/main" id="{C3DD8CB9-2CF0-3DFA-2872-4354D3342A4C}"/>
                </a:ext>
              </a:extLst>
            </p:cNvPr>
            <p:cNvSpPr/>
            <p:nvPr/>
          </p:nvSpPr>
          <p:spPr>
            <a:xfrm>
              <a:off x="5419725" y="3136050"/>
              <a:ext cx="698600" cy="92800"/>
            </a:xfrm>
            <a:custGeom>
              <a:avLst/>
              <a:gdLst/>
              <a:ahLst/>
              <a:cxnLst/>
              <a:rect l="l" t="t" r="r" b="b"/>
              <a:pathLst>
                <a:path w="27944" h="3712" extrusionOk="0">
                  <a:moveTo>
                    <a:pt x="25184" y="1"/>
                  </a:moveTo>
                  <a:cubicBezTo>
                    <a:pt x="23797" y="1"/>
                    <a:pt x="22400" y="93"/>
                    <a:pt x="21038" y="246"/>
                  </a:cubicBezTo>
                  <a:cubicBezTo>
                    <a:pt x="19098" y="449"/>
                    <a:pt x="17181" y="675"/>
                    <a:pt x="15240" y="735"/>
                  </a:cubicBezTo>
                  <a:cubicBezTo>
                    <a:pt x="14942" y="746"/>
                    <a:pt x="14646" y="750"/>
                    <a:pt x="14351" y="750"/>
                  </a:cubicBezTo>
                  <a:cubicBezTo>
                    <a:pt x="13761" y="750"/>
                    <a:pt x="13176" y="735"/>
                    <a:pt x="12597" y="735"/>
                  </a:cubicBezTo>
                  <a:cubicBezTo>
                    <a:pt x="11287" y="735"/>
                    <a:pt x="10001" y="770"/>
                    <a:pt x="8739" y="997"/>
                  </a:cubicBezTo>
                  <a:cubicBezTo>
                    <a:pt x="7775" y="1175"/>
                    <a:pt x="6834" y="1473"/>
                    <a:pt x="5906" y="1770"/>
                  </a:cubicBezTo>
                  <a:cubicBezTo>
                    <a:pt x="4215" y="2330"/>
                    <a:pt x="2548" y="2878"/>
                    <a:pt x="845" y="3425"/>
                  </a:cubicBezTo>
                  <a:lnTo>
                    <a:pt x="0" y="3699"/>
                  </a:lnTo>
                  <a:cubicBezTo>
                    <a:pt x="52" y="3707"/>
                    <a:pt x="102" y="3711"/>
                    <a:pt x="152" y="3711"/>
                  </a:cubicBezTo>
                  <a:cubicBezTo>
                    <a:pt x="251" y="3711"/>
                    <a:pt x="349" y="3695"/>
                    <a:pt x="452" y="3664"/>
                  </a:cubicBezTo>
                  <a:cubicBezTo>
                    <a:pt x="810" y="3556"/>
                    <a:pt x="1131" y="3461"/>
                    <a:pt x="1488" y="3354"/>
                  </a:cubicBezTo>
                  <a:cubicBezTo>
                    <a:pt x="2977" y="2925"/>
                    <a:pt x="4405" y="2509"/>
                    <a:pt x="5941" y="2163"/>
                  </a:cubicBezTo>
                  <a:cubicBezTo>
                    <a:pt x="7880" y="1736"/>
                    <a:pt x="9777" y="1532"/>
                    <a:pt x="11751" y="1532"/>
                  </a:cubicBezTo>
                  <a:cubicBezTo>
                    <a:pt x="12141" y="1532"/>
                    <a:pt x="12533" y="1540"/>
                    <a:pt x="12930" y="1556"/>
                  </a:cubicBezTo>
                  <a:cubicBezTo>
                    <a:pt x="15895" y="1651"/>
                    <a:pt x="18883" y="1735"/>
                    <a:pt x="21860" y="1878"/>
                  </a:cubicBezTo>
                  <a:cubicBezTo>
                    <a:pt x="23015" y="1937"/>
                    <a:pt x="24182" y="1997"/>
                    <a:pt x="25348" y="2044"/>
                  </a:cubicBezTo>
                  <a:cubicBezTo>
                    <a:pt x="25601" y="2050"/>
                    <a:pt x="25856" y="2061"/>
                    <a:pt x="26113" y="2061"/>
                  </a:cubicBezTo>
                  <a:cubicBezTo>
                    <a:pt x="26403" y="2061"/>
                    <a:pt x="26695" y="2047"/>
                    <a:pt x="26991" y="1997"/>
                  </a:cubicBezTo>
                  <a:cubicBezTo>
                    <a:pt x="27063" y="1985"/>
                    <a:pt x="27170" y="1961"/>
                    <a:pt x="27218" y="1925"/>
                  </a:cubicBezTo>
                  <a:cubicBezTo>
                    <a:pt x="27242" y="1913"/>
                    <a:pt x="27182" y="1913"/>
                    <a:pt x="27158" y="1913"/>
                  </a:cubicBezTo>
                  <a:cubicBezTo>
                    <a:pt x="26732" y="1953"/>
                    <a:pt x="26300" y="1968"/>
                    <a:pt x="25866" y="1968"/>
                  </a:cubicBezTo>
                  <a:cubicBezTo>
                    <a:pt x="25392" y="1968"/>
                    <a:pt x="24916" y="1950"/>
                    <a:pt x="24444" y="1925"/>
                  </a:cubicBezTo>
                  <a:cubicBezTo>
                    <a:pt x="21919" y="1806"/>
                    <a:pt x="19395" y="1687"/>
                    <a:pt x="16895" y="1616"/>
                  </a:cubicBezTo>
                  <a:cubicBezTo>
                    <a:pt x="15466" y="1568"/>
                    <a:pt x="14061" y="1508"/>
                    <a:pt x="12656" y="1449"/>
                  </a:cubicBezTo>
                  <a:cubicBezTo>
                    <a:pt x="12312" y="1435"/>
                    <a:pt x="11970" y="1428"/>
                    <a:pt x="11631" y="1428"/>
                  </a:cubicBezTo>
                  <a:cubicBezTo>
                    <a:pt x="9719" y="1428"/>
                    <a:pt x="7880" y="1652"/>
                    <a:pt x="5989" y="2056"/>
                  </a:cubicBezTo>
                  <a:cubicBezTo>
                    <a:pt x="5239" y="2223"/>
                    <a:pt x="4560" y="2413"/>
                    <a:pt x="3822" y="2592"/>
                  </a:cubicBezTo>
                  <a:cubicBezTo>
                    <a:pt x="3773" y="2600"/>
                    <a:pt x="3723" y="2614"/>
                    <a:pt x="3678" y="2614"/>
                  </a:cubicBezTo>
                  <a:cubicBezTo>
                    <a:pt x="3658" y="2614"/>
                    <a:pt x="3638" y="2611"/>
                    <a:pt x="3620" y="2604"/>
                  </a:cubicBezTo>
                  <a:cubicBezTo>
                    <a:pt x="3608" y="2604"/>
                    <a:pt x="3667" y="2592"/>
                    <a:pt x="3679" y="2580"/>
                  </a:cubicBezTo>
                  <a:cubicBezTo>
                    <a:pt x="5048" y="2175"/>
                    <a:pt x="6382" y="1711"/>
                    <a:pt x="7787" y="1330"/>
                  </a:cubicBezTo>
                  <a:cubicBezTo>
                    <a:pt x="9275" y="913"/>
                    <a:pt x="10787" y="818"/>
                    <a:pt x="12335" y="818"/>
                  </a:cubicBezTo>
                  <a:cubicBezTo>
                    <a:pt x="12994" y="818"/>
                    <a:pt x="13637" y="834"/>
                    <a:pt x="14281" y="834"/>
                  </a:cubicBezTo>
                  <a:cubicBezTo>
                    <a:pt x="14604" y="834"/>
                    <a:pt x="14926" y="830"/>
                    <a:pt x="15252" y="818"/>
                  </a:cubicBezTo>
                  <a:cubicBezTo>
                    <a:pt x="16955" y="782"/>
                    <a:pt x="18645" y="604"/>
                    <a:pt x="20348" y="425"/>
                  </a:cubicBezTo>
                  <a:cubicBezTo>
                    <a:pt x="21800" y="258"/>
                    <a:pt x="23277" y="104"/>
                    <a:pt x="24765" y="92"/>
                  </a:cubicBezTo>
                  <a:cubicBezTo>
                    <a:pt x="25253" y="92"/>
                    <a:pt x="25729" y="92"/>
                    <a:pt x="26265" y="127"/>
                  </a:cubicBezTo>
                  <a:cubicBezTo>
                    <a:pt x="26789" y="139"/>
                    <a:pt x="27372" y="306"/>
                    <a:pt x="27873" y="508"/>
                  </a:cubicBezTo>
                  <a:lnTo>
                    <a:pt x="27944" y="544"/>
                  </a:lnTo>
                  <a:cubicBezTo>
                    <a:pt x="27587" y="318"/>
                    <a:pt x="27194" y="175"/>
                    <a:pt x="26777" y="92"/>
                  </a:cubicBezTo>
                  <a:cubicBezTo>
                    <a:pt x="26468" y="56"/>
                    <a:pt x="26158" y="20"/>
                    <a:pt x="25860" y="8"/>
                  </a:cubicBezTo>
                  <a:cubicBezTo>
                    <a:pt x="25635" y="3"/>
                    <a:pt x="25410" y="1"/>
                    <a:pt x="25184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46">
              <a:extLst>
                <a:ext uri="{FF2B5EF4-FFF2-40B4-BE49-F238E27FC236}">
                  <a16:creationId xmlns:a16="http://schemas.microsoft.com/office/drawing/2014/main" id="{7AF4E307-5AC1-34D5-2BC1-675D87E99821}"/>
                </a:ext>
              </a:extLst>
            </p:cNvPr>
            <p:cNvSpPr/>
            <p:nvPr/>
          </p:nvSpPr>
          <p:spPr>
            <a:xfrm>
              <a:off x="5535500" y="2716550"/>
              <a:ext cx="634325" cy="305200"/>
            </a:xfrm>
            <a:custGeom>
              <a:avLst/>
              <a:gdLst/>
              <a:ahLst/>
              <a:cxnLst/>
              <a:rect l="l" t="t" r="r" b="b"/>
              <a:pathLst>
                <a:path w="25373" h="12208" extrusionOk="0">
                  <a:moveTo>
                    <a:pt x="24182" y="1"/>
                  </a:moveTo>
                  <a:lnTo>
                    <a:pt x="24182" y="1"/>
                  </a:lnTo>
                  <a:cubicBezTo>
                    <a:pt x="23884" y="48"/>
                    <a:pt x="23587" y="60"/>
                    <a:pt x="23313" y="120"/>
                  </a:cubicBezTo>
                  <a:cubicBezTo>
                    <a:pt x="22515" y="298"/>
                    <a:pt x="21741" y="524"/>
                    <a:pt x="21015" y="834"/>
                  </a:cubicBezTo>
                  <a:cubicBezTo>
                    <a:pt x="20527" y="1036"/>
                    <a:pt x="19979" y="1263"/>
                    <a:pt x="19515" y="1453"/>
                  </a:cubicBezTo>
                  <a:cubicBezTo>
                    <a:pt x="19051" y="1655"/>
                    <a:pt x="18634" y="1834"/>
                    <a:pt x="18205" y="2025"/>
                  </a:cubicBezTo>
                  <a:cubicBezTo>
                    <a:pt x="17777" y="2215"/>
                    <a:pt x="17360" y="2406"/>
                    <a:pt x="16955" y="2584"/>
                  </a:cubicBezTo>
                  <a:cubicBezTo>
                    <a:pt x="16550" y="2787"/>
                    <a:pt x="16205" y="2965"/>
                    <a:pt x="15824" y="3144"/>
                  </a:cubicBezTo>
                  <a:cubicBezTo>
                    <a:pt x="15360" y="3346"/>
                    <a:pt x="14895" y="3560"/>
                    <a:pt x="14455" y="3751"/>
                  </a:cubicBezTo>
                  <a:cubicBezTo>
                    <a:pt x="14002" y="3941"/>
                    <a:pt x="13574" y="4108"/>
                    <a:pt x="13133" y="4287"/>
                  </a:cubicBezTo>
                  <a:cubicBezTo>
                    <a:pt x="12788" y="4418"/>
                    <a:pt x="12454" y="4549"/>
                    <a:pt x="12097" y="4703"/>
                  </a:cubicBezTo>
                  <a:cubicBezTo>
                    <a:pt x="11740" y="4846"/>
                    <a:pt x="11371" y="5001"/>
                    <a:pt x="11014" y="5180"/>
                  </a:cubicBezTo>
                  <a:cubicBezTo>
                    <a:pt x="10454" y="5465"/>
                    <a:pt x="9871" y="5739"/>
                    <a:pt x="9335" y="6061"/>
                  </a:cubicBezTo>
                  <a:cubicBezTo>
                    <a:pt x="8799" y="6370"/>
                    <a:pt x="8323" y="6680"/>
                    <a:pt x="7811" y="7025"/>
                  </a:cubicBezTo>
                  <a:cubicBezTo>
                    <a:pt x="7430" y="7275"/>
                    <a:pt x="7061" y="7525"/>
                    <a:pt x="6680" y="7799"/>
                  </a:cubicBezTo>
                  <a:cubicBezTo>
                    <a:pt x="6299" y="8061"/>
                    <a:pt x="5906" y="8359"/>
                    <a:pt x="5525" y="8644"/>
                  </a:cubicBezTo>
                  <a:cubicBezTo>
                    <a:pt x="5192" y="8871"/>
                    <a:pt x="4870" y="9109"/>
                    <a:pt x="4537" y="9335"/>
                  </a:cubicBezTo>
                  <a:cubicBezTo>
                    <a:pt x="4120" y="9609"/>
                    <a:pt x="3703" y="9883"/>
                    <a:pt x="3287" y="10145"/>
                  </a:cubicBezTo>
                  <a:cubicBezTo>
                    <a:pt x="2977" y="10347"/>
                    <a:pt x="2679" y="10538"/>
                    <a:pt x="2358" y="10728"/>
                  </a:cubicBezTo>
                  <a:cubicBezTo>
                    <a:pt x="2025" y="10942"/>
                    <a:pt x="1644" y="11157"/>
                    <a:pt x="1310" y="11371"/>
                  </a:cubicBezTo>
                  <a:cubicBezTo>
                    <a:pt x="989" y="11573"/>
                    <a:pt x="655" y="11776"/>
                    <a:pt x="334" y="11966"/>
                  </a:cubicBezTo>
                  <a:cubicBezTo>
                    <a:pt x="227" y="12026"/>
                    <a:pt x="108" y="12097"/>
                    <a:pt x="12" y="12157"/>
                  </a:cubicBezTo>
                  <a:cubicBezTo>
                    <a:pt x="1" y="12169"/>
                    <a:pt x="12" y="12192"/>
                    <a:pt x="36" y="12204"/>
                  </a:cubicBezTo>
                  <a:cubicBezTo>
                    <a:pt x="38" y="12207"/>
                    <a:pt x="42" y="12208"/>
                    <a:pt x="47" y="12208"/>
                  </a:cubicBezTo>
                  <a:cubicBezTo>
                    <a:pt x="70" y="12208"/>
                    <a:pt x="116" y="12188"/>
                    <a:pt x="155" y="12169"/>
                  </a:cubicBezTo>
                  <a:cubicBezTo>
                    <a:pt x="810" y="11800"/>
                    <a:pt x="1548" y="11430"/>
                    <a:pt x="2215" y="11145"/>
                  </a:cubicBezTo>
                  <a:cubicBezTo>
                    <a:pt x="2906" y="10859"/>
                    <a:pt x="3584" y="10585"/>
                    <a:pt x="4215" y="10323"/>
                  </a:cubicBezTo>
                  <a:cubicBezTo>
                    <a:pt x="4858" y="10073"/>
                    <a:pt x="5418" y="9895"/>
                    <a:pt x="6013" y="9656"/>
                  </a:cubicBezTo>
                  <a:cubicBezTo>
                    <a:pt x="6478" y="9478"/>
                    <a:pt x="6954" y="9275"/>
                    <a:pt x="7371" y="9073"/>
                  </a:cubicBezTo>
                  <a:cubicBezTo>
                    <a:pt x="7799" y="8894"/>
                    <a:pt x="8133" y="8752"/>
                    <a:pt x="8525" y="8573"/>
                  </a:cubicBezTo>
                  <a:cubicBezTo>
                    <a:pt x="8930" y="8394"/>
                    <a:pt x="9335" y="8204"/>
                    <a:pt x="9752" y="8025"/>
                  </a:cubicBezTo>
                  <a:cubicBezTo>
                    <a:pt x="10240" y="7799"/>
                    <a:pt x="10728" y="7573"/>
                    <a:pt x="11204" y="7347"/>
                  </a:cubicBezTo>
                  <a:cubicBezTo>
                    <a:pt x="11466" y="7228"/>
                    <a:pt x="11728" y="7097"/>
                    <a:pt x="11978" y="6978"/>
                  </a:cubicBezTo>
                  <a:cubicBezTo>
                    <a:pt x="12490" y="6728"/>
                    <a:pt x="13038" y="6454"/>
                    <a:pt x="13526" y="6239"/>
                  </a:cubicBezTo>
                  <a:cubicBezTo>
                    <a:pt x="14026" y="6013"/>
                    <a:pt x="14479" y="5799"/>
                    <a:pt x="14955" y="5608"/>
                  </a:cubicBezTo>
                  <a:cubicBezTo>
                    <a:pt x="15586" y="5346"/>
                    <a:pt x="16181" y="5084"/>
                    <a:pt x="16800" y="4846"/>
                  </a:cubicBezTo>
                  <a:cubicBezTo>
                    <a:pt x="17562" y="4549"/>
                    <a:pt x="18324" y="4287"/>
                    <a:pt x="19086" y="4001"/>
                  </a:cubicBezTo>
                  <a:cubicBezTo>
                    <a:pt x="20277" y="3572"/>
                    <a:pt x="21468" y="3156"/>
                    <a:pt x="22634" y="2703"/>
                  </a:cubicBezTo>
                  <a:cubicBezTo>
                    <a:pt x="23230" y="2489"/>
                    <a:pt x="23813" y="2227"/>
                    <a:pt x="24396" y="1965"/>
                  </a:cubicBezTo>
                  <a:cubicBezTo>
                    <a:pt x="24694" y="1834"/>
                    <a:pt x="24944" y="1667"/>
                    <a:pt x="25230" y="1513"/>
                  </a:cubicBezTo>
                  <a:cubicBezTo>
                    <a:pt x="25313" y="1477"/>
                    <a:pt x="25373" y="1394"/>
                    <a:pt x="25361" y="1298"/>
                  </a:cubicBezTo>
                  <a:lnTo>
                    <a:pt x="25361" y="1298"/>
                  </a:lnTo>
                  <a:cubicBezTo>
                    <a:pt x="25099" y="1548"/>
                    <a:pt x="24766" y="1679"/>
                    <a:pt x="24456" y="1846"/>
                  </a:cubicBezTo>
                  <a:cubicBezTo>
                    <a:pt x="23515" y="2287"/>
                    <a:pt x="22575" y="2644"/>
                    <a:pt x="21598" y="3001"/>
                  </a:cubicBezTo>
                  <a:cubicBezTo>
                    <a:pt x="20491" y="3406"/>
                    <a:pt x="19396" y="3799"/>
                    <a:pt x="18312" y="4192"/>
                  </a:cubicBezTo>
                  <a:cubicBezTo>
                    <a:pt x="17622" y="4453"/>
                    <a:pt x="16943" y="4715"/>
                    <a:pt x="16264" y="4989"/>
                  </a:cubicBezTo>
                  <a:cubicBezTo>
                    <a:pt x="15705" y="5204"/>
                    <a:pt x="15157" y="5430"/>
                    <a:pt x="14598" y="5668"/>
                  </a:cubicBezTo>
                  <a:cubicBezTo>
                    <a:pt x="14240" y="5823"/>
                    <a:pt x="13883" y="6001"/>
                    <a:pt x="13526" y="6156"/>
                  </a:cubicBezTo>
                  <a:cubicBezTo>
                    <a:pt x="13038" y="6382"/>
                    <a:pt x="12550" y="6620"/>
                    <a:pt x="12073" y="6847"/>
                  </a:cubicBezTo>
                  <a:cubicBezTo>
                    <a:pt x="11800" y="6978"/>
                    <a:pt x="11550" y="7097"/>
                    <a:pt x="11264" y="7228"/>
                  </a:cubicBezTo>
                  <a:cubicBezTo>
                    <a:pt x="10764" y="7466"/>
                    <a:pt x="10299" y="7704"/>
                    <a:pt x="9764" y="7942"/>
                  </a:cubicBezTo>
                  <a:cubicBezTo>
                    <a:pt x="9228" y="8180"/>
                    <a:pt x="8633" y="8454"/>
                    <a:pt x="8073" y="8704"/>
                  </a:cubicBezTo>
                  <a:cubicBezTo>
                    <a:pt x="7692" y="8871"/>
                    <a:pt x="7359" y="9037"/>
                    <a:pt x="6954" y="9192"/>
                  </a:cubicBezTo>
                  <a:cubicBezTo>
                    <a:pt x="6549" y="9371"/>
                    <a:pt x="6120" y="9537"/>
                    <a:pt x="5668" y="9716"/>
                  </a:cubicBezTo>
                  <a:cubicBezTo>
                    <a:pt x="5227" y="9895"/>
                    <a:pt x="4656" y="10109"/>
                    <a:pt x="4180" y="10288"/>
                  </a:cubicBezTo>
                  <a:lnTo>
                    <a:pt x="2799" y="10823"/>
                  </a:lnTo>
                  <a:cubicBezTo>
                    <a:pt x="2441" y="10966"/>
                    <a:pt x="2072" y="11133"/>
                    <a:pt x="1727" y="11276"/>
                  </a:cubicBezTo>
                  <a:cubicBezTo>
                    <a:pt x="1656" y="11311"/>
                    <a:pt x="1560" y="11371"/>
                    <a:pt x="1536" y="11371"/>
                  </a:cubicBezTo>
                  <a:cubicBezTo>
                    <a:pt x="1513" y="11335"/>
                    <a:pt x="1513" y="11311"/>
                    <a:pt x="1536" y="11300"/>
                  </a:cubicBezTo>
                  <a:cubicBezTo>
                    <a:pt x="1846" y="11097"/>
                    <a:pt x="2179" y="10907"/>
                    <a:pt x="2501" y="10704"/>
                  </a:cubicBezTo>
                  <a:cubicBezTo>
                    <a:pt x="2834" y="10490"/>
                    <a:pt x="3215" y="10252"/>
                    <a:pt x="3525" y="10049"/>
                  </a:cubicBezTo>
                  <a:cubicBezTo>
                    <a:pt x="3846" y="9847"/>
                    <a:pt x="4084" y="9692"/>
                    <a:pt x="4358" y="9514"/>
                  </a:cubicBezTo>
                  <a:cubicBezTo>
                    <a:pt x="4739" y="9264"/>
                    <a:pt x="5049" y="9061"/>
                    <a:pt x="5418" y="8799"/>
                  </a:cubicBezTo>
                  <a:cubicBezTo>
                    <a:pt x="5787" y="8525"/>
                    <a:pt x="6228" y="8216"/>
                    <a:pt x="6597" y="7942"/>
                  </a:cubicBezTo>
                  <a:cubicBezTo>
                    <a:pt x="6978" y="7680"/>
                    <a:pt x="7359" y="7394"/>
                    <a:pt x="7740" y="7144"/>
                  </a:cubicBezTo>
                  <a:cubicBezTo>
                    <a:pt x="8049" y="6930"/>
                    <a:pt x="8383" y="6716"/>
                    <a:pt x="8704" y="6513"/>
                  </a:cubicBezTo>
                  <a:cubicBezTo>
                    <a:pt x="9478" y="6037"/>
                    <a:pt x="10276" y="5585"/>
                    <a:pt x="11109" y="5204"/>
                  </a:cubicBezTo>
                  <a:cubicBezTo>
                    <a:pt x="11704" y="4942"/>
                    <a:pt x="12335" y="4703"/>
                    <a:pt x="12919" y="4465"/>
                  </a:cubicBezTo>
                  <a:cubicBezTo>
                    <a:pt x="13502" y="4227"/>
                    <a:pt x="14050" y="4013"/>
                    <a:pt x="14598" y="3763"/>
                  </a:cubicBezTo>
                  <a:cubicBezTo>
                    <a:pt x="15336" y="3441"/>
                    <a:pt x="16014" y="3096"/>
                    <a:pt x="16741" y="2763"/>
                  </a:cubicBezTo>
                  <a:cubicBezTo>
                    <a:pt x="17372" y="2489"/>
                    <a:pt x="17979" y="2203"/>
                    <a:pt x="18610" y="1929"/>
                  </a:cubicBezTo>
                  <a:cubicBezTo>
                    <a:pt x="19467" y="1560"/>
                    <a:pt x="20348" y="1191"/>
                    <a:pt x="21206" y="834"/>
                  </a:cubicBezTo>
                  <a:cubicBezTo>
                    <a:pt x="22003" y="501"/>
                    <a:pt x="22813" y="286"/>
                    <a:pt x="23646" y="131"/>
                  </a:cubicBezTo>
                  <a:cubicBezTo>
                    <a:pt x="23765" y="120"/>
                    <a:pt x="23908" y="84"/>
                    <a:pt x="23992" y="72"/>
                  </a:cubicBezTo>
                  <a:cubicBezTo>
                    <a:pt x="24087" y="48"/>
                    <a:pt x="24111" y="24"/>
                    <a:pt x="24182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46">
              <a:extLst>
                <a:ext uri="{FF2B5EF4-FFF2-40B4-BE49-F238E27FC236}">
                  <a16:creationId xmlns:a16="http://schemas.microsoft.com/office/drawing/2014/main" id="{A29FB3A0-2993-C7C0-BD4D-894321EC102B}"/>
                </a:ext>
              </a:extLst>
            </p:cNvPr>
            <p:cNvSpPr/>
            <p:nvPr/>
          </p:nvSpPr>
          <p:spPr>
            <a:xfrm>
              <a:off x="5032175" y="2294450"/>
              <a:ext cx="1144500" cy="1239975"/>
            </a:xfrm>
            <a:custGeom>
              <a:avLst/>
              <a:gdLst/>
              <a:ahLst/>
              <a:cxnLst/>
              <a:rect l="l" t="t" r="r" b="b"/>
              <a:pathLst>
                <a:path w="45780" h="49599" extrusionOk="0">
                  <a:moveTo>
                    <a:pt x="25010" y="177"/>
                  </a:moveTo>
                  <a:cubicBezTo>
                    <a:pt x="25106" y="177"/>
                    <a:pt x="25196" y="223"/>
                    <a:pt x="25265" y="323"/>
                  </a:cubicBezTo>
                  <a:cubicBezTo>
                    <a:pt x="25325" y="394"/>
                    <a:pt x="25384" y="466"/>
                    <a:pt x="25408" y="561"/>
                  </a:cubicBezTo>
                  <a:cubicBezTo>
                    <a:pt x="25444" y="752"/>
                    <a:pt x="25491" y="942"/>
                    <a:pt x="25503" y="1133"/>
                  </a:cubicBezTo>
                  <a:cubicBezTo>
                    <a:pt x="25539" y="1728"/>
                    <a:pt x="25539" y="2311"/>
                    <a:pt x="25551" y="2919"/>
                  </a:cubicBezTo>
                  <a:cubicBezTo>
                    <a:pt x="25563" y="3526"/>
                    <a:pt x="25587" y="4157"/>
                    <a:pt x="25610" y="4764"/>
                  </a:cubicBezTo>
                  <a:cubicBezTo>
                    <a:pt x="25670" y="6050"/>
                    <a:pt x="25718" y="7324"/>
                    <a:pt x="25610" y="8610"/>
                  </a:cubicBezTo>
                  <a:cubicBezTo>
                    <a:pt x="25479" y="10265"/>
                    <a:pt x="25265" y="11896"/>
                    <a:pt x="24765" y="13491"/>
                  </a:cubicBezTo>
                  <a:cubicBezTo>
                    <a:pt x="23765" y="16658"/>
                    <a:pt x="22396" y="19587"/>
                    <a:pt x="20598" y="22373"/>
                  </a:cubicBezTo>
                  <a:cubicBezTo>
                    <a:pt x="19836" y="23540"/>
                    <a:pt x="18967" y="24624"/>
                    <a:pt x="18181" y="25767"/>
                  </a:cubicBezTo>
                  <a:cubicBezTo>
                    <a:pt x="17812" y="26338"/>
                    <a:pt x="17395" y="26850"/>
                    <a:pt x="17074" y="27445"/>
                  </a:cubicBezTo>
                  <a:cubicBezTo>
                    <a:pt x="17050" y="27481"/>
                    <a:pt x="17014" y="27529"/>
                    <a:pt x="16978" y="27541"/>
                  </a:cubicBezTo>
                  <a:cubicBezTo>
                    <a:pt x="16973" y="27546"/>
                    <a:pt x="16969" y="27548"/>
                    <a:pt x="16964" y="27548"/>
                  </a:cubicBezTo>
                  <a:cubicBezTo>
                    <a:pt x="16959" y="27548"/>
                    <a:pt x="16955" y="27543"/>
                    <a:pt x="16955" y="27529"/>
                  </a:cubicBezTo>
                  <a:cubicBezTo>
                    <a:pt x="16966" y="27493"/>
                    <a:pt x="16990" y="27410"/>
                    <a:pt x="17014" y="27326"/>
                  </a:cubicBezTo>
                  <a:cubicBezTo>
                    <a:pt x="17109" y="26910"/>
                    <a:pt x="17264" y="26493"/>
                    <a:pt x="17347" y="26064"/>
                  </a:cubicBezTo>
                  <a:cubicBezTo>
                    <a:pt x="17681" y="24552"/>
                    <a:pt x="17990" y="23028"/>
                    <a:pt x="18300" y="21492"/>
                  </a:cubicBezTo>
                  <a:cubicBezTo>
                    <a:pt x="18871" y="18694"/>
                    <a:pt x="19431" y="15884"/>
                    <a:pt x="19991" y="13075"/>
                  </a:cubicBezTo>
                  <a:cubicBezTo>
                    <a:pt x="20312" y="11420"/>
                    <a:pt x="20669" y="9788"/>
                    <a:pt x="21181" y="8193"/>
                  </a:cubicBezTo>
                  <a:cubicBezTo>
                    <a:pt x="21503" y="7193"/>
                    <a:pt x="21848" y="6193"/>
                    <a:pt x="22193" y="5205"/>
                  </a:cubicBezTo>
                  <a:cubicBezTo>
                    <a:pt x="22658" y="3811"/>
                    <a:pt x="23253" y="2502"/>
                    <a:pt x="23991" y="1240"/>
                  </a:cubicBezTo>
                  <a:cubicBezTo>
                    <a:pt x="24134" y="978"/>
                    <a:pt x="24313" y="716"/>
                    <a:pt x="24515" y="478"/>
                  </a:cubicBezTo>
                  <a:cubicBezTo>
                    <a:pt x="24598" y="359"/>
                    <a:pt x="24706" y="287"/>
                    <a:pt x="24848" y="216"/>
                  </a:cubicBezTo>
                  <a:cubicBezTo>
                    <a:pt x="24903" y="191"/>
                    <a:pt x="24957" y="177"/>
                    <a:pt x="25010" y="177"/>
                  </a:cubicBezTo>
                  <a:close/>
                  <a:moveTo>
                    <a:pt x="44363" y="16944"/>
                  </a:moveTo>
                  <a:cubicBezTo>
                    <a:pt x="44601" y="16944"/>
                    <a:pt x="44839" y="16980"/>
                    <a:pt x="45065" y="17075"/>
                  </a:cubicBezTo>
                  <a:cubicBezTo>
                    <a:pt x="45506" y="17266"/>
                    <a:pt x="45625" y="17599"/>
                    <a:pt x="45434" y="18039"/>
                  </a:cubicBezTo>
                  <a:cubicBezTo>
                    <a:pt x="45363" y="18218"/>
                    <a:pt x="45244" y="18385"/>
                    <a:pt x="45113" y="18516"/>
                  </a:cubicBezTo>
                  <a:cubicBezTo>
                    <a:pt x="44851" y="18754"/>
                    <a:pt x="44613" y="18992"/>
                    <a:pt x="44339" y="19206"/>
                  </a:cubicBezTo>
                  <a:cubicBezTo>
                    <a:pt x="43470" y="19873"/>
                    <a:pt x="42553" y="20409"/>
                    <a:pt x="41517" y="20790"/>
                  </a:cubicBezTo>
                  <a:cubicBezTo>
                    <a:pt x="40862" y="21052"/>
                    <a:pt x="40184" y="21230"/>
                    <a:pt x="39517" y="21433"/>
                  </a:cubicBezTo>
                  <a:cubicBezTo>
                    <a:pt x="38457" y="21778"/>
                    <a:pt x="37445" y="22254"/>
                    <a:pt x="36433" y="22719"/>
                  </a:cubicBezTo>
                  <a:cubicBezTo>
                    <a:pt x="35766" y="23016"/>
                    <a:pt x="35076" y="23314"/>
                    <a:pt x="34433" y="23576"/>
                  </a:cubicBezTo>
                  <a:cubicBezTo>
                    <a:pt x="33790" y="23862"/>
                    <a:pt x="33183" y="24100"/>
                    <a:pt x="32564" y="24374"/>
                  </a:cubicBezTo>
                  <a:cubicBezTo>
                    <a:pt x="32028" y="24588"/>
                    <a:pt x="31504" y="24826"/>
                    <a:pt x="30968" y="25040"/>
                  </a:cubicBezTo>
                  <a:cubicBezTo>
                    <a:pt x="30182" y="25338"/>
                    <a:pt x="29420" y="25636"/>
                    <a:pt x="28635" y="25898"/>
                  </a:cubicBezTo>
                  <a:cubicBezTo>
                    <a:pt x="27301" y="26350"/>
                    <a:pt x="25968" y="26767"/>
                    <a:pt x="24610" y="27172"/>
                  </a:cubicBezTo>
                  <a:cubicBezTo>
                    <a:pt x="24217" y="27291"/>
                    <a:pt x="23789" y="27374"/>
                    <a:pt x="23408" y="27541"/>
                  </a:cubicBezTo>
                  <a:cubicBezTo>
                    <a:pt x="22562" y="27898"/>
                    <a:pt x="21717" y="28267"/>
                    <a:pt x="20860" y="28636"/>
                  </a:cubicBezTo>
                  <a:cubicBezTo>
                    <a:pt x="20753" y="28684"/>
                    <a:pt x="20657" y="28731"/>
                    <a:pt x="20586" y="28791"/>
                  </a:cubicBezTo>
                  <a:cubicBezTo>
                    <a:pt x="20586" y="28791"/>
                    <a:pt x="20550" y="28755"/>
                    <a:pt x="20562" y="28755"/>
                  </a:cubicBezTo>
                  <a:cubicBezTo>
                    <a:pt x="20979" y="28434"/>
                    <a:pt x="21431" y="28100"/>
                    <a:pt x="21860" y="27779"/>
                  </a:cubicBezTo>
                  <a:cubicBezTo>
                    <a:pt x="22979" y="26898"/>
                    <a:pt x="24003" y="25921"/>
                    <a:pt x="25003" y="24909"/>
                  </a:cubicBezTo>
                  <a:cubicBezTo>
                    <a:pt x="26194" y="23683"/>
                    <a:pt x="27349" y="22528"/>
                    <a:pt x="28766" y="21576"/>
                  </a:cubicBezTo>
                  <a:cubicBezTo>
                    <a:pt x="29778" y="20885"/>
                    <a:pt x="30802" y="20337"/>
                    <a:pt x="31933" y="19861"/>
                  </a:cubicBezTo>
                  <a:cubicBezTo>
                    <a:pt x="33064" y="19373"/>
                    <a:pt x="34278" y="19004"/>
                    <a:pt x="35481" y="18730"/>
                  </a:cubicBezTo>
                  <a:cubicBezTo>
                    <a:pt x="37029" y="18385"/>
                    <a:pt x="38576" y="18063"/>
                    <a:pt x="40124" y="17718"/>
                  </a:cubicBezTo>
                  <a:cubicBezTo>
                    <a:pt x="41160" y="17480"/>
                    <a:pt x="42232" y="17254"/>
                    <a:pt x="43291" y="17051"/>
                  </a:cubicBezTo>
                  <a:cubicBezTo>
                    <a:pt x="43648" y="16968"/>
                    <a:pt x="44006" y="16944"/>
                    <a:pt x="44363" y="16944"/>
                  </a:cubicBezTo>
                  <a:close/>
                  <a:moveTo>
                    <a:pt x="33085" y="31932"/>
                  </a:moveTo>
                  <a:cubicBezTo>
                    <a:pt x="34703" y="31932"/>
                    <a:pt x="36322" y="32075"/>
                    <a:pt x="37945" y="32327"/>
                  </a:cubicBezTo>
                  <a:cubicBezTo>
                    <a:pt x="39303" y="32541"/>
                    <a:pt x="40672" y="32982"/>
                    <a:pt x="41970" y="33518"/>
                  </a:cubicBezTo>
                  <a:cubicBezTo>
                    <a:pt x="42470" y="33732"/>
                    <a:pt x="42994" y="33994"/>
                    <a:pt x="43458" y="34327"/>
                  </a:cubicBezTo>
                  <a:cubicBezTo>
                    <a:pt x="43625" y="34434"/>
                    <a:pt x="43756" y="34565"/>
                    <a:pt x="43887" y="34708"/>
                  </a:cubicBezTo>
                  <a:cubicBezTo>
                    <a:pt x="44017" y="34863"/>
                    <a:pt x="44017" y="35006"/>
                    <a:pt x="43839" y="35137"/>
                  </a:cubicBezTo>
                  <a:cubicBezTo>
                    <a:pt x="43744" y="35220"/>
                    <a:pt x="43625" y="35280"/>
                    <a:pt x="43506" y="35327"/>
                  </a:cubicBezTo>
                  <a:cubicBezTo>
                    <a:pt x="43267" y="35399"/>
                    <a:pt x="43029" y="35470"/>
                    <a:pt x="42767" y="35506"/>
                  </a:cubicBezTo>
                  <a:cubicBezTo>
                    <a:pt x="41982" y="35601"/>
                    <a:pt x="41196" y="35744"/>
                    <a:pt x="40410" y="35815"/>
                  </a:cubicBezTo>
                  <a:cubicBezTo>
                    <a:pt x="37775" y="36084"/>
                    <a:pt x="35125" y="36201"/>
                    <a:pt x="32483" y="36201"/>
                  </a:cubicBezTo>
                  <a:cubicBezTo>
                    <a:pt x="31723" y="36201"/>
                    <a:pt x="30964" y="36191"/>
                    <a:pt x="30206" y="36173"/>
                  </a:cubicBezTo>
                  <a:cubicBezTo>
                    <a:pt x="28808" y="36140"/>
                    <a:pt x="27421" y="36076"/>
                    <a:pt x="26015" y="36076"/>
                  </a:cubicBezTo>
                  <a:cubicBezTo>
                    <a:pt x="25900" y="36076"/>
                    <a:pt x="25785" y="36076"/>
                    <a:pt x="25670" y="36077"/>
                  </a:cubicBezTo>
                  <a:cubicBezTo>
                    <a:pt x="24027" y="36101"/>
                    <a:pt x="22431" y="36196"/>
                    <a:pt x="20824" y="36435"/>
                  </a:cubicBezTo>
                  <a:cubicBezTo>
                    <a:pt x="19693" y="36601"/>
                    <a:pt x="18586" y="36816"/>
                    <a:pt x="17467" y="36994"/>
                  </a:cubicBezTo>
                  <a:cubicBezTo>
                    <a:pt x="16966" y="37066"/>
                    <a:pt x="16490" y="37149"/>
                    <a:pt x="15990" y="37256"/>
                  </a:cubicBezTo>
                  <a:cubicBezTo>
                    <a:pt x="15978" y="37256"/>
                    <a:pt x="15966" y="37244"/>
                    <a:pt x="15978" y="37220"/>
                  </a:cubicBezTo>
                  <a:cubicBezTo>
                    <a:pt x="15990" y="37208"/>
                    <a:pt x="16038" y="37185"/>
                    <a:pt x="16074" y="37161"/>
                  </a:cubicBezTo>
                  <a:cubicBezTo>
                    <a:pt x="17598" y="36458"/>
                    <a:pt x="19050" y="35661"/>
                    <a:pt x="20574" y="34934"/>
                  </a:cubicBezTo>
                  <a:cubicBezTo>
                    <a:pt x="23420" y="33577"/>
                    <a:pt x="26313" y="32625"/>
                    <a:pt x="29468" y="32184"/>
                  </a:cubicBezTo>
                  <a:cubicBezTo>
                    <a:pt x="30673" y="32011"/>
                    <a:pt x="31879" y="31932"/>
                    <a:pt x="33085" y="31932"/>
                  </a:cubicBezTo>
                  <a:close/>
                  <a:moveTo>
                    <a:pt x="24998" y="1"/>
                  </a:moveTo>
                  <a:cubicBezTo>
                    <a:pt x="24899" y="1"/>
                    <a:pt x="24790" y="32"/>
                    <a:pt x="24670" y="97"/>
                  </a:cubicBezTo>
                  <a:cubicBezTo>
                    <a:pt x="24527" y="180"/>
                    <a:pt x="24396" y="311"/>
                    <a:pt x="24289" y="454"/>
                  </a:cubicBezTo>
                  <a:cubicBezTo>
                    <a:pt x="24110" y="692"/>
                    <a:pt x="23944" y="942"/>
                    <a:pt x="23801" y="1192"/>
                  </a:cubicBezTo>
                  <a:cubicBezTo>
                    <a:pt x="23086" y="2454"/>
                    <a:pt x="22467" y="3764"/>
                    <a:pt x="22015" y="5133"/>
                  </a:cubicBezTo>
                  <a:cubicBezTo>
                    <a:pt x="21574" y="6407"/>
                    <a:pt x="21157" y="7669"/>
                    <a:pt x="20765" y="8943"/>
                  </a:cubicBezTo>
                  <a:cubicBezTo>
                    <a:pt x="20384" y="10122"/>
                    <a:pt x="20134" y="11324"/>
                    <a:pt x="19895" y="12539"/>
                  </a:cubicBezTo>
                  <a:cubicBezTo>
                    <a:pt x="19312" y="15432"/>
                    <a:pt x="18741" y="18349"/>
                    <a:pt x="18157" y="21254"/>
                  </a:cubicBezTo>
                  <a:cubicBezTo>
                    <a:pt x="17859" y="22754"/>
                    <a:pt x="17574" y="24243"/>
                    <a:pt x="17228" y="25755"/>
                  </a:cubicBezTo>
                  <a:cubicBezTo>
                    <a:pt x="17050" y="26540"/>
                    <a:pt x="16847" y="27302"/>
                    <a:pt x="16550" y="28053"/>
                  </a:cubicBezTo>
                  <a:cubicBezTo>
                    <a:pt x="15764" y="30100"/>
                    <a:pt x="14633" y="31732"/>
                    <a:pt x="13026" y="33208"/>
                  </a:cubicBezTo>
                  <a:cubicBezTo>
                    <a:pt x="12371" y="33803"/>
                    <a:pt x="11692" y="34339"/>
                    <a:pt x="11061" y="34934"/>
                  </a:cubicBezTo>
                  <a:cubicBezTo>
                    <a:pt x="9668" y="36232"/>
                    <a:pt x="8394" y="37554"/>
                    <a:pt x="7251" y="39066"/>
                  </a:cubicBezTo>
                  <a:cubicBezTo>
                    <a:pt x="5775" y="40995"/>
                    <a:pt x="4489" y="43031"/>
                    <a:pt x="2917" y="44888"/>
                  </a:cubicBezTo>
                  <a:cubicBezTo>
                    <a:pt x="1810" y="46186"/>
                    <a:pt x="881" y="47579"/>
                    <a:pt x="143" y="49127"/>
                  </a:cubicBezTo>
                  <a:cubicBezTo>
                    <a:pt x="107" y="49222"/>
                    <a:pt x="60" y="49341"/>
                    <a:pt x="24" y="49412"/>
                  </a:cubicBezTo>
                  <a:cubicBezTo>
                    <a:pt x="0" y="49508"/>
                    <a:pt x="12" y="49519"/>
                    <a:pt x="0" y="49591"/>
                  </a:cubicBezTo>
                  <a:cubicBezTo>
                    <a:pt x="18" y="49596"/>
                    <a:pt x="34" y="49599"/>
                    <a:pt x="49" y="49599"/>
                  </a:cubicBezTo>
                  <a:cubicBezTo>
                    <a:pt x="133" y="49599"/>
                    <a:pt x="170" y="49521"/>
                    <a:pt x="191" y="49460"/>
                  </a:cubicBezTo>
                  <a:cubicBezTo>
                    <a:pt x="381" y="49055"/>
                    <a:pt x="548" y="48674"/>
                    <a:pt x="762" y="48281"/>
                  </a:cubicBezTo>
                  <a:cubicBezTo>
                    <a:pt x="1596" y="46745"/>
                    <a:pt x="2691" y="45471"/>
                    <a:pt x="3774" y="44126"/>
                  </a:cubicBezTo>
                  <a:cubicBezTo>
                    <a:pt x="4941" y="42697"/>
                    <a:pt x="5894" y="41185"/>
                    <a:pt x="6977" y="39709"/>
                  </a:cubicBezTo>
                  <a:cubicBezTo>
                    <a:pt x="7013" y="39661"/>
                    <a:pt x="7037" y="39602"/>
                    <a:pt x="7084" y="39578"/>
                  </a:cubicBezTo>
                  <a:cubicBezTo>
                    <a:pt x="7144" y="39542"/>
                    <a:pt x="7203" y="39542"/>
                    <a:pt x="7263" y="39542"/>
                  </a:cubicBezTo>
                  <a:cubicBezTo>
                    <a:pt x="8680" y="39506"/>
                    <a:pt x="10025" y="39268"/>
                    <a:pt x="11382" y="38875"/>
                  </a:cubicBezTo>
                  <a:cubicBezTo>
                    <a:pt x="12406" y="38578"/>
                    <a:pt x="13359" y="38220"/>
                    <a:pt x="14359" y="37863"/>
                  </a:cubicBezTo>
                  <a:cubicBezTo>
                    <a:pt x="15121" y="37601"/>
                    <a:pt x="15859" y="37399"/>
                    <a:pt x="16669" y="37268"/>
                  </a:cubicBezTo>
                  <a:cubicBezTo>
                    <a:pt x="18026" y="37066"/>
                    <a:pt x="19372" y="36827"/>
                    <a:pt x="20741" y="36613"/>
                  </a:cubicBezTo>
                  <a:cubicBezTo>
                    <a:pt x="21669" y="36470"/>
                    <a:pt x="22610" y="36351"/>
                    <a:pt x="23563" y="36304"/>
                  </a:cubicBezTo>
                  <a:cubicBezTo>
                    <a:pt x="24417" y="36257"/>
                    <a:pt x="25270" y="36240"/>
                    <a:pt x="26125" y="36240"/>
                  </a:cubicBezTo>
                  <a:cubicBezTo>
                    <a:pt x="27247" y="36240"/>
                    <a:pt x="28374" y="36270"/>
                    <a:pt x="29516" y="36304"/>
                  </a:cubicBezTo>
                  <a:cubicBezTo>
                    <a:pt x="30482" y="36331"/>
                    <a:pt x="31453" y="36345"/>
                    <a:pt x="32426" y="36345"/>
                  </a:cubicBezTo>
                  <a:cubicBezTo>
                    <a:pt x="34417" y="36345"/>
                    <a:pt x="36419" y="36285"/>
                    <a:pt x="38410" y="36149"/>
                  </a:cubicBezTo>
                  <a:cubicBezTo>
                    <a:pt x="39838" y="36065"/>
                    <a:pt x="41303" y="35875"/>
                    <a:pt x="42708" y="35661"/>
                  </a:cubicBezTo>
                  <a:cubicBezTo>
                    <a:pt x="42982" y="35637"/>
                    <a:pt x="43232" y="35553"/>
                    <a:pt x="43482" y="35482"/>
                  </a:cubicBezTo>
                  <a:cubicBezTo>
                    <a:pt x="43636" y="35434"/>
                    <a:pt x="43803" y="35375"/>
                    <a:pt x="43922" y="35292"/>
                  </a:cubicBezTo>
                  <a:cubicBezTo>
                    <a:pt x="44196" y="35077"/>
                    <a:pt x="44232" y="34827"/>
                    <a:pt x="43994" y="34565"/>
                  </a:cubicBezTo>
                  <a:cubicBezTo>
                    <a:pt x="43756" y="34291"/>
                    <a:pt x="43446" y="34041"/>
                    <a:pt x="43113" y="33875"/>
                  </a:cubicBezTo>
                  <a:cubicBezTo>
                    <a:pt x="42053" y="33327"/>
                    <a:pt x="40946" y="32791"/>
                    <a:pt x="39791" y="32541"/>
                  </a:cubicBezTo>
                  <a:cubicBezTo>
                    <a:pt x="37537" y="32030"/>
                    <a:pt x="35327" y="31777"/>
                    <a:pt x="33117" y="31777"/>
                  </a:cubicBezTo>
                  <a:cubicBezTo>
                    <a:pt x="31056" y="31777"/>
                    <a:pt x="28994" y="31997"/>
                    <a:pt x="26896" y="32434"/>
                  </a:cubicBezTo>
                  <a:cubicBezTo>
                    <a:pt x="24551" y="32922"/>
                    <a:pt x="22455" y="33815"/>
                    <a:pt x="20348" y="34815"/>
                  </a:cubicBezTo>
                  <a:cubicBezTo>
                    <a:pt x="18812" y="35530"/>
                    <a:pt x="17371" y="36351"/>
                    <a:pt x="15847" y="37030"/>
                  </a:cubicBezTo>
                  <a:cubicBezTo>
                    <a:pt x="13823" y="37935"/>
                    <a:pt x="11859" y="38613"/>
                    <a:pt x="9716" y="39113"/>
                  </a:cubicBezTo>
                  <a:cubicBezTo>
                    <a:pt x="9037" y="39280"/>
                    <a:pt x="8323" y="39340"/>
                    <a:pt x="7620" y="39363"/>
                  </a:cubicBezTo>
                  <a:cubicBezTo>
                    <a:pt x="7525" y="39363"/>
                    <a:pt x="7394" y="39352"/>
                    <a:pt x="7287" y="39352"/>
                  </a:cubicBezTo>
                  <a:cubicBezTo>
                    <a:pt x="7322" y="39292"/>
                    <a:pt x="7370" y="39209"/>
                    <a:pt x="7406" y="39161"/>
                  </a:cubicBezTo>
                  <a:cubicBezTo>
                    <a:pt x="8442" y="37851"/>
                    <a:pt x="9525" y="36625"/>
                    <a:pt x="10740" y="35494"/>
                  </a:cubicBezTo>
                  <a:cubicBezTo>
                    <a:pt x="11597" y="34708"/>
                    <a:pt x="12490" y="33946"/>
                    <a:pt x="13395" y="33267"/>
                  </a:cubicBezTo>
                  <a:cubicBezTo>
                    <a:pt x="14299" y="32577"/>
                    <a:pt x="15204" y="31958"/>
                    <a:pt x="16181" y="31362"/>
                  </a:cubicBezTo>
                  <a:cubicBezTo>
                    <a:pt x="17467" y="30553"/>
                    <a:pt x="18812" y="29827"/>
                    <a:pt x="20181" y="29148"/>
                  </a:cubicBezTo>
                  <a:cubicBezTo>
                    <a:pt x="21027" y="28707"/>
                    <a:pt x="21931" y="28350"/>
                    <a:pt x="22801" y="27957"/>
                  </a:cubicBezTo>
                  <a:cubicBezTo>
                    <a:pt x="23574" y="27600"/>
                    <a:pt x="24396" y="27422"/>
                    <a:pt x="25194" y="27183"/>
                  </a:cubicBezTo>
                  <a:cubicBezTo>
                    <a:pt x="26361" y="26838"/>
                    <a:pt x="27492" y="26469"/>
                    <a:pt x="28635" y="26076"/>
                  </a:cubicBezTo>
                  <a:cubicBezTo>
                    <a:pt x="29301" y="25850"/>
                    <a:pt x="29956" y="25600"/>
                    <a:pt x="30611" y="25350"/>
                  </a:cubicBezTo>
                  <a:cubicBezTo>
                    <a:pt x="31147" y="25159"/>
                    <a:pt x="31659" y="24933"/>
                    <a:pt x="32195" y="24707"/>
                  </a:cubicBezTo>
                  <a:cubicBezTo>
                    <a:pt x="32707" y="24481"/>
                    <a:pt x="33266" y="24243"/>
                    <a:pt x="33802" y="24028"/>
                  </a:cubicBezTo>
                  <a:cubicBezTo>
                    <a:pt x="34433" y="23754"/>
                    <a:pt x="35076" y="23492"/>
                    <a:pt x="35719" y="23207"/>
                  </a:cubicBezTo>
                  <a:cubicBezTo>
                    <a:pt x="36659" y="22790"/>
                    <a:pt x="37612" y="22338"/>
                    <a:pt x="38564" y="21945"/>
                  </a:cubicBezTo>
                  <a:cubicBezTo>
                    <a:pt x="39136" y="21707"/>
                    <a:pt x="39755" y="21540"/>
                    <a:pt x="40350" y="21361"/>
                  </a:cubicBezTo>
                  <a:cubicBezTo>
                    <a:pt x="41553" y="20992"/>
                    <a:pt x="42684" y="20492"/>
                    <a:pt x="43756" y="19813"/>
                  </a:cubicBezTo>
                  <a:cubicBezTo>
                    <a:pt x="44291" y="19456"/>
                    <a:pt x="44768" y="19063"/>
                    <a:pt x="45208" y="18623"/>
                  </a:cubicBezTo>
                  <a:cubicBezTo>
                    <a:pt x="45375" y="18444"/>
                    <a:pt x="45530" y="18266"/>
                    <a:pt x="45613" y="18028"/>
                  </a:cubicBezTo>
                  <a:cubicBezTo>
                    <a:pt x="45780" y="17563"/>
                    <a:pt x="45649" y="17182"/>
                    <a:pt x="45208" y="16944"/>
                  </a:cubicBezTo>
                  <a:cubicBezTo>
                    <a:pt x="44968" y="16802"/>
                    <a:pt x="44697" y="16740"/>
                    <a:pt x="44415" y="16740"/>
                  </a:cubicBezTo>
                  <a:cubicBezTo>
                    <a:pt x="44390" y="16740"/>
                    <a:pt x="44364" y="16741"/>
                    <a:pt x="44339" y="16742"/>
                  </a:cubicBezTo>
                  <a:cubicBezTo>
                    <a:pt x="43863" y="16777"/>
                    <a:pt x="43398" y="16825"/>
                    <a:pt x="42934" y="16908"/>
                  </a:cubicBezTo>
                  <a:cubicBezTo>
                    <a:pt x="40374" y="17444"/>
                    <a:pt x="37814" y="17968"/>
                    <a:pt x="35266" y="18575"/>
                  </a:cubicBezTo>
                  <a:cubicBezTo>
                    <a:pt x="34135" y="18849"/>
                    <a:pt x="33040" y="19182"/>
                    <a:pt x="31968" y="19635"/>
                  </a:cubicBezTo>
                  <a:cubicBezTo>
                    <a:pt x="30742" y="20147"/>
                    <a:pt x="29611" y="20754"/>
                    <a:pt x="28516" y="21516"/>
                  </a:cubicBezTo>
                  <a:cubicBezTo>
                    <a:pt x="27170" y="22421"/>
                    <a:pt x="26063" y="23552"/>
                    <a:pt x="24908" y="24707"/>
                  </a:cubicBezTo>
                  <a:cubicBezTo>
                    <a:pt x="23944" y="25695"/>
                    <a:pt x="22943" y="26671"/>
                    <a:pt x="21848" y="27541"/>
                  </a:cubicBezTo>
                  <a:cubicBezTo>
                    <a:pt x="20943" y="28255"/>
                    <a:pt x="19991" y="28922"/>
                    <a:pt x="18991" y="29517"/>
                  </a:cubicBezTo>
                  <a:cubicBezTo>
                    <a:pt x="18633" y="29719"/>
                    <a:pt x="18240" y="29922"/>
                    <a:pt x="17883" y="30124"/>
                  </a:cubicBezTo>
                  <a:cubicBezTo>
                    <a:pt x="16836" y="30755"/>
                    <a:pt x="15788" y="31398"/>
                    <a:pt x="14764" y="32065"/>
                  </a:cubicBezTo>
                  <a:cubicBezTo>
                    <a:pt x="14526" y="32232"/>
                    <a:pt x="14299" y="32386"/>
                    <a:pt x="14073" y="32541"/>
                  </a:cubicBezTo>
                  <a:cubicBezTo>
                    <a:pt x="14071" y="32543"/>
                    <a:pt x="14068" y="32544"/>
                    <a:pt x="14064" y="32544"/>
                  </a:cubicBezTo>
                  <a:cubicBezTo>
                    <a:pt x="14046" y="32544"/>
                    <a:pt x="14010" y="32521"/>
                    <a:pt x="13990" y="32482"/>
                  </a:cubicBezTo>
                  <a:cubicBezTo>
                    <a:pt x="14061" y="32398"/>
                    <a:pt x="14157" y="32315"/>
                    <a:pt x="14228" y="32220"/>
                  </a:cubicBezTo>
                  <a:cubicBezTo>
                    <a:pt x="15181" y="31184"/>
                    <a:pt x="15859" y="30053"/>
                    <a:pt x="16443" y="28755"/>
                  </a:cubicBezTo>
                  <a:cubicBezTo>
                    <a:pt x="16538" y="28553"/>
                    <a:pt x="16621" y="28350"/>
                    <a:pt x="16728" y="28160"/>
                  </a:cubicBezTo>
                  <a:cubicBezTo>
                    <a:pt x="17407" y="26957"/>
                    <a:pt x="18240" y="25874"/>
                    <a:pt x="19050" y="24755"/>
                  </a:cubicBezTo>
                  <a:cubicBezTo>
                    <a:pt x="20241" y="23100"/>
                    <a:pt x="21431" y="21468"/>
                    <a:pt x="22372" y="19635"/>
                  </a:cubicBezTo>
                  <a:cubicBezTo>
                    <a:pt x="23455" y="17539"/>
                    <a:pt x="24360" y="15408"/>
                    <a:pt x="24991" y="13110"/>
                  </a:cubicBezTo>
                  <a:cubicBezTo>
                    <a:pt x="25718" y="10455"/>
                    <a:pt x="25849" y="7752"/>
                    <a:pt x="25741" y="4990"/>
                  </a:cubicBezTo>
                  <a:cubicBezTo>
                    <a:pt x="25718" y="4216"/>
                    <a:pt x="25658" y="3442"/>
                    <a:pt x="25670" y="2668"/>
                  </a:cubicBezTo>
                  <a:cubicBezTo>
                    <a:pt x="25682" y="2121"/>
                    <a:pt x="25658" y="1585"/>
                    <a:pt x="25622" y="1025"/>
                  </a:cubicBezTo>
                  <a:cubicBezTo>
                    <a:pt x="25610" y="775"/>
                    <a:pt x="25563" y="525"/>
                    <a:pt x="25432" y="299"/>
                  </a:cubicBezTo>
                  <a:cubicBezTo>
                    <a:pt x="25318" y="101"/>
                    <a:pt x="25174" y="1"/>
                    <a:pt x="24998" y="1"/>
                  </a:cubicBezTo>
                  <a:close/>
                </a:path>
              </a:pathLst>
            </a:custGeom>
            <a:solidFill>
              <a:schemeClr val="accent3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85" name="Google Shape;585;p46">
            <a:extLst>
              <a:ext uri="{FF2B5EF4-FFF2-40B4-BE49-F238E27FC236}">
                <a16:creationId xmlns:a16="http://schemas.microsoft.com/office/drawing/2014/main" id="{7339EF76-E2B8-134D-5749-A614BC11B07F}"/>
              </a:ext>
            </a:extLst>
          </p:cNvPr>
          <p:cNvPicPr preferRelativeResize="0"/>
          <p:nvPr/>
        </p:nvPicPr>
        <p:blipFill rotWithShape="1">
          <a:blip r:embed="rId5">
            <a:alphaModFix amt="76000"/>
          </a:blip>
          <a:srcRect l="37412" t="9009" r="30455" b="20771"/>
          <a:stretch/>
        </p:blipFill>
        <p:spPr>
          <a:xfrm>
            <a:off x="3969039" y="693909"/>
            <a:ext cx="1432411" cy="1760740"/>
          </a:xfrm>
          <a:prstGeom prst="rect">
            <a:avLst/>
          </a:prstGeom>
          <a:noFill/>
          <a:ln>
            <a:noFill/>
          </a:ln>
        </p:spPr>
      </p:pic>
      <p:sp>
        <p:nvSpPr>
          <p:cNvPr id="586" name="Google Shape;586;p46">
            <a:extLst>
              <a:ext uri="{FF2B5EF4-FFF2-40B4-BE49-F238E27FC236}">
                <a16:creationId xmlns:a16="http://schemas.microsoft.com/office/drawing/2014/main" id="{6AA267AB-0B3B-6B38-0AAC-6639230562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45993" y="2119963"/>
            <a:ext cx="5410222" cy="18113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Metodología</a:t>
            </a:r>
            <a:endParaRPr dirty="0"/>
          </a:p>
        </p:txBody>
      </p:sp>
      <p:sp>
        <p:nvSpPr>
          <p:cNvPr id="587" name="Google Shape;587;p46">
            <a:extLst>
              <a:ext uri="{FF2B5EF4-FFF2-40B4-BE49-F238E27FC236}">
                <a16:creationId xmlns:a16="http://schemas.microsoft.com/office/drawing/2014/main" id="{CFD53ABC-C734-DB05-05E7-0486454658E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652300" y="1010300"/>
            <a:ext cx="3839400" cy="108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pic>
        <p:nvPicPr>
          <p:cNvPr id="589" name="Google Shape;589;p46">
            <a:extLst>
              <a:ext uri="{FF2B5EF4-FFF2-40B4-BE49-F238E27FC236}">
                <a16:creationId xmlns:a16="http://schemas.microsoft.com/office/drawing/2014/main" id="{6D987E7B-0923-A770-2024-95CB59D3B833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l="45691" t="12052" r="18787" b="20159"/>
          <a:stretch/>
        </p:blipFill>
        <p:spPr>
          <a:xfrm>
            <a:off x="7565300" y="2642451"/>
            <a:ext cx="1149350" cy="123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46">
            <a:extLst>
              <a:ext uri="{FF2B5EF4-FFF2-40B4-BE49-F238E27FC236}">
                <a16:creationId xmlns:a16="http://schemas.microsoft.com/office/drawing/2014/main" id="{D4FFCA85-B012-BC67-11DC-5124A0D5D39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28680" t="19555" r="23804" b="32703"/>
          <a:stretch/>
        </p:blipFill>
        <p:spPr>
          <a:xfrm rot="5400000">
            <a:off x="7242648" y="703547"/>
            <a:ext cx="1287874" cy="727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46">
            <a:extLst>
              <a:ext uri="{FF2B5EF4-FFF2-40B4-BE49-F238E27FC236}">
                <a16:creationId xmlns:a16="http://schemas.microsoft.com/office/drawing/2014/main" id="{62D9DF4A-21F4-5E59-4C7F-81A8B81DD5D6}"/>
              </a:ext>
            </a:extLst>
          </p:cNvPr>
          <p:cNvPicPr preferRelativeResize="0"/>
          <p:nvPr/>
        </p:nvPicPr>
        <p:blipFill rotWithShape="1">
          <a:blip r:embed="rId7">
            <a:alphaModFix amt="63000"/>
          </a:blip>
          <a:srcRect l="17536" t="30943" r="20804" b="36495"/>
          <a:stretch/>
        </p:blipFill>
        <p:spPr>
          <a:xfrm rot="-2080536">
            <a:off x="2465628" y="-736693"/>
            <a:ext cx="3899224" cy="11582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815379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47"/>
          <p:cNvPicPr preferRelativeResize="0"/>
          <p:nvPr/>
        </p:nvPicPr>
        <p:blipFill rotWithShape="1">
          <a:blip r:embed="rId3">
            <a:alphaModFix/>
          </a:blip>
          <a:srcRect l="3061" t="37780" r="11424" b="34639"/>
          <a:stretch/>
        </p:blipFill>
        <p:spPr>
          <a:xfrm>
            <a:off x="6756600" y="3589150"/>
            <a:ext cx="3073373" cy="557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1571;p77">
            <a:extLst>
              <a:ext uri="{FF2B5EF4-FFF2-40B4-BE49-F238E27FC236}">
                <a16:creationId xmlns:a16="http://schemas.microsoft.com/office/drawing/2014/main" id="{C3B45E3D-204A-8C3B-5B7E-E882F8B144C0}"/>
              </a:ext>
            </a:extLst>
          </p:cNvPr>
          <p:cNvPicPr preferRelativeResize="0"/>
          <p:nvPr/>
        </p:nvPicPr>
        <p:blipFill rotWithShape="1">
          <a:blip r:embed="rId4">
            <a:alphaModFix amt="57000"/>
          </a:blip>
          <a:srcRect l="36305" t="26731" r="30909" b="23776"/>
          <a:stretch/>
        </p:blipFill>
        <p:spPr>
          <a:xfrm flipH="1">
            <a:off x="-1347590" y="-890757"/>
            <a:ext cx="2119848" cy="180007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603;p47">
            <a:extLst>
              <a:ext uri="{FF2B5EF4-FFF2-40B4-BE49-F238E27FC236}">
                <a16:creationId xmlns:a16="http://schemas.microsoft.com/office/drawing/2014/main" id="{89F2920C-EC10-5D7B-ADDC-61A0ED2C577F}"/>
              </a:ext>
            </a:extLst>
          </p:cNvPr>
          <p:cNvSpPr txBox="1">
            <a:spLocks/>
          </p:cNvSpPr>
          <p:nvPr/>
        </p:nvSpPr>
        <p:spPr>
          <a:xfrm>
            <a:off x="425733" y="337887"/>
            <a:ext cx="1998782" cy="1643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38100" lvl="0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●"/>
              <a:defRPr sz="17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 algn="l">
              <a:buFont typeface="Actor"/>
              <a:buNone/>
            </a:pPr>
            <a:r>
              <a:rPr lang="es-MX" sz="2400" dirty="0">
                <a:latin typeface="Catamaran" panose="020B0604020202020204" charset="0"/>
                <a:cs typeface="Catamaran" panose="020B0604020202020204" charset="0"/>
              </a:rPr>
              <a:t>Ana</a:t>
            </a:r>
            <a:r>
              <a:rPr lang="es-MX" dirty="0"/>
              <a:t>: </a:t>
            </a:r>
          </a:p>
          <a:p>
            <a:pPr marL="285750" indent="-285750" algn="l"/>
            <a:r>
              <a:rPr lang="es-MX" dirty="0"/>
              <a:t>Leer</a:t>
            </a:r>
          </a:p>
          <a:p>
            <a:pPr marL="285750" indent="-285750" algn="l"/>
            <a:r>
              <a:rPr lang="es-MX" dirty="0"/>
              <a:t>Anime</a:t>
            </a:r>
          </a:p>
          <a:p>
            <a:pPr marL="285750" indent="-285750" algn="l"/>
            <a:r>
              <a:rPr lang="es-MX" dirty="0"/>
              <a:t>Cocinar</a:t>
            </a:r>
          </a:p>
          <a:p>
            <a:pPr marL="285750" indent="-285750" algn="l"/>
            <a:r>
              <a:rPr lang="es-MX" dirty="0"/>
              <a:t>Viajar</a:t>
            </a:r>
          </a:p>
        </p:txBody>
      </p:sp>
      <p:sp>
        <p:nvSpPr>
          <p:cNvPr id="9" name="Google Shape;603;p47">
            <a:extLst>
              <a:ext uri="{FF2B5EF4-FFF2-40B4-BE49-F238E27FC236}">
                <a16:creationId xmlns:a16="http://schemas.microsoft.com/office/drawing/2014/main" id="{5A81F457-6D7C-1B63-BE95-30A09584A692}"/>
              </a:ext>
            </a:extLst>
          </p:cNvPr>
          <p:cNvSpPr txBox="1">
            <a:spLocks/>
          </p:cNvSpPr>
          <p:nvPr/>
        </p:nvSpPr>
        <p:spPr>
          <a:xfrm>
            <a:off x="396799" y="2190666"/>
            <a:ext cx="1998782" cy="1643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38100" lvl="0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●"/>
              <a:defRPr sz="17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 algn="l">
              <a:buFont typeface="Actor"/>
              <a:buNone/>
            </a:pPr>
            <a:r>
              <a:rPr lang="es-MX" sz="2400" dirty="0">
                <a:latin typeface="Catamaran" panose="020B0604020202020204" charset="0"/>
                <a:cs typeface="Catamaran" panose="020B0604020202020204" charset="0"/>
              </a:rPr>
              <a:t>Luis</a:t>
            </a:r>
            <a:r>
              <a:rPr lang="es-MX" dirty="0"/>
              <a:t>: </a:t>
            </a:r>
          </a:p>
          <a:p>
            <a:pPr marL="285750" indent="-285750" algn="l"/>
            <a:r>
              <a:rPr lang="es-MX" dirty="0"/>
              <a:t>Cocinar</a:t>
            </a:r>
          </a:p>
          <a:p>
            <a:pPr marL="285750" indent="-285750" algn="l"/>
            <a:r>
              <a:rPr lang="es-MX" dirty="0"/>
              <a:t>Viajar</a:t>
            </a:r>
          </a:p>
          <a:p>
            <a:pPr marL="285750" indent="-285750" algn="l"/>
            <a:r>
              <a:rPr lang="es-MX" dirty="0"/>
              <a:t>Deporte</a:t>
            </a:r>
          </a:p>
          <a:p>
            <a:pPr marL="285750" indent="-285750" algn="l"/>
            <a:r>
              <a:rPr lang="es-MX" dirty="0"/>
              <a:t>Música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A0EB50B4-6851-C0A3-4E22-55F37056E887}"/>
              </a:ext>
            </a:extLst>
          </p:cNvPr>
          <p:cNvSpPr txBox="1"/>
          <p:nvPr/>
        </p:nvSpPr>
        <p:spPr>
          <a:xfrm>
            <a:off x="7739506" y="1369684"/>
            <a:ext cx="1202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Unión = 6</a:t>
            </a:r>
            <a:endParaRPr lang="es-MX" sz="1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7" name="Grupo 36">
            <a:extLst>
              <a:ext uri="{FF2B5EF4-FFF2-40B4-BE49-F238E27FC236}">
                <a16:creationId xmlns:a16="http://schemas.microsoft.com/office/drawing/2014/main" id="{C0C2E95C-6AF0-7813-4965-584E40D3308C}"/>
              </a:ext>
            </a:extLst>
          </p:cNvPr>
          <p:cNvGrpSpPr/>
          <p:nvPr/>
        </p:nvGrpSpPr>
        <p:grpSpPr>
          <a:xfrm>
            <a:off x="2282676" y="858633"/>
            <a:ext cx="5476139" cy="2532600"/>
            <a:chOff x="2702834" y="1387093"/>
            <a:chExt cx="5476139" cy="2532600"/>
          </a:xfrm>
        </p:grpSpPr>
        <p:pic>
          <p:nvPicPr>
            <p:cNvPr id="606" name="Google Shape;606;p47"/>
            <p:cNvPicPr preferRelativeResize="0"/>
            <p:nvPr/>
          </p:nvPicPr>
          <p:blipFill rotWithShape="1">
            <a:blip r:embed="rId5">
              <a:alphaModFix/>
            </a:blip>
            <a:srcRect l="28680" t="19555" r="23804" b="32703"/>
            <a:stretch/>
          </p:blipFill>
          <p:spPr>
            <a:xfrm rot="5400000">
              <a:off x="7171123" y="2126184"/>
              <a:ext cx="1287874" cy="72782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28" name="Google Shape;628;p47">
              <a:hlinkClick r:id="rId6" action="ppaction://hlinksldjump"/>
            </p:cNvPr>
            <p:cNvSpPr/>
            <p:nvPr/>
          </p:nvSpPr>
          <p:spPr>
            <a:xfrm>
              <a:off x="2702834" y="1658223"/>
              <a:ext cx="1361700" cy="339300"/>
            </a:xfrm>
            <a:prstGeom prst="rect">
              <a:avLst/>
            </a:prstGeom>
            <a:solidFill>
              <a:srgbClr val="FAC9BF">
                <a:alpha val="486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dk1"/>
                  </a:solidFill>
                  <a:uFill>
                    <a:noFill/>
                  </a:uFill>
                  <a:latin typeface="Catamaran" panose="020B0604020202020204" charset="0"/>
                  <a:ea typeface="Cantata One"/>
                  <a:cs typeface="Catamaran" panose="020B0604020202020204" charset="0"/>
                  <a:sym typeface="Cantata One"/>
                </a:rPr>
                <a:t>Leer</a:t>
              </a:r>
              <a:endParaRPr sz="1600" dirty="0">
                <a:solidFill>
                  <a:schemeClr val="dk1"/>
                </a:solidFill>
                <a:latin typeface="Catamaran" panose="020B0604020202020204" charset="0"/>
                <a:ea typeface="Cantata One"/>
                <a:cs typeface="Catamaran" panose="020B0604020202020204" charset="0"/>
                <a:sym typeface="Cantata One"/>
              </a:endParaRPr>
            </a:p>
          </p:txBody>
        </p:sp>
        <p:sp>
          <p:nvSpPr>
            <p:cNvPr id="629" name="Google Shape;629;p47">
              <a:hlinkClick r:id="rId7" action="ppaction://hlinksldjump"/>
            </p:cNvPr>
            <p:cNvSpPr/>
            <p:nvPr/>
          </p:nvSpPr>
          <p:spPr>
            <a:xfrm>
              <a:off x="2703647" y="3383760"/>
              <a:ext cx="1361700" cy="339300"/>
            </a:xfrm>
            <a:prstGeom prst="rect">
              <a:avLst/>
            </a:prstGeom>
            <a:solidFill>
              <a:srgbClr val="E77A7A">
                <a:alpha val="47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dk1"/>
                  </a:solidFill>
                  <a:uFill>
                    <a:noFill/>
                  </a:uFill>
                  <a:latin typeface="Catamaran" panose="020B0604020202020204" charset="0"/>
                  <a:ea typeface="Cantata One"/>
                  <a:cs typeface="Catamaran" panose="020B0604020202020204" charset="0"/>
                  <a:sym typeface="Cantata One"/>
                </a:rPr>
                <a:t>Cocinar</a:t>
              </a:r>
              <a:endParaRPr sz="1600" dirty="0">
                <a:solidFill>
                  <a:schemeClr val="dk1"/>
                </a:solidFill>
                <a:latin typeface="Catamaran" panose="020B0604020202020204" charset="0"/>
                <a:ea typeface="Cantata One"/>
                <a:cs typeface="Catamaran" panose="020B0604020202020204" charset="0"/>
                <a:sym typeface="Cantata One"/>
              </a:endParaRPr>
            </a:p>
          </p:txBody>
        </p:sp>
        <p:sp>
          <p:nvSpPr>
            <p:cNvPr id="11" name="Google Shape;629;p47">
              <a:hlinkClick r:id="rId7" action="ppaction://hlinksldjump"/>
              <a:extLst>
                <a:ext uri="{FF2B5EF4-FFF2-40B4-BE49-F238E27FC236}">
                  <a16:creationId xmlns:a16="http://schemas.microsoft.com/office/drawing/2014/main" id="{AC58DBAB-F214-73C5-5649-E80473C56901}"/>
                </a:ext>
              </a:extLst>
            </p:cNvPr>
            <p:cNvSpPr/>
            <p:nvPr/>
          </p:nvSpPr>
          <p:spPr>
            <a:xfrm>
              <a:off x="4355091" y="3364296"/>
              <a:ext cx="1361700" cy="339300"/>
            </a:xfrm>
            <a:prstGeom prst="rect">
              <a:avLst/>
            </a:prstGeom>
            <a:solidFill>
              <a:srgbClr val="E77A7A">
                <a:alpha val="472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dk1"/>
                  </a:solidFill>
                  <a:uFill>
                    <a:noFill/>
                  </a:uFill>
                  <a:latin typeface="Catamaran" panose="020B0604020202020204" charset="0"/>
                  <a:ea typeface="Cantata One"/>
                  <a:cs typeface="Catamaran" panose="020B0604020202020204" charset="0"/>
                  <a:sym typeface="Cantata One"/>
                </a:rPr>
                <a:t>Viajar</a:t>
              </a:r>
              <a:endParaRPr sz="1600" dirty="0">
                <a:solidFill>
                  <a:schemeClr val="dk1"/>
                </a:solidFill>
                <a:latin typeface="Catamaran" panose="020B0604020202020204" charset="0"/>
                <a:ea typeface="Cantata One"/>
                <a:cs typeface="Catamaran" panose="020B0604020202020204" charset="0"/>
                <a:sym typeface="Cantata One"/>
              </a:endParaRPr>
            </a:p>
          </p:txBody>
        </p:sp>
        <p:sp>
          <p:nvSpPr>
            <p:cNvPr id="12" name="Google Shape;628;p47">
              <a:hlinkClick r:id="rId6" action="ppaction://hlinksldjump"/>
              <a:extLst>
                <a:ext uri="{FF2B5EF4-FFF2-40B4-BE49-F238E27FC236}">
                  <a16:creationId xmlns:a16="http://schemas.microsoft.com/office/drawing/2014/main" id="{1C223ABD-EAF5-19F3-7EFE-AF52576615E4}"/>
                </a:ext>
              </a:extLst>
            </p:cNvPr>
            <p:cNvSpPr/>
            <p:nvPr/>
          </p:nvSpPr>
          <p:spPr>
            <a:xfrm>
              <a:off x="2702834" y="2402100"/>
              <a:ext cx="1361700" cy="339300"/>
            </a:xfrm>
            <a:prstGeom prst="rect">
              <a:avLst/>
            </a:prstGeom>
            <a:solidFill>
              <a:srgbClr val="FAC9BF">
                <a:alpha val="486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dk1"/>
                  </a:solidFill>
                  <a:uFill>
                    <a:noFill/>
                  </a:uFill>
                  <a:latin typeface="Catamaran" panose="020B0604020202020204" charset="0"/>
                  <a:ea typeface="Cantata One"/>
                  <a:cs typeface="Catamaran" panose="020B0604020202020204" charset="0"/>
                  <a:sym typeface="Cantata One"/>
                </a:rPr>
                <a:t>Deporte</a:t>
              </a:r>
              <a:endParaRPr sz="1600" dirty="0">
                <a:solidFill>
                  <a:schemeClr val="dk1"/>
                </a:solidFill>
                <a:latin typeface="Catamaran" panose="020B0604020202020204" charset="0"/>
                <a:ea typeface="Cantata One"/>
                <a:cs typeface="Catamaran" panose="020B0604020202020204" charset="0"/>
                <a:sym typeface="Cantata One"/>
              </a:endParaRPr>
            </a:p>
          </p:txBody>
        </p:sp>
        <p:sp>
          <p:nvSpPr>
            <p:cNvPr id="13" name="Google Shape;628;p47">
              <a:hlinkClick r:id="rId6" action="ppaction://hlinksldjump"/>
              <a:extLst>
                <a:ext uri="{FF2B5EF4-FFF2-40B4-BE49-F238E27FC236}">
                  <a16:creationId xmlns:a16="http://schemas.microsoft.com/office/drawing/2014/main" id="{1813F767-7FF2-F566-2EF8-30A13556C414}"/>
                </a:ext>
              </a:extLst>
            </p:cNvPr>
            <p:cNvSpPr/>
            <p:nvPr/>
          </p:nvSpPr>
          <p:spPr>
            <a:xfrm>
              <a:off x="4355091" y="1676510"/>
              <a:ext cx="1361700" cy="339300"/>
            </a:xfrm>
            <a:prstGeom prst="rect">
              <a:avLst/>
            </a:prstGeom>
            <a:solidFill>
              <a:srgbClr val="FAC9BF">
                <a:alpha val="486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dk1"/>
                  </a:solidFill>
                  <a:uFill>
                    <a:noFill/>
                  </a:uFill>
                  <a:latin typeface="Catamaran" panose="020B0604020202020204" charset="0"/>
                  <a:ea typeface="Cantata One"/>
                  <a:cs typeface="Catamaran" panose="020B0604020202020204" charset="0"/>
                  <a:sym typeface="Cantata One"/>
                </a:rPr>
                <a:t>Cocinar</a:t>
              </a:r>
              <a:endParaRPr sz="1600" dirty="0">
                <a:solidFill>
                  <a:schemeClr val="dk1"/>
                </a:solidFill>
                <a:latin typeface="Catamaran" panose="020B0604020202020204" charset="0"/>
                <a:ea typeface="Cantata One"/>
                <a:cs typeface="Catamaran" panose="020B0604020202020204" charset="0"/>
                <a:sym typeface="Cantata One"/>
              </a:endParaRPr>
            </a:p>
          </p:txBody>
        </p:sp>
        <p:sp>
          <p:nvSpPr>
            <p:cNvPr id="14" name="Google Shape;628;p47">
              <a:hlinkClick r:id="rId6" action="ppaction://hlinksldjump"/>
              <a:extLst>
                <a:ext uri="{FF2B5EF4-FFF2-40B4-BE49-F238E27FC236}">
                  <a16:creationId xmlns:a16="http://schemas.microsoft.com/office/drawing/2014/main" id="{1906F8CD-79DD-BA04-88E5-56AF83668EE1}"/>
                </a:ext>
              </a:extLst>
            </p:cNvPr>
            <p:cNvSpPr/>
            <p:nvPr/>
          </p:nvSpPr>
          <p:spPr>
            <a:xfrm>
              <a:off x="6041932" y="1673783"/>
              <a:ext cx="1361700" cy="339300"/>
            </a:xfrm>
            <a:prstGeom prst="rect">
              <a:avLst/>
            </a:prstGeom>
            <a:solidFill>
              <a:srgbClr val="FAC9BF">
                <a:alpha val="486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dk1"/>
                  </a:solidFill>
                  <a:uFill>
                    <a:noFill/>
                  </a:uFill>
                  <a:latin typeface="Catamaran" panose="020B0604020202020204" charset="0"/>
                  <a:ea typeface="Cantata One"/>
                  <a:cs typeface="Catamaran" panose="020B0604020202020204" charset="0"/>
                  <a:sym typeface="Cantata One"/>
                </a:rPr>
                <a:t>Viajar</a:t>
              </a:r>
              <a:endParaRPr sz="1600" dirty="0">
                <a:solidFill>
                  <a:schemeClr val="dk1"/>
                </a:solidFill>
                <a:latin typeface="Catamaran" panose="020B0604020202020204" charset="0"/>
                <a:ea typeface="Cantata One"/>
                <a:cs typeface="Catamaran" panose="020B0604020202020204" charset="0"/>
                <a:sym typeface="Cantata One"/>
              </a:endParaRPr>
            </a:p>
          </p:txBody>
        </p:sp>
        <p:sp>
          <p:nvSpPr>
            <p:cNvPr id="15" name="Google Shape;628;p47">
              <a:hlinkClick r:id="rId6" action="ppaction://hlinksldjump"/>
              <a:extLst>
                <a:ext uri="{FF2B5EF4-FFF2-40B4-BE49-F238E27FC236}">
                  <a16:creationId xmlns:a16="http://schemas.microsoft.com/office/drawing/2014/main" id="{C69530E1-3BC0-F504-01CB-C8394679BCA8}"/>
                </a:ext>
              </a:extLst>
            </p:cNvPr>
            <p:cNvSpPr/>
            <p:nvPr/>
          </p:nvSpPr>
          <p:spPr>
            <a:xfrm>
              <a:off x="4355091" y="2403900"/>
              <a:ext cx="1361700" cy="339300"/>
            </a:xfrm>
            <a:prstGeom prst="rect">
              <a:avLst/>
            </a:prstGeom>
            <a:solidFill>
              <a:srgbClr val="FAC9BF">
                <a:alpha val="486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dk1"/>
                  </a:solidFill>
                  <a:uFill>
                    <a:noFill/>
                  </a:uFill>
                  <a:latin typeface="Catamaran" panose="020B0604020202020204" charset="0"/>
                  <a:ea typeface="Cantata One"/>
                  <a:cs typeface="Catamaran" panose="020B0604020202020204" charset="0"/>
                  <a:sym typeface="Cantata One"/>
                </a:rPr>
                <a:t>Música</a:t>
              </a:r>
              <a:endParaRPr sz="1600" dirty="0">
                <a:solidFill>
                  <a:schemeClr val="dk1"/>
                </a:solidFill>
                <a:latin typeface="Catamaran" panose="020B0604020202020204" charset="0"/>
                <a:ea typeface="Cantata One"/>
                <a:cs typeface="Catamaran" panose="020B0604020202020204" charset="0"/>
                <a:sym typeface="Cantata One"/>
              </a:endParaRPr>
            </a:p>
          </p:txBody>
        </p:sp>
        <p:sp>
          <p:nvSpPr>
            <p:cNvPr id="16" name="Google Shape;628;p47">
              <a:hlinkClick r:id="rId6" action="ppaction://hlinksldjump"/>
              <a:extLst>
                <a:ext uri="{FF2B5EF4-FFF2-40B4-BE49-F238E27FC236}">
                  <a16:creationId xmlns:a16="http://schemas.microsoft.com/office/drawing/2014/main" id="{C2557040-7696-DE53-3C9A-19054FB161FD}"/>
                </a:ext>
              </a:extLst>
            </p:cNvPr>
            <p:cNvSpPr/>
            <p:nvPr/>
          </p:nvSpPr>
          <p:spPr>
            <a:xfrm>
              <a:off x="6007348" y="2402100"/>
              <a:ext cx="1348769" cy="339300"/>
            </a:xfrm>
            <a:prstGeom prst="rect">
              <a:avLst/>
            </a:prstGeom>
            <a:solidFill>
              <a:srgbClr val="FAC9BF">
                <a:alpha val="486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dk1"/>
                  </a:solidFill>
                  <a:uFill>
                    <a:noFill/>
                  </a:uFill>
                  <a:latin typeface="Catamaran" panose="020B0604020202020204" charset="0"/>
                  <a:ea typeface="Cantata One"/>
                  <a:cs typeface="Catamaran" panose="020B0604020202020204" charset="0"/>
                  <a:sym typeface="Cantata One"/>
                </a:rPr>
                <a:t>Anime</a:t>
              </a:r>
              <a:endParaRPr sz="1600" dirty="0">
                <a:solidFill>
                  <a:schemeClr val="dk1"/>
                </a:solidFill>
                <a:latin typeface="Catamaran" panose="020B0604020202020204" charset="0"/>
                <a:ea typeface="Cantata One"/>
                <a:cs typeface="Catamaran" panose="020B0604020202020204" charset="0"/>
                <a:sym typeface="Cantata One"/>
              </a:endParaRPr>
            </a:p>
          </p:txBody>
        </p:sp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">
              <p14:nvContentPartPr>
                <p14:cNvPr id="27" name="Entrada de lápiz 26">
                  <a:extLst>
                    <a:ext uri="{FF2B5EF4-FFF2-40B4-BE49-F238E27FC236}">
                      <a16:creationId xmlns:a16="http://schemas.microsoft.com/office/drawing/2014/main" id="{CD0E9BA4-B28B-79B5-6AD9-81A33EA16CDC}"/>
                    </a:ext>
                  </a:extLst>
                </p14:cNvPr>
                <p14:cNvContentPartPr/>
                <p14:nvPr/>
              </p14:nvContentPartPr>
              <p14:xfrm>
                <a:off x="7837264" y="2391853"/>
                <a:ext cx="360" cy="360"/>
              </p14:xfrm>
            </p:contentPart>
          </mc:Choice>
          <mc:Fallback xmlns="">
            <p:pic>
              <p:nvPicPr>
                <p:cNvPr id="27" name="Entrada de lápiz 26">
                  <a:extLst>
                    <a:ext uri="{FF2B5EF4-FFF2-40B4-BE49-F238E27FC236}">
                      <a16:creationId xmlns:a16="http://schemas.microsoft.com/office/drawing/2014/main" id="{CD0E9BA4-B28B-79B5-6AD9-81A33EA16CD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828624" y="2383213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">
              <p14:nvContentPartPr>
                <p14:cNvPr id="30" name="Entrada de lápiz 29">
                  <a:extLst>
                    <a:ext uri="{FF2B5EF4-FFF2-40B4-BE49-F238E27FC236}">
                      <a16:creationId xmlns:a16="http://schemas.microsoft.com/office/drawing/2014/main" id="{4ED50E54-1FE9-2AF8-3220-700B670F831B}"/>
                    </a:ext>
                  </a:extLst>
                </p14:cNvPr>
                <p14:cNvContentPartPr/>
                <p14:nvPr/>
              </p14:nvContentPartPr>
              <p14:xfrm>
                <a:off x="7709464" y="1387093"/>
                <a:ext cx="361800" cy="1513080"/>
              </p14:xfrm>
            </p:contentPart>
          </mc:Choice>
          <mc:Fallback xmlns="">
            <p:pic>
              <p:nvPicPr>
                <p:cNvPr id="30" name="Entrada de lápiz 29">
                  <a:extLst>
                    <a:ext uri="{FF2B5EF4-FFF2-40B4-BE49-F238E27FC236}">
                      <a16:creationId xmlns:a16="http://schemas.microsoft.com/office/drawing/2014/main" id="{4ED50E54-1FE9-2AF8-3220-700B670F831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700824" y="1378453"/>
                  <a:ext cx="379440" cy="153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">
              <p14:nvContentPartPr>
                <p14:cNvPr id="32" name="Entrada de lápiz 31">
                  <a:extLst>
                    <a:ext uri="{FF2B5EF4-FFF2-40B4-BE49-F238E27FC236}">
                      <a16:creationId xmlns:a16="http://schemas.microsoft.com/office/drawing/2014/main" id="{60E123F0-0359-A373-2822-8266F55C9E74}"/>
                    </a:ext>
                  </a:extLst>
                </p14:cNvPr>
                <p14:cNvContentPartPr/>
                <p14:nvPr/>
              </p14:nvContentPartPr>
              <p14:xfrm>
                <a:off x="5951224" y="3198973"/>
                <a:ext cx="203400" cy="720720"/>
              </p14:xfrm>
            </p:contentPart>
          </mc:Choice>
          <mc:Fallback xmlns="">
            <p:pic>
              <p:nvPicPr>
                <p:cNvPr id="32" name="Entrada de lápiz 31">
                  <a:extLst>
                    <a:ext uri="{FF2B5EF4-FFF2-40B4-BE49-F238E27FC236}">
                      <a16:creationId xmlns:a16="http://schemas.microsoft.com/office/drawing/2014/main" id="{60E123F0-0359-A373-2822-8266F55C9E7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942224" y="3189973"/>
                  <a:ext cx="221040" cy="73836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F173C8AE-CE30-F429-0FF1-7A17F8C5888E}"/>
                </a:ext>
              </a:extLst>
            </p:cNvPr>
            <p:cNvSpPr txBox="1"/>
            <p:nvPr/>
          </p:nvSpPr>
          <p:spPr>
            <a:xfrm>
              <a:off x="6309590" y="3260966"/>
              <a:ext cx="18693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Dreaming Outloud Pro" panose="03050502040302030504" pitchFamily="66" charset="0"/>
                  <a:cs typeface="Dreaming Outloud Pro" panose="03050502040302030504" pitchFamily="66" charset="0"/>
                </a:rPr>
                <a:t>Intersección = 2</a:t>
              </a:r>
              <a:endParaRPr lang="es-MX" sz="18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sp>
        <p:nvSpPr>
          <p:cNvPr id="38" name="Subtítulo 2">
            <a:extLst>
              <a:ext uri="{FF2B5EF4-FFF2-40B4-BE49-F238E27FC236}">
                <a16:creationId xmlns:a16="http://schemas.microsoft.com/office/drawing/2014/main" id="{F2A68FF7-2907-967B-B0C7-2D0BF8404C99}"/>
              </a:ext>
            </a:extLst>
          </p:cNvPr>
          <p:cNvSpPr txBox="1">
            <a:spLocks/>
          </p:cNvSpPr>
          <p:nvPr/>
        </p:nvSpPr>
        <p:spPr>
          <a:xfrm>
            <a:off x="2587450" y="238074"/>
            <a:ext cx="3519108" cy="50454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0" lvl="1"/>
            <a:r>
              <a:rPr lang="es-MX" sz="2800" dirty="0">
                <a:latin typeface="Modern Love Grunge" panose="04070805081005020601" pitchFamily="82" charset="0"/>
                <a:cs typeface="Catamaran" panose="020B0604020202020204" charset="0"/>
              </a:rPr>
              <a:t>Distancia Jaccard</a:t>
            </a: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86AE870-AC69-B496-6FBF-E0FA8735CB96}"/>
              </a:ext>
            </a:extLst>
          </p:cNvPr>
          <p:cNvSpPr txBox="1"/>
          <p:nvPr/>
        </p:nvSpPr>
        <p:spPr>
          <a:xfrm>
            <a:off x="7469821" y="3917038"/>
            <a:ext cx="14125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Ana y Luis están a 2/3 de distancia</a:t>
            </a:r>
            <a:endParaRPr lang="es-MX" sz="1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uadroTexto 40">
                <a:extLst>
                  <a:ext uri="{FF2B5EF4-FFF2-40B4-BE49-F238E27FC236}">
                    <a16:creationId xmlns:a16="http://schemas.microsoft.com/office/drawing/2014/main" id="{D3379081-CE4B-0374-2B55-D6CFF96F9356}"/>
                  </a:ext>
                </a:extLst>
              </p:cNvPr>
              <p:cNvSpPr txBox="1"/>
              <p:nvPr/>
            </p:nvSpPr>
            <p:spPr>
              <a:xfrm>
                <a:off x="2664864" y="3823702"/>
                <a:ext cx="3901837" cy="5404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s-MX" sz="2400" dirty="0"/>
                  <a:t>1 -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s-MX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𝐸𝑙𝑒𝑚𝑒𝑛𝑡𝑜𝑠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𝑒𝑛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𝑙𝑎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𝑖𝑛𝑡𝑒𝑟𝑠𝑒𝑐𝑐𝑖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ó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𝐸𝑙𝑒𝑚𝑒𝑛𝑡𝑜𝑠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𝑒𝑛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𝑙𝑎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𝑢𝑛𝑖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ó</m:t>
                        </m:r>
                        <m:r>
                          <a:rPr lang="es-MX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s-MX" sz="2400" dirty="0"/>
                  <a:t> </a:t>
                </a:r>
              </a:p>
            </p:txBody>
          </p:sp>
        </mc:Choice>
        <mc:Fallback xmlns="">
          <p:sp>
            <p:nvSpPr>
              <p:cNvPr id="41" name="CuadroTexto 40">
                <a:extLst>
                  <a:ext uri="{FF2B5EF4-FFF2-40B4-BE49-F238E27FC236}">
                    <a16:creationId xmlns:a16="http://schemas.microsoft.com/office/drawing/2014/main" id="{D3379081-CE4B-0374-2B55-D6CFF96F9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864" y="3823702"/>
                <a:ext cx="3901837" cy="540404"/>
              </a:xfrm>
              <a:prstGeom prst="rect">
                <a:avLst/>
              </a:prstGeom>
              <a:blipFill>
                <a:blip r:embed="rId14"/>
                <a:stretch>
                  <a:fillRect l="-4688" t="-1124" b="-17978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7" name="Grupo 46">
            <a:extLst>
              <a:ext uri="{FF2B5EF4-FFF2-40B4-BE49-F238E27FC236}">
                <a16:creationId xmlns:a16="http://schemas.microsoft.com/office/drawing/2014/main" id="{C0847583-367D-1D20-A2A9-9AB1DF3EE979}"/>
              </a:ext>
            </a:extLst>
          </p:cNvPr>
          <p:cNvGrpSpPr/>
          <p:nvPr/>
        </p:nvGrpSpPr>
        <p:grpSpPr>
          <a:xfrm>
            <a:off x="6498424" y="3763453"/>
            <a:ext cx="905760" cy="804960"/>
            <a:chOff x="6498424" y="3763453"/>
            <a:chExt cx="905760" cy="80496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">
              <p14:nvContentPartPr>
                <p14:cNvPr id="45" name="Entrada de lápiz 44">
                  <a:extLst>
                    <a:ext uri="{FF2B5EF4-FFF2-40B4-BE49-F238E27FC236}">
                      <a16:creationId xmlns:a16="http://schemas.microsoft.com/office/drawing/2014/main" id="{4303DE07-1F8E-0AF3-84EE-562320F4F1BA}"/>
                    </a:ext>
                  </a:extLst>
                </p14:cNvPr>
                <p14:cNvContentPartPr/>
                <p14:nvPr/>
              </p14:nvContentPartPr>
              <p14:xfrm>
                <a:off x="6498424" y="3763453"/>
                <a:ext cx="874800" cy="711360"/>
              </p14:xfrm>
            </p:contentPart>
          </mc:Choice>
          <mc:Fallback xmlns="">
            <p:pic>
              <p:nvPicPr>
                <p:cNvPr id="45" name="Entrada de lápiz 44">
                  <a:extLst>
                    <a:ext uri="{FF2B5EF4-FFF2-40B4-BE49-F238E27FC236}">
                      <a16:creationId xmlns:a16="http://schemas.microsoft.com/office/drawing/2014/main" id="{4303DE07-1F8E-0AF3-84EE-562320F4F1B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489784" y="3754813"/>
                  <a:ext cx="892440" cy="72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">
              <p14:nvContentPartPr>
                <p14:cNvPr id="46" name="Entrada de lápiz 45">
                  <a:extLst>
                    <a:ext uri="{FF2B5EF4-FFF2-40B4-BE49-F238E27FC236}">
                      <a16:creationId xmlns:a16="http://schemas.microsoft.com/office/drawing/2014/main" id="{D04DBC7E-5975-9DCE-B068-3366B84F6E27}"/>
                    </a:ext>
                  </a:extLst>
                </p14:cNvPr>
                <p14:cNvContentPartPr/>
                <p14:nvPr/>
              </p14:nvContentPartPr>
              <p14:xfrm>
                <a:off x="7312024" y="4441333"/>
                <a:ext cx="92160" cy="127080"/>
              </p14:xfrm>
            </p:contentPart>
          </mc:Choice>
          <mc:Fallback xmlns="">
            <p:pic>
              <p:nvPicPr>
                <p:cNvPr id="46" name="Entrada de lápiz 45">
                  <a:extLst>
                    <a:ext uri="{FF2B5EF4-FFF2-40B4-BE49-F238E27FC236}">
                      <a16:creationId xmlns:a16="http://schemas.microsoft.com/office/drawing/2014/main" id="{D04DBC7E-5975-9DCE-B068-3366B84F6E2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303384" y="4432333"/>
                  <a:ext cx="109800" cy="1447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9">
          <a:extLst>
            <a:ext uri="{FF2B5EF4-FFF2-40B4-BE49-F238E27FC236}">
              <a16:creationId xmlns:a16="http://schemas.microsoft.com/office/drawing/2014/main" id="{0C5D96BF-A41A-CAB3-E08F-40FA0F1C3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C53E52BC-165D-762B-A5E5-3130127130B7}"/>
              </a:ext>
            </a:extLst>
          </p:cNvPr>
          <p:cNvSpPr txBox="1">
            <a:spLocks/>
          </p:cNvSpPr>
          <p:nvPr/>
        </p:nvSpPr>
        <p:spPr>
          <a:xfrm>
            <a:off x="703612" y="813705"/>
            <a:ext cx="7003473" cy="352424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0" lvl="1"/>
            <a:endParaRPr lang="es-MX" sz="1800" dirty="0">
              <a:solidFill>
                <a:schemeClr val="bg1">
                  <a:lumMod val="50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  <a:p>
            <a:pPr marL="127000" lvl="1"/>
            <a:r>
              <a:rPr lang="es-MX" sz="1800" dirty="0">
                <a:solidFill>
                  <a:schemeClr val="bg1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1. ¿Cómo te identificas? (Hombre/Mujer)  </a:t>
            </a:r>
          </a:p>
          <a:p>
            <a:pPr marL="127000" lvl="1"/>
            <a:r>
              <a:rPr lang="es-MX"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2. ¿Qué te gusta? (Hombres/Mujeres/Ambos)</a:t>
            </a:r>
          </a:p>
          <a:p>
            <a:pPr marL="127000" lvl="1"/>
            <a:r>
              <a:rPr lang="es-MX"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3. ¿Principalmente qué estás buscando?  </a:t>
            </a:r>
          </a:p>
          <a:p>
            <a:pPr marL="127000" lvl="1"/>
            <a:endParaRPr lang="es-MX" sz="1800" b="1" dirty="0">
              <a:solidFill>
                <a:schemeClr val="tx1">
                  <a:lumMod val="95000"/>
                  <a:lumOff val="5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  <a:p>
            <a:pPr marL="127000" lvl="1"/>
            <a:endParaRPr lang="es-MX" sz="1800" b="1" dirty="0">
              <a:solidFill>
                <a:schemeClr val="tx1">
                  <a:lumMod val="95000"/>
                  <a:lumOff val="5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  <a:p>
            <a:pPr marL="127000" lvl="1"/>
            <a:endParaRPr lang="es-MX" sz="1800" b="1" dirty="0">
              <a:solidFill>
                <a:schemeClr val="tx1">
                  <a:lumMod val="95000"/>
                  <a:lumOff val="5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  <a:p>
            <a:pPr marL="127000" lvl="1"/>
            <a:r>
              <a:rPr lang="es-MX"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4. Hobbies </a:t>
            </a:r>
          </a:p>
          <a:p>
            <a:pPr marL="127000" lvl="1"/>
            <a:r>
              <a:rPr lang="es-MX"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5. Para la primera cita prefieres</a:t>
            </a:r>
          </a:p>
          <a:p>
            <a:pPr marL="127000" lvl="1"/>
            <a:r>
              <a:rPr lang="es-MX"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6. Lugares favoritos de la facultad</a:t>
            </a:r>
          </a:p>
          <a:p>
            <a:pPr marL="127000" lvl="1"/>
            <a:r>
              <a:rPr lang="es-MX" sz="1800" dirty="0">
                <a:solidFill>
                  <a:schemeClr val="bg1">
                    <a:lumMod val="50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7. Escribe algo a tu match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98E36CD-F983-E500-434D-12057604B2D7}"/>
              </a:ext>
            </a:extLst>
          </p:cNvPr>
          <p:cNvSpPr txBox="1"/>
          <p:nvPr/>
        </p:nvSpPr>
        <p:spPr>
          <a:xfrm>
            <a:off x="5507552" y="1367517"/>
            <a:ext cx="18647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b="1" dirty="0">
                <a:solidFill>
                  <a:schemeClr val="bg2">
                    <a:lumMod val="50000"/>
                  </a:schemeClr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No negociable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369BA3C-1351-A572-CDF1-2F042FE0D231}"/>
              </a:ext>
            </a:extLst>
          </p:cNvPr>
          <p:cNvSpPr txBox="1"/>
          <p:nvPr/>
        </p:nvSpPr>
        <p:spPr>
          <a:xfrm>
            <a:off x="1363435" y="1935717"/>
            <a:ext cx="1600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b="1" dirty="0">
                <a:solidFill>
                  <a:schemeClr val="bg2">
                    <a:lumMod val="50000"/>
                  </a:schemeClr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Relación: 0.5</a:t>
            </a:r>
          </a:p>
          <a:p>
            <a:r>
              <a:rPr lang="es-MX" sz="1600" b="1" dirty="0">
                <a:solidFill>
                  <a:schemeClr val="bg2">
                    <a:lumMod val="50000"/>
                  </a:schemeClr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Amistad: 0</a:t>
            </a:r>
          </a:p>
          <a:p>
            <a:r>
              <a:rPr lang="es-MX" sz="1600" b="1" dirty="0">
                <a:solidFill>
                  <a:schemeClr val="bg2">
                    <a:lumMod val="50000"/>
                  </a:schemeClr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Casual: -0.5</a:t>
            </a:r>
            <a:endParaRPr lang="es-MX" sz="2000" b="1" dirty="0">
              <a:solidFill>
                <a:schemeClr val="tx1">
                  <a:lumMod val="95000"/>
                  <a:lumOff val="5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074302B-BE72-E625-1F6A-7BAC641AD7BF}"/>
              </a:ext>
            </a:extLst>
          </p:cNvPr>
          <p:cNvSpPr txBox="1"/>
          <p:nvPr/>
        </p:nvSpPr>
        <p:spPr>
          <a:xfrm>
            <a:off x="4403984" y="2570773"/>
            <a:ext cx="7395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7200" b="1" dirty="0">
                <a:solidFill>
                  <a:schemeClr val="bg2">
                    <a:lumMod val="50000"/>
                  </a:schemeClr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}</a:t>
            </a:r>
            <a:endParaRPr lang="es-MX" sz="2000" b="1" dirty="0">
              <a:solidFill>
                <a:schemeClr val="bg2">
                  <a:lumMod val="50000"/>
                </a:schemeClr>
              </a:solidFill>
              <a:latin typeface="Dreaming Outloud Pro" panose="03050502040302030504" pitchFamily="66" charset="0"/>
              <a:cs typeface="Dreaming Outloud Pro" panose="03050502040302030504" pitchFamily="66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751C639-F682-4476-C771-8C462B84C19D}"/>
              </a:ext>
            </a:extLst>
          </p:cNvPr>
          <p:cNvSpPr txBox="1"/>
          <p:nvPr/>
        </p:nvSpPr>
        <p:spPr>
          <a:xfrm>
            <a:off x="4890409" y="3017048"/>
            <a:ext cx="17716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>
                <a:solidFill>
                  <a:schemeClr val="bg2">
                    <a:lumMod val="50000"/>
                  </a:schemeClr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Distancia </a:t>
            </a:r>
            <a:r>
              <a:rPr lang="es-MX" b="1" dirty="0" err="1">
                <a:solidFill>
                  <a:schemeClr val="bg2">
                    <a:lumMod val="50000"/>
                  </a:schemeClr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jaccard</a:t>
            </a:r>
            <a:endParaRPr lang="es-MX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8586A4-1884-42FB-7943-38A45ED50D43}"/>
              </a:ext>
            </a:extLst>
          </p:cNvPr>
          <p:cNvSpPr txBox="1"/>
          <p:nvPr/>
        </p:nvSpPr>
        <p:spPr>
          <a:xfrm>
            <a:off x="3175911" y="2156506"/>
            <a:ext cx="196759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400" b="1" dirty="0">
                <a:solidFill>
                  <a:schemeClr val="bg2">
                    <a:lumMod val="50000"/>
                  </a:schemeClr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Distancia euclidiana</a:t>
            </a:r>
            <a:endParaRPr lang="es-MX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1AEFE56-BC32-E754-8981-4975DEBCF96B}"/>
              </a:ext>
            </a:extLst>
          </p:cNvPr>
          <p:cNvSpPr txBox="1"/>
          <p:nvPr/>
        </p:nvSpPr>
        <p:spPr>
          <a:xfrm>
            <a:off x="2747517" y="1799414"/>
            <a:ext cx="7395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7200" b="1" dirty="0">
                <a:solidFill>
                  <a:schemeClr val="tx2">
                    <a:lumMod val="75000"/>
                  </a:schemeClr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}</a:t>
            </a:r>
            <a:endParaRPr lang="es-MX" sz="2000" b="1" dirty="0">
              <a:solidFill>
                <a:schemeClr val="tx2">
                  <a:lumMod val="75000"/>
                </a:schemeClr>
              </a:solidFill>
              <a:latin typeface="Dreaming Outloud Pro" panose="03050502040302030504" pitchFamily="66" charset="0"/>
              <a:cs typeface="Dreaming Outloud Pro" panose="03050502040302030504" pitchFamily="66" charset="0"/>
            </a:endParaRPr>
          </a:p>
        </p:txBody>
      </p:sp>
      <p:pic>
        <p:nvPicPr>
          <p:cNvPr id="17" name="Google Shape;1571;p77">
            <a:extLst>
              <a:ext uri="{FF2B5EF4-FFF2-40B4-BE49-F238E27FC236}">
                <a16:creationId xmlns:a16="http://schemas.microsoft.com/office/drawing/2014/main" id="{48B4314F-6528-B46C-24B0-80F151675964}"/>
              </a:ext>
            </a:extLst>
          </p:cNvPr>
          <p:cNvPicPr preferRelativeResize="0"/>
          <p:nvPr/>
        </p:nvPicPr>
        <p:blipFill rotWithShape="1">
          <a:blip r:embed="rId3">
            <a:alphaModFix amt="57000"/>
          </a:blip>
          <a:srcRect l="36305" t="26731" r="30909" b="23776"/>
          <a:stretch/>
        </p:blipFill>
        <p:spPr>
          <a:xfrm flipH="1">
            <a:off x="7380464" y="4025745"/>
            <a:ext cx="2119848" cy="1800074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547;p45">
            <a:extLst>
              <a:ext uri="{FF2B5EF4-FFF2-40B4-BE49-F238E27FC236}">
                <a16:creationId xmlns:a16="http://schemas.microsoft.com/office/drawing/2014/main" id="{20759145-08E8-F994-695F-F43FD0B3FAF4}"/>
              </a:ext>
            </a:extLst>
          </p:cNvPr>
          <p:cNvSpPr txBox="1">
            <a:spLocks/>
          </p:cNvSpPr>
          <p:nvPr/>
        </p:nvSpPr>
        <p:spPr>
          <a:xfrm>
            <a:off x="1097269" y="245901"/>
            <a:ext cx="6495516" cy="58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38100" lvl="0" indent="-3238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●"/>
              <a:defRPr sz="17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●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○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ctor"/>
              <a:buChar char="■"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>
              <a:buSzPts val="1100"/>
            </a:pPr>
            <a:r>
              <a:rPr lang="en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Obtención de matrices de distancias</a:t>
            </a:r>
            <a:endParaRPr lang="es-MX" sz="2800" dirty="0">
              <a:solidFill>
                <a:schemeClr val="tx1">
                  <a:lumMod val="75000"/>
                  <a:lumOff val="25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10766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547;p45">
            <a:extLst>
              <a:ext uri="{FF2B5EF4-FFF2-40B4-BE49-F238E27FC236}">
                <a16:creationId xmlns:a16="http://schemas.microsoft.com/office/drawing/2014/main" id="{69EC80AF-9A98-EB00-2728-A171189F1DBC}"/>
              </a:ext>
            </a:extLst>
          </p:cNvPr>
          <p:cNvSpPr txBox="1">
            <a:spLocks/>
          </p:cNvSpPr>
          <p:nvPr/>
        </p:nvSpPr>
        <p:spPr>
          <a:xfrm>
            <a:off x="673257" y="1116175"/>
            <a:ext cx="7952015" cy="3423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2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>
              <a:buSzPts val="1100"/>
            </a:pPr>
            <a:r>
              <a:rPr lang="en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Cada pregunta generó una matriz de nxn de distancias, dentro del rango de 0 a 1,  entre los participantes.</a:t>
            </a:r>
          </a:p>
          <a:p>
            <a:pPr marL="0" indent="0">
              <a:buSzPts val="1100"/>
            </a:pPr>
            <a:endParaRPr lang="en" sz="2000" dirty="0">
              <a:solidFill>
                <a:schemeClr val="tx1">
                  <a:lumMod val="75000"/>
                  <a:lumOff val="25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  <a:p>
            <a:pPr marL="0" indent="0">
              <a:buSzPts val="1100"/>
            </a:pPr>
            <a:r>
              <a:rPr lang="en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Como todas las matrices tienen las mismas dimensiones se le puede dar un peso distinto a cada pregunta y obtener una sola matriz sumando las entradas:</a:t>
            </a:r>
          </a:p>
          <a:p>
            <a:pPr marL="0" indent="0" algn="ctr">
              <a:buSzPts val="1100"/>
            </a:pP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(</a:t>
            </a:r>
            <a:r>
              <a:rPr lang="es-MX" sz="2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pts_busca</a:t>
            </a: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 * </a:t>
            </a:r>
            <a:r>
              <a:rPr lang="es-MX" sz="2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busqueda</a:t>
            </a: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) +</a:t>
            </a:r>
          </a:p>
          <a:p>
            <a:pPr marL="0" indent="0" algn="ctr">
              <a:buSzPts val="1100"/>
            </a:pP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(</a:t>
            </a:r>
            <a:r>
              <a:rPr lang="es-MX" sz="2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pts_hobbies</a:t>
            </a: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 * hobbies) +                                </a:t>
            </a:r>
          </a:p>
          <a:p>
            <a:pPr marL="0" indent="0" algn="ctr">
              <a:buSzPts val="1100"/>
            </a:pP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(</a:t>
            </a:r>
            <a:r>
              <a:rPr lang="es-MX" sz="2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pts_primeraCita</a:t>
            </a: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 * </a:t>
            </a:r>
            <a:r>
              <a:rPr lang="es-MX" sz="2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primeraCita</a:t>
            </a: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) +</a:t>
            </a:r>
          </a:p>
          <a:p>
            <a:pPr marL="0" indent="0" algn="ctr">
              <a:buSzPts val="1100"/>
            </a:pP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 (</a:t>
            </a:r>
            <a:r>
              <a:rPr lang="es-MX" sz="2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pts_lugaresFac</a:t>
            </a: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 * </a:t>
            </a:r>
            <a:r>
              <a:rPr lang="es-MX" sz="2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lugaresFac</a:t>
            </a: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) </a:t>
            </a: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FF83B02E-A26F-A8BD-A5E7-8D18D199F143}"/>
              </a:ext>
            </a:extLst>
          </p:cNvPr>
          <p:cNvSpPr txBox="1">
            <a:spLocks/>
          </p:cNvSpPr>
          <p:nvPr/>
        </p:nvSpPr>
        <p:spPr>
          <a:xfrm>
            <a:off x="673257" y="403160"/>
            <a:ext cx="7797486" cy="71301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0" lvl="1" algn="ctr"/>
            <a:r>
              <a:rPr lang="es-MX" sz="2800" dirty="0">
                <a:latin typeface="Modern Love Grunge" panose="04070805081005020601" pitchFamily="82" charset="0"/>
                <a:cs typeface="Catamaran" panose="020B0604020202020204" charset="0"/>
              </a:rPr>
              <a:t>Matriz de distancia</a:t>
            </a:r>
          </a:p>
        </p:txBody>
      </p:sp>
    </p:spTree>
    <p:extLst>
      <p:ext uri="{BB962C8B-B14F-4D97-AF65-F5344CB8AC3E}">
        <p14:creationId xmlns:p14="http://schemas.microsoft.com/office/powerpoint/2010/main" val="40358362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0B983-1044-26A0-4E65-25246964E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547;p45">
            <a:extLst>
              <a:ext uri="{FF2B5EF4-FFF2-40B4-BE49-F238E27FC236}">
                <a16:creationId xmlns:a16="http://schemas.microsoft.com/office/drawing/2014/main" id="{A17686BC-2FB2-003B-87C4-759C07BE2A56}"/>
              </a:ext>
            </a:extLst>
          </p:cNvPr>
          <p:cNvSpPr txBox="1">
            <a:spLocks/>
          </p:cNvSpPr>
          <p:nvPr/>
        </p:nvSpPr>
        <p:spPr>
          <a:xfrm>
            <a:off x="673257" y="1116175"/>
            <a:ext cx="7952015" cy="1015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2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>
              <a:buSzPts val="1100"/>
            </a:pP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Para ejecutar el algoritmo se necesita una lista de preferencias de cada usuario y ésta se obtuvo de acuerdo a las distancias del participante con todos los demás</a:t>
            </a: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ABA99A3A-286D-184D-7C3C-C8FCAD03D19E}"/>
              </a:ext>
            </a:extLst>
          </p:cNvPr>
          <p:cNvSpPr txBox="1">
            <a:spLocks/>
          </p:cNvSpPr>
          <p:nvPr/>
        </p:nvSpPr>
        <p:spPr>
          <a:xfrm>
            <a:off x="673257" y="403160"/>
            <a:ext cx="7797486" cy="71301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0" lvl="1" algn="ctr"/>
            <a:r>
              <a:rPr lang="es-MX" sz="2800" dirty="0">
                <a:latin typeface="Modern Love Grunge" panose="04070805081005020601" pitchFamily="82" charset="0"/>
                <a:cs typeface="Catamaran" panose="020B0604020202020204" charset="0"/>
              </a:rPr>
              <a:t>Algoritmo de </a:t>
            </a:r>
            <a:r>
              <a:rPr lang="es-MX" sz="2800" dirty="0" err="1">
                <a:latin typeface="Modern Love Grunge" panose="04070805081005020601" pitchFamily="82" charset="0"/>
                <a:cs typeface="Catamaran" panose="020B0604020202020204" charset="0"/>
              </a:rPr>
              <a:t>Galey</a:t>
            </a:r>
            <a:r>
              <a:rPr lang="es-MX" sz="2800" dirty="0">
                <a:latin typeface="Modern Love Grunge" panose="04070805081005020601" pitchFamily="82" charset="0"/>
                <a:cs typeface="Catamaran" panose="020B0604020202020204" charset="0"/>
              </a:rPr>
              <a:t> Shapley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D3AFA98-15FC-64F1-0B68-313F94BE0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669" y="2131407"/>
            <a:ext cx="3842049" cy="2782890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1290F8F6-9D77-F56A-31BC-73677B0AA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0506" y="2571750"/>
            <a:ext cx="2337105" cy="1962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828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2">
            <a:extLst>
              <a:ext uri="{FF2B5EF4-FFF2-40B4-BE49-F238E27FC236}">
                <a16:creationId xmlns:a16="http://schemas.microsoft.com/office/drawing/2014/main" id="{84216970-FEC7-EBDE-3F12-00CB0D914F53}"/>
              </a:ext>
            </a:extLst>
          </p:cNvPr>
          <p:cNvSpPr txBox="1">
            <a:spLocks/>
          </p:cNvSpPr>
          <p:nvPr/>
        </p:nvSpPr>
        <p:spPr>
          <a:xfrm>
            <a:off x="673257" y="403160"/>
            <a:ext cx="7797486" cy="71301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0" lvl="1" algn="ctr"/>
            <a:r>
              <a:rPr lang="es-MX" sz="2800" dirty="0">
                <a:latin typeface="Modern Love Grunge" panose="04070805081005020601" pitchFamily="82" charset="0"/>
                <a:cs typeface="Catamaran" panose="020B0604020202020204" charset="0"/>
              </a:rPr>
              <a:t>Modelos y evaluación</a:t>
            </a:r>
          </a:p>
        </p:txBody>
      </p:sp>
      <p:sp>
        <p:nvSpPr>
          <p:cNvPr id="3" name="Google Shape;547;p45">
            <a:extLst>
              <a:ext uri="{FF2B5EF4-FFF2-40B4-BE49-F238E27FC236}">
                <a16:creationId xmlns:a16="http://schemas.microsoft.com/office/drawing/2014/main" id="{A557F381-4AC5-006F-3721-C7AA70D98355}"/>
              </a:ext>
            </a:extLst>
          </p:cNvPr>
          <p:cNvSpPr txBox="1">
            <a:spLocks/>
          </p:cNvSpPr>
          <p:nvPr/>
        </p:nvSpPr>
        <p:spPr>
          <a:xfrm>
            <a:off x="302079" y="871247"/>
            <a:ext cx="8539841" cy="21577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2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>
              <a:buSzPts val="1100"/>
            </a:pP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 evaluaron distintos modelos y se conservó el que tenía en promedio menor distancia entre las parejas formadas:</a:t>
            </a:r>
          </a:p>
          <a:p>
            <a:pPr marL="0" indent="0">
              <a:buSzPts val="1100"/>
            </a:pPr>
            <a:endParaRPr lang="en" sz="2000" dirty="0">
              <a:solidFill>
                <a:schemeClr val="tx1">
                  <a:lumMod val="75000"/>
                  <a:lumOff val="25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  <a:p>
            <a:pPr marL="0" indent="0" algn="ctr">
              <a:buSzPts val="1100"/>
            </a:pP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(0.4 * </a:t>
            </a:r>
            <a:r>
              <a:rPr lang="es-MX" sz="2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busqueda</a:t>
            </a: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) +</a:t>
            </a:r>
          </a:p>
          <a:p>
            <a:pPr marL="0" indent="0" algn="ctr">
              <a:buSzPts val="1100"/>
            </a:pP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(0.3 * hobbies) +                                </a:t>
            </a:r>
          </a:p>
          <a:p>
            <a:pPr marL="0" indent="0" algn="ctr">
              <a:buSzPts val="1100"/>
            </a:pP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(0.25 * </a:t>
            </a:r>
            <a:r>
              <a:rPr lang="es-MX" sz="2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primeraCita</a:t>
            </a: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) +</a:t>
            </a:r>
          </a:p>
          <a:p>
            <a:pPr marL="0" indent="0" algn="ctr">
              <a:buSzPts val="1100"/>
            </a:pP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 (0.05 * </a:t>
            </a:r>
            <a:r>
              <a:rPr lang="es-MX" sz="2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lugaresFac</a:t>
            </a: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) </a:t>
            </a:r>
          </a:p>
          <a:p>
            <a:pPr marL="0" indent="0">
              <a:buSzPts val="1100"/>
            </a:pPr>
            <a:endParaRPr lang="es-MX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SzPts val="1100"/>
            </a:pPr>
            <a:endParaRPr lang="es-MX" sz="2000" dirty="0">
              <a:solidFill>
                <a:schemeClr val="tx1">
                  <a:lumMod val="75000"/>
                  <a:lumOff val="25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7" name="Google Shape;547;p45">
            <a:extLst>
              <a:ext uri="{FF2B5EF4-FFF2-40B4-BE49-F238E27FC236}">
                <a16:creationId xmlns:a16="http://schemas.microsoft.com/office/drawing/2014/main" id="{49D73BB8-FD67-2C61-E778-B14969D0ECE6}"/>
              </a:ext>
            </a:extLst>
          </p:cNvPr>
          <p:cNvSpPr txBox="1">
            <a:spLocks/>
          </p:cNvSpPr>
          <p:nvPr/>
        </p:nvSpPr>
        <p:spPr>
          <a:xfrm>
            <a:off x="351063" y="3104957"/>
            <a:ext cx="8490857" cy="165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2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>
              <a:buSzPts val="1100"/>
            </a:pP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El conjunto se dividió en heterosexuales y homosexuales/lesbianas. A cada mujer heterosexual le correspondieron dos hombres.</a:t>
            </a:r>
          </a:p>
          <a:p>
            <a:pPr marL="0" indent="0">
              <a:buSzPts val="1100"/>
            </a:pPr>
            <a:endParaRPr lang="es-MX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SzPts val="1100"/>
            </a:pPr>
            <a:r>
              <a:rPr lang="es-MX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Adicionalmente se realizaron otros emparejamientos al azar, y se contrastaron las distancias de estos emparejamientos con los emparejamientos propuestos.</a:t>
            </a:r>
            <a:endParaRPr lang="en" sz="2000" dirty="0">
              <a:solidFill>
                <a:schemeClr val="tx1">
                  <a:lumMod val="75000"/>
                  <a:lumOff val="25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  <a:p>
            <a:pPr marL="0" indent="0" algn="ctr">
              <a:buSzPts val="1100"/>
            </a:pPr>
            <a:endParaRPr lang="es-MX" sz="2000" dirty="0">
              <a:solidFill>
                <a:schemeClr val="tx1">
                  <a:lumMod val="75000"/>
                  <a:lumOff val="25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9">
          <a:extLst>
            <a:ext uri="{FF2B5EF4-FFF2-40B4-BE49-F238E27FC236}">
              <a16:creationId xmlns:a16="http://schemas.microsoft.com/office/drawing/2014/main" id="{7F3AB451-9AAA-2FAC-CF93-E913EBCC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2">
            <a:extLst>
              <a:ext uri="{FF2B5EF4-FFF2-40B4-BE49-F238E27FC236}">
                <a16:creationId xmlns:a16="http://schemas.microsoft.com/office/drawing/2014/main" id="{3D53B3B0-7B54-6256-B3BF-8FB34EE78AD2}"/>
              </a:ext>
            </a:extLst>
          </p:cNvPr>
          <p:cNvSpPr txBox="1">
            <a:spLocks/>
          </p:cNvSpPr>
          <p:nvPr/>
        </p:nvSpPr>
        <p:spPr>
          <a:xfrm>
            <a:off x="673257" y="403160"/>
            <a:ext cx="7797486" cy="71301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0" lvl="1" algn="ctr"/>
            <a:r>
              <a:rPr lang="es-MX" sz="2800" dirty="0">
                <a:latin typeface="Modern Love Grunge" panose="04070805081005020601" pitchFamily="82" charset="0"/>
                <a:cs typeface="Catamaran" panose="020B0604020202020204" charset="0"/>
              </a:rPr>
              <a:t>Modelos y evaluación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B95943FE-EF37-530B-6977-6C41995C7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1362912"/>
              </p:ext>
            </p:extLst>
          </p:nvPr>
        </p:nvGraphicFramePr>
        <p:xfrm>
          <a:off x="861036" y="1200486"/>
          <a:ext cx="7116535" cy="1620520"/>
        </p:xfrm>
        <a:graphic>
          <a:graphicData uri="http://schemas.openxmlformats.org/drawingml/2006/table">
            <a:tbl>
              <a:tblPr firstRow="1" bandRow="1">
                <a:tableStyleId>{0ABC889B-D672-42EC-825F-092DBC71883A}</a:tableStyleId>
              </a:tblPr>
              <a:tblGrid>
                <a:gridCol w="1423307">
                  <a:extLst>
                    <a:ext uri="{9D8B030D-6E8A-4147-A177-3AD203B41FA5}">
                      <a16:colId xmlns:a16="http://schemas.microsoft.com/office/drawing/2014/main" val="798339276"/>
                    </a:ext>
                  </a:extLst>
                </a:gridCol>
                <a:gridCol w="1423307">
                  <a:extLst>
                    <a:ext uri="{9D8B030D-6E8A-4147-A177-3AD203B41FA5}">
                      <a16:colId xmlns:a16="http://schemas.microsoft.com/office/drawing/2014/main" val="1569419766"/>
                    </a:ext>
                  </a:extLst>
                </a:gridCol>
                <a:gridCol w="1423307">
                  <a:extLst>
                    <a:ext uri="{9D8B030D-6E8A-4147-A177-3AD203B41FA5}">
                      <a16:colId xmlns:a16="http://schemas.microsoft.com/office/drawing/2014/main" val="2633075417"/>
                    </a:ext>
                  </a:extLst>
                </a:gridCol>
                <a:gridCol w="1423307">
                  <a:extLst>
                    <a:ext uri="{9D8B030D-6E8A-4147-A177-3AD203B41FA5}">
                      <a16:colId xmlns:a16="http://schemas.microsoft.com/office/drawing/2014/main" val="874586438"/>
                    </a:ext>
                  </a:extLst>
                </a:gridCol>
                <a:gridCol w="1423307">
                  <a:extLst>
                    <a:ext uri="{9D8B030D-6E8A-4147-A177-3AD203B41FA5}">
                      <a16:colId xmlns:a16="http://schemas.microsoft.com/office/drawing/2014/main" val="25559352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MX" dirty="0">
                        <a:latin typeface="Catamaran" panose="020B0604020202020204" charset="0"/>
                        <a:cs typeface="Catamaran" panose="020B060402020202020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Lugares para la primera cita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Hobbies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Lugares favoritos de la facultad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Tipo de relación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463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Mediana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 0.7000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0.8333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1.0000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0.500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58535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0.6773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0.8077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0.8966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0.5011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s-MX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Catamaran" panose="020B0604020202020204" charset="0"/>
                        <a:ea typeface="Arial"/>
                        <a:cs typeface="Catamaran" panose="020B0604020202020204" charset="0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1771523"/>
                  </a:ext>
                </a:extLst>
              </a:tr>
            </a:tbl>
          </a:graphicData>
        </a:graphic>
      </p:graphicFrame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018B4116-0F61-0028-E9F6-72EB8B838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4716793"/>
              </p:ext>
            </p:extLst>
          </p:nvPr>
        </p:nvGraphicFramePr>
        <p:xfrm>
          <a:off x="861035" y="3051057"/>
          <a:ext cx="7116535" cy="741680"/>
        </p:xfrm>
        <a:graphic>
          <a:graphicData uri="http://schemas.openxmlformats.org/drawingml/2006/table">
            <a:tbl>
              <a:tblPr firstRow="1" bandRow="1">
                <a:tableStyleId>{0ABC889B-D672-42EC-825F-092DBC71883A}</a:tableStyleId>
              </a:tblPr>
              <a:tblGrid>
                <a:gridCol w="1423307">
                  <a:extLst>
                    <a:ext uri="{9D8B030D-6E8A-4147-A177-3AD203B41FA5}">
                      <a16:colId xmlns:a16="http://schemas.microsoft.com/office/drawing/2014/main" val="798339276"/>
                    </a:ext>
                  </a:extLst>
                </a:gridCol>
                <a:gridCol w="1423307">
                  <a:extLst>
                    <a:ext uri="{9D8B030D-6E8A-4147-A177-3AD203B41FA5}">
                      <a16:colId xmlns:a16="http://schemas.microsoft.com/office/drawing/2014/main" val="1569419766"/>
                    </a:ext>
                  </a:extLst>
                </a:gridCol>
                <a:gridCol w="1423307">
                  <a:extLst>
                    <a:ext uri="{9D8B030D-6E8A-4147-A177-3AD203B41FA5}">
                      <a16:colId xmlns:a16="http://schemas.microsoft.com/office/drawing/2014/main" val="2633075417"/>
                    </a:ext>
                  </a:extLst>
                </a:gridCol>
                <a:gridCol w="1423307">
                  <a:extLst>
                    <a:ext uri="{9D8B030D-6E8A-4147-A177-3AD203B41FA5}">
                      <a16:colId xmlns:a16="http://schemas.microsoft.com/office/drawing/2014/main" val="874586438"/>
                    </a:ext>
                  </a:extLst>
                </a:gridCol>
                <a:gridCol w="1423307">
                  <a:extLst>
                    <a:ext uri="{9D8B030D-6E8A-4147-A177-3AD203B41FA5}">
                      <a16:colId xmlns:a16="http://schemas.microsoft.com/office/drawing/2014/main" val="25559352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Mediana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 0.7029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0.8000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0.8889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0.5000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58535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0.6776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0.7833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0.8814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tamaran" panose="020B0604020202020204" charset="0"/>
                          <a:ea typeface="Arial"/>
                          <a:cs typeface="Catamaran" panose="020B0604020202020204" charset="0"/>
                          <a:sym typeface="Arial"/>
                        </a:rPr>
                        <a:t> 0.4118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1771523"/>
                  </a:ext>
                </a:extLst>
              </a:tr>
            </a:tbl>
          </a:graphicData>
        </a:graphic>
      </p:graphicFrame>
      <p:sp>
        <p:nvSpPr>
          <p:cNvPr id="6" name="Google Shape;547;p45">
            <a:extLst>
              <a:ext uri="{FF2B5EF4-FFF2-40B4-BE49-F238E27FC236}">
                <a16:creationId xmlns:a16="http://schemas.microsoft.com/office/drawing/2014/main" id="{6BE07FF7-2A73-D0C3-D037-25C1008AAA83}"/>
              </a:ext>
            </a:extLst>
          </p:cNvPr>
          <p:cNvSpPr txBox="1">
            <a:spLocks/>
          </p:cNvSpPr>
          <p:nvPr/>
        </p:nvSpPr>
        <p:spPr>
          <a:xfrm>
            <a:off x="2351315" y="759667"/>
            <a:ext cx="4523016" cy="43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2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 algn="ctr">
              <a:buSzPts val="1100"/>
            </a:pPr>
            <a:r>
              <a:rPr lang="es-MX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atamaran" panose="020B0604020202020204" charset="0"/>
                <a:cs typeface="Catamaran" panose="020B0604020202020204" charset="0"/>
              </a:rPr>
              <a:t>Distancias resultantes (máximo 1, mínimo 0)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6C71083-369F-8D7D-6404-767FB13FC983}"/>
              </a:ext>
            </a:extLst>
          </p:cNvPr>
          <p:cNvSpPr txBox="1"/>
          <p:nvPr/>
        </p:nvSpPr>
        <p:spPr>
          <a:xfrm>
            <a:off x="85430" y="1346226"/>
            <a:ext cx="15512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1" dirty="0">
                <a:solidFill>
                  <a:schemeClr val="bg2">
                    <a:lumMod val="50000"/>
                  </a:schemeClr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Emparejamiento propuesto</a:t>
            </a:r>
            <a:endParaRPr lang="es-MX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923F0F3-45A4-2019-625C-EE84C8C7C781}"/>
              </a:ext>
            </a:extLst>
          </p:cNvPr>
          <p:cNvSpPr txBox="1"/>
          <p:nvPr/>
        </p:nvSpPr>
        <p:spPr>
          <a:xfrm>
            <a:off x="0" y="2789447"/>
            <a:ext cx="15512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1" dirty="0">
                <a:solidFill>
                  <a:schemeClr val="bg2">
                    <a:lumMod val="50000"/>
                  </a:schemeClr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Emparejamiento al azar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8230041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9">
          <a:extLst>
            <a:ext uri="{FF2B5EF4-FFF2-40B4-BE49-F238E27FC236}">
              <a16:creationId xmlns:a16="http://schemas.microsoft.com/office/drawing/2014/main" id="{20199712-2F39-9FCF-9F21-BA4E5E814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2">
            <a:extLst>
              <a:ext uri="{FF2B5EF4-FFF2-40B4-BE49-F238E27FC236}">
                <a16:creationId xmlns:a16="http://schemas.microsoft.com/office/drawing/2014/main" id="{3041021E-4849-D871-1DB4-8AD0343694BB}"/>
              </a:ext>
            </a:extLst>
          </p:cNvPr>
          <p:cNvSpPr txBox="1">
            <a:spLocks/>
          </p:cNvSpPr>
          <p:nvPr/>
        </p:nvSpPr>
        <p:spPr>
          <a:xfrm>
            <a:off x="673257" y="403160"/>
            <a:ext cx="7797486" cy="71301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0" lvl="1" algn="ctr"/>
            <a:r>
              <a:rPr lang="es-MX" sz="2800" dirty="0">
                <a:latin typeface="Modern Love Grunge" panose="04070805081005020601" pitchFamily="82" charset="0"/>
                <a:cs typeface="Catamaran" panose="020B0604020202020204" charset="0"/>
              </a:rPr>
              <a:t>Modelos y evaluación</a:t>
            </a:r>
          </a:p>
        </p:txBody>
      </p:sp>
      <p:sp>
        <p:nvSpPr>
          <p:cNvPr id="3" name="Google Shape;547;p45">
            <a:extLst>
              <a:ext uri="{FF2B5EF4-FFF2-40B4-BE49-F238E27FC236}">
                <a16:creationId xmlns:a16="http://schemas.microsoft.com/office/drawing/2014/main" id="{BD4C5E66-2075-8099-79FE-792263D3FCB5}"/>
              </a:ext>
            </a:extLst>
          </p:cNvPr>
          <p:cNvSpPr txBox="1">
            <a:spLocks/>
          </p:cNvSpPr>
          <p:nvPr/>
        </p:nvSpPr>
        <p:spPr>
          <a:xfrm>
            <a:off x="351064" y="986000"/>
            <a:ext cx="8466364" cy="899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2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>
              <a:buSzPts val="1100"/>
            </a:pPr>
            <a:r>
              <a:rPr lang="es-MX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Aunque parece ser que un modelo aleatorio puede obtener mejores resultados por tener distancias más cortas, podemos notar el siguiente problema:</a:t>
            </a:r>
            <a:endParaRPr lang="en" sz="1800" dirty="0">
              <a:solidFill>
                <a:schemeClr val="tx1">
                  <a:lumMod val="75000"/>
                  <a:lumOff val="25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  <a:p>
            <a:pPr marL="0" indent="0" algn="ctr">
              <a:buSzPts val="1100"/>
            </a:pPr>
            <a:endParaRPr lang="es-MX" sz="2000" dirty="0">
              <a:solidFill>
                <a:schemeClr val="tx1">
                  <a:lumMod val="75000"/>
                  <a:lumOff val="25000"/>
                </a:schemeClr>
              </a:solidFill>
              <a:latin typeface="Catamaran" panose="020B0604020202020204" charset="0"/>
              <a:cs typeface="Catamaran" panose="020B0604020202020204" charset="0"/>
            </a:endParaRP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A30A634A-A2B0-DA97-1FFC-8999507D03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905183"/>
              </p:ext>
            </p:extLst>
          </p:nvPr>
        </p:nvGraphicFramePr>
        <p:xfrm>
          <a:off x="1270908" y="1992992"/>
          <a:ext cx="6096000" cy="2595880"/>
        </p:xfrm>
        <a:graphic>
          <a:graphicData uri="http://schemas.openxmlformats.org/drawingml/2006/table">
            <a:tbl>
              <a:tblPr firstRow="1" bandRow="1">
                <a:tableStyleId>{0ABC889B-D672-42EC-825F-092DBC71883A}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1474557918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43942287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807795697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43185917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6699547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Género 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Gustos 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Género p2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Gustos p2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Total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3382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Catamaran" panose="020B0604020202020204" charset="0"/>
                          <a:cs typeface="Catamaran" panose="020B0604020202020204" charset="0"/>
                        </a:rPr>
                        <a:t>Hombre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Catamaran" panose="020B0604020202020204" charset="0"/>
                          <a:cs typeface="Catamaran" panose="020B0604020202020204" charset="0"/>
                        </a:rPr>
                        <a:t>Mujeres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Catamaran" panose="020B0604020202020204" charset="0"/>
                          <a:cs typeface="Catamaran" panose="020B0604020202020204" charset="0"/>
                        </a:rPr>
                        <a:t>Hombre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Catamaran" panose="020B0604020202020204" charset="0"/>
                          <a:cs typeface="Catamaran" panose="020B0604020202020204" charset="0"/>
                        </a:rPr>
                        <a:t>Mujeres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Catamaran" panose="020B0604020202020204" charset="0"/>
                          <a:cs typeface="Catamaran" panose="020B0604020202020204" charset="0"/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7028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Hombre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Mujeres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Mujer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Hombres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3256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Mujer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Hombres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Hombre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Mujeres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6396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Hombre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Mujeres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Mujeres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Ambos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19596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Mujer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Ambos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Hombre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Mujeres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Catamaran" panose="020B0604020202020204" charset="0"/>
                          <a:cs typeface="Catamaran" panose="020B0604020202020204" charset="0"/>
                        </a:rPr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209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Catamaran" panose="020B0604020202020204" charset="0"/>
                          <a:cs typeface="Catamaran" panose="020B0604020202020204" charset="0"/>
                        </a:rPr>
                        <a:t>Mujer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Catamaran" panose="020B0604020202020204" charset="0"/>
                          <a:cs typeface="Catamaran" panose="020B0604020202020204" charset="0"/>
                        </a:rPr>
                        <a:t>Hombres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Catamaran" panose="020B0604020202020204" charset="0"/>
                          <a:cs typeface="Catamaran" panose="020B0604020202020204" charset="0"/>
                        </a:rPr>
                        <a:t>Mujer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Catamaran" panose="020B0604020202020204" charset="0"/>
                          <a:cs typeface="Catamaran" panose="020B0604020202020204" charset="0"/>
                        </a:rPr>
                        <a:t>Hombres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Catamaran" panose="020B0604020202020204" charset="0"/>
                          <a:cs typeface="Catamaran" panose="020B0604020202020204" charset="0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1171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4923721"/>
      </p:ext>
    </p:extLst>
  </p:cSld>
  <p:clrMapOvr>
    <a:masterClrMapping/>
  </p:clrMapOvr>
</p:sld>
</file>

<file path=ppt/theme/theme1.xml><?xml version="1.0" encoding="utf-8"?>
<a:theme xmlns:a="http://schemas.openxmlformats.org/drawingml/2006/main" name="Elegant Rosé Watercolor Stains Student Pack for High School by Slidesgo">
  <a:themeElements>
    <a:clrScheme name="Simple Light">
      <a:dk1>
        <a:srgbClr val="000000"/>
      </a:dk1>
      <a:lt1>
        <a:srgbClr val="FFFFFF"/>
      </a:lt1>
      <a:dk2>
        <a:srgbClr val="FFE4E4"/>
      </a:dk2>
      <a:lt2>
        <a:srgbClr val="FFC5C5"/>
      </a:lt2>
      <a:accent1>
        <a:srgbClr val="E77A7A"/>
      </a:accent1>
      <a:accent2>
        <a:srgbClr val="FFF6F6"/>
      </a:accent2>
      <a:accent3>
        <a:srgbClr val="CBBCA0"/>
      </a:accent3>
      <a:accent4>
        <a:srgbClr val="FFFBF5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3579</TotalTime>
  <Words>1085</Words>
  <Application>Microsoft Office PowerPoint</Application>
  <PresentationFormat>Presentación en pantalla (16:9)</PresentationFormat>
  <Paragraphs>229</Paragraphs>
  <Slides>20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30" baseType="lpstr">
      <vt:lpstr>Arial</vt:lpstr>
      <vt:lpstr>Cantata One</vt:lpstr>
      <vt:lpstr>Actor</vt:lpstr>
      <vt:lpstr>Dreaming Outloud Pro</vt:lpstr>
      <vt:lpstr>Cambria Math</vt:lpstr>
      <vt:lpstr>Modern Love Grunge</vt:lpstr>
      <vt:lpstr>Catamaran</vt:lpstr>
      <vt:lpstr>Amatic SC</vt:lpstr>
      <vt:lpstr>Karla</vt:lpstr>
      <vt:lpstr>Elegant Rosé Watercolor Stains Student Pack for High School by Slidesgo</vt:lpstr>
      <vt:lpstr>SISTEMA DE EMPAREJAMIENTO Para estudiantes de la facultad de ciencias, UNAM</vt:lpstr>
      <vt:lpstr>Preguntas de investigación</vt:lpstr>
      <vt:lpstr>Objetivos</vt:lpstr>
      <vt:lpstr>Metodología</vt:lpstr>
      <vt:lpstr>Metodología</vt:lpstr>
      <vt:lpstr>Análisis descriptivo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Metodología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Jazmín Jones</cp:lastModifiedBy>
  <cp:revision>23</cp:revision>
  <dcterms:modified xsi:type="dcterms:W3CDTF">2025-11-14T17:49:09Z</dcterms:modified>
</cp:coreProperties>
</file>