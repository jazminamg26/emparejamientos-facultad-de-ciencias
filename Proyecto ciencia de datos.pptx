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46"/>
  </p:notesMasterIdLst>
  <p:sldIdLst>
    <p:sldId id="256" r:id="rId2"/>
    <p:sldId id="257" r:id="rId3"/>
    <p:sldId id="258" r:id="rId4"/>
    <p:sldId id="259" r:id="rId5"/>
    <p:sldId id="315" r:id="rId6"/>
    <p:sldId id="262" r:id="rId7"/>
    <p:sldId id="316" r:id="rId8"/>
    <p:sldId id="317" r:id="rId9"/>
    <p:sldId id="318" r:id="rId10"/>
    <p:sldId id="319" r:id="rId11"/>
    <p:sldId id="320" r:id="rId12"/>
    <p:sldId id="263" r:id="rId13"/>
    <p:sldId id="321" r:id="rId14"/>
    <p:sldId id="322" r:id="rId15"/>
    <p:sldId id="267" r:id="rId16"/>
    <p:sldId id="260" r:id="rId17"/>
    <p:sldId id="264" r:id="rId18"/>
    <p:sldId id="265"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9144000" cy="5143500" type="screen16x9"/>
  <p:notesSz cx="6858000" cy="9144000"/>
  <p:embeddedFontLst>
    <p:embeddedFont>
      <p:font typeface="Amatic SC" panose="00000500000000000000" pitchFamily="2" charset="-79"/>
      <p:regular r:id="rId47"/>
      <p:bold r:id="rId48"/>
    </p:embeddedFont>
    <p:embeddedFont>
      <p:font typeface="Cambria Math" panose="02040503050406030204" pitchFamily="18" charset="0"/>
      <p:regular r:id="rId49"/>
    </p:embeddedFont>
    <p:embeddedFont>
      <p:font typeface="Cantata One" panose="02060503070700060704" charset="0"/>
      <p:regular r:id="rId50"/>
    </p:embeddedFont>
    <p:embeddedFont>
      <p:font typeface="Catamaran" panose="020B0604020202020204" charset="0"/>
      <p:regular r:id="rId51"/>
      <p:bold r:id="rId52"/>
    </p:embeddedFont>
    <p:embeddedFont>
      <p:font typeface="Dreaming Outloud Pro" panose="03050502040302030504" pitchFamily="66" charset="0"/>
      <p:regular r:id="rId53"/>
      <p:italic r:id="rId54"/>
    </p:embeddedFont>
    <p:embeddedFont>
      <p:font typeface="Karla" pitchFamily="2" charset="0"/>
      <p:regular r:id="rId55"/>
      <p:bold r:id="rId56"/>
    </p:embeddedFont>
    <p:embeddedFont>
      <p:font typeface="Modern Love Grunge" panose="04070805081005020601" pitchFamily="82" charset="0"/>
      <p:regular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BC889B-D672-42EC-825F-092DBC71883A}">
  <a:tblStyle styleId="{0ABC889B-D672-42EC-825F-092DBC71883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4" d="100"/>
          <a:sy n="94" d="100"/>
        </p:scale>
        <p:origin x="1358" y="20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1T23:13:03.590"/>
    </inkml:context>
    <inkml:brush xml:id="br0">
      <inkml:brushProperty name="width" value="0.05" units="cm"/>
      <inkml:brushProperty name="height" value="0.05" units="cm"/>
      <inkml:brushProperty name="color" value="#EEB3A6"/>
      <inkml:brushProperty name="inkEffects" value="rosegold"/>
      <inkml:brushProperty name="anchorX" value="0"/>
      <inkml:brushProperty name="anchorY" value="0"/>
      <inkml:brushProperty name="scaleFactor" value="0.5"/>
    </inkml:brush>
  </inkml:definitions>
  <inkml:trace contextRef="#ctx0" brushRef="#br0">755 1 24575,'0'0'0,"-3"0"0,-5 3 0,-6 8 0,-8 4 0,-5 7 0,-1 1 0,-3 4 0,-2 3 0,-1 3 0,-6-2 0,4 1 0,0-6 0,0 4 0,4-3 0,3-1 0,4-2 0,0-6 0,5 1 0,2-3 0,4-1 0,1-4 0,1 1 0,1 0 0,0-2 0,-2 2 0,0 1 0,-3 1 0,-1-2 0,3 1 0,0 1 0,3 1 0,-4-3 0,2 2 0,3 0 0,-1-3 0,-1-2 0,2 0 0,-1-2 0,2 2 0,2-1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1T23:13:09.161"/>
    </inkml:context>
    <inkml:brush xml:id="br0">
      <inkml:brushProperty name="width" value="0.05" units="cm"/>
      <inkml:brushProperty name="height" value="0.05" units="cm"/>
      <inkml:brushProperty name="color" value="#EEB3A6"/>
      <inkml:brushProperty name="inkEffects" value="rosegold"/>
      <inkml:brushProperty name="anchorX" value="-143.33879"/>
      <inkml:brushProperty name="anchorY" value="-1313.93347"/>
      <inkml:brushProperty name="scaleFactor" value="0.5"/>
    </inkml:brush>
  </inkml:definitions>
  <inkml:trace contextRef="#ctx0" brushRef="#br0">0 0 24575,'0'0'0,"3"0"0,5 0 0,0 4 0,2 0 0,10 3 0,-1 3 0,11 7 0,5-1 0,0 5 0,4 0 0,0 4 0,5-4 0,-5 3 0,3-1 0,-1-2 0,-1 0 0,-5-1 0,-8-1 0,3 0 0,-4-1 0,-2-4 0,-2 0 0,-1-3 0,-5 0 0,-2-2 0,1 1 0,-1-2 0,-2 1 0,1 3 0,0-3 0,2-1 0,-3 1 0,1 2 0,-3-2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2T01:10:32.349"/>
    </inkml:context>
    <inkml:brush xml:id="br0">
      <inkml:brushProperty name="width" value="0.05" units="cm"/>
      <inkml:brushProperty name="height" value="0.05" units="cm"/>
      <inkml:brushProperty name="color" value="#EEB3A6"/>
      <inkml:brushProperty name="inkEffects" value="rosegold"/>
      <inkml:brushProperty name="anchorX" value="-6006.94873"/>
      <inkml:brushProperty name="anchorY" value="-6848.91553"/>
      <inkml:brushProperty name="scaleFactor" value="0.5"/>
    </inkml:brush>
  </inkml:definitions>
  <inkml:trace contextRef="#ctx0" brushRef="#br0">1 1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2T01:10:53.064"/>
    </inkml:context>
    <inkml:brush xml:id="br0">
      <inkml:brushProperty name="width" value="0.05" units="cm"/>
      <inkml:brushProperty name="height" value="0.05" units="cm"/>
      <inkml:brushProperty name="color" value="#EEB3A6"/>
      <inkml:brushProperty name="inkEffects" value="rosegold"/>
      <inkml:brushProperty name="anchorX" value="-7260.5752"/>
      <inkml:brushProperty name="anchorY" value="-12548.05664"/>
      <inkml:brushProperty name="scaleFactor" value="0.5"/>
    </inkml:brush>
  </inkml:definitions>
  <inkml:trace contextRef="#ctx0" brushRef="#br0">61 501 24575,'0'0'0,"0"-8"0,0-7 0,0-3 0,0-3 0,0-3 0,0 0 0,0 0 0,0 0 0,0 1 0,0-1 0,0 1 0,0 0 0,5 5 0,-1 0 0,6 4 0,-2 0 0,0-1 0,-2-2 0,2-2 0,3 3 0,4 4 0,-2-1 0,-2-2 0,2 3 0,-3-1 0,1 1 0,4 4 0,2-2 0,2 2 0,1 2 0,2 1 0,1 3 0,0 0 0,0 2 0,-4 4 0,4 6 0,4 4 0,-3 4 0,-5 3 0,0-3 0,-2 5 0,2-4 0,-4 1 0,-4 0 0,1 0 0,-3 5 0,3 6 0,1 1 0,-1 3 0,-3-1 0,3-6 0,-3 1 0,-2-2 0,-2-1 0,-2-2 0,-2 0 0,0-1 0,-2 0 0,1 0 0,0-1 0,-1 0 0,1 5 0,0 1 0,0-1 0,0-1 0,-5 0 0,0-2 0,-4-4 0,0 2 0,2 1 0,1 0 0,2 5 0,2 1 0,1-1 0,1 3 0,0-1 0,0 0 0,1-3 0,-1 4 0,0-2 0,0 3 0,1 0 0,-1-2 0,0 2 0,0 3 0,0-1 0,4 3 0,1-3 0,-1 2 0,0-3 0,8 3 0,-1-3 0,0 2 0,-3-2 0,-3 2 0,8-2 0,-2-2 0,3-7 0,3 1 0,-3 0 0,2-1 0,-3-1 0,1-4 0,2-1 0,2-4 0,-4 0 0,3 2 0,0-4 0,-3 2 0,1-2 0,2-4 0,1-2 0,2-3 0,1-1 0,-3 3 0,-5 4 0,-8-1 0,-9 0 0,-3 3 0,-5-2 0,0 3 0,-2-3 0,2 4 0,-2-3 0,-2 2 0,3 3 0,-3-2 0,-5 1 0,-1 7 0,2 2 0,-1 2 0,1 0 0,-1 0 0,0 0 0,-1 3 0,0 5 0,0 4 0,-1-1 0,1 2 0,3 2 0,6-2 0,-1-4 0,4-3 0,4 1 0,1-3 0,-1-5 0,0-2 0,1-2 0,2 0 0,-4 0 0,1 5 0,1 1 0,1 6 0,2-2 0,0 0 0,2-2 0,-1-1 0,-3-2 0,-1-1 0,1-1 0,0 4 0,1 0 0,1 5 0,1-2 0,1 5 0,0-2 0,0-2 0,0-3 0,1 3 0,-1-2 0,0 0 0,0-3 0,5-1 0,0-1 0,-1 0 0,5 3 0,-2 0 0,0 0 0,-2-1 0,2-5 0,0 3 0,-2 0 0,-1 4 0,-1 0 0,3-4 0,-1 3 0,4-1 0,-1-1 0,-1 0 0,-1 4 0,-3-1 0,-1-1 0,-1 5 0,-1 2 0,0 0 0,0 2 0,-1-2 0,1-2 0,0-3 0,0-2 0,-5-2 0,-4-6 0,-5-6 0,-3-4 0,-4-5 0,-1-2 0,-1-2 0,-1-1 0,1 0 0,-1 0 0,1 0 0,0 1 0,0-1 0,0 1 0,0 0 0,1 0 0,4-4 0,0-1 0,0 0 0,-1-3 0,-1 0 0,4-3 0,-1 2 0,4-4 0,-1 3 0,-2-2 0,3-3 0,3-3 0,-1 3 0,2-1 0,2-2 0,-2 4 0,2-7 0,-4 5 0,3-3 0,0 0 0,3-1 0,-2 4 0,0-1 0,2 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2T01:11:05.096"/>
    </inkml:context>
    <inkml:brush xml:id="br0">
      <inkml:brushProperty name="width" value="0.05" units="cm"/>
      <inkml:brushProperty name="height" value="0.05" units="cm"/>
      <inkml:brushProperty name="color" value="#EEB3A6"/>
      <inkml:brushProperty name="inkEffects" value="rosegold"/>
      <inkml:brushProperty name="anchorX" value="-5053.16748"/>
      <inkml:brushProperty name="anchorY" value="-16228.00781"/>
      <inkml:brushProperty name="scaleFactor" value="0.5"/>
    </inkml:brush>
  </inkml:definitions>
  <inkml:trace contextRef="#ctx0" brushRef="#br0">2 254 24575,'0'0'0,"0"-4"0,0-6 0,0-4 0,0-4 0,4-2 0,1-2 0,4 3 0,-1 0 0,4 0 0,-2 0 0,-1-2 0,-3 0 0,2 3 0,3 5 0,4 5 0,3 2 0,2 4 0,2 1 0,0 2 0,-3 4 0,0 1 0,0 3 0,-5 5 0,-2 3 0,-1-2 0,-2 2 0,-2 1 0,1-3 0,-1 1 0,-1 1 0,-2 1 0,-2 2 0,0 1 0,-2 1 0,0 5 0,0 1 0,0-1 0,-1 4 0,1 0 0,0-2 0,0-1 0,0-3 0,0 0 0,0-1 0,0-1 0,0-1 0,0 0 0,4-4 0,1 0 0,0 0 0,3-4 0,0 1 0,-2 6 0,4 1 0,2-2 0,-1 0 0,3-5 0,2 1 0,2-4 0,-3 1 0,2-2 0,1-4 0,1-2 0,1-2 0,2-1 0,-9-2 0,-9 0 0,-9-1 0,-3 5 0,-5 1 0,-4-1 0,2 4 0,-2-1 0,3 4 0,0-2 0,2 3 0,3 3 0,-1-1 0,-2-4 0,1 2 0,2 2 0,3 2 0,2 3 0,2 1 0,1 2 0,1 0 0,1 1 0,-1 1 0,1-1 0,-1 0 0,0 0 0,0 0 0,0-1 0,0 1 0,0 0 0,0-1 0,0 1 0,0 0 0,0 0 0,-4-5 0,-1 0 0,1 0 0,0 0 0,1 2 0,1 1 0,1 1 0,1 0 0,0 1 0,0 0 0,-4 0 0,-1 0 0,0-1 0,1 1 0,-3-5 0,1 0 0,0 0 0,2 1 0,1 1 0,2 1 0,0 1 0,1 0 0,0 1 0,0 0 0,0-1 0,0 1 0,1 0 0,-1 0 0,-5-5 0,1 0 0,-5-4 0,-4-5 0,-4-3 0,-2-3 0,2-6 0,-1-1 0,-1-6 0,4-4 0,-1 2 0,-1 1 0,4-2 0,2-1 0,0 2 0,-3 2 0,3-1 0,-3 2 0,3-3 0,2-2 0,3-2 0,-2 1 0,2-1 0,-4 3 0,2-1 0,1-1 0,2-3 0,2-2 0,1-1 0,1 0 0,1-2 0,0 0 0,1 4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2T01:17:52.551"/>
    </inkml:context>
    <inkml:brush xml:id="br0">
      <inkml:brushProperty name="width" value="0.05" units="cm"/>
      <inkml:brushProperty name="height" value="0.05" units="cm"/>
      <inkml:brushProperty name="color" value="#EEB3A6"/>
      <inkml:brushProperty name="inkEffects" value="rosegold"/>
      <inkml:brushProperty name="anchorX" value="-1128.05139"/>
      <inkml:brushProperty name="anchorY" value="-22027.11133"/>
      <inkml:brushProperty name="scaleFactor" value="0.5"/>
    </inkml:brush>
  </inkml:definitions>
  <inkml:trace contextRef="#ctx0" brushRef="#br0">1 1 24575,'0'0'0,"0"3"0,0 12 0,0 12 0,0 14 0,0 7 0,4 7 0,1 6 0,4 5 0,0-8 0,-2-3 0,-1-8 0,2-9 0,3-6 0,0-4 0,7 0 0,-3-1 0,3-1 0,6 3 0,1 5 0,1 3 0,5 4 0,-1 6 0,3 3 0,4 4 0,3 6 0,3-7 0,-4-1 0,-3-3 0,0-7 0,2-6 0,-3-9 0,2-5 0,1-2 0,2-6 0,7 0 0,2-3 0,4 1 0,6-3 0,7-1 0,13-4 0,7-1 0,-5-6 0,-1-1 0,0-10 0,-3-4 0,-7-3 0,-3-8 0,-10-4 0,-1 3 0,-9-2 0,-7 1 0,-6 2 0,-10 2 0,-9 2 0,-6 1 0,-5 1 0,-3 1 0,-6 4 0,-2 0 0,-3 0 0,-5 4 0,-7-1 0,-3 3 0,-1-1 0,-1-1 0,-3 1 0,-5 3 0,2 4 0,1 1 0,2 3 0,3 2 0,-3 0 0,6 5 0,1 0 0,1 4 0,-4 9 0,1 4 0,-6 6 0,1 2 0,5 5 0,1-6 0,3 2 0,0-6 0,4-1 0,5-3 0,4 0 0,4 4 0,2 1 0,2 1 0,9 3 0,1 9 0,14 8 0,7 4 0,8 5 0,4 5 0,-2 3 0,2-7 0,-5-12 0,-4-8 0,-8-8 0,-4-10 0,3-2 0,-2-1 0,2 1 0,-1-4 0,-5 2 0,4-4 0,5-2 0,0 1 0,5 2 0,4-1 0,-2-2 0,-2-3 0,-2-2 0,1 3 0,-2-1 0,-1 3 0,2-1 0,3-1 0,4-1 0,-2-3 0,-2-1 0,-3-1 0,-3-6 0,-3 1 0,-1-1 0,-1 0 0,-1 2 0,-4-3 0,-1 0 0,1 0 0,-4 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2T01:17:54.605"/>
    </inkml:context>
    <inkml:brush xml:id="br0">
      <inkml:brushProperty name="width" value="0.05" units="cm"/>
      <inkml:brushProperty name="height" value="0.05" units="cm"/>
      <inkml:brushProperty name="color" value="#EEB3A6"/>
      <inkml:brushProperty name="inkEffects" value="rosegold"/>
      <inkml:brushProperty name="anchorX" value="-4572.97021"/>
      <inkml:brushProperty name="anchorY" value="-24974.84375"/>
      <inkml:brushProperty name="scaleFactor" value="0.5"/>
    </inkml:brush>
  </inkml:definitions>
  <inkml:trace contextRef="#ctx0" brushRef="#br0">99 0 24575,'0'0'0,"4"0"0,6 0 0,0 5 0,3-1 0,-2 5 0,3 0 0,1-2 0,3-1 0,-3 2 0,2-1 0,-4 3 0,-3 4 0,-3 2 0,-8-1 0,-2 1 0,-6-3 0,0 1 0,-3-2 0,1 1 0,-3-3 0,-1-2 0,-3 2 0,-2 3 0,-1-3 0,3 4 0,4 1 0,0-1 0,4 1 0,-2-3 0,-1-3 0,1 2 0,3 2 0,-3-2 0,4-2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1T23:14:10.894"/>
    </inkml:context>
    <inkml:brush xml:id="br0">
      <inkml:brushProperty name="width" value="0.05" units="cm"/>
      <inkml:brushProperty name="height" value="0.05" units="cm"/>
      <inkml:brushProperty name="color" value="#EEB3A6"/>
      <inkml:brushProperty name="inkEffects" value="rosegold"/>
      <inkml:brushProperty name="anchorX" value="-1942.94861"/>
      <inkml:brushProperty name="anchorY" value="-2784.91553"/>
      <inkml:brushProperty name="scaleFactor" value="0.5"/>
    </inkml:brush>
  </inkml:definitions>
  <inkml:trace contextRef="#ctx0" brushRef="#br0">0 0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1T23:14:11.089"/>
    </inkml:context>
    <inkml:brush xml:id="br0">
      <inkml:brushProperty name="width" value="0.05" units="cm"/>
      <inkml:brushProperty name="height" value="0.05" units="cm"/>
      <inkml:brushProperty name="color" value="#EEB3A6"/>
      <inkml:brushProperty name="inkEffects" value="rosegold"/>
      <inkml:brushProperty name="anchorX" value="-2958.94873"/>
      <inkml:brushProperty name="anchorY" value="-3800.91528"/>
      <inkml:brushProperty name="scaleFactor" value="0.5"/>
    </inkml:brush>
  </inkml:definitions>
  <inkml:trace contextRef="#ctx0" brushRef="#br0">0 0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1T23:14:11.293"/>
    </inkml:context>
    <inkml:brush xml:id="br0">
      <inkml:brushProperty name="width" value="0.05" units="cm"/>
      <inkml:brushProperty name="height" value="0.05" units="cm"/>
      <inkml:brushProperty name="color" value="#EEB3A6"/>
      <inkml:brushProperty name="inkEffects" value="rosegold"/>
      <inkml:brushProperty name="anchorX" value="-3974.94897"/>
      <inkml:brushProperty name="anchorY" value="-4816.91553"/>
      <inkml:brushProperty name="scaleFactor" value="0.5"/>
    </inkml:brush>
  </inkml:definitions>
  <inkml:trace contextRef="#ctx0" brushRef="#br0">0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13c3c73614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13c3c73614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13cb634ff42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13cb634ff42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13cb634ff42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13cb634ff42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13cbf9440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13cbf9440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a:extLst>
            <a:ext uri="{FF2B5EF4-FFF2-40B4-BE49-F238E27FC236}">
              <a16:creationId xmlns:a16="http://schemas.microsoft.com/office/drawing/2014/main" id="{EC91902C-7BAE-3FE3-6740-B77F3EE8CC09}"/>
            </a:ext>
          </a:extLst>
        </p:cNvPr>
        <p:cNvGrpSpPr/>
        <p:nvPr/>
      </p:nvGrpSpPr>
      <p:grpSpPr>
        <a:xfrm>
          <a:off x="0" y="0"/>
          <a:ext cx="0" cy="0"/>
          <a:chOff x="0" y="0"/>
          <a:chExt cx="0" cy="0"/>
        </a:xfrm>
      </p:grpSpPr>
      <p:sp>
        <p:nvSpPr>
          <p:cNvPr id="478" name="Google Shape;478;g13cbf9440d5_0_0:notes">
            <a:extLst>
              <a:ext uri="{FF2B5EF4-FFF2-40B4-BE49-F238E27FC236}">
                <a16:creationId xmlns:a16="http://schemas.microsoft.com/office/drawing/2014/main" id="{D6E6F919-05BA-AABB-E5CE-C70F43FC8D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13cbf9440d5_0_0:notes">
            <a:extLst>
              <a:ext uri="{FF2B5EF4-FFF2-40B4-BE49-F238E27FC236}">
                <a16:creationId xmlns:a16="http://schemas.microsoft.com/office/drawing/2014/main" id="{D9676214-C70E-CE9D-9CA9-F419A22E3B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9924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13cb634ff42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13cb634ff42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a:extLst>
            <a:ext uri="{FF2B5EF4-FFF2-40B4-BE49-F238E27FC236}">
              <a16:creationId xmlns:a16="http://schemas.microsoft.com/office/drawing/2014/main" id="{123F25B7-67EC-CD2B-2B4C-7DC851313E67}"/>
            </a:ext>
          </a:extLst>
        </p:cNvPr>
        <p:cNvGrpSpPr/>
        <p:nvPr/>
      </p:nvGrpSpPr>
      <p:grpSpPr>
        <a:xfrm>
          <a:off x="0" y="0"/>
          <a:ext cx="0" cy="0"/>
          <a:chOff x="0" y="0"/>
          <a:chExt cx="0" cy="0"/>
        </a:xfrm>
      </p:grpSpPr>
      <p:sp>
        <p:nvSpPr>
          <p:cNvPr id="598" name="Google Shape;598;g13c3c73614f_0_49:notes">
            <a:extLst>
              <a:ext uri="{FF2B5EF4-FFF2-40B4-BE49-F238E27FC236}">
                <a16:creationId xmlns:a16="http://schemas.microsoft.com/office/drawing/2014/main" id="{14ACA407-DA94-21E0-BD0D-363A43535A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13c3c73614f_0_49:notes">
            <a:extLst>
              <a:ext uri="{FF2B5EF4-FFF2-40B4-BE49-F238E27FC236}">
                <a16:creationId xmlns:a16="http://schemas.microsoft.com/office/drawing/2014/main" id="{CD40B324-849A-4094-C32C-04ECA71CD4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8952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a:extLst>
            <a:ext uri="{FF2B5EF4-FFF2-40B4-BE49-F238E27FC236}">
              <a16:creationId xmlns:a16="http://schemas.microsoft.com/office/drawing/2014/main" id="{5ED9B27D-D15F-EB92-85B4-5EEA6D0CE12B}"/>
            </a:ext>
          </a:extLst>
        </p:cNvPr>
        <p:cNvGrpSpPr/>
        <p:nvPr/>
      </p:nvGrpSpPr>
      <p:grpSpPr>
        <a:xfrm>
          <a:off x="0" y="0"/>
          <a:ext cx="0" cy="0"/>
          <a:chOff x="0" y="0"/>
          <a:chExt cx="0" cy="0"/>
        </a:xfrm>
      </p:grpSpPr>
      <p:sp>
        <p:nvSpPr>
          <p:cNvPr id="598" name="Google Shape;598;g13c3c73614f_0_49:notes">
            <a:extLst>
              <a:ext uri="{FF2B5EF4-FFF2-40B4-BE49-F238E27FC236}">
                <a16:creationId xmlns:a16="http://schemas.microsoft.com/office/drawing/2014/main" id="{6E9F1E0A-A229-E198-10ED-550900A11A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13c3c73614f_0_49:notes">
            <a:extLst>
              <a:ext uri="{FF2B5EF4-FFF2-40B4-BE49-F238E27FC236}">
                <a16:creationId xmlns:a16="http://schemas.microsoft.com/office/drawing/2014/main" id="{7E58FE7A-79B3-94FB-27E1-DBCB532B63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900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a:extLst>
            <a:ext uri="{FF2B5EF4-FFF2-40B4-BE49-F238E27FC236}">
              <a16:creationId xmlns:a16="http://schemas.microsoft.com/office/drawing/2014/main" id="{B3852515-523C-E1CC-6B9B-43B436E93EC5}"/>
            </a:ext>
          </a:extLst>
        </p:cNvPr>
        <p:cNvGrpSpPr/>
        <p:nvPr/>
      </p:nvGrpSpPr>
      <p:grpSpPr>
        <a:xfrm>
          <a:off x="0" y="0"/>
          <a:ext cx="0" cy="0"/>
          <a:chOff x="0" y="0"/>
          <a:chExt cx="0" cy="0"/>
        </a:xfrm>
      </p:grpSpPr>
      <p:sp>
        <p:nvSpPr>
          <p:cNvPr id="598" name="Google Shape;598;g13c3c73614f_0_49:notes">
            <a:extLst>
              <a:ext uri="{FF2B5EF4-FFF2-40B4-BE49-F238E27FC236}">
                <a16:creationId xmlns:a16="http://schemas.microsoft.com/office/drawing/2014/main" id="{F3E02135-4720-1662-68E4-EA62F3F89D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13c3c73614f_0_49:notes">
            <a:extLst>
              <a:ext uri="{FF2B5EF4-FFF2-40B4-BE49-F238E27FC236}">
                <a16:creationId xmlns:a16="http://schemas.microsoft.com/office/drawing/2014/main" id="{26EB945F-397B-D7D2-FF50-A42161FEE6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61753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a:extLst>
            <a:ext uri="{FF2B5EF4-FFF2-40B4-BE49-F238E27FC236}">
              <a16:creationId xmlns:a16="http://schemas.microsoft.com/office/drawing/2014/main" id="{8C80CDF2-E7BD-2569-749F-36DD2E75429B}"/>
            </a:ext>
          </a:extLst>
        </p:cNvPr>
        <p:cNvGrpSpPr/>
        <p:nvPr/>
      </p:nvGrpSpPr>
      <p:grpSpPr>
        <a:xfrm>
          <a:off x="0" y="0"/>
          <a:ext cx="0" cy="0"/>
          <a:chOff x="0" y="0"/>
          <a:chExt cx="0" cy="0"/>
        </a:xfrm>
      </p:grpSpPr>
      <p:sp>
        <p:nvSpPr>
          <p:cNvPr id="598" name="Google Shape;598;g13c3c73614f_0_49:notes">
            <a:extLst>
              <a:ext uri="{FF2B5EF4-FFF2-40B4-BE49-F238E27FC236}">
                <a16:creationId xmlns:a16="http://schemas.microsoft.com/office/drawing/2014/main" id="{A68C274F-3F98-63F2-F6F4-329CCCF555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13c3c73614f_0_49:notes">
            <a:extLst>
              <a:ext uri="{FF2B5EF4-FFF2-40B4-BE49-F238E27FC236}">
                <a16:creationId xmlns:a16="http://schemas.microsoft.com/office/drawing/2014/main" id="{59EEB437-D96E-C160-1E7F-7885E7FA53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5877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a:extLst>
            <a:ext uri="{FF2B5EF4-FFF2-40B4-BE49-F238E27FC236}">
              <a16:creationId xmlns:a16="http://schemas.microsoft.com/office/drawing/2014/main" id="{801ED59E-53D4-F534-1F65-E57622BC206A}"/>
            </a:ext>
          </a:extLst>
        </p:cNvPr>
        <p:cNvGrpSpPr/>
        <p:nvPr/>
      </p:nvGrpSpPr>
      <p:grpSpPr>
        <a:xfrm>
          <a:off x="0" y="0"/>
          <a:ext cx="0" cy="0"/>
          <a:chOff x="0" y="0"/>
          <a:chExt cx="0" cy="0"/>
        </a:xfrm>
      </p:grpSpPr>
      <p:sp>
        <p:nvSpPr>
          <p:cNvPr id="574" name="Google Shape;574;g13cb634ff42_0_225:notes">
            <a:extLst>
              <a:ext uri="{FF2B5EF4-FFF2-40B4-BE49-F238E27FC236}">
                <a16:creationId xmlns:a16="http://schemas.microsoft.com/office/drawing/2014/main" id="{1A255BCE-405E-2C9B-E98A-C4C402502E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13cb634ff42_0_225:notes">
            <a:extLst>
              <a:ext uri="{FF2B5EF4-FFF2-40B4-BE49-F238E27FC236}">
                <a16:creationId xmlns:a16="http://schemas.microsoft.com/office/drawing/2014/main" id="{A2ADBB87-03A9-7D5E-D986-A922376F5D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84930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13c3c73614f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13c3c73614f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9C2C7702-7BED-FB67-3E38-70E9BB4FDA9D}"/>
            </a:ext>
          </a:extLst>
        </p:cNvPr>
        <p:cNvGrpSpPr/>
        <p:nvPr/>
      </p:nvGrpSpPr>
      <p:grpSpPr>
        <a:xfrm>
          <a:off x="0" y="0"/>
          <a:ext cx="0" cy="0"/>
          <a:chOff x="0" y="0"/>
          <a:chExt cx="0" cy="0"/>
        </a:xfrm>
      </p:grpSpPr>
      <p:sp>
        <p:nvSpPr>
          <p:cNvPr id="647" name="Google Shape;647;g13c3c73614f_0_108:notes">
            <a:extLst>
              <a:ext uri="{FF2B5EF4-FFF2-40B4-BE49-F238E27FC236}">
                <a16:creationId xmlns:a16="http://schemas.microsoft.com/office/drawing/2014/main" id="{5F81F1BF-7A11-86A2-BD83-E8B40CAD7E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13c3c73614f_0_108:notes">
            <a:extLst>
              <a:ext uri="{FF2B5EF4-FFF2-40B4-BE49-F238E27FC236}">
                <a16:creationId xmlns:a16="http://schemas.microsoft.com/office/drawing/2014/main" id="{92EBE838-32C9-62F5-1EB4-00D56B8012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2960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13c3c73614f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13c3c73614f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13cb634ff42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13cb634ff42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13c3c73614f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13c3c73614f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13c3c73614f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13c3c73614f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13c3c73614f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2" name="Google Shape;652;g13c3c73614f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3c3c73614f_0_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3c3c73614f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13c3c73614f_0_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13c3c73614f_0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13c3c73614f_0_6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 name="Google Shape;768;g13c3c73614f_0_6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13c3c73614f_0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5" name="Google Shape;815;g13c3c73614f_0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13c3c73614f_0_7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0" name="Google Shape;830;g13c3c73614f_0_7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13c3c73614f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7" name="Google Shape;857;g13c3c73614f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13c3c73614f_2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 name="Google Shape;893;g13c3c73614f_2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13c3c73614f_2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6" name="Google Shape;936;g13c3c73614f_2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13c3c73614f_2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5" name="Google Shape;955;g13c3c73614f_2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13c3c73614f_2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13c3c73614f_2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13c3c73614f_2_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0" name="Google Shape;980;g13c3c73614f_2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13c3c73614f_2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1" name="Google Shape;991;g13c3c73614f_2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13c3c73614f_2_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7" name="Google Shape;1027;g13c3c73614f_2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13c3c73614f_2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 name="Google Shape;1048;g13c3c73614f_2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13c3c73614f_2_4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0" name="Google Shape;1090;g13c3c73614f_2_4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13c3c73614f_2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3" name="Google Shape;1113;g13c3c73614f_2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1"/>
        <p:cNvGrpSpPr/>
        <p:nvPr/>
      </p:nvGrpSpPr>
      <p:grpSpPr>
        <a:xfrm>
          <a:off x="0" y="0"/>
          <a:ext cx="0" cy="0"/>
          <a:chOff x="0" y="0"/>
          <a:chExt cx="0" cy="0"/>
        </a:xfrm>
      </p:grpSpPr>
      <p:sp>
        <p:nvSpPr>
          <p:cNvPr id="1252" name="Google Shape;1252;g13c3c73614f_2_6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3" name="Google Shape;1253;g13c3c73614f_2_6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9"/>
        <p:cNvGrpSpPr/>
        <p:nvPr/>
      </p:nvGrpSpPr>
      <p:grpSpPr>
        <a:xfrm>
          <a:off x="0" y="0"/>
          <a:ext cx="0" cy="0"/>
          <a:chOff x="0" y="0"/>
          <a:chExt cx="0" cy="0"/>
        </a:xfrm>
      </p:grpSpPr>
      <p:sp>
        <p:nvSpPr>
          <p:cNvPr id="1280" name="Google Shape;1280;g13c3c73614f_2_6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1" name="Google Shape;1281;g13c3c73614f_2_6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g13c3c73614f_2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2" name="Google Shape;1322;g13c3c73614f_2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3"/>
        <p:cNvGrpSpPr/>
        <p:nvPr/>
      </p:nvGrpSpPr>
      <p:grpSpPr>
        <a:xfrm>
          <a:off x="0" y="0"/>
          <a:ext cx="0" cy="0"/>
          <a:chOff x="0" y="0"/>
          <a:chExt cx="0" cy="0"/>
        </a:xfrm>
      </p:grpSpPr>
      <p:sp>
        <p:nvSpPr>
          <p:cNvPr id="1374" name="Google Shape;1374;g13c3c73614f_2_8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5" name="Google Shape;1375;g13c3c73614f_2_8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g13c3c73614f_2_8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8" name="Google Shape;1408;g13c3c73614f_2_8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9"/>
        <p:cNvGrpSpPr/>
        <p:nvPr/>
      </p:nvGrpSpPr>
      <p:grpSpPr>
        <a:xfrm>
          <a:off x="0" y="0"/>
          <a:ext cx="0" cy="0"/>
          <a:chOff x="0" y="0"/>
          <a:chExt cx="0" cy="0"/>
        </a:xfrm>
      </p:grpSpPr>
      <p:sp>
        <p:nvSpPr>
          <p:cNvPr id="1450" name="Google Shape;1450;g13c3c73614f_2_8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1" name="Google Shape;1451;g13c3c73614f_2_8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8"/>
        <p:cNvGrpSpPr/>
        <p:nvPr/>
      </p:nvGrpSpPr>
      <p:grpSpPr>
        <a:xfrm>
          <a:off x="0" y="0"/>
          <a:ext cx="0" cy="0"/>
          <a:chOff x="0" y="0"/>
          <a:chExt cx="0" cy="0"/>
        </a:xfrm>
      </p:grpSpPr>
      <p:sp>
        <p:nvSpPr>
          <p:cNvPr id="1479" name="Google Shape;1479;g13c3c73614f_2_9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0" name="Google Shape;1480;g13c3c73614f_2_9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4"/>
        <p:cNvGrpSpPr/>
        <p:nvPr/>
      </p:nvGrpSpPr>
      <p:grpSpPr>
        <a:xfrm>
          <a:off x="0" y="0"/>
          <a:ext cx="0" cy="0"/>
          <a:chOff x="0" y="0"/>
          <a:chExt cx="0" cy="0"/>
        </a:xfrm>
      </p:grpSpPr>
      <p:sp>
        <p:nvSpPr>
          <p:cNvPr id="1515" name="Google Shape;1515;g13c3c73614f_2_9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6" name="Google Shape;1516;g13c3c73614f_2_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5"/>
        <p:cNvGrpSpPr/>
        <p:nvPr/>
      </p:nvGrpSpPr>
      <p:grpSpPr>
        <a:xfrm>
          <a:off x="0" y="0"/>
          <a:ext cx="0" cy="0"/>
          <a:chOff x="0" y="0"/>
          <a:chExt cx="0" cy="0"/>
        </a:xfrm>
      </p:grpSpPr>
      <p:sp>
        <p:nvSpPr>
          <p:cNvPr id="1546" name="Google Shape;1546;g13c3c73614f_2_10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7" name="Google Shape;1547;g13c3c73614f_2_10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8" Type="http://schemas.openxmlformats.org/officeDocument/2006/relationships/hyperlink" Target="https://storyset.com/?utm_source=slidesgo_template&amp;utm_medium=referral-link&amp;utm_campaign=slidesgo_contents_of_this_template&amp;utm_term=storyset&amp;utm_content=storyset" TargetMode="External"/><Relationship Id="rId3" Type="http://schemas.openxmlformats.org/officeDocument/2006/relationships/image" Target="../media/image6.png"/><Relationship Id="rId7" Type="http://schemas.openxmlformats.org/officeDocument/2006/relationships/hyperlink" Target="http://bit.ly/2TtBDfr" TargetMode="External"/><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hyperlink" Target="http://bit.ly/2TyoMsr" TargetMode="External"/><Relationship Id="rId5" Type="http://schemas.openxmlformats.org/officeDocument/2006/relationships/hyperlink" Target="http://bit.ly/2Tynxth" TargetMode="External"/><Relationship Id="rId4"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74100" y="1371188"/>
            <a:ext cx="7195800" cy="19344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700">
                <a:latin typeface="Cantata One"/>
                <a:ea typeface="Cantata One"/>
                <a:cs typeface="Cantata One"/>
                <a:sym typeface="Cantata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974100" y="3292588"/>
            <a:ext cx="7195800" cy="479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700">
                <a:solidFill>
                  <a:schemeClr val="dk1"/>
                </a:solidFill>
                <a:latin typeface="Catamaran"/>
                <a:ea typeface="Catamaran"/>
                <a:cs typeface="Catamaran"/>
                <a:sym typeface="Catamaran"/>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11" name="Google Shape;11;p2"/>
          <p:cNvPicPr preferRelativeResize="0"/>
          <p:nvPr/>
        </p:nvPicPr>
        <p:blipFill rotWithShape="1">
          <a:blip r:embed="rId2">
            <a:alphaModFix amt="73000"/>
          </a:blip>
          <a:srcRect l="11472" t="21324" r="10378" b="61757"/>
          <a:stretch/>
        </p:blipFill>
        <p:spPr>
          <a:xfrm>
            <a:off x="-882025" y="181851"/>
            <a:ext cx="5077949" cy="618324"/>
          </a:xfrm>
          <a:prstGeom prst="rect">
            <a:avLst/>
          </a:prstGeom>
          <a:noFill/>
          <a:ln>
            <a:noFill/>
          </a:ln>
        </p:spPr>
      </p:pic>
      <p:pic>
        <p:nvPicPr>
          <p:cNvPr id="12" name="Google Shape;12;p2"/>
          <p:cNvPicPr preferRelativeResize="0"/>
          <p:nvPr/>
        </p:nvPicPr>
        <p:blipFill rotWithShape="1">
          <a:blip r:embed="rId3">
            <a:alphaModFix amt="77000"/>
          </a:blip>
          <a:srcRect l="2217" t="17852" r="9074" b="32321"/>
          <a:stretch/>
        </p:blipFill>
        <p:spPr>
          <a:xfrm>
            <a:off x="0" y="4412575"/>
            <a:ext cx="4759008" cy="1503576"/>
          </a:xfrm>
          <a:prstGeom prst="rect">
            <a:avLst/>
          </a:prstGeom>
          <a:noFill/>
          <a:ln>
            <a:noFill/>
          </a:ln>
        </p:spPr>
      </p:pic>
      <p:pic>
        <p:nvPicPr>
          <p:cNvPr id="13" name="Google Shape;13;p2"/>
          <p:cNvPicPr preferRelativeResize="0"/>
          <p:nvPr/>
        </p:nvPicPr>
        <p:blipFill rotWithShape="1">
          <a:blip r:embed="rId4">
            <a:alphaModFix amt="69000"/>
          </a:blip>
          <a:srcRect l="50645" t="40792" r="22239" b="39046"/>
          <a:stretch/>
        </p:blipFill>
        <p:spPr>
          <a:xfrm flipH="1">
            <a:off x="7765065" y="2856625"/>
            <a:ext cx="2446373" cy="1023224"/>
          </a:xfrm>
          <a:prstGeom prst="rect">
            <a:avLst/>
          </a:prstGeom>
          <a:noFill/>
          <a:ln>
            <a:noFill/>
          </a:ln>
        </p:spPr>
      </p:pic>
      <p:pic>
        <p:nvPicPr>
          <p:cNvPr id="14" name="Google Shape;14;p2"/>
          <p:cNvPicPr preferRelativeResize="0"/>
          <p:nvPr/>
        </p:nvPicPr>
        <p:blipFill rotWithShape="1">
          <a:blip r:embed="rId5">
            <a:alphaModFix/>
          </a:blip>
          <a:srcRect l="45691" t="12052" r="18787" b="20159"/>
          <a:stretch/>
        </p:blipFill>
        <p:spPr>
          <a:xfrm>
            <a:off x="7795200" y="3069226"/>
            <a:ext cx="1149350" cy="1233725"/>
          </a:xfrm>
          <a:prstGeom prst="rect">
            <a:avLst/>
          </a:prstGeom>
          <a:noFill/>
          <a:ln>
            <a:noFill/>
          </a:ln>
        </p:spPr>
      </p:pic>
      <p:pic>
        <p:nvPicPr>
          <p:cNvPr id="15" name="Google Shape;15;p2"/>
          <p:cNvPicPr preferRelativeResize="0"/>
          <p:nvPr/>
        </p:nvPicPr>
        <p:blipFill rotWithShape="1">
          <a:blip r:embed="rId6">
            <a:alphaModFix amt="63000"/>
          </a:blip>
          <a:srcRect l="17536" t="30943" r="20804" b="36495"/>
          <a:stretch/>
        </p:blipFill>
        <p:spPr>
          <a:xfrm rot="-2080542">
            <a:off x="-1060392" y="-140497"/>
            <a:ext cx="4824681" cy="1433138"/>
          </a:xfrm>
          <a:prstGeom prst="rect">
            <a:avLst/>
          </a:prstGeom>
          <a:noFill/>
          <a:ln>
            <a:noFill/>
          </a:ln>
        </p:spPr>
      </p:pic>
      <p:pic>
        <p:nvPicPr>
          <p:cNvPr id="16" name="Google Shape;16;p2"/>
          <p:cNvPicPr preferRelativeResize="0"/>
          <p:nvPr/>
        </p:nvPicPr>
        <p:blipFill rotWithShape="1">
          <a:blip r:embed="rId7">
            <a:alphaModFix amt="76000"/>
          </a:blip>
          <a:srcRect l="37412" t="9009" r="30455" b="20771"/>
          <a:stretch/>
        </p:blipFill>
        <p:spPr>
          <a:xfrm>
            <a:off x="8430775" y="1154400"/>
            <a:ext cx="1834123" cy="225452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a:hlinkClick r:id="" action="ppaction://noaction"/>
          </p:cNvPr>
          <p:cNvSpPr txBox="1">
            <a:spLocks noGrp="1"/>
          </p:cNvSpPr>
          <p:nvPr>
            <p:ph type="title"/>
          </p:nvPr>
        </p:nvSpPr>
        <p:spPr>
          <a:xfrm>
            <a:off x="2112450" y="2098425"/>
            <a:ext cx="4919100" cy="913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9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 name="Google Shape;19;p3"/>
          <p:cNvSpPr txBox="1">
            <a:spLocks noGrp="1"/>
          </p:cNvSpPr>
          <p:nvPr>
            <p:ph type="title" idx="2" hasCustomPrompt="1"/>
          </p:nvPr>
        </p:nvSpPr>
        <p:spPr>
          <a:xfrm>
            <a:off x="2652300" y="1010300"/>
            <a:ext cx="3839400" cy="1088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sz="75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0" name="Google Shape;20;p3"/>
          <p:cNvSpPr txBox="1">
            <a:spLocks noGrp="1"/>
          </p:cNvSpPr>
          <p:nvPr>
            <p:ph type="subTitle" idx="1"/>
          </p:nvPr>
        </p:nvSpPr>
        <p:spPr>
          <a:xfrm>
            <a:off x="2640300" y="3056300"/>
            <a:ext cx="3863400" cy="6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700">
                <a:solidFill>
                  <a:schemeClr val="dk1"/>
                </a:solidFill>
                <a:latin typeface="Catamaran"/>
                <a:ea typeface="Catamaran"/>
                <a:cs typeface="Catamaran"/>
                <a:sym typeface="Catamaran"/>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pic>
        <p:nvPicPr>
          <p:cNvPr id="21" name="Google Shape;21;p3"/>
          <p:cNvPicPr preferRelativeResize="0"/>
          <p:nvPr/>
        </p:nvPicPr>
        <p:blipFill rotWithShape="1">
          <a:blip r:embed="rId2">
            <a:alphaModFix amt="74000"/>
          </a:blip>
          <a:srcRect l="37807" t="9859" r="25038" b="24368"/>
          <a:stretch/>
        </p:blipFill>
        <p:spPr>
          <a:xfrm>
            <a:off x="-1053612" y="1551870"/>
            <a:ext cx="3011203" cy="2998650"/>
          </a:xfrm>
          <a:prstGeom prst="rect">
            <a:avLst/>
          </a:prstGeom>
          <a:noFill/>
          <a:ln>
            <a:noFill/>
          </a:ln>
        </p:spPr>
      </p:pic>
      <p:pic>
        <p:nvPicPr>
          <p:cNvPr id="22" name="Google Shape;22;p3"/>
          <p:cNvPicPr preferRelativeResize="0"/>
          <p:nvPr/>
        </p:nvPicPr>
        <p:blipFill rotWithShape="1">
          <a:blip r:embed="rId3">
            <a:alphaModFix amt="72000"/>
          </a:blip>
          <a:srcRect l="36305" t="26731" r="30909" b="23776"/>
          <a:stretch/>
        </p:blipFill>
        <p:spPr>
          <a:xfrm>
            <a:off x="6236176" y="-200100"/>
            <a:ext cx="1790842" cy="1520699"/>
          </a:xfrm>
          <a:prstGeom prst="rect">
            <a:avLst/>
          </a:prstGeom>
          <a:noFill/>
          <a:ln>
            <a:noFill/>
          </a:ln>
        </p:spPr>
      </p:pic>
      <p:pic>
        <p:nvPicPr>
          <p:cNvPr id="23" name="Google Shape;23;p3"/>
          <p:cNvPicPr preferRelativeResize="0"/>
          <p:nvPr/>
        </p:nvPicPr>
        <p:blipFill rotWithShape="1">
          <a:blip r:embed="rId4">
            <a:alphaModFix amt="72000"/>
          </a:blip>
          <a:srcRect l="11472" t="21324" r="10378" b="61757"/>
          <a:stretch/>
        </p:blipFill>
        <p:spPr>
          <a:xfrm flipH="1">
            <a:off x="6587825" y="198325"/>
            <a:ext cx="4499827" cy="547925"/>
          </a:xfrm>
          <a:prstGeom prst="rect">
            <a:avLst/>
          </a:prstGeom>
          <a:noFill/>
          <a:ln>
            <a:noFill/>
          </a:ln>
        </p:spPr>
      </p:pic>
      <p:pic>
        <p:nvPicPr>
          <p:cNvPr id="24" name="Google Shape;24;p3"/>
          <p:cNvPicPr preferRelativeResize="0"/>
          <p:nvPr/>
        </p:nvPicPr>
        <p:blipFill rotWithShape="1">
          <a:blip r:embed="rId5">
            <a:alphaModFix amt="81000"/>
          </a:blip>
          <a:srcRect l="35653" t="26726" r="33387" b="27688"/>
          <a:stretch/>
        </p:blipFill>
        <p:spPr>
          <a:xfrm rot="5165265">
            <a:off x="7777549" y="1747787"/>
            <a:ext cx="2831027" cy="23445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pic>
        <p:nvPicPr>
          <p:cNvPr id="26" name="Google Shape;26;p4"/>
          <p:cNvPicPr preferRelativeResize="0"/>
          <p:nvPr/>
        </p:nvPicPr>
        <p:blipFill rotWithShape="1">
          <a:blip r:embed="rId2">
            <a:alphaModFix amt="63000"/>
          </a:blip>
          <a:srcRect l="17536" t="30943" r="20804" b="36495"/>
          <a:stretch/>
        </p:blipFill>
        <p:spPr>
          <a:xfrm rot="5709146">
            <a:off x="7289042" y="1559948"/>
            <a:ext cx="3280095" cy="974328"/>
          </a:xfrm>
          <a:prstGeom prst="rect">
            <a:avLst/>
          </a:prstGeom>
          <a:noFill/>
          <a:ln>
            <a:noFill/>
          </a:ln>
        </p:spPr>
      </p:pic>
      <p:pic>
        <p:nvPicPr>
          <p:cNvPr id="27" name="Google Shape;27;p4"/>
          <p:cNvPicPr preferRelativeResize="0"/>
          <p:nvPr/>
        </p:nvPicPr>
        <p:blipFill rotWithShape="1">
          <a:blip r:embed="rId3">
            <a:alphaModFix amt="65000"/>
          </a:blip>
          <a:srcRect l="11472" t="21324" r="10378" b="61757"/>
          <a:stretch/>
        </p:blipFill>
        <p:spPr>
          <a:xfrm>
            <a:off x="-560175" y="4805725"/>
            <a:ext cx="4499827" cy="547925"/>
          </a:xfrm>
          <a:prstGeom prst="rect">
            <a:avLst/>
          </a:prstGeom>
          <a:noFill/>
          <a:ln>
            <a:noFill/>
          </a:ln>
        </p:spPr>
      </p:pic>
      <p:pic>
        <p:nvPicPr>
          <p:cNvPr id="28" name="Google Shape;28;p4"/>
          <p:cNvPicPr preferRelativeResize="0"/>
          <p:nvPr/>
        </p:nvPicPr>
        <p:blipFill rotWithShape="1">
          <a:blip r:embed="rId4">
            <a:alphaModFix amt="76000"/>
          </a:blip>
          <a:srcRect l="37412" t="9009" r="30455" b="20771"/>
          <a:stretch/>
        </p:blipFill>
        <p:spPr>
          <a:xfrm>
            <a:off x="-986050" y="3449000"/>
            <a:ext cx="1834123" cy="2254524"/>
          </a:xfrm>
          <a:prstGeom prst="rect">
            <a:avLst/>
          </a:prstGeom>
          <a:noFill/>
          <a:ln>
            <a:noFill/>
          </a:ln>
        </p:spPr>
      </p:pic>
      <p:pic>
        <p:nvPicPr>
          <p:cNvPr id="29" name="Google Shape;29;p4"/>
          <p:cNvPicPr preferRelativeResize="0"/>
          <p:nvPr/>
        </p:nvPicPr>
        <p:blipFill rotWithShape="1">
          <a:blip r:embed="rId5">
            <a:alphaModFix amt="87000"/>
          </a:blip>
          <a:srcRect l="2217" t="17852" r="9074" b="32321"/>
          <a:stretch/>
        </p:blipFill>
        <p:spPr>
          <a:xfrm>
            <a:off x="-775800" y="331704"/>
            <a:ext cx="1834123" cy="579471"/>
          </a:xfrm>
          <a:prstGeom prst="rect">
            <a:avLst/>
          </a:prstGeom>
          <a:noFill/>
          <a:ln>
            <a:noFill/>
          </a:ln>
        </p:spPr>
      </p:pic>
      <p:sp>
        <p:nvSpPr>
          <p:cNvPr id="30" name="Google Shape;30;p4"/>
          <p:cNvSpPr/>
          <p:nvPr/>
        </p:nvSpPr>
        <p:spPr>
          <a:xfrm rot="3889054">
            <a:off x="7394338" y="2762258"/>
            <a:ext cx="1528429" cy="4798354"/>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4"/>
          <p:cNvGrpSpPr/>
          <p:nvPr/>
        </p:nvGrpSpPr>
        <p:grpSpPr>
          <a:xfrm rot="-500111" flipH="1">
            <a:off x="-837193" y="64170"/>
            <a:ext cx="1348540" cy="2543555"/>
            <a:chOff x="2145200" y="1846500"/>
            <a:chExt cx="1056700" cy="1993100"/>
          </a:xfrm>
        </p:grpSpPr>
        <p:sp>
          <p:nvSpPr>
            <p:cNvPr id="32" name="Google Shape;32;p4"/>
            <p:cNvSpPr/>
            <p:nvPr/>
          </p:nvSpPr>
          <p:spPr>
            <a:xfrm>
              <a:off x="2145200" y="1846500"/>
              <a:ext cx="1056700" cy="1993100"/>
            </a:xfrm>
            <a:custGeom>
              <a:avLst/>
              <a:gdLst/>
              <a:ahLst/>
              <a:cxnLst/>
              <a:rect l="l" t="t" r="r" b="b"/>
              <a:pathLst>
                <a:path w="42268" h="79724" extrusionOk="0">
                  <a:moveTo>
                    <a:pt x="31397" y="417"/>
                  </a:moveTo>
                  <a:cubicBezTo>
                    <a:pt x="31635" y="2676"/>
                    <a:pt x="31873" y="4936"/>
                    <a:pt x="31980" y="7208"/>
                  </a:cubicBezTo>
                  <a:lnTo>
                    <a:pt x="31980" y="7208"/>
                  </a:lnTo>
                  <a:cubicBezTo>
                    <a:pt x="31977" y="7176"/>
                    <a:pt x="31957" y="7153"/>
                    <a:pt x="31957" y="7120"/>
                  </a:cubicBezTo>
                  <a:cubicBezTo>
                    <a:pt x="31742" y="5179"/>
                    <a:pt x="31504" y="3239"/>
                    <a:pt x="31278" y="1286"/>
                  </a:cubicBezTo>
                  <a:cubicBezTo>
                    <a:pt x="31242" y="1072"/>
                    <a:pt x="31266" y="833"/>
                    <a:pt x="31266" y="595"/>
                  </a:cubicBezTo>
                  <a:cubicBezTo>
                    <a:pt x="31266" y="536"/>
                    <a:pt x="31302" y="476"/>
                    <a:pt x="31326" y="417"/>
                  </a:cubicBezTo>
                  <a:close/>
                  <a:moveTo>
                    <a:pt x="32397" y="16573"/>
                  </a:moveTo>
                  <a:cubicBezTo>
                    <a:pt x="32421" y="16573"/>
                    <a:pt x="32457" y="16597"/>
                    <a:pt x="32493" y="16609"/>
                  </a:cubicBezTo>
                  <a:cubicBezTo>
                    <a:pt x="32731" y="21300"/>
                    <a:pt x="32242" y="25920"/>
                    <a:pt x="31040" y="30539"/>
                  </a:cubicBezTo>
                  <a:cubicBezTo>
                    <a:pt x="30921" y="30480"/>
                    <a:pt x="30838" y="30444"/>
                    <a:pt x="30766" y="30420"/>
                  </a:cubicBezTo>
                  <a:cubicBezTo>
                    <a:pt x="29635" y="30028"/>
                    <a:pt x="28599" y="29480"/>
                    <a:pt x="27670" y="28706"/>
                  </a:cubicBezTo>
                  <a:cubicBezTo>
                    <a:pt x="26575" y="27801"/>
                    <a:pt x="25742" y="26682"/>
                    <a:pt x="25337" y="25301"/>
                  </a:cubicBezTo>
                  <a:cubicBezTo>
                    <a:pt x="24801" y="23467"/>
                    <a:pt x="24980" y="21669"/>
                    <a:pt x="25658" y="19895"/>
                  </a:cubicBezTo>
                  <a:cubicBezTo>
                    <a:pt x="25920" y="19276"/>
                    <a:pt x="26254" y="18681"/>
                    <a:pt x="26718" y="18181"/>
                  </a:cubicBezTo>
                  <a:cubicBezTo>
                    <a:pt x="27492" y="17371"/>
                    <a:pt x="28444" y="16859"/>
                    <a:pt x="29575" y="16740"/>
                  </a:cubicBezTo>
                  <a:cubicBezTo>
                    <a:pt x="30516" y="16633"/>
                    <a:pt x="31457" y="16621"/>
                    <a:pt x="32397" y="16573"/>
                  </a:cubicBezTo>
                  <a:close/>
                  <a:moveTo>
                    <a:pt x="36362" y="16388"/>
                  </a:moveTo>
                  <a:cubicBezTo>
                    <a:pt x="36678" y="16388"/>
                    <a:pt x="36993" y="16399"/>
                    <a:pt x="37303" y="16431"/>
                  </a:cubicBezTo>
                  <a:cubicBezTo>
                    <a:pt x="38374" y="16514"/>
                    <a:pt x="39291" y="16966"/>
                    <a:pt x="40053" y="17740"/>
                  </a:cubicBezTo>
                  <a:cubicBezTo>
                    <a:pt x="40553" y="18240"/>
                    <a:pt x="40922" y="18836"/>
                    <a:pt x="41184" y="19479"/>
                  </a:cubicBezTo>
                  <a:cubicBezTo>
                    <a:pt x="42053" y="21574"/>
                    <a:pt x="42137" y="23705"/>
                    <a:pt x="41339" y="25848"/>
                  </a:cubicBezTo>
                  <a:cubicBezTo>
                    <a:pt x="40922" y="26956"/>
                    <a:pt x="40386" y="27980"/>
                    <a:pt x="39481" y="28765"/>
                  </a:cubicBezTo>
                  <a:cubicBezTo>
                    <a:pt x="39184" y="29039"/>
                    <a:pt x="38862" y="29289"/>
                    <a:pt x="38541" y="29516"/>
                  </a:cubicBezTo>
                  <a:cubicBezTo>
                    <a:pt x="37422" y="30266"/>
                    <a:pt x="36231" y="30837"/>
                    <a:pt x="34874" y="30980"/>
                  </a:cubicBezTo>
                  <a:cubicBezTo>
                    <a:pt x="34612" y="31009"/>
                    <a:pt x="34351" y="31022"/>
                    <a:pt x="34091" y="31022"/>
                  </a:cubicBezTo>
                  <a:cubicBezTo>
                    <a:pt x="33380" y="31022"/>
                    <a:pt x="32671" y="30923"/>
                    <a:pt x="31957" y="30766"/>
                  </a:cubicBezTo>
                  <a:cubicBezTo>
                    <a:pt x="31742" y="30706"/>
                    <a:pt x="31528" y="30647"/>
                    <a:pt x="31278" y="30539"/>
                  </a:cubicBezTo>
                  <a:cubicBezTo>
                    <a:pt x="32481" y="25944"/>
                    <a:pt x="32969" y="21288"/>
                    <a:pt x="32766" y="16550"/>
                  </a:cubicBezTo>
                  <a:cubicBezTo>
                    <a:pt x="32909" y="16538"/>
                    <a:pt x="33004" y="16514"/>
                    <a:pt x="33100" y="16514"/>
                  </a:cubicBezTo>
                  <a:cubicBezTo>
                    <a:pt x="34028" y="16478"/>
                    <a:pt x="34969" y="16431"/>
                    <a:pt x="35886" y="16395"/>
                  </a:cubicBezTo>
                  <a:cubicBezTo>
                    <a:pt x="36045" y="16391"/>
                    <a:pt x="36203" y="16388"/>
                    <a:pt x="36362" y="16388"/>
                  </a:cubicBezTo>
                  <a:close/>
                  <a:moveTo>
                    <a:pt x="24908" y="21622"/>
                  </a:moveTo>
                  <a:lnTo>
                    <a:pt x="24908" y="21622"/>
                  </a:lnTo>
                  <a:cubicBezTo>
                    <a:pt x="24742" y="22765"/>
                    <a:pt x="24730" y="23884"/>
                    <a:pt x="24992" y="24991"/>
                  </a:cubicBezTo>
                  <a:cubicBezTo>
                    <a:pt x="25265" y="26098"/>
                    <a:pt x="25813" y="27075"/>
                    <a:pt x="26527" y="27980"/>
                  </a:cubicBezTo>
                  <a:cubicBezTo>
                    <a:pt x="26492" y="28039"/>
                    <a:pt x="26480" y="28063"/>
                    <a:pt x="26468" y="28087"/>
                  </a:cubicBezTo>
                  <a:cubicBezTo>
                    <a:pt x="26444" y="28123"/>
                    <a:pt x="26397" y="28170"/>
                    <a:pt x="26349" y="28218"/>
                  </a:cubicBezTo>
                  <a:cubicBezTo>
                    <a:pt x="25754" y="28813"/>
                    <a:pt x="25099" y="29301"/>
                    <a:pt x="24372" y="29706"/>
                  </a:cubicBezTo>
                  <a:cubicBezTo>
                    <a:pt x="23087" y="30409"/>
                    <a:pt x="21741" y="30920"/>
                    <a:pt x="20289" y="31254"/>
                  </a:cubicBezTo>
                  <a:cubicBezTo>
                    <a:pt x="18783" y="31584"/>
                    <a:pt x="17268" y="31664"/>
                    <a:pt x="15737" y="31664"/>
                  </a:cubicBezTo>
                  <a:cubicBezTo>
                    <a:pt x="15500" y="31664"/>
                    <a:pt x="15263" y="31662"/>
                    <a:pt x="15026" y="31659"/>
                  </a:cubicBezTo>
                  <a:cubicBezTo>
                    <a:pt x="14752" y="31659"/>
                    <a:pt x="14490" y="31623"/>
                    <a:pt x="14240" y="31552"/>
                  </a:cubicBezTo>
                  <a:cubicBezTo>
                    <a:pt x="13859" y="31432"/>
                    <a:pt x="13478" y="31313"/>
                    <a:pt x="13133" y="31123"/>
                  </a:cubicBezTo>
                  <a:cubicBezTo>
                    <a:pt x="12728" y="30897"/>
                    <a:pt x="12645" y="30599"/>
                    <a:pt x="12823" y="30182"/>
                  </a:cubicBezTo>
                  <a:cubicBezTo>
                    <a:pt x="12954" y="29873"/>
                    <a:pt x="13121" y="29575"/>
                    <a:pt x="13312" y="29301"/>
                  </a:cubicBezTo>
                  <a:cubicBezTo>
                    <a:pt x="13800" y="28634"/>
                    <a:pt x="14324" y="27968"/>
                    <a:pt x="14859" y="27325"/>
                  </a:cubicBezTo>
                  <a:cubicBezTo>
                    <a:pt x="16110" y="25825"/>
                    <a:pt x="17598" y="24586"/>
                    <a:pt x="19336" y="23705"/>
                  </a:cubicBezTo>
                  <a:cubicBezTo>
                    <a:pt x="19991" y="23360"/>
                    <a:pt x="20670" y="23062"/>
                    <a:pt x="21336" y="22765"/>
                  </a:cubicBezTo>
                  <a:cubicBezTo>
                    <a:pt x="22408" y="22312"/>
                    <a:pt x="23491" y="21919"/>
                    <a:pt x="24634" y="21669"/>
                  </a:cubicBezTo>
                  <a:cubicBezTo>
                    <a:pt x="24718" y="21657"/>
                    <a:pt x="24789" y="21634"/>
                    <a:pt x="24908" y="21622"/>
                  </a:cubicBezTo>
                  <a:close/>
                  <a:moveTo>
                    <a:pt x="11168" y="32742"/>
                  </a:moveTo>
                  <a:lnTo>
                    <a:pt x="11168" y="32742"/>
                  </a:lnTo>
                  <a:cubicBezTo>
                    <a:pt x="11299" y="32778"/>
                    <a:pt x="11407" y="32814"/>
                    <a:pt x="11514" y="32861"/>
                  </a:cubicBezTo>
                  <a:cubicBezTo>
                    <a:pt x="12228" y="33147"/>
                    <a:pt x="12942" y="33409"/>
                    <a:pt x="13645" y="33718"/>
                  </a:cubicBezTo>
                  <a:cubicBezTo>
                    <a:pt x="15586" y="34564"/>
                    <a:pt x="17526" y="35457"/>
                    <a:pt x="19491" y="36314"/>
                  </a:cubicBezTo>
                  <a:cubicBezTo>
                    <a:pt x="20217" y="36635"/>
                    <a:pt x="20991" y="36874"/>
                    <a:pt x="21753" y="37159"/>
                  </a:cubicBezTo>
                  <a:cubicBezTo>
                    <a:pt x="21801" y="37171"/>
                    <a:pt x="21836" y="37207"/>
                    <a:pt x="21896" y="37219"/>
                  </a:cubicBezTo>
                  <a:cubicBezTo>
                    <a:pt x="21896" y="37231"/>
                    <a:pt x="21884" y="37243"/>
                    <a:pt x="21884" y="37266"/>
                  </a:cubicBezTo>
                  <a:cubicBezTo>
                    <a:pt x="21825" y="37266"/>
                    <a:pt x="21777" y="37278"/>
                    <a:pt x="21741" y="37278"/>
                  </a:cubicBezTo>
                  <a:cubicBezTo>
                    <a:pt x="20503" y="37278"/>
                    <a:pt x="19265" y="37278"/>
                    <a:pt x="18026" y="37112"/>
                  </a:cubicBezTo>
                  <a:cubicBezTo>
                    <a:pt x="16836" y="36969"/>
                    <a:pt x="15729" y="36576"/>
                    <a:pt x="14740" y="35873"/>
                  </a:cubicBezTo>
                  <a:cubicBezTo>
                    <a:pt x="14181" y="35457"/>
                    <a:pt x="13645" y="35016"/>
                    <a:pt x="13109" y="34552"/>
                  </a:cubicBezTo>
                  <a:cubicBezTo>
                    <a:pt x="12466" y="34004"/>
                    <a:pt x="11835" y="33421"/>
                    <a:pt x="11216" y="32861"/>
                  </a:cubicBezTo>
                  <a:cubicBezTo>
                    <a:pt x="11204" y="32837"/>
                    <a:pt x="11204" y="32802"/>
                    <a:pt x="11168" y="32742"/>
                  </a:cubicBezTo>
                  <a:close/>
                  <a:moveTo>
                    <a:pt x="7748" y="32018"/>
                  </a:moveTo>
                  <a:cubicBezTo>
                    <a:pt x="9270" y="32018"/>
                    <a:pt x="10668" y="32537"/>
                    <a:pt x="11919" y="33754"/>
                  </a:cubicBezTo>
                  <a:cubicBezTo>
                    <a:pt x="12454" y="34278"/>
                    <a:pt x="12990" y="34778"/>
                    <a:pt x="13550" y="35266"/>
                  </a:cubicBezTo>
                  <a:cubicBezTo>
                    <a:pt x="14443" y="36040"/>
                    <a:pt x="15419" y="36683"/>
                    <a:pt x="16574" y="37040"/>
                  </a:cubicBezTo>
                  <a:cubicBezTo>
                    <a:pt x="17348" y="37278"/>
                    <a:pt x="18145" y="37397"/>
                    <a:pt x="18955" y="37445"/>
                  </a:cubicBezTo>
                  <a:cubicBezTo>
                    <a:pt x="19592" y="37476"/>
                    <a:pt x="20231" y="37497"/>
                    <a:pt x="20873" y="37497"/>
                  </a:cubicBezTo>
                  <a:cubicBezTo>
                    <a:pt x="21467" y="37497"/>
                    <a:pt x="22062" y="37479"/>
                    <a:pt x="22658" y="37433"/>
                  </a:cubicBezTo>
                  <a:cubicBezTo>
                    <a:pt x="22777" y="37421"/>
                    <a:pt x="22896" y="37417"/>
                    <a:pt x="23015" y="37417"/>
                  </a:cubicBezTo>
                  <a:cubicBezTo>
                    <a:pt x="23253" y="37417"/>
                    <a:pt x="23491" y="37433"/>
                    <a:pt x="23730" y="37433"/>
                  </a:cubicBezTo>
                  <a:lnTo>
                    <a:pt x="23730" y="37493"/>
                  </a:lnTo>
                  <a:cubicBezTo>
                    <a:pt x="23658" y="37517"/>
                    <a:pt x="23599" y="37552"/>
                    <a:pt x="23539" y="37564"/>
                  </a:cubicBezTo>
                  <a:cubicBezTo>
                    <a:pt x="22703" y="37799"/>
                    <a:pt x="21852" y="37893"/>
                    <a:pt x="20987" y="37893"/>
                  </a:cubicBezTo>
                  <a:cubicBezTo>
                    <a:pt x="20755" y="37893"/>
                    <a:pt x="20522" y="37886"/>
                    <a:pt x="20289" y="37874"/>
                  </a:cubicBezTo>
                  <a:cubicBezTo>
                    <a:pt x="19241" y="37814"/>
                    <a:pt x="18193" y="37636"/>
                    <a:pt x="17169" y="37409"/>
                  </a:cubicBezTo>
                  <a:cubicBezTo>
                    <a:pt x="14026" y="36743"/>
                    <a:pt x="10918" y="36040"/>
                    <a:pt x="7763" y="35492"/>
                  </a:cubicBezTo>
                  <a:cubicBezTo>
                    <a:pt x="7180" y="35385"/>
                    <a:pt x="6620" y="35231"/>
                    <a:pt x="6049" y="35052"/>
                  </a:cubicBezTo>
                  <a:cubicBezTo>
                    <a:pt x="5561" y="34897"/>
                    <a:pt x="5108" y="34671"/>
                    <a:pt x="4715" y="34373"/>
                  </a:cubicBezTo>
                  <a:cubicBezTo>
                    <a:pt x="4572" y="34254"/>
                    <a:pt x="4441" y="34123"/>
                    <a:pt x="4322" y="33992"/>
                  </a:cubicBezTo>
                  <a:cubicBezTo>
                    <a:pt x="4156" y="33778"/>
                    <a:pt x="4132" y="33540"/>
                    <a:pt x="4251" y="33326"/>
                  </a:cubicBezTo>
                  <a:cubicBezTo>
                    <a:pt x="4322" y="33171"/>
                    <a:pt x="4429" y="33028"/>
                    <a:pt x="4549" y="32909"/>
                  </a:cubicBezTo>
                  <a:cubicBezTo>
                    <a:pt x="4846" y="32587"/>
                    <a:pt x="5227" y="32409"/>
                    <a:pt x="5632" y="32314"/>
                  </a:cubicBezTo>
                  <a:cubicBezTo>
                    <a:pt x="6361" y="32122"/>
                    <a:pt x="7067" y="32018"/>
                    <a:pt x="7748" y="32018"/>
                  </a:cubicBezTo>
                  <a:close/>
                  <a:moveTo>
                    <a:pt x="27813" y="51899"/>
                  </a:moveTo>
                  <a:cubicBezTo>
                    <a:pt x="27790" y="51911"/>
                    <a:pt x="27790" y="51923"/>
                    <a:pt x="27790" y="51935"/>
                  </a:cubicBezTo>
                  <a:cubicBezTo>
                    <a:pt x="27492" y="52054"/>
                    <a:pt x="27182" y="52173"/>
                    <a:pt x="26873" y="52316"/>
                  </a:cubicBezTo>
                  <a:cubicBezTo>
                    <a:pt x="26504" y="52471"/>
                    <a:pt x="26123" y="52673"/>
                    <a:pt x="25754" y="52816"/>
                  </a:cubicBezTo>
                  <a:cubicBezTo>
                    <a:pt x="25116" y="53071"/>
                    <a:pt x="24472" y="53229"/>
                    <a:pt x="23809" y="53229"/>
                  </a:cubicBezTo>
                  <a:cubicBezTo>
                    <a:pt x="23544" y="53229"/>
                    <a:pt x="23275" y="53204"/>
                    <a:pt x="23003" y="53149"/>
                  </a:cubicBezTo>
                  <a:cubicBezTo>
                    <a:pt x="22587" y="53054"/>
                    <a:pt x="22170" y="52947"/>
                    <a:pt x="21753" y="52864"/>
                  </a:cubicBezTo>
                  <a:cubicBezTo>
                    <a:pt x="21384" y="52792"/>
                    <a:pt x="21003" y="52733"/>
                    <a:pt x="20634" y="52673"/>
                  </a:cubicBezTo>
                  <a:cubicBezTo>
                    <a:pt x="20562" y="52649"/>
                    <a:pt x="20491" y="52649"/>
                    <a:pt x="20408" y="52637"/>
                  </a:cubicBezTo>
                  <a:cubicBezTo>
                    <a:pt x="20610" y="52530"/>
                    <a:pt x="20801" y="52471"/>
                    <a:pt x="20991" y="52459"/>
                  </a:cubicBezTo>
                  <a:cubicBezTo>
                    <a:pt x="21563" y="52411"/>
                    <a:pt x="22134" y="52399"/>
                    <a:pt x="22706" y="52352"/>
                  </a:cubicBezTo>
                  <a:cubicBezTo>
                    <a:pt x="23134" y="52340"/>
                    <a:pt x="23551" y="52304"/>
                    <a:pt x="23980" y="52268"/>
                  </a:cubicBezTo>
                  <a:cubicBezTo>
                    <a:pt x="24968" y="52161"/>
                    <a:pt x="25944" y="52030"/>
                    <a:pt x="26932" y="51923"/>
                  </a:cubicBezTo>
                  <a:cubicBezTo>
                    <a:pt x="27230" y="51899"/>
                    <a:pt x="27528" y="51911"/>
                    <a:pt x="27813" y="51899"/>
                  </a:cubicBezTo>
                  <a:close/>
                  <a:moveTo>
                    <a:pt x="10735" y="42923"/>
                  </a:moveTo>
                  <a:cubicBezTo>
                    <a:pt x="11859" y="42923"/>
                    <a:pt x="12976" y="43087"/>
                    <a:pt x="14085" y="43398"/>
                  </a:cubicBezTo>
                  <a:cubicBezTo>
                    <a:pt x="16562" y="44077"/>
                    <a:pt x="18860" y="45125"/>
                    <a:pt x="21003" y="46541"/>
                  </a:cubicBezTo>
                  <a:cubicBezTo>
                    <a:pt x="21694" y="46982"/>
                    <a:pt x="22372" y="47458"/>
                    <a:pt x="23241" y="47661"/>
                  </a:cubicBezTo>
                  <a:cubicBezTo>
                    <a:pt x="23170" y="47780"/>
                    <a:pt x="23122" y="47875"/>
                    <a:pt x="23063" y="47958"/>
                  </a:cubicBezTo>
                  <a:cubicBezTo>
                    <a:pt x="21860" y="49792"/>
                    <a:pt x="20289" y="51256"/>
                    <a:pt x="18372" y="52352"/>
                  </a:cubicBezTo>
                  <a:cubicBezTo>
                    <a:pt x="16883" y="53197"/>
                    <a:pt x="15288" y="53709"/>
                    <a:pt x="13573" y="53780"/>
                  </a:cubicBezTo>
                  <a:cubicBezTo>
                    <a:pt x="12002" y="53840"/>
                    <a:pt x="10442" y="53899"/>
                    <a:pt x="8859" y="53947"/>
                  </a:cubicBezTo>
                  <a:cubicBezTo>
                    <a:pt x="8764" y="53950"/>
                    <a:pt x="8670" y="53951"/>
                    <a:pt x="8575" y="53951"/>
                  </a:cubicBezTo>
                  <a:cubicBezTo>
                    <a:pt x="7824" y="53951"/>
                    <a:pt x="7075" y="53868"/>
                    <a:pt x="6334" y="53709"/>
                  </a:cubicBezTo>
                  <a:cubicBezTo>
                    <a:pt x="5811" y="53590"/>
                    <a:pt x="5322" y="53423"/>
                    <a:pt x="4870" y="53161"/>
                  </a:cubicBezTo>
                  <a:cubicBezTo>
                    <a:pt x="3798" y="52506"/>
                    <a:pt x="3179" y="51566"/>
                    <a:pt x="3120" y="50280"/>
                  </a:cubicBezTo>
                  <a:cubicBezTo>
                    <a:pt x="3084" y="49863"/>
                    <a:pt x="3108" y="49447"/>
                    <a:pt x="3179" y="49030"/>
                  </a:cubicBezTo>
                  <a:cubicBezTo>
                    <a:pt x="3382" y="47756"/>
                    <a:pt x="3894" y="46577"/>
                    <a:pt x="4632" y="45518"/>
                  </a:cubicBezTo>
                  <a:cubicBezTo>
                    <a:pt x="5168" y="44767"/>
                    <a:pt x="5834" y="44172"/>
                    <a:pt x="6680" y="43755"/>
                  </a:cubicBezTo>
                  <a:cubicBezTo>
                    <a:pt x="7227" y="43470"/>
                    <a:pt x="7823" y="43279"/>
                    <a:pt x="8418" y="43160"/>
                  </a:cubicBezTo>
                  <a:cubicBezTo>
                    <a:pt x="9193" y="43000"/>
                    <a:pt x="9965" y="42923"/>
                    <a:pt x="10735" y="42923"/>
                  </a:cubicBezTo>
                  <a:close/>
                  <a:moveTo>
                    <a:pt x="30980" y="36433"/>
                  </a:moveTo>
                  <a:cubicBezTo>
                    <a:pt x="31028" y="36469"/>
                    <a:pt x="31064" y="36516"/>
                    <a:pt x="31111" y="36576"/>
                  </a:cubicBezTo>
                  <a:cubicBezTo>
                    <a:pt x="31266" y="36755"/>
                    <a:pt x="31397" y="36945"/>
                    <a:pt x="31540" y="37124"/>
                  </a:cubicBezTo>
                  <a:cubicBezTo>
                    <a:pt x="32302" y="38040"/>
                    <a:pt x="33171" y="38850"/>
                    <a:pt x="34028" y="39660"/>
                  </a:cubicBezTo>
                  <a:cubicBezTo>
                    <a:pt x="35160" y="40719"/>
                    <a:pt x="36291" y="41743"/>
                    <a:pt x="37291" y="42934"/>
                  </a:cubicBezTo>
                  <a:cubicBezTo>
                    <a:pt x="38172" y="43970"/>
                    <a:pt x="38827" y="45125"/>
                    <a:pt x="39160" y="46446"/>
                  </a:cubicBezTo>
                  <a:cubicBezTo>
                    <a:pt x="39422" y="47399"/>
                    <a:pt x="39422" y="48363"/>
                    <a:pt x="39386" y="49328"/>
                  </a:cubicBezTo>
                  <a:cubicBezTo>
                    <a:pt x="39315" y="51102"/>
                    <a:pt x="38743" y="52709"/>
                    <a:pt x="37874" y="54233"/>
                  </a:cubicBezTo>
                  <a:cubicBezTo>
                    <a:pt x="37648" y="54650"/>
                    <a:pt x="37315" y="54971"/>
                    <a:pt x="36934" y="55221"/>
                  </a:cubicBezTo>
                  <a:cubicBezTo>
                    <a:pt x="36601" y="55441"/>
                    <a:pt x="36272" y="55545"/>
                    <a:pt x="35961" y="55545"/>
                  </a:cubicBezTo>
                  <a:cubicBezTo>
                    <a:pt x="35550" y="55545"/>
                    <a:pt x="35169" y="55363"/>
                    <a:pt x="34850" y="55031"/>
                  </a:cubicBezTo>
                  <a:cubicBezTo>
                    <a:pt x="34779" y="54959"/>
                    <a:pt x="34695" y="54888"/>
                    <a:pt x="34636" y="54816"/>
                  </a:cubicBezTo>
                  <a:cubicBezTo>
                    <a:pt x="34159" y="54221"/>
                    <a:pt x="33778" y="53542"/>
                    <a:pt x="33433" y="52864"/>
                  </a:cubicBezTo>
                  <a:cubicBezTo>
                    <a:pt x="32993" y="51971"/>
                    <a:pt x="32540" y="51054"/>
                    <a:pt x="32076" y="50149"/>
                  </a:cubicBezTo>
                  <a:cubicBezTo>
                    <a:pt x="31421" y="48851"/>
                    <a:pt x="30849" y="47542"/>
                    <a:pt x="30349" y="46196"/>
                  </a:cubicBezTo>
                  <a:cubicBezTo>
                    <a:pt x="29683" y="44351"/>
                    <a:pt x="29516" y="42470"/>
                    <a:pt x="29980" y="40553"/>
                  </a:cubicBezTo>
                  <a:cubicBezTo>
                    <a:pt x="30147" y="39826"/>
                    <a:pt x="30373" y="39112"/>
                    <a:pt x="30576" y="38398"/>
                  </a:cubicBezTo>
                  <a:cubicBezTo>
                    <a:pt x="30754" y="37767"/>
                    <a:pt x="30933" y="37147"/>
                    <a:pt x="30933" y="36469"/>
                  </a:cubicBezTo>
                  <a:cubicBezTo>
                    <a:pt x="30933" y="36457"/>
                    <a:pt x="30969" y="36445"/>
                    <a:pt x="30980" y="36433"/>
                  </a:cubicBezTo>
                  <a:close/>
                  <a:moveTo>
                    <a:pt x="28370" y="52134"/>
                  </a:moveTo>
                  <a:cubicBezTo>
                    <a:pt x="28631" y="52134"/>
                    <a:pt x="28844" y="52240"/>
                    <a:pt x="29028" y="52435"/>
                  </a:cubicBezTo>
                  <a:cubicBezTo>
                    <a:pt x="29433" y="52816"/>
                    <a:pt x="29671" y="53292"/>
                    <a:pt x="29849" y="53816"/>
                  </a:cubicBezTo>
                  <a:cubicBezTo>
                    <a:pt x="30373" y="55352"/>
                    <a:pt x="30373" y="56900"/>
                    <a:pt x="29897" y="58424"/>
                  </a:cubicBezTo>
                  <a:cubicBezTo>
                    <a:pt x="29183" y="60686"/>
                    <a:pt x="27754" y="62412"/>
                    <a:pt x="25754" y="63686"/>
                  </a:cubicBezTo>
                  <a:cubicBezTo>
                    <a:pt x="24789" y="64294"/>
                    <a:pt x="23706" y="64675"/>
                    <a:pt x="22587" y="64937"/>
                  </a:cubicBezTo>
                  <a:cubicBezTo>
                    <a:pt x="21923" y="65078"/>
                    <a:pt x="21269" y="65190"/>
                    <a:pt x="20589" y="65190"/>
                  </a:cubicBezTo>
                  <a:cubicBezTo>
                    <a:pt x="20525" y="65190"/>
                    <a:pt x="20460" y="65189"/>
                    <a:pt x="20396" y="65187"/>
                  </a:cubicBezTo>
                  <a:cubicBezTo>
                    <a:pt x="19729" y="65175"/>
                    <a:pt x="19122" y="64960"/>
                    <a:pt x="18538" y="64591"/>
                  </a:cubicBezTo>
                  <a:cubicBezTo>
                    <a:pt x="17526" y="63936"/>
                    <a:pt x="16717" y="63067"/>
                    <a:pt x="16252" y="62281"/>
                  </a:cubicBezTo>
                  <a:cubicBezTo>
                    <a:pt x="15752" y="61365"/>
                    <a:pt x="15443" y="60686"/>
                    <a:pt x="15252" y="59960"/>
                  </a:cubicBezTo>
                  <a:cubicBezTo>
                    <a:pt x="14800" y="58245"/>
                    <a:pt x="15086" y="56709"/>
                    <a:pt x="16288" y="55388"/>
                  </a:cubicBezTo>
                  <a:cubicBezTo>
                    <a:pt x="16657" y="54983"/>
                    <a:pt x="17050" y="54590"/>
                    <a:pt x="17431" y="54197"/>
                  </a:cubicBezTo>
                  <a:cubicBezTo>
                    <a:pt x="17872" y="53780"/>
                    <a:pt x="18360" y="53471"/>
                    <a:pt x="18907" y="53233"/>
                  </a:cubicBezTo>
                  <a:cubicBezTo>
                    <a:pt x="19408" y="53024"/>
                    <a:pt x="19914" y="52898"/>
                    <a:pt x="20438" y="52898"/>
                  </a:cubicBezTo>
                  <a:cubicBezTo>
                    <a:pt x="20662" y="52898"/>
                    <a:pt x="20890" y="52921"/>
                    <a:pt x="21122" y="52971"/>
                  </a:cubicBezTo>
                  <a:cubicBezTo>
                    <a:pt x="21467" y="53042"/>
                    <a:pt x="21825" y="53126"/>
                    <a:pt x="22170" y="53221"/>
                  </a:cubicBezTo>
                  <a:cubicBezTo>
                    <a:pt x="22717" y="53370"/>
                    <a:pt x="23265" y="53456"/>
                    <a:pt x="23810" y="53456"/>
                  </a:cubicBezTo>
                  <a:cubicBezTo>
                    <a:pt x="24355" y="53456"/>
                    <a:pt x="24896" y="53370"/>
                    <a:pt x="25432" y="53173"/>
                  </a:cubicBezTo>
                  <a:cubicBezTo>
                    <a:pt x="25968" y="52983"/>
                    <a:pt x="26468" y="52733"/>
                    <a:pt x="26992" y="52471"/>
                  </a:cubicBezTo>
                  <a:cubicBezTo>
                    <a:pt x="27409" y="52268"/>
                    <a:pt x="27825" y="52137"/>
                    <a:pt x="28290" y="52137"/>
                  </a:cubicBezTo>
                  <a:cubicBezTo>
                    <a:pt x="28317" y="52135"/>
                    <a:pt x="28344" y="52134"/>
                    <a:pt x="28370" y="52134"/>
                  </a:cubicBezTo>
                  <a:close/>
                  <a:moveTo>
                    <a:pt x="9549" y="66484"/>
                  </a:moveTo>
                  <a:cubicBezTo>
                    <a:pt x="9513" y="66556"/>
                    <a:pt x="9502" y="66580"/>
                    <a:pt x="9490" y="66603"/>
                  </a:cubicBezTo>
                  <a:cubicBezTo>
                    <a:pt x="8728" y="67318"/>
                    <a:pt x="7870" y="67877"/>
                    <a:pt x="6882" y="68282"/>
                  </a:cubicBezTo>
                  <a:cubicBezTo>
                    <a:pt x="6168" y="68580"/>
                    <a:pt x="5406" y="68723"/>
                    <a:pt x="4632" y="68830"/>
                  </a:cubicBezTo>
                  <a:cubicBezTo>
                    <a:pt x="3953" y="68925"/>
                    <a:pt x="3286" y="69056"/>
                    <a:pt x="2655" y="69318"/>
                  </a:cubicBezTo>
                  <a:cubicBezTo>
                    <a:pt x="3382" y="68806"/>
                    <a:pt x="4203" y="68449"/>
                    <a:pt x="5049" y="68175"/>
                  </a:cubicBezTo>
                  <a:cubicBezTo>
                    <a:pt x="6227" y="67806"/>
                    <a:pt x="7394" y="67401"/>
                    <a:pt x="8525" y="66901"/>
                  </a:cubicBezTo>
                  <a:cubicBezTo>
                    <a:pt x="8847" y="66746"/>
                    <a:pt x="9180" y="66627"/>
                    <a:pt x="9549" y="66484"/>
                  </a:cubicBezTo>
                  <a:close/>
                  <a:moveTo>
                    <a:pt x="6799" y="72711"/>
                  </a:moveTo>
                  <a:cubicBezTo>
                    <a:pt x="6811" y="72735"/>
                    <a:pt x="6823" y="72759"/>
                    <a:pt x="6835" y="72771"/>
                  </a:cubicBezTo>
                  <a:cubicBezTo>
                    <a:pt x="5751" y="73961"/>
                    <a:pt x="4334" y="74712"/>
                    <a:pt x="3048" y="75616"/>
                  </a:cubicBezTo>
                  <a:cubicBezTo>
                    <a:pt x="3048" y="75605"/>
                    <a:pt x="3025" y="75569"/>
                    <a:pt x="3013" y="75557"/>
                  </a:cubicBezTo>
                  <a:cubicBezTo>
                    <a:pt x="3310" y="75212"/>
                    <a:pt x="3620" y="74878"/>
                    <a:pt x="3918" y="74533"/>
                  </a:cubicBezTo>
                  <a:cubicBezTo>
                    <a:pt x="4275" y="74116"/>
                    <a:pt x="4727" y="73807"/>
                    <a:pt x="5227" y="73569"/>
                  </a:cubicBezTo>
                  <a:cubicBezTo>
                    <a:pt x="5620" y="73390"/>
                    <a:pt x="6001" y="73188"/>
                    <a:pt x="6382" y="72997"/>
                  </a:cubicBezTo>
                  <a:cubicBezTo>
                    <a:pt x="6525" y="72926"/>
                    <a:pt x="6656" y="72807"/>
                    <a:pt x="6799" y="72711"/>
                  </a:cubicBezTo>
                  <a:close/>
                  <a:moveTo>
                    <a:pt x="9394" y="67032"/>
                  </a:moveTo>
                  <a:lnTo>
                    <a:pt x="9394" y="67032"/>
                  </a:lnTo>
                  <a:cubicBezTo>
                    <a:pt x="9335" y="67151"/>
                    <a:pt x="9323" y="67211"/>
                    <a:pt x="9299" y="67270"/>
                  </a:cubicBezTo>
                  <a:cubicBezTo>
                    <a:pt x="9109" y="67651"/>
                    <a:pt x="8918" y="68032"/>
                    <a:pt x="8775" y="68413"/>
                  </a:cubicBezTo>
                  <a:cubicBezTo>
                    <a:pt x="8537" y="69056"/>
                    <a:pt x="8347" y="69711"/>
                    <a:pt x="8109" y="70354"/>
                  </a:cubicBezTo>
                  <a:cubicBezTo>
                    <a:pt x="7930" y="70806"/>
                    <a:pt x="7728" y="71283"/>
                    <a:pt x="7525" y="71735"/>
                  </a:cubicBezTo>
                  <a:cubicBezTo>
                    <a:pt x="7454" y="71914"/>
                    <a:pt x="7311" y="72056"/>
                    <a:pt x="7180" y="72199"/>
                  </a:cubicBezTo>
                  <a:cubicBezTo>
                    <a:pt x="6692" y="72652"/>
                    <a:pt x="6108" y="72949"/>
                    <a:pt x="5513" y="73223"/>
                  </a:cubicBezTo>
                  <a:cubicBezTo>
                    <a:pt x="4846" y="73521"/>
                    <a:pt x="4203" y="73878"/>
                    <a:pt x="3727" y="74473"/>
                  </a:cubicBezTo>
                  <a:cubicBezTo>
                    <a:pt x="3525" y="74735"/>
                    <a:pt x="3298" y="74997"/>
                    <a:pt x="3072" y="75247"/>
                  </a:cubicBezTo>
                  <a:cubicBezTo>
                    <a:pt x="2775" y="75569"/>
                    <a:pt x="2453" y="75890"/>
                    <a:pt x="2036" y="76081"/>
                  </a:cubicBezTo>
                  <a:cubicBezTo>
                    <a:pt x="1832" y="76171"/>
                    <a:pt x="1610" y="76227"/>
                    <a:pt x="1396" y="76227"/>
                  </a:cubicBezTo>
                  <a:cubicBezTo>
                    <a:pt x="988" y="76227"/>
                    <a:pt x="613" y="76021"/>
                    <a:pt x="465" y="75450"/>
                  </a:cubicBezTo>
                  <a:cubicBezTo>
                    <a:pt x="381" y="75116"/>
                    <a:pt x="322" y="74759"/>
                    <a:pt x="322" y="74402"/>
                  </a:cubicBezTo>
                  <a:cubicBezTo>
                    <a:pt x="310" y="73509"/>
                    <a:pt x="489" y="72640"/>
                    <a:pt x="762" y="71806"/>
                  </a:cubicBezTo>
                  <a:cubicBezTo>
                    <a:pt x="941" y="71306"/>
                    <a:pt x="1215" y="70830"/>
                    <a:pt x="1524" y="70378"/>
                  </a:cubicBezTo>
                  <a:cubicBezTo>
                    <a:pt x="1762" y="70021"/>
                    <a:pt x="2072" y="69759"/>
                    <a:pt x="2477" y="69592"/>
                  </a:cubicBezTo>
                  <a:cubicBezTo>
                    <a:pt x="2655" y="69520"/>
                    <a:pt x="2846" y="69437"/>
                    <a:pt x="3048" y="69366"/>
                  </a:cubicBezTo>
                  <a:cubicBezTo>
                    <a:pt x="3548" y="69175"/>
                    <a:pt x="4084" y="69104"/>
                    <a:pt x="4620" y="69044"/>
                  </a:cubicBezTo>
                  <a:cubicBezTo>
                    <a:pt x="6049" y="68878"/>
                    <a:pt x="7394" y="68425"/>
                    <a:pt x="8585" y="67615"/>
                  </a:cubicBezTo>
                  <a:cubicBezTo>
                    <a:pt x="8835" y="67437"/>
                    <a:pt x="9073" y="67258"/>
                    <a:pt x="9394" y="67032"/>
                  </a:cubicBezTo>
                  <a:close/>
                  <a:moveTo>
                    <a:pt x="13240" y="66639"/>
                  </a:moveTo>
                  <a:cubicBezTo>
                    <a:pt x="13276" y="66925"/>
                    <a:pt x="13335" y="67223"/>
                    <a:pt x="13383" y="67508"/>
                  </a:cubicBezTo>
                  <a:cubicBezTo>
                    <a:pt x="13609" y="68842"/>
                    <a:pt x="13859" y="70175"/>
                    <a:pt x="14074" y="71497"/>
                  </a:cubicBezTo>
                  <a:cubicBezTo>
                    <a:pt x="14264" y="72807"/>
                    <a:pt x="14205" y="74092"/>
                    <a:pt x="13669" y="75343"/>
                  </a:cubicBezTo>
                  <a:cubicBezTo>
                    <a:pt x="13240" y="76378"/>
                    <a:pt x="12597" y="77271"/>
                    <a:pt x="11823" y="78069"/>
                  </a:cubicBezTo>
                  <a:cubicBezTo>
                    <a:pt x="11335" y="78581"/>
                    <a:pt x="10823" y="79069"/>
                    <a:pt x="10204" y="79415"/>
                  </a:cubicBezTo>
                  <a:cubicBezTo>
                    <a:pt x="9978" y="79533"/>
                    <a:pt x="9773" y="79592"/>
                    <a:pt x="9590" y="79592"/>
                  </a:cubicBezTo>
                  <a:cubicBezTo>
                    <a:pt x="9205" y="79592"/>
                    <a:pt x="8917" y="79332"/>
                    <a:pt x="8740" y="78831"/>
                  </a:cubicBezTo>
                  <a:cubicBezTo>
                    <a:pt x="8728" y="78748"/>
                    <a:pt x="8680" y="78653"/>
                    <a:pt x="8668" y="78557"/>
                  </a:cubicBezTo>
                  <a:cubicBezTo>
                    <a:pt x="8537" y="77950"/>
                    <a:pt x="8382" y="77343"/>
                    <a:pt x="8275" y="76736"/>
                  </a:cubicBezTo>
                  <a:cubicBezTo>
                    <a:pt x="7894" y="74521"/>
                    <a:pt x="8466" y="72580"/>
                    <a:pt x="10025" y="70961"/>
                  </a:cubicBezTo>
                  <a:cubicBezTo>
                    <a:pt x="10549" y="70425"/>
                    <a:pt x="11061" y="69890"/>
                    <a:pt x="11597" y="69366"/>
                  </a:cubicBezTo>
                  <a:cubicBezTo>
                    <a:pt x="12347" y="68651"/>
                    <a:pt x="12823" y="67770"/>
                    <a:pt x="13133" y="66794"/>
                  </a:cubicBezTo>
                  <a:cubicBezTo>
                    <a:pt x="13145" y="66734"/>
                    <a:pt x="13181" y="66687"/>
                    <a:pt x="13192" y="66639"/>
                  </a:cubicBezTo>
                  <a:close/>
                  <a:moveTo>
                    <a:pt x="31350" y="0"/>
                  </a:moveTo>
                  <a:cubicBezTo>
                    <a:pt x="31123" y="83"/>
                    <a:pt x="31040" y="274"/>
                    <a:pt x="31040" y="500"/>
                  </a:cubicBezTo>
                  <a:cubicBezTo>
                    <a:pt x="31016" y="833"/>
                    <a:pt x="31016" y="1155"/>
                    <a:pt x="31064" y="1488"/>
                  </a:cubicBezTo>
                  <a:cubicBezTo>
                    <a:pt x="31278" y="3179"/>
                    <a:pt x="31457" y="4882"/>
                    <a:pt x="31695" y="6560"/>
                  </a:cubicBezTo>
                  <a:cubicBezTo>
                    <a:pt x="32135" y="9692"/>
                    <a:pt x="32326" y="12823"/>
                    <a:pt x="32433" y="15966"/>
                  </a:cubicBezTo>
                  <a:lnTo>
                    <a:pt x="32433" y="16300"/>
                  </a:lnTo>
                  <a:cubicBezTo>
                    <a:pt x="32266" y="16312"/>
                    <a:pt x="32147" y="16323"/>
                    <a:pt x="32016" y="16323"/>
                  </a:cubicBezTo>
                  <a:cubicBezTo>
                    <a:pt x="31230" y="16371"/>
                    <a:pt x="30457" y="16383"/>
                    <a:pt x="29671" y="16454"/>
                  </a:cubicBezTo>
                  <a:cubicBezTo>
                    <a:pt x="28432" y="16585"/>
                    <a:pt x="27361" y="17097"/>
                    <a:pt x="26492" y="18014"/>
                  </a:cubicBezTo>
                  <a:cubicBezTo>
                    <a:pt x="25873" y="18693"/>
                    <a:pt x="25480" y="19491"/>
                    <a:pt x="25206" y="20360"/>
                  </a:cubicBezTo>
                  <a:cubicBezTo>
                    <a:pt x="25099" y="20657"/>
                    <a:pt x="25027" y="20967"/>
                    <a:pt x="24932" y="21288"/>
                  </a:cubicBezTo>
                  <a:cubicBezTo>
                    <a:pt x="24849" y="21312"/>
                    <a:pt x="24742" y="21348"/>
                    <a:pt x="24658" y="21372"/>
                  </a:cubicBezTo>
                  <a:cubicBezTo>
                    <a:pt x="23301" y="21669"/>
                    <a:pt x="21991" y="22146"/>
                    <a:pt x="20717" y="22729"/>
                  </a:cubicBezTo>
                  <a:cubicBezTo>
                    <a:pt x="20086" y="23027"/>
                    <a:pt x="19455" y="23336"/>
                    <a:pt x="18836" y="23658"/>
                  </a:cubicBezTo>
                  <a:cubicBezTo>
                    <a:pt x="17300" y="24467"/>
                    <a:pt x="15990" y="25551"/>
                    <a:pt x="14871" y="26860"/>
                  </a:cubicBezTo>
                  <a:cubicBezTo>
                    <a:pt x="14252" y="27587"/>
                    <a:pt x="13657" y="28349"/>
                    <a:pt x="13073" y="29111"/>
                  </a:cubicBezTo>
                  <a:cubicBezTo>
                    <a:pt x="12859" y="29396"/>
                    <a:pt x="12681" y="29718"/>
                    <a:pt x="12550" y="30051"/>
                  </a:cubicBezTo>
                  <a:cubicBezTo>
                    <a:pt x="12323" y="30551"/>
                    <a:pt x="12478" y="30968"/>
                    <a:pt x="12954" y="31278"/>
                  </a:cubicBezTo>
                  <a:cubicBezTo>
                    <a:pt x="13383" y="31563"/>
                    <a:pt x="13859" y="31718"/>
                    <a:pt x="14347" y="31802"/>
                  </a:cubicBezTo>
                  <a:cubicBezTo>
                    <a:pt x="14562" y="31849"/>
                    <a:pt x="14788" y="31873"/>
                    <a:pt x="14990" y="31873"/>
                  </a:cubicBezTo>
                  <a:cubicBezTo>
                    <a:pt x="15272" y="31877"/>
                    <a:pt x="15555" y="31880"/>
                    <a:pt x="15837" y="31880"/>
                  </a:cubicBezTo>
                  <a:cubicBezTo>
                    <a:pt x="17177" y="31880"/>
                    <a:pt x="18521" y="31819"/>
                    <a:pt x="19848" y="31563"/>
                  </a:cubicBezTo>
                  <a:cubicBezTo>
                    <a:pt x="21372" y="31278"/>
                    <a:pt x="22837" y="30742"/>
                    <a:pt x="24218" y="30028"/>
                  </a:cubicBezTo>
                  <a:cubicBezTo>
                    <a:pt x="25051" y="29599"/>
                    <a:pt x="25801" y="29051"/>
                    <a:pt x="26468" y="28396"/>
                  </a:cubicBezTo>
                  <a:cubicBezTo>
                    <a:pt x="26539" y="28325"/>
                    <a:pt x="26611" y="28265"/>
                    <a:pt x="26706" y="28170"/>
                  </a:cubicBezTo>
                  <a:cubicBezTo>
                    <a:pt x="27301" y="28777"/>
                    <a:pt x="27944" y="29301"/>
                    <a:pt x="28659" y="29718"/>
                  </a:cubicBezTo>
                  <a:cubicBezTo>
                    <a:pt x="29361" y="30135"/>
                    <a:pt x="30099" y="30468"/>
                    <a:pt x="30921" y="30730"/>
                  </a:cubicBezTo>
                  <a:cubicBezTo>
                    <a:pt x="30885" y="30861"/>
                    <a:pt x="30861" y="31004"/>
                    <a:pt x="30826" y="31123"/>
                  </a:cubicBezTo>
                  <a:cubicBezTo>
                    <a:pt x="30516" y="32266"/>
                    <a:pt x="30528" y="32266"/>
                    <a:pt x="29766" y="33171"/>
                  </a:cubicBezTo>
                  <a:cubicBezTo>
                    <a:pt x="28552" y="34635"/>
                    <a:pt x="27135" y="35826"/>
                    <a:pt x="25492" y="36743"/>
                  </a:cubicBezTo>
                  <a:cubicBezTo>
                    <a:pt x="24980" y="37028"/>
                    <a:pt x="24432" y="37171"/>
                    <a:pt x="23849" y="37195"/>
                  </a:cubicBezTo>
                  <a:cubicBezTo>
                    <a:pt x="23791" y="37196"/>
                    <a:pt x="23733" y="37197"/>
                    <a:pt x="23676" y="37197"/>
                  </a:cubicBezTo>
                  <a:cubicBezTo>
                    <a:pt x="22760" y="37197"/>
                    <a:pt x="21866" y="37019"/>
                    <a:pt x="21003" y="36683"/>
                  </a:cubicBezTo>
                  <a:cubicBezTo>
                    <a:pt x="19824" y="36219"/>
                    <a:pt x="18669" y="35719"/>
                    <a:pt x="17503" y="35207"/>
                  </a:cubicBezTo>
                  <a:cubicBezTo>
                    <a:pt x="15681" y="34421"/>
                    <a:pt x="13859" y="33599"/>
                    <a:pt x="12038" y="32825"/>
                  </a:cubicBezTo>
                  <a:cubicBezTo>
                    <a:pt x="10954" y="32373"/>
                    <a:pt x="9823" y="32040"/>
                    <a:pt x="8656" y="31873"/>
                  </a:cubicBezTo>
                  <a:cubicBezTo>
                    <a:pt x="8268" y="31821"/>
                    <a:pt x="7880" y="31791"/>
                    <a:pt x="7494" y="31791"/>
                  </a:cubicBezTo>
                  <a:cubicBezTo>
                    <a:pt x="6827" y="31791"/>
                    <a:pt x="6166" y="31880"/>
                    <a:pt x="5525" y="32099"/>
                  </a:cubicBezTo>
                  <a:cubicBezTo>
                    <a:pt x="5144" y="32230"/>
                    <a:pt x="4763" y="32385"/>
                    <a:pt x="4453" y="32671"/>
                  </a:cubicBezTo>
                  <a:cubicBezTo>
                    <a:pt x="4346" y="32766"/>
                    <a:pt x="4251" y="32861"/>
                    <a:pt x="4156" y="32980"/>
                  </a:cubicBezTo>
                  <a:cubicBezTo>
                    <a:pt x="3834" y="33421"/>
                    <a:pt x="3858" y="33897"/>
                    <a:pt x="4263" y="34278"/>
                  </a:cubicBezTo>
                  <a:cubicBezTo>
                    <a:pt x="4549" y="34516"/>
                    <a:pt x="4858" y="34719"/>
                    <a:pt x="5168" y="34897"/>
                  </a:cubicBezTo>
                  <a:cubicBezTo>
                    <a:pt x="5811" y="35254"/>
                    <a:pt x="6513" y="35445"/>
                    <a:pt x="7227" y="35600"/>
                  </a:cubicBezTo>
                  <a:cubicBezTo>
                    <a:pt x="8442" y="35850"/>
                    <a:pt x="9668" y="36064"/>
                    <a:pt x="10871" y="36314"/>
                  </a:cubicBezTo>
                  <a:cubicBezTo>
                    <a:pt x="13192" y="36802"/>
                    <a:pt x="15502" y="37314"/>
                    <a:pt x="17800" y="37790"/>
                  </a:cubicBezTo>
                  <a:cubicBezTo>
                    <a:pt x="18839" y="38000"/>
                    <a:pt x="19878" y="38126"/>
                    <a:pt x="20923" y="38126"/>
                  </a:cubicBezTo>
                  <a:cubicBezTo>
                    <a:pt x="21124" y="38126"/>
                    <a:pt x="21325" y="38121"/>
                    <a:pt x="21527" y="38112"/>
                  </a:cubicBezTo>
                  <a:cubicBezTo>
                    <a:pt x="23432" y="38028"/>
                    <a:pt x="25134" y="37386"/>
                    <a:pt x="26694" y="36314"/>
                  </a:cubicBezTo>
                  <a:cubicBezTo>
                    <a:pt x="28016" y="35409"/>
                    <a:pt x="29194" y="34338"/>
                    <a:pt x="30159" y="33052"/>
                  </a:cubicBezTo>
                  <a:lnTo>
                    <a:pt x="30236" y="32975"/>
                  </a:lnTo>
                  <a:lnTo>
                    <a:pt x="30236" y="32975"/>
                  </a:lnTo>
                  <a:cubicBezTo>
                    <a:pt x="30149" y="33233"/>
                    <a:pt x="30054" y="33498"/>
                    <a:pt x="29968" y="33754"/>
                  </a:cubicBezTo>
                  <a:cubicBezTo>
                    <a:pt x="29492" y="35016"/>
                    <a:pt x="28897" y="36243"/>
                    <a:pt x="28218" y="37433"/>
                  </a:cubicBezTo>
                  <a:cubicBezTo>
                    <a:pt x="26778" y="40017"/>
                    <a:pt x="25480" y="42696"/>
                    <a:pt x="24313" y="45434"/>
                  </a:cubicBezTo>
                  <a:cubicBezTo>
                    <a:pt x="24075" y="46006"/>
                    <a:pt x="23753" y="46518"/>
                    <a:pt x="23491" y="47053"/>
                  </a:cubicBezTo>
                  <a:cubicBezTo>
                    <a:pt x="23409" y="47210"/>
                    <a:pt x="23312" y="47288"/>
                    <a:pt x="23184" y="47288"/>
                  </a:cubicBezTo>
                  <a:cubicBezTo>
                    <a:pt x="23146" y="47288"/>
                    <a:pt x="23106" y="47281"/>
                    <a:pt x="23063" y="47268"/>
                  </a:cubicBezTo>
                  <a:cubicBezTo>
                    <a:pt x="22801" y="47196"/>
                    <a:pt x="22539" y="47113"/>
                    <a:pt x="22313" y="46982"/>
                  </a:cubicBezTo>
                  <a:cubicBezTo>
                    <a:pt x="21539" y="46518"/>
                    <a:pt x="20777" y="46041"/>
                    <a:pt x="20003" y="45589"/>
                  </a:cubicBezTo>
                  <a:cubicBezTo>
                    <a:pt x="17776" y="44220"/>
                    <a:pt x="15359" y="43279"/>
                    <a:pt x="12788" y="42767"/>
                  </a:cubicBezTo>
                  <a:cubicBezTo>
                    <a:pt x="12065" y="42633"/>
                    <a:pt x="11342" y="42563"/>
                    <a:pt x="10621" y="42563"/>
                  </a:cubicBezTo>
                  <a:cubicBezTo>
                    <a:pt x="9549" y="42563"/>
                    <a:pt x="8483" y="42718"/>
                    <a:pt x="7430" y="43053"/>
                  </a:cubicBezTo>
                  <a:cubicBezTo>
                    <a:pt x="6227" y="43446"/>
                    <a:pt x="5227" y="44124"/>
                    <a:pt x="4489" y="45148"/>
                  </a:cubicBezTo>
                  <a:cubicBezTo>
                    <a:pt x="3596" y="46387"/>
                    <a:pt x="3013" y="47744"/>
                    <a:pt x="2834" y="49256"/>
                  </a:cubicBezTo>
                  <a:cubicBezTo>
                    <a:pt x="2739" y="49959"/>
                    <a:pt x="2786" y="50673"/>
                    <a:pt x="3036" y="51340"/>
                  </a:cubicBezTo>
                  <a:cubicBezTo>
                    <a:pt x="3370" y="52268"/>
                    <a:pt x="4013" y="52887"/>
                    <a:pt x="4846" y="53352"/>
                  </a:cubicBezTo>
                  <a:cubicBezTo>
                    <a:pt x="5334" y="53626"/>
                    <a:pt x="5882" y="53780"/>
                    <a:pt x="6430" y="53888"/>
                  </a:cubicBezTo>
                  <a:cubicBezTo>
                    <a:pt x="7062" y="54004"/>
                    <a:pt x="7713" y="54082"/>
                    <a:pt x="8366" y="54082"/>
                  </a:cubicBezTo>
                  <a:cubicBezTo>
                    <a:pt x="8451" y="54082"/>
                    <a:pt x="8536" y="54081"/>
                    <a:pt x="8620" y="54078"/>
                  </a:cubicBezTo>
                  <a:cubicBezTo>
                    <a:pt x="10287" y="54042"/>
                    <a:pt x="11966" y="53995"/>
                    <a:pt x="13633" y="53899"/>
                  </a:cubicBezTo>
                  <a:cubicBezTo>
                    <a:pt x="15300" y="53816"/>
                    <a:pt x="16848" y="53328"/>
                    <a:pt x="18300" y="52506"/>
                  </a:cubicBezTo>
                  <a:cubicBezTo>
                    <a:pt x="20039" y="51518"/>
                    <a:pt x="21515" y="50256"/>
                    <a:pt x="22682" y="48649"/>
                  </a:cubicBezTo>
                  <a:cubicBezTo>
                    <a:pt x="22729" y="48577"/>
                    <a:pt x="22801" y="48506"/>
                    <a:pt x="22860" y="48423"/>
                  </a:cubicBezTo>
                  <a:cubicBezTo>
                    <a:pt x="22896" y="48423"/>
                    <a:pt x="22908" y="48446"/>
                    <a:pt x="22920" y="48458"/>
                  </a:cubicBezTo>
                  <a:cubicBezTo>
                    <a:pt x="22313" y="49661"/>
                    <a:pt x="21717" y="50887"/>
                    <a:pt x="21122" y="52090"/>
                  </a:cubicBezTo>
                  <a:cubicBezTo>
                    <a:pt x="20479" y="52173"/>
                    <a:pt x="19884" y="52387"/>
                    <a:pt x="19312" y="52614"/>
                  </a:cubicBezTo>
                  <a:cubicBezTo>
                    <a:pt x="18384" y="52983"/>
                    <a:pt x="17562" y="53542"/>
                    <a:pt x="16872" y="54257"/>
                  </a:cubicBezTo>
                  <a:cubicBezTo>
                    <a:pt x="16276" y="54876"/>
                    <a:pt x="15693" y="55495"/>
                    <a:pt x="15276" y="56269"/>
                  </a:cubicBezTo>
                  <a:cubicBezTo>
                    <a:pt x="14883" y="56995"/>
                    <a:pt x="14705" y="57757"/>
                    <a:pt x="14764" y="58579"/>
                  </a:cubicBezTo>
                  <a:cubicBezTo>
                    <a:pt x="14812" y="59186"/>
                    <a:pt x="14907" y="59793"/>
                    <a:pt x="15109" y="60376"/>
                  </a:cubicBezTo>
                  <a:cubicBezTo>
                    <a:pt x="15145" y="60448"/>
                    <a:pt x="15157" y="60507"/>
                    <a:pt x="15169" y="60603"/>
                  </a:cubicBezTo>
                  <a:cubicBezTo>
                    <a:pt x="15109" y="60674"/>
                    <a:pt x="15050" y="60746"/>
                    <a:pt x="14978" y="60829"/>
                  </a:cubicBezTo>
                  <a:cubicBezTo>
                    <a:pt x="13633" y="62234"/>
                    <a:pt x="12311" y="63651"/>
                    <a:pt x="10978" y="65056"/>
                  </a:cubicBezTo>
                  <a:cubicBezTo>
                    <a:pt x="10383" y="65675"/>
                    <a:pt x="9668" y="66127"/>
                    <a:pt x="8835" y="66401"/>
                  </a:cubicBezTo>
                  <a:cubicBezTo>
                    <a:pt x="8144" y="66627"/>
                    <a:pt x="7489" y="66937"/>
                    <a:pt x="6811" y="67199"/>
                  </a:cubicBezTo>
                  <a:cubicBezTo>
                    <a:pt x="6108" y="67449"/>
                    <a:pt x="5382" y="67675"/>
                    <a:pt x="4668" y="67925"/>
                  </a:cubicBezTo>
                  <a:cubicBezTo>
                    <a:pt x="3787" y="68235"/>
                    <a:pt x="2953" y="68627"/>
                    <a:pt x="2191" y="69187"/>
                  </a:cubicBezTo>
                  <a:cubicBezTo>
                    <a:pt x="1405" y="69770"/>
                    <a:pt x="870" y="70544"/>
                    <a:pt x="524" y="71449"/>
                  </a:cubicBezTo>
                  <a:cubicBezTo>
                    <a:pt x="167" y="72402"/>
                    <a:pt x="0" y="73390"/>
                    <a:pt x="0" y="74402"/>
                  </a:cubicBezTo>
                  <a:cubicBezTo>
                    <a:pt x="0" y="74878"/>
                    <a:pt x="84" y="75355"/>
                    <a:pt x="322" y="75783"/>
                  </a:cubicBezTo>
                  <a:cubicBezTo>
                    <a:pt x="524" y="76152"/>
                    <a:pt x="834" y="76331"/>
                    <a:pt x="1274" y="76343"/>
                  </a:cubicBezTo>
                  <a:cubicBezTo>
                    <a:pt x="1307" y="76344"/>
                    <a:pt x="1340" y="76345"/>
                    <a:pt x="1373" y="76345"/>
                  </a:cubicBezTo>
                  <a:cubicBezTo>
                    <a:pt x="1825" y="76345"/>
                    <a:pt x="2255" y="76196"/>
                    <a:pt x="2644" y="75974"/>
                  </a:cubicBezTo>
                  <a:cubicBezTo>
                    <a:pt x="3120" y="75712"/>
                    <a:pt x="3608" y="75414"/>
                    <a:pt x="4072" y="75093"/>
                  </a:cubicBezTo>
                  <a:cubicBezTo>
                    <a:pt x="4691" y="74676"/>
                    <a:pt x="5322" y="74235"/>
                    <a:pt x="5942" y="73783"/>
                  </a:cubicBezTo>
                  <a:cubicBezTo>
                    <a:pt x="6989" y="73057"/>
                    <a:pt x="7620" y="72033"/>
                    <a:pt x="8061" y="70854"/>
                  </a:cubicBezTo>
                  <a:cubicBezTo>
                    <a:pt x="8239" y="70366"/>
                    <a:pt x="8382" y="69890"/>
                    <a:pt x="8549" y="69401"/>
                  </a:cubicBezTo>
                  <a:cubicBezTo>
                    <a:pt x="8632" y="69116"/>
                    <a:pt x="8740" y="68830"/>
                    <a:pt x="8847" y="68532"/>
                  </a:cubicBezTo>
                  <a:cubicBezTo>
                    <a:pt x="9192" y="67520"/>
                    <a:pt x="9740" y="66663"/>
                    <a:pt x="10478" y="65901"/>
                  </a:cubicBezTo>
                  <a:cubicBezTo>
                    <a:pt x="11371" y="64996"/>
                    <a:pt x="12228" y="64056"/>
                    <a:pt x="13085" y="63127"/>
                  </a:cubicBezTo>
                  <a:cubicBezTo>
                    <a:pt x="13181" y="63032"/>
                    <a:pt x="13276" y="62936"/>
                    <a:pt x="13419" y="62877"/>
                  </a:cubicBezTo>
                  <a:lnTo>
                    <a:pt x="13419" y="62877"/>
                  </a:lnTo>
                  <a:cubicBezTo>
                    <a:pt x="13395" y="62948"/>
                    <a:pt x="13395" y="63008"/>
                    <a:pt x="13383" y="63067"/>
                  </a:cubicBezTo>
                  <a:cubicBezTo>
                    <a:pt x="13133" y="63889"/>
                    <a:pt x="13026" y="64722"/>
                    <a:pt x="13085" y="65591"/>
                  </a:cubicBezTo>
                  <a:cubicBezTo>
                    <a:pt x="13121" y="66068"/>
                    <a:pt x="12942" y="66496"/>
                    <a:pt x="12788" y="66925"/>
                  </a:cubicBezTo>
                  <a:cubicBezTo>
                    <a:pt x="12442" y="67925"/>
                    <a:pt x="11823" y="68723"/>
                    <a:pt x="11061" y="69425"/>
                  </a:cubicBezTo>
                  <a:cubicBezTo>
                    <a:pt x="10621" y="69830"/>
                    <a:pt x="10180" y="70271"/>
                    <a:pt x="9763" y="70723"/>
                  </a:cubicBezTo>
                  <a:cubicBezTo>
                    <a:pt x="9525" y="70973"/>
                    <a:pt x="9323" y="71247"/>
                    <a:pt x="9109" y="71521"/>
                  </a:cubicBezTo>
                  <a:cubicBezTo>
                    <a:pt x="8180" y="72735"/>
                    <a:pt x="7823" y="74128"/>
                    <a:pt x="7882" y="75628"/>
                  </a:cubicBezTo>
                  <a:cubicBezTo>
                    <a:pt x="7906" y="76724"/>
                    <a:pt x="8180" y="77748"/>
                    <a:pt x="8454" y="78784"/>
                  </a:cubicBezTo>
                  <a:cubicBezTo>
                    <a:pt x="8478" y="78819"/>
                    <a:pt x="8478" y="78843"/>
                    <a:pt x="8490" y="78879"/>
                  </a:cubicBezTo>
                  <a:cubicBezTo>
                    <a:pt x="8716" y="79390"/>
                    <a:pt x="9036" y="79724"/>
                    <a:pt x="9517" y="79724"/>
                  </a:cubicBezTo>
                  <a:cubicBezTo>
                    <a:pt x="9720" y="79724"/>
                    <a:pt x="9951" y="79664"/>
                    <a:pt x="10216" y="79534"/>
                  </a:cubicBezTo>
                  <a:cubicBezTo>
                    <a:pt x="10680" y="79307"/>
                    <a:pt x="11061" y="78962"/>
                    <a:pt x="11430" y="78629"/>
                  </a:cubicBezTo>
                  <a:cubicBezTo>
                    <a:pt x="12121" y="77998"/>
                    <a:pt x="12728" y="77295"/>
                    <a:pt x="13240" y="76509"/>
                  </a:cubicBezTo>
                  <a:cubicBezTo>
                    <a:pt x="14228" y="74974"/>
                    <a:pt x="14550" y="73307"/>
                    <a:pt x="14288" y="71521"/>
                  </a:cubicBezTo>
                  <a:cubicBezTo>
                    <a:pt x="14097" y="70199"/>
                    <a:pt x="13859" y="68901"/>
                    <a:pt x="13609" y="67592"/>
                  </a:cubicBezTo>
                  <a:cubicBezTo>
                    <a:pt x="13443" y="66687"/>
                    <a:pt x="13312" y="65794"/>
                    <a:pt x="13312" y="64889"/>
                  </a:cubicBezTo>
                  <a:cubicBezTo>
                    <a:pt x="13312" y="64056"/>
                    <a:pt x="13478" y="63246"/>
                    <a:pt x="13812" y="62472"/>
                  </a:cubicBezTo>
                  <a:cubicBezTo>
                    <a:pt x="13847" y="62389"/>
                    <a:pt x="13907" y="62293"/>
                    <a:pt x="13978" y="62222"/>
                  </a:cubicBezTo>
                  <a:cubicBezTo>
                    <a:pt x="14371" y="61817"/>
                    <a:pt x="14752" y="61400"/>
                    <a:pt x="15145" y="61008"/>
                  </a:cubicBezTo>
                  <a:cubicBezTo>
                    <a:pt x="15181" y="60960"/>
                    <a:pt x="15228" y="60924"/>
                    <a:pt x="15300" y="60865"/>
                  </a:cubicBezTo>
                  <a:cubicBezTo>
                    <a:pt x="15419" y="61127"/>
                    <a:pt x="15538" y="61365"/>
                    <a:pt x="15657" y="61603"/>
                  </a:cubicBezTo>
                  <a:cubicBezTo>
                    <a:pt x="16169" y="62591"/>
                    <a:pt x="16776" y="63484"/>
                    <a:pt x="17657" y="64175"/>
                  </a:cubicBezTo>
                  <a:lnTo>
                    <a:pt x="18276" y="64663"/>
                  </a:lnTo>
                  <a:cubicBezTo>
                    <a:pt x="18848" y="65139"/>
                    <a:pt x="19527" y="65306"/>
                    <a:pt x="20241" y="65353"/>
                  </a:cubicBezTo>
                  <a:cubicBezTo>
                    <a:pt x="20368" y="65361"/>
                    <a:pt x="20495" y="65365"/>
                    <a:pt x="20621" y="65365"/>
                  </a:cubicBezTo>
                  <a:cubicBezTo>
                    <a:pt x="21460" y="65365"/>
                    <a:pt x="22269" y="65200"/>
                    <a:pt x="23087" y="64972"/>
                  </a:cubicBezTo>
                  <a:cubicBezTo>
                    <a:pt x="24134" y="64710"/>
                    <a:pt x="25111" y="64294"/>
                    <a:pt x="26016" y="63698"/>
                  </a:cubicBezTo>
                  <a:cubicBezTo>
                    <a:pt x="28004" y="62389"/>
                    <a:pt x="29409" y="60650"/>
                    <a:pt x="30099" y="58352"/>
                  </a:cubicBezTo>
                  <a:cubicBezTo>
                    <a:pt x="30576" y="56793"/>
                    <a:pt x="30564" y="55209"/>
                    <a:pt x="30028" y="53649"/>
                  </a:cubicBezTo>
                  <a:cubicBezTo>
                    <a:pt x="29861" y="53173"/>
                    <a:pt x="29635" y="52733"/>
                    <a:pt x="29314" y="52340"/>
                  </a:cubicBezTo>
                  <a:cubicBezTo>
                    <a:pt x="29016" y="51994"/>
                    <a:pt x="28635" y="51744"/>
                    <a:pt x="28182" y="51673"/>
                  </a:cubicBezTo>
                  <a:cubicBezTo>
                    <a:pt x="27889" y="51630"/>
                    <a:pt x="27589" y="51599"/>
                    <a:pt x="27293" y="51599"/>
                  </a:cubicBezTo>
                  <a:cubicBezTo>
                    <a:pt x="27180" y="51599"/>
                    <a:pt x="27068" y="51604"/>
                    <a:pt x="26956" y="51613"/>
                  </a:cubicBezTo>
                  <a:cubicBezTo>
                    <a:pt x="25920" y="51709"/>
                    <a:pt x="24884" y="51864"/>
                    <a:pt x="23849" y="51971"/>
                  </a:cubicBezTo>
                  <a:cubicBezTo>
                    <a:pt x="23075" y="52042"/>
                    <a:pt x="22289" y="52078"/>
                    <a:pt x="21467" y="52114"/>
                  </a:cubicBezTo>
                  <a:cubicBezTo>
                    <a:pt x="21491" y="52006"/>
                    <a:pt x="21515" y="51935"/>
                    <a:pt x="21539" y="51875"/>
                  </a:cubicBezTo>
                  <a:cubicBezTo>
                    <a:pt x="23075" y="48923"/>
                    <a:pt x="24396" y="45863"/>
                    <a:pt x="25754" y="42815"/>
                  </a:cubicBezTo>
                  <a:cubicBezTo>
                    <a:pt x="26527" y="41065"/>
                    <a:pt x="27444" y="39374"/>
                    <a:pt x="28361" y="37683"/>
                  </a:cubicBezTo>
                  <a:cubicBezTo>
                    <a:pt x="28909" y="36659"/>
                    <a:pt x="29385" y="35600"/>
                    <a:pt x="29909" y="34552"/>
                  </a:cubicBezTo>
                  <a:cubicBezTo>
                    <a:pt x="29933" y="34492"/>
                    <a:pt x="29980" y="34433"/>
                    <a:pt x="30004" y="34373"/>
                  </a:cubicBezTo>
                  <a:cubicBezTo>
                    <a:pt x="30183" y="34838"/>
                    <a:pt x="30397" y="35254"/>
                    <a:pt x="30528" y="35707"/>
                  </a:cubicBezTo>
                  <a:cubicBezTo>
                    <a:pt x="30623" y="36016"/>
                    <a:pt x="30647" y="36374"/>
                    <a:pt x="30635" y="36695"/>
                  </a:cubicBezTo>
                  <a:cubicBezTo>
                    <a:pt x="30623" y="37052"/>
                    <a:pt x="30528" y="37409"/>
                    <a:pt x="30445" y="37755"/>
                  </a:cubicBezTo>
                  <a:cubicBezTo>
                    <a:pt x="30266" y="38421"/>
                    <a:pt x="30052" y="39076"/>
                    <a:pt x="29861" y="39731"/>
                  </a:cubicBezTo>
                  <a:cubicBezTo>
                    <a:pt x="29171" y="42005"/>
                    <a:pt x="29290" y="44255"/>
                    <a:pt x="30147" y="46494"/>
                  </a:cubicBezTo>
                  <a:cubicBezTo>
                    <a:pt x="30718" y="48042"/>
                    <a:pt x="31421" y="49530"/>
                    <a:pt x="32183" y="50982"/>
                  </a:cubicBezTo>
                  <a:cubicBezTo>
                    <a:pt x="32671" y="51923"/>
                    <a:pt x="33135" y="52840"/>
                    <a:pt x="33624" y="53769"/>
                  </a:cubicBezTo>
                  <a:cubicBezTo>
                    <a:pt x="33897" y="54280"/>
                    <a:pt x="34219" y="54757"/>
                    <a:pt x="34624" y="55173"/>
                  </a:cubicBezTo>
                  <a:cubicBezTo>
                    <a:pt x="34975" y="55551"/>
                    <a:pt x="35410" y="55761"/>
                    <a:pt x="35886" y="55761"/>
                  </a:cubicBezTo>
                  <a:cubicBezTo>
                    <a:pt x="36250" y="55761"/>
                    <a:pt x="36637" y="55639"/>
                    <a:pt x="37029" y="55376"/>
                  </a:cubicBezTo>
                  <a:cubicBezTo>
                    <a:pt x="37481" y="55066"/>
                    <a:pt x="37838" y="54661"/>
                    <a:pt x="38100" y="54185"/>
                  </a:cubicBezTo>
                  <a:cubicBezTo>
                    <a:pt x="39386" y="51935"/>
                    <a:pt x="39827" y="49542"/>
                    <a:pt x="39470" y="46994"/>
                  </a:cubicBezTo>
                  <a:cubicBezTo>
                    <a:pt x="39315" y="45803"/>
                    <a:pt x="38850" y="44720"/>
                    <a:pt x="38160" y="43720"/>
                  </a:cubicBezTo>
                  <a:cubicBezTo>
                    <a:pt x="37267" y="42434"/>
                    <a:pt x="36160" y="41327"/>
                    <a:pt x="35029" y="40255"/>
                  </a:cubicBezTo>
                  <a:cubicBezTo>
                    <a:pt x="34028" y="39314"/>
                    <a:pt x="33040" y="38350"/>
                    <a:pt x="32064" y="37386"/>
                  </a:cubicBezTo>
                  <a:cubicBezTo>
                    <a:pt x="31373" y="36695"/>
                    <a:pt x="30826" y="35909"/>
                    <a:pt x="30468" y="35004"/>
                  </a:cubicBezTo>
                  <a:cubicBezTo>
                    <a:pt x="30349" y="34707"/>
                    <a:pt x="30278" y="34373"/>
                    <a:pt x="30207" y="34064"/>
                  </a:cubicBezTo>
                  <a:cubicBezTo>
                    <a:pt x="30183" y="33992"/>
                    <a:pt x="30183" y="33897"/>
                    <a:pt x="30218" y="33826"/>
                  </a:cubicBezTo>
                  <a:cubicBezTo>
                    <a:pt x="30516" y="32873"/>
                    <a:pt x="30802" y="31933"/>
                    <a:pt x="31099" y="30980"/>
                  </a:cubicBezTo>
                  <a:cubicBezTo>
                    <a:pt x="31111" y="30920"/>
                    <a:pt x="31135" y="30885"/>
                    <a:pt x="31171" y="30801"/>
                  </a:cubicBezTo>
                  <a:cubicBezTo>
                    <a:pt x="31278" y="30837"/>
                    <a:pt x="31397" y="30849"/>
                    <a:pt x="31492" y="30885"/>
                  </a:cubicBezTo>
                  <a:cubicBezTo>
                    <a:pt x="32290" y="31063"/>
                    <a:pt x="33064" y="31194"/>
                    <a:pt x="33862" y="31218"/>
                  </a:cubicBezTo>
                  <a:cubicBezTo>
                    <a:pt x="33967" y="31223"/>
                    <a:pt x="34072" y="31225"/>
                    <a:pt x="34176" y="31225"/>
                  </a:cubicBezTo>
                  <a:cubicBezTo>
                    <a:pt x="34911" y="31225"/>
                    <a:pt x="35629" y="31114"/>
                    <a:pt x="36338" y="30885"/>
                  </a:cubicBezTo>
                  <a:cubicBezTo>
                    <a:pt x="36826" y="30730"/>
                    <a:pt x="37291" y="30492"/>
                    <a:pt x="37731" y="30254"/>
                  </a:cubicBezTo>
                  <a:cubicBezTo>
                    <a:pt x="38434" y="29885"/>
                    <a:pt x="39077" y="29420"/>
                    <a:pt x="39648" y="28885"/>
                  </a:cubicBezTo>
                  <a:cubicBezTo>
                    <a:pt x="40482" y="28111"/>
                    <a:pt x="41005" y="27146"/>
                    <a:pt x="41422" y="26122"/>
                  </a:cubicBezTo>
                  <a:cubicBezTo>
                    <a:pt x="42268" y="24003"/>
                    <a:pt x="42268" y="21872"/>
                    <a:pt x="41482" y="19752"/>
                  </a:cubicBezTo>
                  <a:cubicBezTo>
                    <a:pt x="41172" y="18895"/>
                    <a:pt x="40720" y="18145"/>
                    <a:pt x="40089" y="17502"/>
                  </a:cubicBezTo>
                  <a:cubicBezTo>
                    <a:pt x="39267" y="16669"/>
                    <a:pt x="38243" y="16216"/>
                    <a:pt x="37076" y="16157"/>
                  </a:cubicBezTo>
                  <a:cubicBezTo>
                    <a:pt x="36906" y="16150"/>
                    <a:pt x="36736" y="16147"/>
                    <a:pt x="36566" y="16147"/>
                  </a:cubicBezTo>
                  <a:cubicBezTo>
                    <a:pt x="36157" y="16147"/>
                    <a:pt x="35751" y="16164"/>
                    <a:pt x="35338" y="16181"/>
                  </a:cubicBezTo>
                  <a:cubicBezTo>
                    <a:pt x="34576" y="16204"/>
                    <a:pt x="33802" y="16252"/>
                    <a:pt x="33040" y="16276"/>
                  </a:cubicBezTo>
                  <a:lnTo>
                    <a:pt x="32719" y="16276"/>
                  </a:lnTo>
                  <a:cubicBezTo>
                    <a:pt x="32707" y="16145"/>
                    <a:pt x="32683" y="16026"/>
                    <a:pt x="32683" y="15907"/>
                  </a:cubicBezTo>
                  <a:cubicBezTo>
                    <a:pt x="32540" y="12930"/>
                    <a:pt x="32433" y="9954"/>
                    <a:pt x="32242" y="6977"/>
                  </a:cubicBezTo>
                  <a:cubicBezTo>
                    <a:pt x="32123" y="4941"/>
                    <a:pt x="31873" y="2917"/>
                    <a:pt x="31671" y="869"/>
                  </a:cubicBezTo>
                  <a:cubicBezTo>
                    <a:pt x="31659" y="726"/>
                    <a:pt x="31647" y="572"/>
                    <a:pt x="31611" y="441"/>
                  </a:cubicBezTo>
                  <a:cubicBezTo>
                    <a:pt x="31576" y="262"/>
                    <a:pt x="31540" y="95"/>
                    <a:pt x="3135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2348200" y="3495200"/>
              <a:ext cx="135750" cy="341150"/>
            </a:xfrm>
            <a:custGeom>
              <a:avLst/>
              <a:gdLst/>
              <a:ahLst/>
              <a:cxnLst/>
              <a:rect l="l" t="t" r="r" b="b"/>
              <a:pathLst>
                <a:path w="5430" h="13646" extrusionOk="0">
                  <a:moveTo>
                    <a:pt x="5132" y="1"/>
                  </a:moveTo>
                  <a:cubicBezTo>
                    <a:pt x="5096" y="334"/>
                    <a:pt x="4965" y="655"/>
                    <a:pt x="4822" y="953"/>
                  </a:cubicBezTo>
                  <a:cubicBezTo>
                    <a:pt x="4001" y="2537"/>
                    <a:pt x="3048" y="4049"/>
                    <a:pt x="2024" y="5501"/>
                  </a:cubicBezTo>
                  <a:cubicBezTo>
                    <a:pt x="1465" y="6275"/>
                    <a:pt x="953" y="7061"/>
                    <a:pt x="572" y="7942"/>
                  </a:cubicBezTo>
                  <a:cubicBezTo>
                    <a:pt x="250" y="8704"/>
                    <a:pt x="96" y="9502"/>
                    <a:pt x="0" y="10311"/>
                  </a:cubicBezTo>
                  <a:cubicBezTo>
                    <a:pt x="0" y="10323"/>
                    <a:pt x="12" y="10335"/>
                    <a:pt x="36" y="10395"/>
                  </a:cubicBezTo>
                  <a:cubicBezTo>
                    <a:pt x="84" y="10192"/>
                    <a:pt x="119" y="10014"/>
                    <a:pt x="143" y="9835"/>
                  </a:cubicBezTo>
                  <a:cubicBezTo>
                    <a:pt x="334" y="8549"/>
                    <a:pt x="870" y="7406"/>
                    <a:pt x="1584" y="6347"/>
                  </a:cubicBezTo>
                  <a:cubicBezTo>
                    <a:pt x="2048" y="5668"/>
                    <a:pt x="2536" y="5001"/>
                    <a:pt x="2977" y="4299"/>
                  </a:cubicBezTo>
                  <a:cubicBezTo>
                    <a:pt x="3489" y="3465"/>
                    <a:pt x="3989" y="2620"/>
                    <a:pt x="4489" y="1787"/>
                  </a:cubicBezTo>
                  <a:cubicBezTo>
                    <a:pt x="4537" y="1691"/>
                    <a:pt x="4596" y="1620"/>
                    <a:pt x="4644" y="1525"/>
                  </a:cubicBezTo>
                  <a:cubicBezTo>
                    <a:pt x="4656" y="1548"/>
                    <a:pt x="4680" y="1548"/>
                    <a:pt x="4703" y="1560"/>
                  </a:cubicBezTo>
                  <a:cubicBezTo>
                    <a:pt x="4549" y="1965"/>
                    <a:pt x="4418" y="2382"/>
                    <a:pt x="4251" y="2775"/>
                  </a:cubicBezTo>
                  <a:cubicBezTo>
                    <a:pt x="3453" y="4644"/>
                    <a:pt x="2620" y="6489"/>
                    <a:pt x="1822" y="8347"/>
                  </a:cubicBezTo>
                  <a:cubicBezTo>
                    <a:pt x="1513" y="9085"/>
                    <a:pt x="1227" y="9847"/>
                    <a:pt x="953" y="10609"/>
                  </a:cubicBezTo>
                  <a:cubicBezTo>
                    <a:pt x="715" y="11288"/>
                    <a:pt x="572" y="11990"/>
                    <a:pt x="620" y="12716"/>
                  </a:cubicBezTo>
                  <a:cubicBezTo>
                    <a:pt x="631" y="12955"/>
                    <a:pt x="727" y="13193"/>
                    <a:pt x="786" y="13419"/>
                  </a:cubicBezTo>
                  <a:cubicBezTo>
                    <a:pt x="798" y="13467"/>
                    <a:pt x="858" y="13490"/>
                    <a:pt x="929" y="13586"/>
                  </a:cubicBezTo>
                  <a:cubicBezTo>
                    <a:pt x="548" y="12585"/>
                    <a:pt x="751" y="11669"/>
                    <a:pt x="1024" y="10752"/>
                  </a:cubicBezTo>
                  <a:cubicBezTo>
                    <a:pt x="1334" y="9728"/>
                    <a:pt x="1763" y="8752"/>
                    <a:pt x="2203" y="7763"/>
                  </a:cubicBezTo>
                  <a:cubicBezTo>
                    <a:pt x="2917" y="6156"/>
                    <a:pt x="3608" y="4549"/>
                    <a:pt x="4299" y="2930"/>
                  </a:cubicBezTo>
                  <a:cubicBezTo>
                    <a:pt x="4477" y="2513"/>
                    <a:pt x="4596" y="2060"/>
                    <a:pt x="4739" y="1620"/>
                  </a:cubicBezTo>
                  <a:cubicBezTo>
                    <a:pt x="4799" y="1453"/>
                    <a:pt x="4846" y="1286"/>
                    <a:pt x="4953" y="1144"/>
                  </a:cubicBezTo>
                  <a:lnTo>
                    <a:pt x="4953" y="1394"/>
                  </a:lnTo>
                  <a:cubicBezTo>
                    <a:pt x="4799" y="3370"/>
                    <a:pt x="4406" y="5299"/>
                    <a:pt x="3822" y="7180"/>
                  </a:cubicBezTo>
                  <a:cubicBezTo>
                    <a:pt x="3358" y="8704"/>
                    <a:pt x="2751" y="10157"/>
                    <a:pt x="2048" y="11585"/>
                  </a:cubicBezTo>
                  <a:cubicBezTo>
                    <a:pt x="1822" y="12050"/>
                    <a:pt x="1643" y="12562"/>
                    <a:pt x="1465" y="13038"/>
                  </a:cubicBezTo>
                  <a:cubicBezTo>
                    <a:pt x="1393" y="13228"/>
                    <a:pt x="1346" y="13431"/>
                    <a:pt x="1441" y="13645"/>
                  </a:cubicBezTo>
                  <a:cubicBezTo>
                    <a:pt x="1560" y="12836"/>
                    <a:pt x="1929" y="12109"/>
                    <a:pt x="2275" y="11395"/>
                  </a:cubicBezTo>
                  <a:cubicBezTo>
                    <a:pt x="3715" y="8466"/>
                    <a:pt x="4608" y="5382"/>
                    <a:pt x="5001" y="2156"/>
                  </a:cubicBezTo>
                  <a:cubicBezTo>
                    <a:pt x="5025" y="1929"/>
                    <a:pt x="5037" y="1703"/>
                    <a:pt x="5061" y="1489"/>
                  </a:cubicBezTo>
                  <a:cubicBezTo>
                    <a:pt x="5061" y="1465"/>
                    <a:pt x="5072" y="1453"/>
                    <a:pt x="5084" y="1429"/>
                  </a:cubicBezTo>
                  <a:cubicBezTo>
                    <a:pt x="5120" y="1465"/>
                    <a:pt x="5144" y="1465"/>
                    <a:pt x="5156" y="1465"/>
                  </a:cubicBezTo>
                  <a:cubicBezTo>
                    <a:pt x="5180" y="1977"/>
                    <a:pt x="5203" y="2477"/>
                    <a:pt x="5215" y="2989"/>
                  </a:cubicBezTo>
                  <a:cubicBezTo>
                    <a:pt x="5263" y="4823"/>
                    <a:pt x="5132" y="6644"/>
                    <a:pt x="4763" y="8430"/>
                  </a:cubicBezTo>
                  <a:cubicBezTo>
                    <a:pt x="4418" y="10097"/>
                    <a:pt x="3703" y="11573"/>
                    <a:pt x="2584" y="12871"/>
                  </a:cubicBezTo>
                  <a:cubicBezTo>
                    <a:pt x="2382" y="13109"/>
                    <a:pt x="2179" y="13371"/>
                    <a:pt x="1882" y="13526"/>
                  </a:cubicBezTo>
                  <a:cubicBezTo>
                    <a:pt x="1892" y="13527"/>
                    <a:pt x="1901" y="13527"/>
                    <a:pt x="1911" y="13527"/>
                  </a:cubicBezTo>
                  <a:cubicBezTo>
                    <a:pt x="2109" y="13527"/>
                    <a:pt x="2245" y="13413"/>
                    <a:pt x="2382" y="13288"/>
                  </a:cubicBezTo>
                  <a:cubicBezTo>
                    <a:pt x="3715" y="11823"/>
                    <a:pt x="4596" y="10145"/>
                    <a:pt x="4942" y="8180"/>
                  </a:cubicBezTo>
                  <a:cubicBezTo>
                    <a:pt x="5323" y="5989"/>
                    <a:pt x="5430" y="3811"/>
                    <a:pt x="5275" y="1584"/>
                  </a:cubicBezTo>
                  <a:cubicBezTo>
                    <a:pt x="5251" y="1155"/>
                    <a:pt x="5239" y="739"/>
                    <a:pt x="5203" y="310"/>
                  </a:cubicBezTo>
                  <a:cubicBezTo>
                    <a:pt x="5203" y="203"/>
                    <a:pt x="5180" y="96"/>
                    <a:pt x="513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2228250" y="2939700"/>
              <a:ext cx="501275" cy="112975"/>
            </a:xfrm>
            <a:custGeom>
              <a:avLst/>
              <a:gdLst/>
              <a:ahLst/>
              <a:cxnLst/>
              <a:rect l="l" t="t" r="r" b="b"/>
              <a:pathLst>
                <a:path w="20051" h="4519" extrusionOk="0">
                  <a:moveTo>
                    <a:pt x="5309" y="0"/>
                  </a:moveTo>
                  <a:cubicBezTo>
                    <a:pt x="4937" y="0"/>
                    <a:pt x="4565" y="13"/>
                    <a:pt x="4191" y="39"/>
                  </a:cubicBezTo>
                  <a:cubicBezTo>
                    <a:pt x="3632" y="87"/>
                    <a:pt x="3096" y="170"/>
                    <a:pt x="2608" y="468"/>
                  </a:cubicBezTo>
                  <a:cubicBezTo>
                    <a:pt x="2536" y="516"/>
                    <a:pt x="2465" y="587"/>
                    <a:pt x="2405" y="658"/>
                  </a:cubicBezTo>
                  <a:cubicBezTo>
                    <a:pt x="3251" y="182"/>
                    <a:pt x="4167" y="146"/>
                    <a:pt x="5108" y="146"/>
                  </a:cubicBezTo>
                  <a:cubicBezTo>
                    <a:pt x="5166" y="146"/>
                    <a:pt x="5224" y="145"/>
                    <a:pt x="5282" y="145"/>
                  </a:cubicBezTo>
                  <a:cubicBezTo>
                    <a:pt x="7233" y="145"/>
                    <a:pt x="9128" y="532"/>
                    <a:pt x="10990" y="1099"/>
                  </a:cubicBezTo>
                  <a:cubicBezTo>
                    <a:pt x="12716" y="1611"/>
                    <a:pt x="14383" y="2266"/>
                    <a:pt x="16050" y="2968"/>
                  </a:cubicBezTo>
                  <a:cubicBezTo>
                    <a:pt x="16943" y="3337"/>
                    <a:pt x="17848" y="3683"/>
                    <a:pt x="18812" y="3861"/>
                  </a:cubicBezTo>
                  <a:cubicBezTo>
                    <a:pt x="19014" y="3897"/>
                    <a:pt x="19217" y="3921"/>
                    <a:pt x="19431" y="3992"/>
                  </a:cubicBezTo>
                  <a:cubicBezTo>
                    <a:pt x="19288" y="4040"/>
                    <a:pt x="19157" y="4087"/>
                    <a:pt x="19014" y="4111"/>
                  </a:cubicBezTo>
                  <a:cubicBezTo>
                    <a:pt x="18038" y="4326"/>
                    <a:pt x="17074" y="4349"/>
                    <a:pt x="16097" y="4385"/>
                  </a:cubicBezTo>
                  <a:cubicBezTo>
                    <a:pt x="15836" y="4391"/>
                    <a:pt x="15574" y="4394"/>
                    <a:pt x="15313" y="4394"/>
                  </a:cubicBezTo>
                  <a:cubicBezTo>
                    <a:pt x="13577" y="4394"/>
                    <a:pt x="11849" y="4263"/>
                    <a:pt x="10121" y="4087"/>
                  </a:cubicBezTo>
                  <a:cubicBezTo>
                    <a:pt x="8192" y="3873"/>
                    <a:pt x="6251" y="3611"/>
                    <a:pt x="4322" y="3373"/>
                  </a:cubicBezTo>
                  <a:cubicBezTo>
                    <a:pt x="3781" y="3303"/>
                    <a:pt x="3239" y="3254"/>
                    <a:pt x="2697" y="3254"/>
                  </a:cubicBezTo>
                  <a:cubicBezTo>
                    <a:pt x="2405" y="3254"/>
                    <a:pt x="2114" y="3268"/>
                    <a:pt x="1822" y="3302"/>
                  </a:cubicBezTo>
                  <a:cubicBezTo>
                    <a:pt x="1286" y="3361"/>
                    <a:pt x="774" y="3504"/>
                    <a:pt x="334" y="3814"/>
                  </a:cubicBezTo>
                  <a:cubicBezTo>
                    <a:pt x="215" y="3909"/>
                    <a:pt x="107" y="4016"/>
                    <a:pt x="0" y="4099"/>
                  </a:cubicBezTo>
                  <a:lnTo>
                    <a:pt x="48" y="4147"/>
                  </a:lnTo>
                  <a:cubicBezTo>
                    <a:pt x="107" y="4099"/>
                    <a:pt x="203" y="4087"/>
                    <a:pt x="238" y="4028"/>
                  </a:cubicBezTo>
                  <a:cubicBezTo>
                    <a:pt x="619" y="3683"/>
                    <a:pt x="1060" y="3552"/>
                    <a:pt x="1536" y="3456"/>
                  </a:cubicBezTo>
                  <a:cubicBezTo>
                    <a:pt x="1884" y="3402"/>
                    <a:pt x="2235" y="3380"/>
                    <a:pt x="2586" y="3380"/>
                  </a:cubicBezTo>
                  <a:cubicBezTo>
                    <a:pt x="3003" y="3380"/>
                    <a:pt x="3420" y="3411"/>
                    <a:pt x="3834" y="3456"/>
                  </a:cubicBezTo>
                  <a:cubicBezTo>
                    <a:pt x="5465" y="3659"/>
                    <a:pt x="7120" y="3873"/>
                    <a:pt x="8751" y="4076"/>
                  </a:cubicBezTo>
                  <a:cubicBezTo>
                    <a:pt x="10874" y="4326"/>
                    <a:pt x="13004" y="4518"/>
                    <a:pt x="15141" y="4518"/>
                  </a:cubicBezTo>
                  <a:cubicBezTo>
                    <a:pt x="15749" y="4518"/>
                    <a:pt x="16357" y="4503"/>
                    <a:pt x="16967" y="4468"/>
                  </a:cubicBezTo>
                  <a:cubicBezTo>
                    <a:pt x="17717" y="4433"/>
                    <a:pt x="18455" y="4397"/>
                    <a:pt x="19169" y="4171"/>
                  </a:cubicBezTo>
                  <a:cubicBezTo>
                    <a:pt x="19467" y="4087"/>
                    <a:pt x="19765" y="3945"/>
                    <a:pt x="20050" y="3837"/>
                  </a:cubicBezTo>
                  <a:cubicBezTo>
                    <a:pt x="20038" y="3802"/>
                    <a:pt x="20038" y="3778"/>
                    <a:pt x="20027" y="3742"/>
                  </a:cubicBezTo>
                  <a:cubicBezTo>
                    <a:pt x="19854" y="3787"/>
                    <a:pt x="19684" y="3805"/>
                    <a:pt x="19515" y="3805"/>
                  </a:cubicBezTo>
                  <a:cubicBezTo>
                    <a:pt x="19239" y="3805"/>
                    <a:pt x="18966" y="3758"/>
                    <a:pt x="18693" y="3706"/>
                  </a:cubicBezTo>
                  <a:cubicBezTo>
                    <a:pt x="17764" y="3504"/>
                    <a:pt x="16848" y="3159"/>
                    <a:pt x="15978" y="2790"/>
                  </a:cubicBezTo>
                  <a:cubicBezTo>
                    <a:pt x="13931" y="1920"/>
                    <a:pt x="11847" y="1135"/>
                    <a:pt x="9704" y="587"/>
                  </a:cubicBezTo>
                  <a:cubicBezTo>
                    <a:pt x="8256" y="206"/>
                    <a:pt x="6793" y="0"/>
                    <a:pt x="5309"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2233600" y="3029975"/>
              <a:ext cx="501575" cy="117300"/>
            </a:xfrm>
            <a:custGeom>
              <a:avLst/>
              <a:gdLst/>
              <a:ahLst/>
              <a:cxnLst/>
              <a:rect l="l" t="t" r="r" b="b"/>
              <a:pathLst>
                <a:path w="20063" h="4692" extrusionOk="0">
                  <a:moveTo>
                    <a:pt x="8804" y="2783"/>
                  </a:moveTo>
                  <a:cubicBezTo>
                    <a:pt x="8901" y="2783"/>
                    <a:pt x="8999" y="2784"/>
                    <a:pt x="9097" y="2786"/>
                  </a:cubicBezTo>
                  <a:cubicBezTo>
                    <a:pt x="10323" y="2810"/>
                    <a:pt x="11561" y="2893"/>
                    <a:pt x="12800" y="2953"/>
                  </a:cubicBezTo>
                  <a:cubicBezTo>
                    <a:pt x="13377" y="2971"/>
                    <a:pt x="13958" y="2995"/>
                    <a:pt x="14538" y="2995"/>
                  </a:cubicBezTo>
                  <a:cubicBezTo>
                    <a:pt x="15118" y="2995"/>
                    <a:pt x="15699" y="2971"/>
                    <a:pt x="16276" y="2893"/>
                  </a:cubicBezTo>
                  <a:cubicBezTo>
                    <a:pt x="16324" y="2893"/>
                    <a:pt x="16348" y="2905"/>
                    <a:pt x="16443" y="2905"/>
                  </a:cubicBezTo>
                  <a:cubicBezTo>
                    <a:pt x="16276" y="2977"/>
                    <a:pt x="16169" y="3024"/>
                    <a:pt x="16050" y="3072"/>
                  </a:cubicBezTo>
                  <a:cubicBezTo>
                    <a:pt x="15943" y="3108"/>
                    <a:pt x="15836" y="3155"/>
                    <a:pt x="15717" y="3203"/>
                  </a:cubicBezTo>
                  <a:cubicBezTo>
                    <a:pt x="14359" y="3763"/>
                    <a:pt x="12943" y="4084"/>
                    <a:pt x="11478" y="4155"/>
                  </a:cubicBezTo>
                  <a:cubicBezTo>
                    <a:pt x="11228" y="4167"/>
                    <a:pt x="10978" y="4172"/>
                    <a:pt x="10730" y="4172"/>
                  </a:cubicBezTo>
                  <a:cubicBezTo>
                    <a:pt x="9713" y="4172"/>
                    <a:pt x="8708" y="4084"/>
                    <a:pt x="7704" y="3989"/>
                  </a:cubicBezTo>
                  <a:cubicBezTo>
                    <a:pt x="6655" y="3895"/>
                    <a:pt x="5599" y="3831"/>
                    <a:pt x="4542" y="3831"/>
                  </a:cubicBezTo>
                  <a:cubicBezTo>
                    <a:pt x="4255" y="3831"/>
                    <a:pt x="3967" y="3836"/>
                    <a:pt x="3680" y="3846"/>
                  </a:cubicBezTo>
                  <a:cubicBezTo>
                    <a:pt x="3227" y="3858"/>
                    <a:pt x="2787" y="3882"/>
                    <a:pt x="2334" y="3893"/>
                  </a:cubicBezTo>
                  <a:lnTo>
                    <a:pt x="2334" y="3858"/>
                  </a:lnTo>
                  <a:cubicBezTo>
                    <a:pt x="2370" y="3846"/>
                    <a:pt x="2382" y="3810"/>
                    <a:pt x="2406" y="3810"/>
                  </a:cubicBezTo>
                  <a:cubicBezTo>
                    <a:pt x="3179" y="3643"/>
                    <a:pt x="3977" y="3489"/>
                    <a:pt x="4763" y="3310"/>
                  </a:cubicBezTo>
                  <a:cubicBezTo>
                    <a:pt x="6096" y="3010"/>
                    <a:pt x="7440" y="2783"/>
                    <a:pt x="8804" y="2783"/>
                  </a:cubicBezTo>
                  <a:close/>
                  <a:moveTo>
                    <a:pt x="20063" y="0"/>
                  </a:moveTo>
                  <a:lnTo>
                    <a:pt x="19836" y="226"/>
                  </a:lnTo>
                  <a:cubicBezTo>
                    <a:pt x="19693" y="393"/>
                    <a:pt x="19539" y="572"/>
                    <a:pt x="19396" y="679"/>
                  </a:cubicBezTo>
                  <a:cubicBezTo>
                    <a:pt x="18991" y="1084"/>
                    <a:pt x="18586" y="1488"/>
                    <a:pt x="18158" y="1858"/>
                  </a:cubicBezTo>
                  <a:cubicBezTo>
                    <a:pt x="17562" y="2393"/>
                    <a:pt x="16860" y="2679"/>
                    <a:pt x="16074" y="2762"/>
                  </a:cubicBezTo>
                  <a:cubicBezTo>
                    <a:pt x="15580" y="2822"/>
                    <a:pt x="15092" y="2843"/>
                    <a:pt x="14605" y="2843"/>
                  </a:cubicBezTo>
                  <a:cubicBezTo>
                    <a:pt x="14118" y="2843"/>
                    <a:pt x="13633" y="2822"/>
                    <a:pt x="13145" y="2798"/>
                  </a:cubicBezTo>
                  <a:cubicBezTo>
                    <a:pt x="12407" y="2774"/>
                    <a:pt x="11692" y="2739"/>
                    <a:pt x="10966" y="2679"/>
                  </a:cubicBezTo>
                  <a:cubicBezTo>
                    <a:pt x="10468" y="2641"/>
                    <a:pt x="9972" y="2622"/>
                    <a:pt x="9477" y="2622"/>
                  </a:cubicBezTo>
                  <a:cubicBezTo>
                    <a:pt x="7828" y="2622"/>
                    <a:pt x="6193" y="2830"/>
                    <a:pt x="4573" y="3215"/>
                  </a:cubicBezTo>
                  <a:cubicBezTo>
                    <a:pt x="3560" y="3453"/>
                    <a:pt x="2525" y="3691"/>
                    <a:pt x="1513" y="3941"/>
                  </a:cubicBezTo>
                  <a:cubicBezTo>
                    <a:pt x="1120" y="4048"/>
                    <a:pt x="679" y="4120"/>
                    <a:pt x="310" y="4358"/>
                  </a:cubicBezTo>
                  <a:cubicBezTo>
                    <a:pt x="191" y="4429"/>
                    <a:pt x="108" y="4536"/>
                    <a:pt x="1" y="4632"/>
                  </a:cubicBezTo>
                  <a:cubicBezTo>
                    <a:pt x="1" y="4644"/>
                    <a:pt x="12" y="4667"/>
                    <a:pt x="24" y="4691"/>
                  </a:cubicBezTo>
                  <a:cubicBezTo>
                    <a:pt x="72" y="4667"/>
                    <a:pt x="120" y="4667"/>
                    <a:pt x="143" y="4644"/>
                  </a:cubicBezTo>
                  <a:cubicBezTo>
                    <a:pt x="358" y="4405"/>
                    <a:pt x="643" y="4334"/>
                    <a:pt x="917" y="4251"/>
                  </a:cubicBezTo>
                  <a:cubicBezTo>
                    <a:pt x="1727" y="4060"/>
                    <a:pt x="2560" y="4013"/>
                    <a:pt x="3382" y="3977"/>
                  </a:cubicBezTo>
                  <a:cubicBezTo>
                    <a:pt x="3768" y="3955"/>
                    <a:pt x="4154" y="3946"/>
                    <a:pt x="4540" y="3946"/>
                  </a:cubicBezTo>
                  <a:cubicBezTo>
                    <a:pt x="5650" y="3946"/>
                    <a:pt x="6757" y="4026"/>
                    <a:pt x="7871" y="4132"/>
                  </a:cubicBezTo>
                  <a:cubicBezTo>
                    <a:pt x="8704" y="4227"/>
                    <a:pt x="9537" y="4274"/>
                    <a:pt x="10371" y="4298"/>
                  </a:cubicBezTo>
                  <a:cubicBezTo>
                    <a:pt x="10498" y="4302"/>
                    <a:pt x="10626" y="4303"/>
                    <a:pt x="10753" y="4303"/>
                  </a:cubicBezTo>
                  <a:cubicBezTo>
                    <a:pt x="12418" y="4303"/>
                    <a:pt x="14051" y="4012"/>
                    <a:pt x="15622" y="3382"/>
                  </a:cubicBezTo>
                  <a:cubicBezTo>
                    <a:pt x="16276" y="3108"/>
                    <a:pt x="16955" y="2858"/>
                    <a:pt x="17562" y="2489"/>
                  </a:cubicBezTo>
                  <a:cubicBezTo>
                    <a:pt x="17979" y="2227"/>
                    <a:pt x="18336" y="1929"/>
                    <a:pt x="18681" y="1596"/>
                  </a:cubicBezTo>
                  <a:cubicBezTo>
                    <a:pt x="18979" y="1298"/>
                    <a:pt x="19277" y="1012"/>
                    <a:pt x="19574" y="715"/>
                  </a:cubicBezTo>
                  <a:cubicBezTo>
                    <a:pt x="19777" y="500"/>
                    <a:pt x="19967" y="298"/>
                    <a:pt x="2006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a:off x="2916725" y="2747500"/>
              <a:ext cx="135450" cy="492625"/>
            </a:xfrm>
            <a:custGeom>
              <a:avLst/>
              <a:gdLst/>
              <a:ahLst/>
              <a:cxnLst/>
              <a:rect l="l" t="t" r="r" b="b"/>
              <a:pathLst>
                <a:path w="5418" h="19705" extrusionOk="0">
                  <a:moveTo>
                    <a:pt x="60" y="0"/>
                  </a:moveTo>
                  <a:cubicBezTo>
                    <a:pt x="48" y="12"/>
                    <a:pt x="12" y="12"/>
                    <a:pt x="0" y="36"/>
                  </a:cubicBezTo>
                  <a:cubicBezTo>
                    <a:pt x="12" y="119"/>
                    <a:pt x="48" y="214"/>
                    <a:pt x="60" y="298"/>
                  </a:cubicBezTo>
                  <a:cubicBezTo>
                    <a:pt x="381" y="1560"/>
                    <a:pt x="500" y="2846"/>
                    <a:pt x="524" y="4144"/>
                  </a:cubicBezTo>
                  <a:cubicBezTo>
                    <a:pt x="548" y="5691"/>
                    <a:pt x="524" y="7239"/>
                    <a:pt x="548" y="8799"/>
                  </a:cubicBezTo>
                  <a:cubicBezTo>
                    <a:pt x="596" y="10644"/>
                    <a:pt x="858" y="12442"/>
                    <a:pt x="1453" y="14204"/>
                  </a:cubicBezTo>
                  <a:cubicBezTo>
                    <a:pt x="1632" y="14704"/>
                    <a:pt x="1834" y="15216"/>
                    <a:pt x="2084" y="15693"/>
                  </a:cubicBezTo>
                  <a:cubicBezTo>
                    <a:pt x="2310" y="16109"/>
                    <a:pt x="2489" y="16550"/>
                    <a:pt x="2691" y="16978"/>
                  </a:cubicBezTo>
                  <a:cubicBezTo>
                    <a:pt x="2703" y="17026"/>
                    <a:pt x="2739" y="17074"/>
                    <a:pt x="2763" y="17121"/>
                  </a:cubicBezTo>
                  <a:cubicBezTo>
                    <a:pt x="2739" y="17074"/>
                    <a:pt x="2739" y="17074"/>
                    <a:pt x="2739" y="17062"/>
                  </a:cubicBezTo>
                  <a:cubicBezTo>
                    <a:pt x="2560" y="16609"/>
                    <a:pt x="2370" y="16157"/>
                    <a:pt x="2179" y="15704"/>
                  </a:cubicBezTo>
                  <a:cubicBezTo>
                    <a:pt x="2084" y="15443"/>
                    <a:pt x="1941" y="15181"/>
                    <a:pt x="1834" y="14931"/>
                  </a:cubicBezTo>
                  <a:cubicBezTo>
                    <a:pt x="1370" y="13811"/>
                    <a:pt x="1084" y="12656"/>
                    <a:pt x="893" y="11466"/>
                  </a:cubicBezTo>
                  <a:cubicBezTo>
                    <a:pt x="643" y="9954"/>
                    <a:pt x="643" y="8442"/>
                    <a:pt x="655" y="6930"/>
                  </a:cubicBezTo>
                  <a:cubicBezTo>
                    <a:pt x="667" y="5417"/>
                    <a:pt x="655" y="3917"/>
                    <a:pt x="524" y="2429"/>
                  </a:cubicBezTo>
                  <a:cubicBezTo>
                    <a:pt x="477" y="1941"/>
                    <a:pt x="381" y="1441"/>
                    <a:pt x="310" y="905"/>
                  </a:cubicBezTo>
                  <a:lnTo>
                    <a:pt x="310" y="905"/>
                  </a:lnTo>
                  <a:cubicBezTo>
                    <a:pt x="358" y="965"/>
                    <a:pt x="405" y="1000"/>
                    <a:pt x="417" y="1048"/>
                  </a:cubicBezTo>
                  <a:cubicBezTo>
                    <a:pt x="560" y="1369"/>
                    <a:pt x="703" y="1703"/>
                    <a:pt x="846" y="2024"/>
                  </a:cubicBezTo>
                  <a:cubicBezTo>
                    <a:pt x="1072" y="2489"/>
                    <a:pt x="1310" y="2965"/>
                    <a:pt x="1560" y="3405"/>
                  </a:cubicBezTo>
                  <a:cubicBezTo>
                    <a:pt x="2941" y="5894"/>
                    <a:pt x="3894" y="8525"/>
                    <a:pt x="4453" y="11323"/>
                  </a:cubicBezTo>
                  <a:cubicBezTo>
                    <a:pt x="4858" y="13407"/>
                    <a:pt x="5061" y="15490"/>
                    <a:pt x="5120" y="17609"/>
                  </a:cubicBezTo>
                  <a:cubicBezTo>
                    <a:pt x="5132" y="18169"/>
                    <a:pt x="5191" y="18729"/>
                    <a:pt x="5251" y="19288"/>
                  </a:cubicBezTo>
                  <a:cubicBezTo>
                    <a:pt x="5263" y="19407"/>
                    <a:pt x="5311" y="19538"/>
                    <a:pt x="5358" y="19705"/>
                  </a:cubicBezTo>
                  <a:cubicBezTo>
                    <a:pt x="5406" y="19645"/>
                    <a:pt x="5418" y="19634"/>
                    <a:pt x="5418" y="19622"/>
                  </a:cubicBezTo>
                  <a:cubicBezTo>
                    <a:pt x="5227" y="18169"/>
                    <a:pt x="5239" y="16716"/>
                    <a:pt x="5132" y="15252"/>
                  </a:cubicBezTo>
                  <a:cubicBezTo>
                    <a:pt x="4941" y="12799"/>
                    <a:pt x="4477" y="10394"/>
                    <a:pt x="3751" y="8037"/>
                  </a:cubicBezTo>
                  <a:cubicBezTo>
                    <a:pt x="3501" y="7215"/>
                    <a:pt x="3203" y="6418"/>
                    <a:pt x="2822" y="5656"/>
                  </a:cubicBezTo>
                  <a:cubicBezTo>
                    <a:pt x="2489" y="4989"/>
                    <a:pt x="2155" y="4298"/>
                    <a:pt x="1810" y="3632"/>
                  </a:cubicBezTo>
                  <a:cubicBezTo>
                    <a:pt x="1429" y="2858"/>
                    <a:pt x="1024" y="2084"/>
                    <a:pt x="643" y="1310"/>
                  </a:cubicBezTo>
                  <a:cubicBezTo>
                    <a:pt x="477" y="988"/>
                    <a:pt x="358" y="631"/>
                    <a:pt x="227" y="298"/>
                  </a:cubicBezTo>
                  <a:cubicBezTo>
                    <a:pt x="179" y="191"/>
                    <a:pt x="108" y="95"/>
                    <a:pt x="6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a:off x="2930425" y="2769225"/>
              <a:ext cx="173850" cy="448300"/>
            </a:xfrm>
            <a:custGeom>
              <a:avLst/>
              <a:gdLst/>
              <a:ahLst/>
              <a:cxnLst/>
              <a:rect l="l" t="t" r="r" b="b"/>
              <a:pathLst>
                <a:path w="6954" h="17932" extrusionOk="0">
                  <a:moveTo>
                    <a:pt x="0" y="0"/>
                  </a:moveTo>
                  <a:lnTo>
                    <a:pt x="0" y="0"/>
                  </a:lnTo>
                  <a:cubicBezTo>
                    <a:pt x="155" y="179"/>
                    <a:pt x="310" y="346"/>
                    <a:pt x="464" y="536"/>
                  </a:cubicBezTo>
                  <a:cubicBezTo>
                    <a:pt x="810" y="977"/>
                    <a:pt x="1143" y="1417"/>
                    <a:pt x="1476" y="1870"/>
                  </a:cubicBezTo>
                  <a:cubicBezTo>
                    <a:pt x="1905" y="2489"/>
                    <a:pt x="2310" y="3108"/>
                    <a:pt x="2727" y="3715"/>
                  </a:cubicBezTo>
                  <a:cubicBezTo>
                    <a:pt x="2989" y="4120"/>
                    <a:pt x="3262" y="4537"/>
                    <a:pt x="3512" y="4965"/>
                  </a:cubicBezTo>
                  <a:cubicBezTo>
                    <a:pt x="3870" y="5561"/>
                    <a:pt x="4215" y="6180"/>
                    <a:pt x="4536" y="6787"/>
                  </a:cubicBezTo>
                  <a:cubicBezTo>
                    <a:pt x="5763" y="9109"/>
                    <a:pt x="6560" y="11561"/>
                    <a:pt x="6775" y="14193"/>
                  </a:cubicBezTo>
                  <a:cubicBezTo>
                    <a:pt x="6858" y="15478"/>
                    <a:pt x="6691" y="16729"/>
                    <a:pt x="6132" y="17907"/>
                  </a:cubicBezTo>
                  <a:cubicBezTo>
                    <a:pt x="6120" y="17907"/>
                    <a:pt x="6132" y="17919"/>
                    <a:pt x="6144" y="17931"/>
                  </a:cubicBezTo>
                  <a:cubicBezTo>
                    <a:pt x="6203" y="17824"/>
                    <a:pt x="6287" y="17741"/>
                    <a:pt x="6346" y="17633"/>
                  </a:cubicBezTo>
                  <a:cubicBezTo>
                    <a:pt x="6691" y="16895"/>
                    <a:pt x="6846" y="16086"/>
                    <a:pt x="6894" y="15252"/>
                  </a:cubicBezTo>
                  <a:cubicBezTo>
                    <a:pt x="6953" y="13883"/>
                    <a:pt x="6763" y="12549"/>
                    <a:pt x="6382" y="11240"/>
                  </a:cubicBezTo>
                  <a:cubicBezTo>
                    <a:pt x="6144" y="10371"/>
                    <a:pt x="5870" y="9525"/>
                    <a:pt x="5572" y="8680"/>
                  </a:cubicBezTo>
                  <a:cubicBezTo>
                    <a:pt x="5370" y="8120"/>
                    <a:pt x="5108" y="7596"/>
                    <a:pt x="4822" y="7096"/>
                  </a:cubicBezTo>
                  <a:cubicBezTo>
                    <a:pt x="4358" y="6251"/>
                    <a:pt x="3905" y="5418"/>
                    <a:pt x="3405" y="4584"/>
                  </a:cubicBezTo>
                  <a:cubicBezTo>
                    <a:pt x="2989" y="3894"/>
                    <a:pt x="2512" y="3239"/>
                    <a:pt x="2084" y="2572"/>
                  </a:cubicBezTo>
                  <a:cubicBezTo>
                    <a:pt x="1893" y="2274"/>
                    <a:pt x="1679" y="1977"/>
                    <a:pt x="1488" y="1679"/>
                  </a:cubicBezTo>
                  <a:cubicBezTo>
                    <a:pt x="1084" y="1036"/>
                    <a:pt x="595" y="488"/>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2518450" y="3266300"/>
              <a:ext cx="333100" cy="122750"/>
            </a:xfrm>
            <a:custGeom>
              <a:avLst/>
              <a:gdLst/>
              <a:ahLst/>
              <a:cxnLst/>
              <a:rect l="l" t="t" r="r" b="b"/>
              <a:pathLst>
                <a:path w="13324" h="4910" extrusionOk="0">
                  <a:moveTo>
                    <a:pt x="13300" y="1"/>
                  </a:moveTo>
                  <a:cubicBezTo>
                    <a:pt x="12919" y="441"/>
                    <a:pt x="12562" y="917"/>
                    <a:pt x="12181" y="1370"/>
                  </a:cubicBezTo>
                  <a:cubicBezTo>
                    <a:pt x="11669" y="1953"/>
                    <a:pt x="11109" y="2465"/>
                    <a:pt x="10466" y="2870"/>
                  </a:cubicBezTo>
                  <a:cubicBezTo>
                    <a:pt x="9943" y="3215"/>
                    <a:pt x="9431" y="3573"/>
                    <a:pt x="8871" y="3823"/>
                  </a:cubicBezTo>
                  <a:cubicBezTo>
                    <a:pt x="7557" y="4431"/>
                    <a:pt x="6232" y="4762"/>
                    <a:pt x="4897" y="4762"/>
                  </a:cubicBezTo>
                  <a:cubicBezTo>
                    <a:pt x="3800" y="4762"/>
                    <a:pt x="2696" y="4539"/>
                    <a:pt x="1584" y="4061"/>
                  </a:cubicBezTo>
                  <a:cubicBezTo>
                    <a:pt x="941" y="3799"/>
                    <a:pt x="537" y="3263"/>
                    <a:pt x="275" y="2632"/>
                  </a:cubicBezTo>
                  <a:cubicBezTo>
                    <a:pt x="167" y="2382"/>
                    <a:pt x="96" y="2108"/>
                    <a:pt x="1" y="1834"/>
                  </a:cubicBezTo>
                  <a:lnTo>
                    <a:pt x="1" y="2025"/>
                  </a:lnTo>
                  <a:cubicBezTo>
                    <a:pt x="179" y="3144"/>
                    <a:pt x="810" y="3882"/>
                    <a:pt x="1846" y="4311"/>
                  </a:cubicBezTo>
                  <a:cubicBezTo>
                    <a:pt x="2847" y="4720"/>
                    <a:pt x="3853" y="4909"/>
                    <a:pt x="4865" y="4909"/>
                  </a:cubicBezTo>
                  <a:cubicBezTo>
                    <a:pt x="5768" y="4909"/>
                    <a:pt x="6675" y="4758"/>
                    <a:pt x="7585" y="4477"/>
                  </a:cubicBezTo>
                  <a:cubicBezTo>
                    <a:pt x="8180" y="4299"/>
                    <a:pt x="8752" y="4061"/>
                    <a:pt x="9311" y="3763"/>
                  </a:cubicBezTo>
                  <a:cubicBezTo>
                    <a:pt x="10978" y="2870"/>
                    <a:pt x="12312" y="1620"/>
                    <a:pt x="13324" y="13"/>
                  </a:cubicBezTo>
                  <a:cubicBezTo>
                    <a:pt x="13312" y="13"/>
                    <a:pt x="13300" y="1"/>
                    <a:pt x="13300"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2900350" y="2256350"/>
              <a:ext cx="125050" cy="323875"/>
            </a:xfrm>
            <a:custGeom>
              <a:avLst/>
              <a:gdLst/>
              <a:ahLst/>
              <a:cxnLst/>
              <a:rect l="l" t="t" r="r" b="b"/>
              <a:pathLst>
                <a:path w="5002" h="12955" extrusionOk="0">
                  <a:moveTo>
                    <a:pt x="2501" y="1"/>
                  </a:moveTo>
                  <a:cubicBezTo>
                    <a:pt x="2489" y="25"/>
                    <a:pt x="2489" y="49"/>
                    <a:pt x="2465" y="60"/>
                  </a:cubicBezTo>
                  <a:cubicBezTo>
                    <a:pt x="2513" y="96"/>
                    <a:pt x="2548" y="120"/>
                    <a:pt x="2584" y="132"/>
                  </a:cubicBezTo>
                  <a:cubicBezTo>
                    <a:pt x="3215" y="346"/>
                    <a:pt x="3644" y="751"/>
                    <a:pt x="3989" y="1311"/>
                  </a:cubicBezTo>
                  <a:cubicBezTo>
                    <a:pt x="4549" y="2251"/>
                    <a:pt x="4751" y="3287"/>
                    <a:pt x="4727" y="4359"/>
                  </a:cubicBezTo>
                  <a:cubicBezTo>
                    <a:pt x="4715" y="6954"/>
                    <a:pt x="3930" y="9276"/>
                    <a:pt x="2287" y="11300"/>
                  </a:cubicBezTo>
                  <a:cubicBezTo>
                    <a:pt x="1739" y="11990"/>
                    <a:pt x="1036" y="12491"/>
                    <a:pt x="239" y="12860"/>
                  </a:cubicBezTo>
                  <a:cubicBezTo>
                    <a:pt x="179" y="12895"/>
                    <a:pt x="84" y="12919"/>
                    <a:pt x="1" y="12955"/>
                  </a:cubicBezTo>
                  <a:cubicBezTo>
                    <a:pt x="596" y="12883"/>
                    <a:pt x="1072" y="12586"/>
                    <a:pt x="1513" y="12229"/>
                  </a:cubicBezTo>
                  <a:cubicBezTo>
                    <a:pt x="2870" y="11121"/>
                    <a:pt x="3691" y="9681"/>
                    <a:pt x="4251" y="8061"/>
                  </a:cubicBezTo>
                  <a:cubicBezTo>
                    <a:pt x="4775" y="6585"/>
                    <a:pt x="5001" y="5061"/>
                    <a:pt x="4811" y="3501"/>
                  </a:cubicBezTo>
                  <a:cubicBezTo>
                    <a:pt x="4703" y="2704"/>
                    <a:pt x="4513" y="1918"/>
                    <a:pt x="4061" y="1227"/>
                  </a:cubicBezTo>
                  <a:cubicBezTo>
                    <a:pt x="3751" y="751"/>
                    <a:pt x="3346" y="358"/>
                    <a:pt x="2822" y="120"/>
                  </a:cubicBezTo>
                  <a:cubicBezTo>
                    <a:pt x="2727" y="84"/>
                    <a:pt x="2608" y="49"/>
                    <a:pt x="2501"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2463400" y="2452800"/>
              <a:ext cx="308100" cy="160175"/>
            </a:xfrm>
            <a:custGeom>
              <a:avLst/>
              <a:gdLst/>
              <a:ahLst/>
              <a:cxnLst/>
              <a:rect l="l" t="t" r="r" b="b"/>
              <a:pathLst>
                <a:path w="12324" h="6407" extrusionOk="0">
                  <a:moveTo>
                    <a:pt x="12287" y="1"/>
                  </a:moveTo>
                  <a:cubicBezTo>
                    <a:pt x="12240" y="25"/>
                    <a:pt x="12192" y="37"/>
                    <a:pt x="12168" y="61"/>
                  </a:cubicBezTo>
                  <a:cubicBezTo>
                    <a:pt x="11716" y="465"/>
                    <a:pt x="11180" y="692"/>
                    <a:pt x="10632" y="882"/>
                  </a:cubicBezTo>
                  <a:cubicBezTo>
                    <a:pt x="9227" y="1394"/>
                    <a:pt x="7799" y="1846"/>
                    <a:pt x="6394" y="2347"/>
                  </a:cubicBezTo>
                  <a:cubicBezTo>
                    <a:pt x="5417" y="2680"/>
                    <a:pt x="4453" y="3025"/>
                    <a:pt x="3536" y="3501"/>
                  </a:cubicBezTo>
                  <a:cubicBezTo>
                    <a:pt x="3120" y="3728"/>
                    <a:pt x="2679" y="3918"/>
                    <a:pt x="2286" y="4156"/>
                  </a:cubicBezTo>
                  <a:cubicBezTo>
                    <a:pt x="1524" y="4621"/>
                    <a:pt x="834" y="5168"/>
                    <a:pt x="262" y="5859"/>
                  </a:cubicBezTo>
                  <a:cubicBezTo>
                    <a:pt x="60" y="6121"/>
                    <a:pt x="48" y="6157"/>
                    <a:pt x="0" y="6407"/>
                  </a:cubicBezTo>
                  <a:cubicBezTo>
                    <a:pt x="381" y="5871"/>
                    <a:pt x="834" y="5406"/>
                    <a:pt x="1334" y="4990"/>
                  </a:cubicBezTo>
                  <a:cubicBezTo>
                    <a:pt x="1774" y="4621"/>
                    <a:pt x="2262" y="4311"/>
                    <a:pt x="2774" y="4025"/>
                  </a:cubicBezTo>
                  <a:cubicBezTo>
                    <a:pt x="4144" y="3263"/>
                    <a:pt x="5596" y="2728"/>
                    <a:pt x="7084" y="2239"/>
                  </a:cubicBezTo>
                  <a:cubicBezTo>
                    <a:pt x="7977" y="1942"/>
                    <a:pt x="8894" y="1656"/>
                    <a:pt x="9787" y="1346"/>
                  </a:cubicBezTo>
                  <a:cubicBezTo>
                    <a:pt x="10537" y="1073"/>
                    <a:pt x="11287" y="775"/>
                    <a:pt x="11966" y="346"/>
                  </a:cubicBezTo>
                  <a:cubicBezTo>
                    <a:pt x="12109" y="263"/>
                    <a:pt x="12204" y="156"/>
                    <a:pt x="12323" y="61"/>
                  </a:cubicBezTo>
                  <a:cubicBezTo>
                    <a:pt x="12311" y="49"/>
                    <a:pt x="12299" y="25"/>
                    <a:pt x="1228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2468750" y="2507575"/>
              <a:ext cx="320000" cy="120050"/>
            </a:xfrm>
            <a:custGeom>
              <a:avLst/>
              <a:gdLst/>
              <a:ahLst/>
              <a:cxnLst/>
              <a:rect l="l" t="t" r="r" b="b"/>
              <a:pathLst>
                <a:path w="12800" h="4802" extrusionOk="0">
                  <a:moveTo>
                    <a:pt x="12788" y="1"/>
                  </a:moveTo>
                  <a:cubicBezTo>
                    <a:pt x="12573" y="156"/>
                    <a:pt x="12383" y="286"/>
                    <a:pt x="12169" y="429"/>
                  </a:cubicBezTo>
                  <a:cubicBezTo>
                    <a:pt x="11859" y="644"/>
                    <a:pt x="11561" y="882"/>
                    <a:pt x="11240" y="1072"/>
                  </a:cubicBezTo>
                  <a:cubicBezTo>
                    <a:pt x="10621" y="1429"/>
                    <a:pt x="10014" y="1787"/>
                    <a:pt x="9394" y="2120"/>
                  </a:cubicBezTo>
                  <a:cubicBezTo>
                    <a:pt x="8763" y="2442"/>
                    <a:pt x="8109" y="2715"/>
                    <a:pt x="7489" y="3013"/>
                  </a:cubicBezTo>
                  <a:cubicBezTo>
                    <a:pt x="6323" y="3549"/>
                    <a:pt x="5120" y="3930"/>
                    <a:pt x="3882" y="4239"/>
                  </a:cubicBezTo>
                  <a:cubicBezTo>
                    <a:pt x="2989" y="4477"/>
                    <a:pt x="2096" y="4644"/>
                    <a:pt x="1179" y="4668"/>
                  </a:cubicBezTo>
                  <a:cubicBezTo>
                    <a:pt x="1062" y="4675"/>
                    <a:pt x="946" y="4677"/>
                    <a:pt x="829" y="4677"/>
                  </a:cubicBezTo>
                  <a:cubicBezTo>
                    <a:pt x="705" y="4677"/>
                    <a:pt x="582" y="4675"/>
                    <a:pt x="458" y="4675"/>
                  </a:cubicBezTo>
                  <a:cubicBezTo>
                    <a:pt x="305" y="4675"/>
                    <a:pt x="153" y="4678"/>
                    <a:pt x="0" y="4692"/>
                  </a:cubicBezTo>
                  <a:cubicBezTo>
                    <a:pt x="131" y="4716"/>
                    <a:pt x="262" y="4751"/>
                    <a:pt x="381" y="4763"/>
                  </a:cubicBezTo>
                  <a:cubicBezTo>
                    <a:pt x="600" y="4790"/>
                    <a:pt x="818" y="4802"/>
                    <a:pt x="1034" y="4802"/>
                  </a:cubicBezTo>
                  <a:cubicBezTo>
                    <a:pt x="1585" y="4802"/>
                    <a:pt x="2129" y="4726"/>
                    <a:pt x="2667" y="4632"/>
                  </a:cubicBezTo>
                  <a:cubicBezTo>
                    <a:pt x="3834" y="4418"/>
                    <a:pt x="4989" y="4096"/>
                    <a:pt x="6096" y="3692"/>
                  </a:cubicBezTo>
                  <a:cubicBezTo>
                    <a:pt x="6978" y="3382"/>
                    <a:pt x="7823" y="3037"/>
                    <a:pt x="8644" y="2596"/>
                  </a:cubicBezTo>
                  <a:cubicBezTo>
                    <a:pt x="9597" y="2084"/>
                    <a:pt x="10561" y="1584"/>
                    <a:pt x="11490" y="1025"/>
                  </a:cubicBezTo>
                  <a:cubicBezTo>
                    <a:pt x="11919" y="775"/>
                    <a:pt x="12288" y="453"/>
                    <a:pt x="12693" y="156"/>
                  </a:cubicBezTo>
                  <a:cubicBezTo>
                    <a:pt x="12728" y="120"/>
                    <a:pt x="12752" y="72"/>
                    <a:pt x="12788" y="48"/>
                  </a:cubicBezTo>
                  <a:cubicBezTo>
                    <a:pt x="12800" y="36"/>
                    <a:pt x="12788" y="13"/>
                    <a:pt x="1278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2500900" y="2533775"/>
              <a:ext cx="302725" cy="107525"/>
            </a:xfrm>
            <a:custGeom>
              <a:avLst/>
              <a:gdLst/>
              <a:ahLst/>
              <a:cxnLst/>
              <a:rect l="l" t="t" r="r" b="b"/>
              <a:pathLst>
                <a:path w="12109" h="4301" extrusionOk="0">
                  <a:moveTo>
                    <a:pt x="12073" y="0"/>
                  </a:moveTo>
                  <a:cubicBezTo>
                    <a:pt x="12038" y="12"/>
                    <a:pt x="11990" y="36"/>
                    <a:pt x="11942" y="60"/>
                  </a:cubicBezTo>
                  <a:cubicBezTo>
                    <a:pt x="11502" y="358"/>
                    <a:pt x="11049" y="667"/>
                    <a:pt x="10585" y="953"/>
                  </a:cubicBezTo>
                  <a:cubicBezTo>
                    <a:pt x="9978" y="1322"/>
                    <a:pt x="9371" y="1679"/>
                    <a:pt x="8728" y="2001"/>
                  </a:cubicBezTo>
                  <a:cubicBezTo>
                    <a:pt x="8097" y="2322"/>
                    <a:pt x="7466" y="2596"/>
                    <a:pt x="6811" y="2870"/>
                  </a:cubicBezTo>
                  <a:cubicBezTo>
                    <a:pt x="6192" y="3108"/>
                    <a:pt x="5572" y="3346"/>
                    <a:pt x="4930" y="3513"/>
                  </a:cubicBezTo>
                  <a:cubicBezTo>
                    <a:pt x="3977" y="3751"/>
                    <a:pt x="3013" y="3953"/>
                    <a:pt x="2048" y="4120"/>
                  </a:cubicBezTo>
                  <a:cubicBezTo>
                    <a:pt x="1512" y="4203"/>
                    <a:pt x="941" y="4191"/>
                    <a:pt x="393" y="4227"/>
                  </a:cubicBezTo>
                  <a:lnTo>
                    <a:pt x="0" y="4227"/>
                  </a:lnTo>
                  <a:lnTo>
                    <a:pt x="12" y="4251"/>
                  </a:lnTo>
                  <a:cubicBezTo>
                    <a:pt x="227" y="4263"/>
                    <a:pt x="465" y="4287"/>
                    <a:pt x="691" y="4299"/>
                  </a:cubicBezTo>
                  <a:cubicBezTo>
                    <a:pt x="747" y="4300"/>
                    <a:pt x="803" y="4300"/>
                    <a:pt x="859" y="4300"/>
                  </a:cubicBezTo>
                  <a:cubicBezTo>
                    <a:pt x="2062" y="4300"/>
                    <a:pt x="3233" y="4060"/>
                    <a:pt x="4394" y="3787"/>
                  </a:cubicBezTo>
                  <a:cubicBezTo>
                    <a:pt x="5406" y="3549"/>
                    <a:pt x="6382" y="3168"/>
                    <a:pt x="7335" y="2775"/>
                  </a:cubicBezTo>
                  <a:cubicBezTo>
                    <a:pt x="8251" y="2406"/>
                    <a:pt x="9144" y="1989"/>
                    <a:pt x="9990" y="1465"/>
                  </a:cubicBezTo>
                  <a:cubicBezTo>
                    <a:pt x="10609" y="1096"/>
                    <a:pt x="11216" y="691"/>
                    <a:pt x="11823" y="298"/>
                  </a:cubicBezTo>
                  <a:cubicBezTo>
                    <a:pt x="11930" y="215"/>
                    <a:pt x="12014" y="120"/>
                    <a:pt x="12109" y="36"/>
                  </a:cubicBezTo>
                  <a:cubicBezTo>
                    <a:pt x="12097" y="24"/>
                    <a:pt x="12073" y="12"/>
                    <a:pt x="120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a:off x="2533350" y="2425725"/>
              <a:ext cx="231900" cy="84550"/>
            </a:xfrm>
            <a:custGeom>
              <a:avLst/>
              <a:gdLst/>
              <a:ahLst/>
              <a:cxnLst/>
              <a:rect l="l" t="t" r="r" b="b"/>
              <a:pathLst>
                <a:path w="9276" h="3382" extrusionOk="0">
                  <a:moveTo>
                    <a:pt x="9275" y="1"/>
                  </a:moveTo>
                  <a:lnTo>
                    <a:pt x="9275" y="1"/>
                  </a:lnTo>
                  <a:cubicBezTo>
                    <a:pt x="8263" y="108"/>
                    <a:pt x="7239" y="155"/>
                    <a:pt x="6251" y="417"/>
                  </a:cubicBezTo>
                  <a:cubicBezTo>
                    <a:pt x="5358" y="667"/>
                    <a:pt x="4465" y="893"/>
                    <a:pt x="3596" y="1179"/>
                  </a:cubicBezTo>
                  <a:cubicBezTo>
                    <a:pt x="2727" y="1465"/>
                    <a:pt x="1905" y="1858"/>
                    <a:pt x="1179" y="2429"/>
                  </a:cubicBezTo>
                  <a:cubicBezTo>
                    <a:pt x="774" y="2739"/>
                    <a:pt x="381" y="3037"/>
                    <a:pt x="0" y="3382"/>
                  </a:cubicBezTo>
                  <a:lnTo>
                    <a:pt x="941" y="2751"/>
                  </a:lnTo>
                  <a:cubicBezTo>
                    <a:pt x="1512" y="2358"/>
                    <a:pt x="2072" y="1953"/>
                    <a:pt x="2715" y="1679"/>
                  </a:cubicBezTo>
                  <a:cubicBezTo>
                    <a:pt x="4560" y="905"/>
                    <a:pt x="6465" y="405"/>
                    <a:pt x="8454" y="191"/>
                  </a:cubicBezTo>
                  <a:cubicBezTo>
                    <a:pt x="8739" y="179"/>
                    <a:pt x="9025" y="155"/>
                    <a:pt x="927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2220800" y="3513650"/>
              <a:ext cx="168500" cy="165525"/>
            </a:xfrm>
            <a:custGeom>
              <a:avLst/>
              <a:gdLst/>
              <a:ahLst/>
              <a:cxnLst/>
              <a:rect l="l" t="t" r="r" b="b"/>
              <a:pathLst>
                <a:path w="6740" h="6621" extrusionOk="0">
                  <a:moveTo>
                    <a:pt x="6739" y="1"/>
                  </a:moveTo>
                  <a:lnTo>
                    <a:pt x="6739" y="1"/>
                  </a:lnTo>
                  <a:cubicBezTo>
                    <a:pt x="6489" y="36"/>
                    <a:pt x="6347" y="191"/>
                    <a:pt x="6204" y="334"/>
                  </a:cubicBezTo>
                  <a:cubicBezTo>
                    <a:pt x="5287" y="1203"/>
                    <a:pt x="4358" y="2072"/>
                    <a:pt x="3465" y="2977"/>
                  </a:cubicBezTo>
                  <a:cubicBezTo>
                    <a:pt x="2382" y="4085"/>
                    <a:pt x="1310" y="5228"/>
                    <a:pt x="239" y="6359"/>
                  </a:cubicBezTo>
                  <a:cubicBezTo>
                    <a:pt x="155" y="6442"/>
                    <a:pt x="84" y="6537"/>
                    <a:pt x="1" y="6621"/>
                  </a:cubicBezTo>
                  <a:cubicBezTo>
                    <a:pt x="2263" y="4430"/>
                    <a:pt x="4358" y="2120"/>
                    <a:pt x="673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a:off x="2333025" y="2696525"/>
              <a:ext cx="210750" cy="68550"/>
            </a:xfrm>
            <a:custGeom>
              <a:avLst/>
              <a:gdLst/>
              <a:ahLst/>
              <a:cxnLst/>
              <a:rect l="l" t="t" r="r" b="b"/>
              <a:pathLst>
                <a:path w="8430" h="2742" extrusionOk="0">
                  <a:moveTo>
                    <a:pt x="73" y="0"/>
                  </a:moveTo>
                  <a:cubicBezTo>
                    <a:pt x="49" y="0"/>
                    <a:pt x="25" y="1"/>
                    <a:pt x="0" y="3"/>
                  </a:cubicBezTo>
                  <a:cubicBezTo>
                    <a:pt x="298" y="110"/>
                    <a:pt x="596" y="229"/>
                    <a:pt x="905" y="313"/>
                  </a:cubicBezTo>
                  <a:cubicBezTo>
                    <a:pt x="2381" y="765"/>
                    <a:pt x="3846" y="1206"/>
                    <a:pt x="5322" y="1670"/>
                  </a:cubicBezTo>
                  <a:cubicBezTo>
                    <a:pt x="6322" y="1980"/>
                    <a:pt x="7287" y="2361"/>
                    <a:pt x="8275" y="2694"/>
                  </a:cubicBezTo>
                  <a:lnTo>
                    <a:pt x="8406" y="2742"/>
                  </a:lnTo>
                  <a:cubicBezTo>
                    <a:pt x="8406" y="2730"/>
                    <a:pt x="8418" y="2694"/>
                    <a:pt x="8430" y="2682"/>
                  </a:cubicBezTo>
                  <a:cubicBezTo>
                    <a:pt x="8037" y="2444"/>
                    <a:pt x="7596" y="2265"/>
                    <a:pt x="7156" y="2122"/>
                  </a:cubicBezTo>
                  <a:cubicBezTo>
                    <a:pt x="6215" y="1825"/>
                    <a:pt x="5263" y="1527"/>
                    <a:pt x="4310" y="1241"/>
                  </a:cubicBezTo>
                  <a:cubicBezTo>
                    <a:pt x="3012" y="849"/>
                    <a:pt x="1703" y="468"/>
                    <a:pt x="405" y="63"/>
                  </a:cubicBezTo>
                  <a:cubicBezTo>
                    <a:pt x="297" y="23"/>
                    <a:pt x="188" y="0"/>
                    <a:pt x="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2975950" y="2335825"/>
              <a:ext cx="67300" cy="192025"/>
            </a:xfrm>
            <a:custGeom>
              <a:avLst/>
              <a:gdLst/>
              <a:ahLst/>
              <a:cxnLst/>
              <a:rect l="l" t="t" r="r" b="b"/>
              <a:pathLst>
                <a:path w="2692" h="7681" extrusionOk="0">
                  <a:moveTo>
                    <a:pt x="2025" y="1"/>
                  </a:moveTo>
                  <a:lnTo>
                    <a:pt x="2025" y="1"/>
                  </a:lnTo>
                  <a:cubicBezTo>
                    <a:pt x="2382" y="2811"/>
                    <a:pt x="1668" y="5335"/>
                    <a:pt x="1" y="7680"/>
                  </a:cubicBezTo>
                  <a:cubicBezTo>
                    <a:pt x="1513" y="6466"/>
                    <a:pt x="2692" y="1977"/>
                    <a:pt x="2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2611925" y="3301125"/>
              <a:ext cx="200650" cy="78875"/>
            </a:xfrm>
            <a:custGeom>
              <a:avLst/>
              <a:gdLst/>
              <a:ahLst/>
              <a:cxnLst/>
              <a:rect l="l" t="t" r="r" b="b"/>
              <a:pathLst>
                <a:path w="8026" h="3155" extrusionOk="0">
                  <a:moveTo>
                    <a:pt x="8025" y="1"/>
                  </a:moveTo>
                  <a:lnTo>
                    <a:pt x="8025" y="1"/>
                  </a:lnTo>
                  <a:cubicBezTo>
                    <a:pt x="5974" y="2063"/>
                    <a:pt x="3534" y="3104"/>
                    <a:pt x="686" y="3104"/>
                  </a:cubicBezTo>
                  <a:cubicBezTo>
                    <a:pt x="460" y="3104"/>
                    <a:pt x="232" y="3098"/>
                    <a:pt x="0" y="3084"/>
                  </a:cubicBezTo>
                  <a:lnTo>
                    <a:pt x="0" y="3084"/>
                  </a:lnTo>
                  <a:cubicBezTo>
                    <a:pt x="371" y="3132"/>
                    <a:pt x="739" y="3155"/>
                    <a:pt x="1104" y="3155"/>
                  </a:cubicBezTo>
                  <a:cubicBezTo>
                    <a:pt x="2217" y="3155"/>
                    <a:pt x="3306" y="2940"/>
                    <a:pt x="4382" y="2537"/>
                  </a:cubicBezTo>
                  <a:cubicBezTo>
                    <a:pt x="5787" y="1989"/>
                    <a:pt x="7013" y="1168"/>
                    <a:pt x="8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2266950" y="3565750"/>
              <a:ext cx="77400" cy="81575"/>
            </a:xfrm>
            <a:custGeom>
              <a:avLst/>
              <a:gdLst/>
              <a:ahLst/>
              <a:cxnLst/>
              <a:rect l="l" t="t" r="r" b="b"/>
              <a:pathLst>
                <a:path w="3096" h="3263" extrusionOk="0">
                  <a:moveTo>
                    <a:pt x="3060" y="0"/>
                  </a:moveTo>
                  <a:cubicBezTo>
                    <a:pt x="1965" y="1000"/>
                    <a:pt x="1000" y="2120"/>
                    <a:pt x="0" y="3215"/>
                  </a:cubicBezTo>
                  <a:cubicBezTo>
                    <a:pt x="24" y="3215"/>
                    <a:pt x="36" y="3227"/>
                    <a:pt x="48" y="3263"/>
                  </a:cubicBezTo>
                  <a:cubicBezTo>
                    <a:pt x="1060" y="2191"/>
                    <a:pt x="2072" y="1120"/>
                    <a:pt x="3096" y="48"/>
                  </a:cubicBezTo>
                  <a:lnTo>
                    <a:pt x="3060" y="0"/>
                  </a:ln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9" name="Google Shape;49;p4"/>
          <p:cNvPicPr preferRelativeResize="0"/>
          <p:nvPr/>
        </p:nvPicPr>
        <p:blipFill rotWithShape="1">
          <a:blip r:embed="rId6">
            <a:alphaModFix/>
          </a:blip>
          <a:srcRect l="3061" t="37780" r="11424" b="34639"/>
          <a:stretch/>
        </p:blipFill>
        <p:spPr>
          <a:xfrm>
            <a:off x="2401925" y="4617523"/>
            <a:ext cx="2731176" cy="495450"/>
          </a:xfrm>
          <a:prstGeom prst="rect">
            <a:avLst/>
          </a:prstGeom>
          <a:noFill/>
          <a:ln>
            <a:noFill/>
          </a:ln>
        </p:spPr>
      </p:pic>
      <p:sp>
        <p:nvSpPr>
          <p:cNvPr id="50" name="Google Shape;50;p4"/>
          <p:cNvSpPr txBox="1">
            <a:spLocks noGrp="1"/>
          </p:cNvSpPr>
          <p:nvPr>
            <p:ph type="body" idx="1"/>
          </p:nvPr>
        </p:nvSpPr>
        <p:spPr>
          <a:xfrm>
            <a:off x="713225" y="1663050"/>
            <a:ext cx="7717500" cy="2764200"/>
          </a:xfrm>
          <a:prstGeom prst="rect">
            <a:avLst/>
          </a:prstGeom>
        </p:spPr>
        <p:txBody>
          <a:bodyPr spcFirstLastPara="1" wrap="square" lIns="91425" tIns="91425" rIns="91425" bIns="91425" anchor="t" anchorCtr="0">
            <a:noAutofit/>
          </a:bodyPr>
          <a:lstStyle>
            <a:lvl1pPr marL="457200" marR="38100" lvl="0" indent="-323850">
              <a:spcBef>
                <a:spcPts val="0"/>
              </a:spcBef>
              <a:spcAft>
                <a:spcPts val="0"/>
              </a:spcAft>
              <a:buClr>
                <a:schemeClr val="lt2"/>
              </a:buClr>
              <a:buSzPts val="1500"/>
              <a:buFont typeface="Actor"/>
              <a:buChar char="●"/>
              <a:defRPr sz="1400"/>
            </a:lvl1pPr>
            <a:lvl2pPr marL="914400" lvl="1" indent="-323850">
              <a:spcBef>
                <a:spcPts val="0"/>
              </a:spcBef>
              <a:spcAft>
                <a:spcPts val="0"/>
              </a:spcAft>
              <a:buClr>
                <a:schemeClr val="lt2"/>
              </a:buClr>
              <a:buSzPts val="1500"/>
              <a:buFont typeface="Actor"/>
              <a:buChar char="○"/>
              <a:defRPr/>
            </a:lvl2pPr>
            <a:lvl3pPr marL="1371600" lvl="2" indent="-317500">
              <a:spcBef>
                <a:spcPts val="0"/>
              </a:spcBef>
              <a:spcAft>
                <a:spcPts val="0"/>
              </a:spcAft>
              <a:buClr>
                <a:schemeClr val="lt2"/>
              </a:buClr>
              <a:buSzPts val="1400"/>
              <a:buFont typeface="Actor"/>
              <a:buChar char="■"/>
              <a:defRPr/>
            </a:lvl3pPr>
            <a:lvl4pPr marL="1828800" lvl="3" indent="-317500">
              <a:spcBef>
                <a:spcPts val="0"/>
              </a:spcBef>
              <a:spcAft>
                <a:spcPts val="0"/>
              </a:spcAft>
              <a:buClr>
                <a:schemeClr val="lt2"/>
              </a:buClr>
              <a:buSzPts val="1400"/>
              <a:buFont typeface="Actor"/>
              <a:buChar char="●"/>
              <a:defRPr/>
            </a:lvl4pPr>
            <a:lvl5pPr marL="2286000" lvl="4" indent="-317500">
              <a:spcBef>
                <a:spcPts val="0"/>
              </a:spcBef>
              <a:spcAft>
                <a:spcPts val="0"/>
              </a:spcAft>
              <a:buClr>
                <a:schemeClr val="lt2"/>
              </a:buClr>
              <a:buSzPts val="1400"/>
              <a:buFont typeface="Actor"/>
              <a:buChar char="○"/>
              <a:defRPr/>
            </a:lvl5pPr>
            <a:lvl6pPr marL="2743200" lvl="5" indent="-317500">
              <a:spcBef>
                <a:spcPts val="0"/>
              </a:spcBef>
              <a:spcAft>
                <a:spcPts val="0"/>
              </a:spcAft>
              <a:buClr>
                <a:schemeClr val="lt2"/>
              </a:buClr>
              <a:buSzPts val="1400"/>
              <a:buFont typeface="Actor"/>
              <a:buChar char="■"/>
              <a:defRPr/>
            </a:lvl6pPr>
            <a:lvl7pPr marL="3200400" lvl="6" indent="-317500">
              <a:spcBef>
                <a:spcPts val="0"/>
              </a:spcBef>
              <a:spcAft>
                <a:spcPts val="0"/>
              </a:spcAft>
              <a:buClr>
                <a:schemeClr val="lt2"/>
              </a:buClr>
              <a:buSzPts val="1400"/>
              <a:buFont typeface="Actor"/>
              <a:buChar char="●"/>
              <a:defRPr/>
            </a:lvl7pPr>
            <a:lvl8pPr marL="3657600" lvl="7" indent="-317500">
              <a:spcBef>
                <a:spcPts val="0"/>
              </a:spcBef>
              <a:spcAft>
                <a:spcPts val="0"/>
              </a:spcAft>
              <a:buClr>
                <a:schemeClr val="lt2"/>
              </a:buClr>
              <a:buSzPts val="1400"/>
              <a:buFont typeface="Actor"/>
              <a:buChar char="○"/>
              <a:defRPr/>
            </a:lvl8pPr>
            <a:lvl9pPr marL="4114800" lvl="8" indent="-317500">
              <a:spcBef>
                <a:spcPts val="0"/>
              </a:spcBef>
              <a:spcAft>
                <a:spcPts val="0"/>
              </a:spcAft>
              <a:buClr>
                <a:schemeClr val="lt2"/>
              </a:buClr>
              <a:buSzPts val="1400"/>
              <a:buFont typeface="Actor"/>
              <a:buChar char="■"/>
              <a:defRPr/>
            </a:lvl9pPr>
          </a:lstStyle>
          <a:p>
            <a:endParaRPr/>
          </a:p>
        </p:txBody>
      </p:sp>
      <p:sp>
        <p:nvSpPr>
          <p:cNvPr id="51" name="Google Shape;51;p4"/>
          <p:cNvSpPr txBox="1">
            <a:spLocks noGrp="1"/>
          </p:cNvSpPr>
          <p:nvPr>
            <p:ph type="title"/>
          </p:nvPr>
        </p:nvSpPr>
        <p:spPr>
          <a:xfrm>
            <a:off x="713225" y="441475"/>
            <a:ext cx="7717500" cy="1173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2"/>
        <p:cNvGrpSpPr/>
        <p:nvPr/>
      </p:nvGrpSpPr>
      <p:grpSpPr>
        <a:xfrm>
          <a:off x="0" y="0"/>
          <a:ext cx="0" cy="0"/>
          <a:chOff x="0" y="0"/>
          <a:chExt cx="0" cy="0"/>
        </a:xfrm>
      </p:grpSpPr>
      <p:sp>
        <p:nvSpPr>
          <p:cNvPr id="53" name="Google Shape;53;p5"/>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4" name="Google Shape;54;p5"/>
          <p:cNvSpPr txBox="1">
            <a:spLocks noGrp="1"/>
          </p:cNvSpPr>
          <p:nvPr>
            <p:ph type="subTitle" idx="1"/>
          </p:nvPr>
        </p:nvSpPr>
        <p:spPr>
          <a:xfrm>
            <a:off x="1333878" y="2516050"/>
            <a:ext cx="28992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 name="Google Shape;55;p5"/>
          <p:cNvSpPr txBox="1">
            <a:spLocks noGrp="1"/>
          </p:cNvSpPr>
          <p:nvPr>
            <p:ph type="subTitle" idx="2"/>
          </p:nvPr>
        </p:nvSpPr>
        <p:spPr>
          <a:xfrm>
            <a:off x="4910850" y="2516050"/>
            <a:ext cx="28992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 name="Google Shape;56;p5"/>
          <p:cNvSpPr txBox="1">
            <a:spLocks noGrp="1"/>
          </p:cNvSpPr>
          <p:nvPr>
            <p:ph type="subTitle" idx="3"/>
          </p:nvPr>
        </p:nvSpPr>
        <p:spPr>
          <a:xfrm>
            <a:off x="1333900" y="2929025"/>
            <a:ext cx="2899200" cy="8043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7" name="Google Shape;57;p5"/>
          <p:cNvSpPr txBox="1">
            <a:spLocks noGrp="1"/>
          </p:cNvSpPr>
          <p:nvPr>
            <p:ph type="subTitle" idx="4"/>
          </p:nvPr>
        </p:nvSpPr>
        <p:spPr>
          <a:xfrm>
            <a:off x="4910875" y="2929027"/>
            <a:ext cx="2899200" cy="8043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pic>
        <p:nvPicPr>
          <p:cNvPr id="58" name="Google Shape;58;p5"/>
          <p:cNvPicPr preferRelativeResize="0"/>
          <p:nvPr/>
        </p:nvPicPr>
        <p:blipFill rotWithShape="1">
          <a:blip r:embed="rId2">
            <a:alphaModFix amt="76000"/>
          </a:blip>
          <a:srcRect l="37412" t="9009" r="30455" b="20771"/>
          <a:stretch/>
        </p:blipFill>
        <p:spPr>
          <a:xfrm>
            <a:off x="-1442622" y="-81570"/>
            <a:ext cx="2446373" cy="3007120"/>
          </a:xfrm>
          <a:prstGeom prst="rect">
            <a:avLst/>
          </a:prstGeom>
          <a:noFill/>
          <a:ln>
            <a:noFill/>
          </a:ln>
        </p:spPr>
      </p:pic>
      <p:sp>
        <p:nvSpPr>
          <p:cNvPr id="59" name="Google Shape;59;p5"/>
          <p:cNvSpPr/>
          <p:nvPr/>
        </p:nvSpPr>
        <p:spPr>
          <a:xfrm rot="-3210999">
            <a:off x="139872" y="2232479"/>
            <a:ext cx="1447690" cy="4544882"/>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 name="Google Shape;60;p5"/>
          <p:cNvPicPr preferRelativeResize="0"/>
          <p:nvPr/>
        </p:nvPicPr>
        <p:blipFill rotWithShape="1">
          <a:blip r:embed="rId3">
            <a:alphaModFix amt="74000"/>
          </a:blip>
          <a:srcRect l="37807" t="9859" r="25038" b="24368"/>
          <a:stretch/>
        </p:blipFill>
        <p:spPr>
          <a:xfrm rot="408619">
            <a:off x="8237563" y="1314220"/>
            <a:ext cx="3011205" cy="2998648"/>
          </a:xfrm>
          <a:prstGeom prst="rect">
            <a:avLst/>
          </a:prstGeom>
          <a:noFill/>
          <a:ln>
            <a:noFill/>
          </a:ln>
        </p:spPr>
      </p:pic>
      <p:pic>
        <p:nvPicPr>
          <p:cNvPr id="61" name="Google Shape;61;p5"/>
          <p:cNvPicPr preferRelativeResize="0"/>
          <p:nvPr/>
        </p:nvPicPr>
        <p:blipFill rotWithShape="1">
          <a:blip r:embed="rId4">
            <a:alphaModFix amt="47000"/>
          </a:blip>
          <a:srcRect l="36305" t="26731" r="30909" b="23776"/>
          <a:stretch/>
        </p:blipFill>
        <p:spPr>
          <a:xfrm flipH="1">
            <a:off x="7258236" y="-1007154"/>
            <a:ext cx="2772552" cy="2354324"/>
          </a:xfrm>
          <a:prstGeom prst="rect">
            <a:avLst/>
          </a:prstGeom>
          <a:noFill/>
          <a:ln>
            <a:noFill/>
          </a:ln>
        </p:spPr>
      </p:pic>
      <p:grpSp>
        <p:nvGrpSpPr>
          <p:cNvPr id="62" name="Google Shape;62;p5"/>
          <p:cNvGrpSpPr/>
          <p:nvPr/>
        </p:nvGrpSpPr>
        <p:grpSpPr>
          <a:xfrm rot="743550">
            <a:off x="-611572" y="2602386"/>
            <a:ext cx="1716691" cy="1859898"/>
            <a:chOff x="5032175" y="2294450"/>
            <a:chExt cx="1144500" cy="1239975"/>
          </a:xfrm>
        </p:grpSpPr>
        <p:sp>
          <p:nvSpPr>
            <p:cNvPr id="63" name="Google Shape;63;p5"/>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pic>
        <p:nvPicPr>
          <p:cNvPr id="68" name="Google Shape;68;p6"/>
          <p:cNvPicPr preferRelativeResize="0"/>
          <p:nvPr/>
        </p:nvPicPr>
        <p:blipFill rotWithShape="1">
          <a:blip r:embed="rId2">
            <a:alphaModFix amt="74000"/>
          </a:blip>
          <a:srcRect l="37807" t="9859" r="25038" b="24368"/>
          <a:stretch/>
        </p:blipFill>
        <p:spPr>
          <a:xfrm rot="1619442">
            <a:off x="-1524487" y="9807"/>
            <a:ext cx="3011204" cy="2998648"/>
          </a:xfrm>
          <a:prstGeom prst="rect">
            <a:avLst/>
          </a:prstGeom>
          <a:noFill/>
          <a:ln>
            <a:noFill/>
          </a:ln>
        </p:spPr>
      </p:pic>
      <p:sp>
        <p:nvSpPr>
          <p:cNvPr id="69" name="Google Shape;69;p6"/>
          <p:cNvSpPr/>
          <p:nvPr/>
        </p:nvSpPr>
        <p:spPr>
          <a:xfrm>
            <a:off x="8508051" y="-117100"/>
            <a:ext cx="452343" cy="5493320"/>
          </a:xfrm>
          <a:custGeom>
            <a:avLst/>
            <a:gdLst/>
            <a:ahLst/>
            <a:cxnLst/>
            <a:rect l="l" t="t" r="r" b="b"/>
            <a:pathLst>
              <a:path w="7860" h="95453" extrusionOk="0">
                <a:moveTo>
                  <a:pt x="3582" y="28084"/>
                </a:moveTo>
                <a:cubicBezTo>
                  <a:pt x="3748" y="28084"/>
                  <a:pt x="3914" y="28121"/>
                  <a:pt x="4037" y="28254"/>
                </a:cubicBezTo>
                <a:cubicBezTo>
                  <a:pt x="4049" y="28265"/>
                  <a:pt x="4061" y="28301"/>
                  <a:pt x="4061" y="28313"/>
                </a:cubicBezTo>
                <a:cubicBezTo>
                  <a:pt x="4120" y="28361"/>
                  <a:pt x="4132" y="28432"/>
                  <a:pt x="4132" y="28504"/>
                </a:cubicBezTo>
                <a:cubicBezTo>
                  <a:pt x="4156" y="28599"/>
                  <a:pt x="4132" y="28682"/>
                  <a:pt x="4120" y="28754"/>
                </a:cubicBezTo>
                <a:cubicBezTo>
                  <a:pt x="4025" y="29182"/>
                  <a:pt x="3728" y="29575"/>
                  <a:pt x="3454" y="29920"/>
                </a:cubicBezTo>
                <a:cubicBezTo>
                  <a:pt x="2966" y="30540"/>
                  <a:pt x="2335" y="31075"/>
                  <a:pt x="1620" y="31409"/>
                </a:cubicBezTo>
                <a:cubicBezTo>
                  <a:pt x="1471" y="31483"/>
                  <a:pt x="1249" y="31573"/>
                  <a:pt x="1045" y="31573"/>
                </a:cubicBezTo>
                <a:cubicBezTo>
                  <a:pt x="891" y="31573"/>
                  <a:pt x="748" y="31522"/>
                  <a:pt x="656" y="31373"/>
                </a:cubicBezTo>
                <a:cubicBezTo>
                  <a:pt x="549" y="31218"/>
                  <a:pt x="584" y="30980"/>
                  <a:pt x="632" y="30802"/>
                </a:cubicBezTo>
                <a:cubicBezTo>
                  <a:pt x="644" y="30706"/>
                  <a:pt x="691" y="30635"/>
                  <a:pt x="715" y="30563"/>
                </a:cubicBezTo>
                <a:cubicBezTo>
                  <a:pt x="846" y="30004"/>
                  <a:pt x="1180" y="29504"/>
                  <a:pt x="1549" y="29099"/>
                </a:cubicBezTo>
                <a:cubicBezTo>
                  <a:pt x="2049" y="28563"/>
                  <a:pt x="2751" y="28135"/>
                  <a:pt x="3501" y="28087"/>
                </a:cubicBezTo>
                <a:cubicBezTo>
                  <a:pt x="3528" y="28085"/>
                  <a:pt x="3555" y="28084"/>
                  <a:pt x="3582" y="28084"/>
                </a:cubicBezTo>
                <a:close/>
                <a:moveTo>
                  <a:pt x="4752" y="0"/>
                </a:moveTo>
                <a:cubicBezTo>
                  <a:pt x="3799" y="893"/>
                  <a:pt x="3085" y="1953"/>
                  <a:pt x="2442" y="3084"/>
                </a:cubicBezTo>
                <a:cubicBezTo>
                  <a:pt x="2311" y="3143"/>
                  <a:pt x="2251" y="3250"/>
                  <a:pt x="2204" y="3381"/>
                </a:cubicBezTo>
                <a:cubicBezTo>
                  <a:pt x="2120" y="3727"/>
                  <a:pt x="1882" y="3989"/>
                  <a:pt x="1715" y="4298"/>
                </a:cubicBezTo>
                <a:cubicBezTo>
                  <a:pt x="1084" y="5525"/>
                  <a:pt x="608" y="6787"/>
                  <a:pt x="525" y="8156"/>
                </a:cubicBezTo>
                <a:cubicBezTo>
                  <a:pt x="418" y="9775"/>
                  <a:pt x="1013" y="11192"/>
                  <a:pt x="1834" y="12537"/>
                </a:cubicBezTo>
                <a:cubicBezTo>
                  <a:pt x="3037" y="14538"/>
                  <a:pt x="4275" y="16538"/>
                  <a:pt x="5133" y="18740"/>
                </a:cubicBezTo>
                <a:cubicBezTo>
                  <a:pt x="5573" y="19860"/>
                  <a:pt x="5906" y="21003"/>
                  <a:pt x="5990" y="22205"/>
                </a:cubicBezTo>
                <a:cubicBezTo>
                  <a:pt x="6061" y="22717"/>
                  <a:pt x="6061" y="23217"/>
                  <a:pt x="5990" y="23729"/>
                </a:cubicBezTo>
                <a:cubicBezTo>
                  <a:pt x="6025" y="23979"/>
                  <a:pt x="5930" y="24217"/>
                  <a:pt x="5895" y="24455"/>
                </a:cubicBezTo>
                <a:cubicBezTo>
                  <a:pt x="5775" y="25551"/>
                  <a:pt x="5430" y="26587"/>
                  <a:pt x="4978" y="27575"/>
                </a:cubicBezTo>
                <a:cubicBezTo>
                  <a:pt x="4902" y="27727"/>
                  <a:pt x="4826" y="27801"/>
                  <a:pt x="4719" y="27801"/>
                </a:cubicBezTo>
                <a:cubicBezTo>
                  <a:pt x="4658" y="27801"/>
                  <a:pt x="4588" y="27777"/>
                  <a:pt x="4501" y="27730"/>
                </a:cubicBezTo>
                <a:cubicBezTo>
                  <a:pt x="4183" y="27544"/>
                  <a:pt x="3851" y="27479"/>
                  <a:pt x="3507" y="27479"/>
                </a:cubicBezTo>
                <a:cubicBezTo>
                  <a:pt x="3299" y="27479"/>
                  <a:pt x="3086" y="27503"/>
                  <a:pt x="2870" y="27539"/>
                </a:cubicBezTo>
                <a:cubicBezTo>
                  <a:pt x="1418" y="27789"/>
                  <a:pt x="96" y="29480"/>
                  <a:pt x="49" y="30932"/>
                </a:cubicBezTo>
                <a:cubicBezTo>
                  <a:pt x="1" y="31123"/>
                  <a:pt x="1" y="31325"/>
                  <a:pt x="49" y="31540"/>
                </a:cubicBezTo>
                <a:cubicBezTo>
                  <a:pt x="188" y="32078"/>
                  <a:pt x="478" y="32357"/>
                  <a:pt x="918" y="32357"/>
                </a:cubicBezTo>
                <a:cubicBezTo>
                  <a:pt x="1003" y="32357"/>
                  <a:pt x="1095" y="32347"/>
                  <a:pt x="1192" y="32325"/>
                </a:cubicBezTo>
                <a:cubicBezTo>
                  <a:pt x="1501" y="32254"/>
                  <a:pt x="1799" y="32147"/>
                  <a:pt x="2085" y="31968"/>
                </a:cubicBezTo>
                <a:cubicBezTo>
                  <a:pt x="3216" y="31242"/>
                  <a:pt x="3990" y="30170"/>
                  <a:pt x="4740" y="29087"/>
                </a:cubicBezTo>
                <a:cubicBezTo>
                  <a:pt x="4864" y="28907"/>
                  <a:pt x="4962" y="28811"/>
                  <a:pt x="5066" y="28811"/>
                </a:cubicBezTo>
                <a:cubicBezTo>
                  <a:pt x="5162" y="28811"/>
                  <a:pt x="5263" y="28892"/>
                  <a:pt x="5394" y="29063"/>
                </a:cubicBezTo>
                <a:cubicBezTo>
                  <a:pt x="5704" y="29480"/>
                  <a:pt x="6025" y="29885"/>
                  <a:pt x="6264" y="30361"/>
                </a:cubicBezTo>
                <a:cubicBezTo>
                  <a:pt x="6764" y="31373"/>
                  <a:pt x="7180" y="32421"/>
                  <a:pt x="7240" y="33564"/>
                </a:cubicBezTo>
                <a:cubicBezTo>
                  <a:pt x="7299" y="33945"/>
                  <a:pt x="7311" y="34338"/>
                  <a:pt x="7240" y="34719"/>
                </a:cubicBezTo>
                <a:cubicBezTo>
                  <a:pt x="7240" y="35540"/>
                  <a:pt x="7026" y="36314"/>
                  <a:pt x="6764" y="37076"/>
                </a:cubicBezTo>
                <a:cubicBezTo>
                  <a:pt x="6299" y="38445"/>
                  <a:pt x="5537" y="39695"/>
                  <a:pt x="5002" y="41029"/>
                </a:cubicBezTo>
                <a:cubicBezTo>
                  <a:pt x="4466" y="42374"/>
                  <a:pt x="3847" y="43684"/>
                  <a:pt x="3454" y="45077"/>
                </a:cubicBezTo>
                <a:cubicBezTo>
                  <a:pt x="2906" y="47006"/>
                  <a:pt x="2442" y="48935"/>
                  <a:pt x="1894" y="50852"/>
                </a:cubicBezTo>
                <a:cubicBezTo>
                  <a:pt x="1263" y="53078"/>
                  <a:pt x="846" y="55316"/>
                  <a:pt x="703" y="57626"/>
                </a:cubicBezTo>
                <a:cubicBezTo>
                  <a:pt x="632" y="57793"/>
                  <a:pt x="727" y="57995"/>
                  <a:pt x="632" y="58162"/>
                </a:cubicBezTo>
                <a:cubicBezTo>
                  <a:pt x="608" y="59269"/>
                  <a:pt x="549" y="60365"/>
                  <a:pt x="894" y="61424"/>
                </a:cubicBezTo>
                <a:cubicBezTo>
                  <a:pt x="1251" y="62544"/>
                  <a:pt x="1775" y="63532"/>
                  <a:pt x="3108" y="63734"/>
                </a:cubicBezTo>
                <a:cubicBezTo>
                  <a:pt x="3142" y="63738"/>
                  <a:pt x="3176" y="63739"/>
                  <a:pt x="3210" y="63739"/>
                </a:cubicBezTo>
                <a:cubicBezTo>
                  <a:pt x="3411" y="63739"/>
                  <a:pt x="3605" y="63686"/>
                  <a:pt x="3799" y="63686"/>
                </a:cubicBezTo>
                <a:cubicBezTo>
                  <a:pt x="4061" y="63686"/>
                  <a:pt x="4120" y="63758"/>
                  <a:pt x="4037" y="64008"/>
                </a:cubicBezTo>
                <a:cubicBezTo>
                  <a:pt x="3228" y="66068"/>
                  <a:pt x="2894" y="68223"/>
                  <a:pt x="2727" y="70402"/>
                </a:cubicBezTo>
                <a:cubicBezTo>
                  <a:pt x="2656" y="70533"/>
                  <a:pt x="2739" y="70711"/>
                  <a:pt x="2656" y="70842"/>
                </a:cubicBezTo>
                <a:lnTo>
                  <a:pt x="2656" y="72688"/>
                </a:lnTo>
                <a:cubicBezTo>
                  <a:pt x="2632" y="73890"/>
                  <a:pt x="2727" y="75069"/>
                  <a:pt x="3085" y="76236"/>
                </a:cubicBezTo>
                <a:cubicBezTo>
                  <a:pt x="3382" y="77212"/>
                  <a:pt x="3870" y="78105"/>
                  <a:pt x="4275" y="79046"/>
                </a:cubicBezTo>
                <a:cubicBezTo>
                  <a:pt x="4775" y="80260"/>
                  <a:pt x="5228" y="81486"/>
                  <a:pt x="5299" y="82808"/>
                </a:cubicBezTo>
                <a:cubicBezTo>
                  <a:pt x="5406" y="84749"/>
                  <a:pt x="4775" y="86511"/>
                  <a:pt x="4025" y="88261"/>
                </a:cubicBezTo>
                <a:cubicBezTo>
                  <a:pt x="3335" y="89809"/>
                  <a:pt x="2477" y="91261"/>
                  <a:pt x="1501" y="92642"/>
                </a:cubicBezTo>
                <a:cubicBezTo>
                  <a:pt x="1072" y="93273"/>
                  <a:pt x="763" y="93976"/>
                  <a:pt x="715" y="94762"/>
                </a:cubicBezTo>
                <a:cubicBezTo>
                  <a:pt x="703" y="95107"/>
                  <a:pt x="822" y="95321"/>
                  <a:pt x="1144" y="95417"/>
                </a:cubicBezTo>
                <a:cubicBezTo>
                  <a:pt x="1221" y="95440"/>
                  <a:pt x="1293" y="95452"/>
                  <a:pt x="1364" y="95452"/>
                </a:cubicBezTo>
                <a:cubicBezTo>
                  <a:pt x="1436" y="95452"/>
                  <a:pt x="1507" y="95440"/>
                  <a:pt x="1584" y="95417"/>
                </a:cubicBezTo>
                <a:cubicBezTo>
                  <a:pt x="1775" y="95369"/>
                  <a:pt x="1977" y="95345"/>
                  <a:pt x="2180" y="95298"/>
                </a:cubicBezTo>
                <a:cubicBezTo>
                  <a:pt x="2323" y="95250"/>
                  <a:pt x="2382" y="95131"/>
                  <a:pt x="2358" y="94988"/>
                </a:cubicBezTo>
                <a:cubicBezTo>
                  <a:pt x="2323" y="94845"/>
                  <a:pt x="2239" y="94786"/>
                  <a:pt x="2096" y="94774"/>
                </a:cubicBezTo>
                <a:cubicBezTo>
                  <a:pt x="2009" y="94774"/>
                  <a:pt x="1922" y="94768"/>
                  <a:pt x="1834" y="94768"/>
                </a:cubicBezTo>
                <a:cubicBezTo>
                  <a:pt x="1791" y="94768"/>
                  <a:pt x="1747" y="94770"/>
                  <a:pt x="1704" y="94774"/>
                </a:cubicBezTo>
                <a:cubicBezTo>
                  <a:pt x="1652" y="94780"/>
                  <a:pt x="1606" y="94783"/>
                  <a:pt x="1564" y="94783"/>
                </a:cubicBezTo>
                <a:cubicBezTo>
                  <a:pt x="1364" y="94783"/>
                  <a:pt x="1281" y="94698"/>
                  <a:pt x="1370" y="94393"/>
                </a:cubicBezTo>
                <a:cubicBezTo>
                  <a:pt x="1501" y="93869"/>
                  <a:pt x="1727" y="93393"/>
                  <a:pt x="2013" y="92964"/>
                </a:cubicBezTo>
                <a:cubicBezTo>
                  <a:pt x="2954" y="91571"/>
                  <a:pt x="3811" y="90166"/>
                  <a:pt x="4501" y="88630"/>
                </a:cubicBezTo>
                <a:cubicBezTo>
                  <a:pt x="5180" y="87070"/>
                  <a:pt x="5644" y="85439"/>
                  <a:pt x="5811" y="83748"/>
                </a:cubicBezTo>
                <a:cubicBezTo>
                  <a:pt x="5847" y="83463"/>
                  <a:pt x="5847" y="83165"/>
                  <a:pt x="5811" y="82879"/>
                </a:cubicBezTo>
                <a:cubicBezTo>
                  <a:pt x="5728" y="81379"/>
                  <a:pt x="5240" y="80010"/>
                  <a:pt x="4644" y="78641"/>
                </a:cubicBezTo>
                <a:cubicBezTo>
                  <a:pt x="4204" y="77629"/>
                  <a:pt x="3680" y="76652"/>
                  <a:pt x="3406" y="75557"/>
                </a:cubicBezTo>
                <a:cubicBezTo>
                  <a:pt x="3025" y="74009"/>
                  <a:pt x="3156" y="72449"/>
                  <a:pt x="3156" y="70890"/>
                </a:cubicBezTo>
                <a:cubicBezTo>
                  <a:pt x="3228" y="70759"/>
                  <a:pt x="3132" y="70580"/>
                  <a:pt x="3228" y="70437"/>
                </a:cubicBezTo>
                <a:cubicBezTo>
                  <a:pt x="3216" y="69866"/>
                  <a:pt x="3335" y="69282"/>
                  <a:pt x="3406" y="68699"/>
                </a:cubicBezTo>
                <a:cubicBezTo>
                  <a:pt x="3573" y="67306"/>
                  <a:pt x="3859" y="65949"/>
                  <a:pt x="4323" y="64627"/>
                </a:cubicBezTo>
                <a:cubicBezTo>
                  <a:pt x="4561" y="63925"/>
                  <a:pt x="4835" y="63294"/>
                  <a:pt x="5633" y="62913"/>
                </a:cubicBezTo>
                <a:cubicBezTo>
                  <a:pt x="6406" y="62544"/>
                  <a:pt x="6942" y="61805"/>
                  <a:pt x="7276" y="60996"/>
                </a:cubicBezTo>
                <a:cubicBezTo>
                  <a:pt x="7419" y="60662"/>
                  <a:pt x="7716" y="60293"/>
                  <a:pt x="7276" y="59960"/>
                </a:cubicBezTo>
                <a:cubicBezTo>
                  <a:pt x="7198" y="59900"/>
                  <a:pt x="7109" y="59870"/>
                  <a:pt x="7012" y="59870"/>
                </a:cubicBezTo>
                <a:cubicBezTo>
                  <a:pt x="6782" y="59870"/>
                  <a:pt x="6508" y="60038"/>
                  <a:pt x="6240" y="60365"/>
                </a:cubicBezTo>
                <a:cubicBezTo>
                  <a:pt x="5644" y="61079"/>
                  <a:pt x="5037" y="61793"/>
                  <a:pt x="4644" y="62639"/>
                </a:cubicBezTo>
                <a:cubicBezTo>
                  <a:pt x="4561" y="62817"/>
                  <a:pt x="4442" y="62924"/>
                  <a:pt x="4228" y="62996"/>
                </a:cubicBezTo>
                <a:cubicBezTo>
                  <a:pt x="3936" y="63090"/>
                  <a:pt x="3660" y="63137"/>
                  <a:pt x="3402" y="63137"/>
                </a:cubicBezTo>
                <a:cubicBezTo>
                  <a:pt x="2554" y="63137"/>
                  <a:pt x="1902" y="62635"/>
                  <a:pt x="1537" y="61686"/>
                </a:cubicBezTo>
                <a:cubicBezTo>
                  <a:pt x="1120" y="60591"/>
                  <a:pt x="1084" y="59448"/>
                  <a:pt x="1132" y="58281"/>
                </a:cubicBezTo>
                <a:cubicBezTo>
                  <a:pt x="1227" y="58114"/>
                  <a:pt x="1108" y="57912"/>
                  <a:pt x="1203" y="57745"/>
                </a:cubicBezTo>
                <a:cubicBezTo>
                  <a:pt x="1192" y="56388"/>
                  <a:pt x="1465" y="55078"/>
                  <a:pt x="1715" y="53757"/>
                </a:cubicBezTo>
                <a:cubicBezTo>
                  <a:pt x="2073" y="51911"/>
                  <a:pt x="2680" y="50125"/>
                  <a:pt x="3132" y="48292"/>
                </a:cubicBezTo>
                <a:cubicBezTo>
                  <a:pt x="3930" y="45006"/>
                  <a:pt x="5097" y="41850"/>
                  <a:pt x="6597" y="38814"/>
                </a:cubicBezTo>
                <a:cubicBezTo>
                  <a:pt x="7216" y="37540"/>
                  <a:pt x="7633" y="36183"/>
                  <a:pt x="7728" y="34754"/>
                </a:cubicBezTo>
                <a:cubicBezTo>
                  <a:pt x="7800" y="34588"/>
                  <a:pt x="7692" y="34385"/>
                  <a:pt x="7800" y="34219"/>
                </a:cubicBezTo>
                <a:cubicBezTo>
                  <a:pt x="7847" y="34207"/>
                  <a:pt x="7847" y="34159"/>
                  <a:pt x="7847" y="34100"/>
                </a:cubicBezTo>
                <a:cubicBezTo>
                  <a:pt x="7740" y="33909"/>
                  <a:pt x="7859" y="33683"/>
                  <a:pt x="7776" y="33468"/>
                </a:cubicBezTo>
                <a:cubicBezTo>
                  <a:pt x="7549" y="31540"/>
                  <a:pt x="6907" y="29778"/>
                  <a:pt x="5514" y="28373"/>
                </a:cubicBezTo>
                <a:cubicBezTo>
                  <a:pt x="5359" y="28206"/>
                  <a:pt x="5311" y="28099"/>
                  <a:pt x="5418" y="27896"/>
                </a:cubicBezTo>
                <a:cubicBezTo>
                  <a:pt x="6061" y="26432"/>
                  <a:pt x="6502" y="24944"/>
                  <a:pt x="6537" y="23336"/>
                </a:cubicBezTo>
                <a:cubicBezTo>
                  <a:pt x="6585" y="23134"/>
                  <a:pt x="6585" y="22931"/>
                  <a:pt x="6537" y="22729"/>
                </a:cubicBezTo>
                <a:cubicBezTo>
                  <a:pt x="6537" y="21705"/>
                  <a:pt x="6323" y="20705"/>
                  <a:pt x="6025" y="19717"/>
                </a:cubicBezTo>
                <a:cubicBezTo>
                  <a:pt x="5287" y="17300"/>
                  <a:pt x="4037" y="15121"/>
                  <a:pt x="2716" y="12978"/>
                </a:cubicBezTo>
                <a:cubicBezTo>
                  <a:pt x="2120" y="12025"/>
                  <a:pt x="1525" y="11061"/>
                  <a:pt x="1239" y="9954"/>
                </a:cubicBezTo>
                <a:cubicBezTo>
                  <a:pt x="727" y="8037"/>
                  <a:pt x="1227" y="6251"/>
                  <a:pt x="2096" y="4560"/>
                </a:cubicBezTo>
                <a:cubicBezTo>
                  <a:pt x="2882" y="3024"/>
                  <a:pt x="3739" y="1524"/>
                  <a:pt x="4835" y="179"/>
                </a:cubicBezTo>
                <a:cubicBezTo>
                  <a:pt x="4882" y="72"/>
                  <a:pt x="4823" y="36"/>
                  <a:pt x="4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 name="Google Shape;70;p6"/>
          <p:cNvPicPr preferRelativeResize="0"/>
          <p:nvPr/>
        </p:nvPicPr>
        <p:blipFill rotWithShape="1">
          <a:blip r:embed="rId3">
            <a:alphaModFix amt="63000"/>
          </a:blip>
          <a:srcRect l="17536" t="30943" r="20804" b="36495"/>
          <a:stretch/>
        </p:blipFill>
        <p:spPr>
          <a:xfrm rot="2158025">
            <a:off x="7242948" y="546712"/>
            <a:ext cx="4271279" cy="1268753"/>
          </a:xfrm>
          <a:prstGeom prst="rect">
            <a:avLst/>
          </a:prstGeom>
          <a:noFill/>
          <a:ln>
            <a:noFill/>
          </a:ln>
        </p:spPr>
      </p:pic>
      <p:pic>
        <p:nvPicPr>
          <p:cNvPr id="71" name="Google Shape;71;p6"/>
          <p:cNvPicPr preferRelativeResize="0"/>
          <p:nvPr/>
        </p:nvPicPr>
        <p:blipFill rotWithShape="1">
          <a:blip r:embed="rId4">
            <a:alphaModFix/>
          </a:blip>
          <a:srcRect l="28680" t="19555" r="23804" b="32703"/>
          <a:stretch/>
        </p:blipFill>
        <p:spPr>
          <a:xfrm rot="5400000">
            <a:off x="-141852" y="968597"/>
            <a:ext cx="1287874" cy="727825"/>
          </a:xfrm>
          <a:prstGeom prst="rect">
            <a:avLst/>
          </a:prstGeom>
          <a:noFill/>
          <a:ln>
            <a:noFill/>
          </a:ln>
        </p:spPr>
      </p:pic>
      <p:grpSp>
        <p:nvGrpSpPr>
          <p:cNvPr id="72" name="Google Shape;72;p6"/>
          <p:cNvGrpSpPr/>
          <p:nvPr/>
        </p:nvGrpSpPr>
        <p:grpSpPr>
          <a:xfrm>
            <a:off x="-949827" y="3397046"/>
            <a:ext cx="1741471" cy="1886746"/>
            <a:chOff x="5032175" y="2294450"/>
            <a:chExt cx="1144500" cy="1239975"/>
          </a:xfrm>
        </p:grpSpPr>
        <p:sp>
          <p:nvSpPr>
            <p:cNvPr id="73" name="Google Shape;73;p6"/>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6"/>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6"/>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6"/>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8"/>
        <p:cNvGrpSpPr/>
        <p:nvPr/>
      </p:nvGrpSpPr>
      <p:grpSpPr>
        <a:xfrm>
          <a:off x="0" y="0"/>
          <a:ext cx="0" cy="0"/>
          <a:chOff x="0" y="0"/>
          <a:chExt cx="0" cy="0"/>
        </a:xfrm>
      </p:grpSpPr>
      <p:sp>
        <p:nvSpPr>
          <p:cNvPr id="79" name="Google Shape;79;p7"/>
          <p:cNvSpPr txBox="1">
            <a:spLocks noGrp="1"/>
          </p:cNvSpPr>
          <p:nvPr>
            <p:ph type="title"/>
          </p:nvPr>
        </p:nvSpPr>
        <p:spPr>
          <a:xfrm>
            <a:off x="713225" y="768800"/>
            <a:ext cx="4621500" cy="1736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35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0" name="Google Shape;80;p7"/>
          <p:cNvSpPr txBox="1">
            <a:spLocks noGrp="1"/>
          </p:cNvSpPr>
          <p:nvPr>
            <p:ph type="subTitle" idx="1"/>
          </p:nvPr>
        </p:nvSpPr>
        <p:spPr>
          <a:xfrm>
            <a:off x="713225" y="2553350"/>
            <a:ext cx="4126500" cy="12129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1" name="Google Shape;81;p7"/>
          <p:cNvPicPr preferRelativeResize="0"/>
          <p:nvPr/>
        </p:nvPicPr>
        <p:blipFill rotWithShape="1">
          <a:blip r:embed="rId2">
            <a:alphaModFix amt="63000"/>
          </a:blip>
          <a:srcRect l="53150" t="21324" r="10379" b="61757"/>
          <a:stretch/>
        </p:blipFill>
        <p:spPr>
          <a:xfrm flipH="1">
            <a:off x="6925228" y="2884200"/>
            <a:ext cx="4267248" cy="1113426"/>
          </a:xfrm>
          <a:prstGeom prst="rect">
            <a:avLst/>
          </a:prstGeom>
          <a:noFill/>
          <a:ln>
            <a:noFill/>
          </a:ln>
        </p:spPr>
      </p:pic>
      <p:pic>
        <p:nvPicPr>
          <p:cNvPr id="82" name="Google Shape;82;p7"/>
          <p:cNvPicPr preferRelativeResize="0"/>
          <p:nvPr/>
        </p:nvPicPr>
        <p:blipFill rotWithShape="1">
          <a:blip r:embed="rId3">
            <a:alphaModFix/>
          </a:blip>
          <a:srcRect l="37412" t="9009" r="30455" b="20771"/>
          <a:stretch/>
        </p:blipFill>
        <p:spPr>
          <a:xfrm>
            <a:off x="-1593050" y="3186638"/>
            <a:ext cx="2210002" cy="2716575"/>
          </a:xfrm>
          <a:prstGeom prst="rect">
            <a:avLst/>
          </a:prstGeom>
          <a:noFill/>
          <a:ln>
            <a:noFill/>
          </a:ln>
        </p:spPr>
      </p:pic>
      <p:sp>
        <p:nvSpPr>
          <p:cNvPr id="83" name="Google Shape;83;p7"/>
          <p:cNvSpPr/>
          <p:nvPr/>
        </p:nvSpPr>
        <p:spPr>
          <a:xfrm rot="-3210999">
            <a:off x="7264472" y="-2022233"/>
            <a:ext cx="1447690" cy="4544882"/>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4"/>
        <p:cNvGrpSpPr/>
        <p:nvPr/>
      </p:nvGrpSpPr>
      <p:grpSpPr>
        <a:xfrm>
          <a:off x="0" y="0"/>
          <a:ext cx="0" cy="0"/>
          <a:chOff x="0" y="0"/>
          <a:chExt cx="0" cy="0"/>
        </a:xfrm>
      </p:grpSpPr>
      <p:sp>
        <p:nvSpPr>
          <p:cNvPr id="85" name="Google Shape;85;p8"/>
          <p:cNvSpPr txBox="1">
            <a:spLocks noGrp="1"/>
          </p:cNvSpPr>
          <p:nvPr>
            <p:ph type="title"/>
          </p:nvPr>
        </p:nvSpPr>
        <p:spPr>
          <a:xfrm>
            <a:off x="1918950" y="1077250"/>
            <a:ext cx="5306100" cy="2530500"/>
          </a:xfrm>
          <a:prstGeom prst="rect">
            <a:avLst/>
          </a:prstGeom>
        </p:spPr>
        <p:txBody>
          <a:bodyPr spcFirstLastPara="1" wrap="square" lIns="91425" tIns="91425" rIns="91425" bIns="91425" anchor="t"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pic>
        <p:nvPicPr>
          <p:cNvPr id="86" name="Google Shape;86;p8"/>
          <p:cNvPicPr preferRelativeResize="0"/>
          <p:nvPr/>
        </p:nvPicPr>
        <p:blipFill rotWithShape="1">
          <a:blip r:embed="rId2">
            <a:alphaModFix amt="76000"/>
          </a:blip>
          <a:srcRect l="37412" t="9009" r="30455" b="20771"/>
          <a:stretch/>
        </p:blipFill>
        <p:spPr>
          <a:xfrm>
            <a:off x="-494263" y="312375"/>
            <a:ext cx="2164526" cy="2660675"/>
          </a:xfrm>
          <a:prstGeom prst="rect">
            <a:avLst/>
          </a:prstGeom>
          <a:noFill/>
          <a:ln>
            <a:noFill/>
          </a:ln>
        </p:spPr>
      </p:pic>
      <p:sp>
        <p:nvSpPr>
          <p:cNvPr id="87" name="Google Shape;87;p8"/>
          <p:cNvSpPr/>
          <p:nvPr/>
        </p:nvSpPr>
        <p:spPr>
          <a:xfrm>
            <a:off x="214488" y="-316274"/>
            <a:ext cx="477279" cy="5796145"/>
          </a:xfrm>
          <a:custGeom>
            <a:avLst/>
            <a:gdLst/>
            <a:ahLst/>
            <a:cxnLst/>
            <a:rect l="l" t="t" r="r" b="b"/>
            <a:pathLst>
              <a:path w="7860" h="95453" extrusionOk="0">
                <a:moveTo>
                  <a:pt x="3582" y="28084"/>
                </a:moveTo>
                <a:cubicBezTo>
                  <a:pt x="3748" y="28084"/>
                  <a:pt x="3914" y="28121"/>
                  <a:pt x="4037" y="28254"/>
                </a:cubicBezTo>
                <a:cubicBezTo>
                  <a:pt x="4049" y="28265"/>
                  <a:pt x="4061" y="28301"/>
                  <a:pt x="4061" y="28313"/>
                </a:cubicBezTo>
                <a:cubicBezTo>
                  <a:pt x="4120" y="28361"/>
                  <a:pt x="4132" y="28432"/>
                  <a:pt x="4132" y="28504"/>
                </a:cubicBezTo>
                <a:cubicBezTo>
                  <a:pt x="4156" y="28599"/>
                  <a:pt x="4132" y="28682"/>
                  <a:pt x="4120" y="28754"/>
                </a:cubicBezTo>
                <a:cubicBezTo>
                  <a:pt x="4025" y="29182"/>
                  <a:pt x="3728" y="29575"/>
                  <a:pt x="3454" y="29920"/>
                </a:cubicBezTo>
                <a:cubicBezTo>
                  <a:pt x="2966" y="30540"/>
                  <a:pt x="2335" y="31075"/>
                  <a:pt x="1620" y="31409"/>
                </a:cubicBezTo>
                <a:cubicBezTo>
                  <a:pt x="1471" y="31483"/>
                  <a:pt x="1249" y="31573"/>
                  <a:pt x="1045" y="31573"/>
                </a:cubicBezTo>
                <a:cubicBezTo>
                  <a:pt x="891" y="31573"/>
                  <a:pt x="748" y="31522"/>
                  <a:pt x="656" y="31373"/>
                </a:cubicBezTo>
                <a:cubicBezTo>
                  <a:pt x="549" y="31218"/>
                  <a:pt x="584" y="30980"/>
                  <a:pt x="632" y="30802"/>
                </a:cubicBezTo>
                <a:cubicBezTo>
                  <a:pt x="644" y="30706"/>
                  <a:pt x="691" y="30635"/>
                  <a:pt x="715" y="30563"/>
                </a:cubicBezTo>
                <a:cubicBezTo>
                  <a:pt x="846" y="30004"/>
                  <a:pt x="1180" y="29504"/>
                  <a:pt x="1549" y="29099"/>
                </a:cubicBezTo>
                <a:cubicBezTo>
                  <a:pt x="2049" y="28563"/>
                  <a:pt x="2751" y="28135"/>
                  <a:pt x="3501" y="28087"/>
                </a:cubicBezTo>
                <a:cubicBezTo>
                  <a:pt x="3528" y="28085"/>
                  <a:pt x="3555" y="28084"/>
                  <a:pt x="3582" y="28084"/>
                </a:cubicBezTo>
                <a:close/>
                <a:moveTo>
                  <a:pt x="4752" y="0"/>
                </a:moveTo>
                <a:cubicBezTo>
                  <a:pt x="3799" y="893"/>
                  <a:pt x="3085" y="1953"/>
                  <a:pt x="2442" y="3084"/>
                </a:cubicBezTo>
                <a:cubicBezTo>
                  <a:pt x="2311" y="3143"/>
                  <a:pt x="2251" y="3250"/>
                  <a:pt x="2204" y="3381"/>
                </a:cubicBezTo>
                <a:cubicBezTo>
                  <a:pt x="2120" y="3727"/>
                  <a:pt x="1882" y="3989"/>
                  <a:pt x="1715" y="4298"/>
                </a:cubicBezTo>
                <a:cubicBezTo>
                  <a:pt x="1084" y="5525"/>
                  <a:pt x="608" y="6787"/>
                  <a:pt x="525" y="8156"/>
                </a:cubicBezTo>
                <a:cubicBezTo>
                  <a:pt x="418" y="9775"/>
                  <a:pt x="1013" y="11192"/>
                  <a:pt x="1834" y="12537"/>
                </a:cubicBezTo>
                <a:cubicBezTo>
                  <a:pt x="3037" y="14538"/>
                  <a:pt x="4275" y="16538"/>
                  <a:pt x="5133" y="18740"/>
                </a:cubicBezTo>
                <a:cubicBezTo>
                  <a:pt x="5573" y="19860"/>
                  <a:pt x="5906" y="21003"/>
                  <a:pt x="5990" y="22205"/>
                </a:cubicBezTo>
                <a:cubicBezTo>
                  <a:pt x="6061" y="22717"/>
                  <a:pt x="6061" y="23217"/>
                  <a:pt x="5990" y="23729"/>
                </a:cubicBezTo>
                <a:cubicBezTo>
                  <a:pt x="6025" y="23979"/>
                  <a:pt x="5930" y="24217"/>
                  <a:pt x="5895" y="24455"/>
                </a:cubicBezTo>
                <a:cubicBezTo>
                  <a:pt x="5775" y="25551"/>
                  <a:pt x="5430" y="26587"/>
                  <a:pt x="4978" y="27575"/>
                </a:cubicBezTo>
                <a:cubicBezTo>
                  <a:pt x="4902" y="27727"/>
                  <a:pt x="4826" y="27801"/>
                  <a:pt x="4719" y="27801"/>
                </a:cubicBezTo>
                <a:cubicBezTo>
                  <a:pt x="4658" y="27801"/>
                  <a:pt x="4588" y="27777"/>
                  <a:pt x="4501" y="27730"/>
                </a:cubicBezTo>
                <a:cubicBezTo>
                  <a:pt x="4183" y="27544"/>
                  <a:pt x="3851" y="27479"/>
                  <a:pt x="3507" y="27479"/>
                </a:cubicBezTo>
                <a:cubicBezTo>
                  <a:pt x="3299" y="27479"/>
                  <a:pt x="3086" y="27503"/>
                  <a:pt x="2870" y="27539"/>
                </a:cubicBezTo>
                <a:cubicBezTo>
                  <a:pt x="1418" y="27789"/>
                  <a:pt x="96" y="29480"/>
                  <a:pt x="49" y="30932"/>
                </a:cubicBezTo>
                <a:cubicBezTo>
                  <a:pt x="1" y="31123"/>
                  <a:pt x="1" y="31325"/>
                  <a:pt x="49" y="31540"/>
                </a:cubicBezTo>
                <a:cubicBezTo>
                  <a:pt x="188" y="32078"/>
                  <a:pt x="478" y="32357"/>
                  <a:pt x="918" y="32357"/>
                </a:cubicBezTo>
                <a:cubicBezTo>
                  <a:pt x="1003" y="32357"/>
                  <a:pt x="1095" y="32347"/>
                  <a:pt x="1192" y="32325"/>
                </a:cubicBezTo>
                <a:cubicBezTo>
                  <a:pt x="1501" y="32254"/>
                  <a:pt x="1799" y="32147"/>
                  <a:pt x="2085" y="31968"/>
                </a:cubicBezTo>
                <a:cubicBezTo>
                  <a:pt x="3216" y="31242"/>
                  <a:pt x="3990" y="30170"/>
                  <a:pt x="4740" y="29087"/>
                </a:cubicBezTo>
                <a:cubicBezTo>
                  <a:pt x="4864" y="28907"/>
                  <a:pt x="4962" y="28811"/>
                  <a:pt x="5066" y="28811"/>
                </a:cubicBezTo>
                <a:cubicBezTo>
                  <a:pt x="5162" y="28811"/>
                  <a:pt x="5263" y="28892"/>
                  <a:pt x="5394" y="29063"/>
                </a:cubicBezTo>
                <a:cubicBezTo>
                  <a:pt x="5704" y="29480"/>
                  <a:pt x="6025" y="29885"/>
                  <a:pt x="6264" y="30361"/>
                </a:cubicBezTo>
                <a:cubicBezTo>
                  <a:pt x="6764" y="31373"/>
                  <a:pt x="7180" y="32421"/>
                  <a:pt x="7240" y="33564"/>
                </a:cubicBezTo>
                <a:cubicBezTo>
                  <a:pt x="7299" y="33945"/>
                  <a:pt x="7311" y="34338"/>
                  <a:pt x="7240" y="34719"/>
                </a:cubicBezTo>
                <a:cubicBezTo>
                  <a:pt x="7240" y="35540"/>
                  <a:pt x="7026" y="36314"/>
                  <a:pt x="6764" y="37076"/>
                </a:cubicBezTo>
                <a:cubicBezTo>
                  <a:pt x="6299" y="38445"/>
                  <a:pt x="5537" y="39695"/>
                  <a:pt x="5002" y="41029"/>
                </a:cubicBezTo>
                <a:cubicBezTo>
                  <a:pt x="4466" y="42374"/>
                  <a:pt x="3847" y="43684"/>
                  <a:pt x="3454" y="45077"/>
                </a:cubicBezTo>
                <a:cubicBezTo>
                  <a:pt x="2906" y="47006"/>
                  <a:pt x="2442" y="48935"/>
                  <a:pt x="1894" y="50852"/>
                </a:cubicBezTo>
                <a:cubicBezTo>
                  <a:pt x="1263" y="53078"/>
                  <a:pt x="846" y="55316"/>
                  <a:pt x="703" y="57626"/>
                </a:cubicBezTo>
                <a:cubicBezTo>
                  <a:pt x="632" y="57793"/>
                  <a:pt x="727" y="57995"/>
                  <a:pt x="632" y="58162"/>
                </a:cubicBezTo>
                <a:cubicBezTo>
                  <a:pt x="608" y="59269"/>
                  <a:pt x="549" y="60365"/>
                  <a:pt x="894" y="61424"/>
                </a:cubicBezTo>
                <a:cubicBezTo>
                  <a:pt x="1251" y="62544"/>
                  <a:pt x="1775" y="63532"/>
                  <a:pt x="3108" y="63734"/>
                </a:cubicBezTo>
                <a:cubicBezTo>
                  <a:pt x="3142" y="63738"/>
                  <a:pt x="3176" y="63739"/>
                  <a:pt x="3210" y="63739"/>
                </a:cubicBezTo>
                <a:cubicBezTo>
                  <a:pt x="3411" y="63739"/>
                  <a:pt x="3605" y="63686"/>
                  <a:pt x="3799" y="63686"/>
                </a:cubicBezTo>
                <a:cubicBezTo>
                  <a:pt x="4061" y="63686"/>
                  <a:pt x="4120" y="63758"/>
                  <a:pt x="4037" y="64008"/>
                </a:cubicBezTo>
                <a:cubicBezTo>
                  <a:pt x="3228" y="66068"/>
                  <a:pt x="2894" y="68223"/>
                  <a:pt x="2727" y="70402"/>
                </a:cubicBezTo>
                <a:cubicBezTo>
                  <a:pt x="2656" y="70533"/>
                  <a:pt x="2739" y="70711"/>
                  <a:pt x="2656" y="70842"/>
                </a:cubicBezTo>
                <a:lnTo>
                  <a:pt x="2656" y="72688"/>
                </a:lnTo>
                <a:cubicBezTo>
                  <a:pt x="2632" y="73890"/>
                  <a:pt x="2727" y="75069"/>
                  <a:pt x="3085" y="76236"/>
                </a:cubicBezTo>
                <a:cubicBezTo>
                  <a:pt x="3382" y="77212"/>
                  <a:pt x="3870" y="78105"/>
                  <a:pt x="4275" y="79046"/>
                </a:cubicBezTo>
                <a:cubicBezTo>
                  <a:pt x="4775" y="80260"/>
                  <a:pt x="5228" y="81486"/>
                  <a:pt x="5299" y="82808"/>
                </a:cubicBezTo>
                <a:cubicBezTo>
                  <a:pt x="5406" y="84749"/>
                  <a:pt x="4775" y="86511"/>
                  <a:pt x="4025" y="88261"/>
                </a:cubicBezTo>
                <a:cubicBezTo>
                  <a:pt x="3335" y="89809"/>
                  <a:pt x="2477" y="91261"/>
                  <a:pt x="1501" y="92642"/>
                </a:cubicBezTo>
                <a:cubicBezTo>
                  <a:pt x="1072" y="93273"/>
                  <a:pt x="763" y="93976"/>
                  <a:pt x="715" y="94762"/>
                </a:cubicBezTo>
                <a:cubicBezTo>
                  <a:pt x="703" y="95107"/>
                  <a:pt x="822" y="95321"/>
                  <a:pt x="1144" y="95417"/>
                </a:cubicBezTo>
                <a:cubicBezTo>
                  <a:pt x="1221" y="95440"/>
                  <a:pt x="1293" y="95452"/>
                  <a:pt x="1364" y="95452"/>
                </a:cubicBezTo>
                <a:cubicBezTo>
                  <a:pt x="1436" y="95452"/>
                  <a:pt x="1507" y="95440"/>
                  <a:pt x="1584" y="95417"/>
                </a:cubicBezTo>
                <a:cubicBezTo>
                  <a:pt x="1775" y="95369"/>
                  <a:pt x="1977" y="95345"/>
                  <a:pt x="2180" y="95298"/>
                </a:cubicBezTo>
                <a:cubicBezTo>
                  <a:pt x="2323" y="95250"/>
                  <a:pt x="2382" y="95131"/>
                  <a:pt x="2358" y="94988"/>
                </a:cubicBezTo>
                <a:cubicBezTo>
                  <a:pt x="2323" y="94845"/>
                  <a:pt x="2239" y="94786"/>
                  <a:pt x="2096" y="94774"/>
                </a:cubicBezTo>
                <a:cubicBezTo>
                  <a:pt x="2009" y="94774"/>
                  <a:pt x="1922" y="94768"/>
                  <a:pt x="1834" y="94768"/>
                </a:cubicBezTo>
                <a:cubicBezTo>
                  <a:pt x="1791" y="94768"/>
                  <a:pt x="1747" y="94770"/>
                  <a:pt x="1704" y="94774"/>
                </a:cubicBezTo>
                <a:cubicBezTo>
                  <a:pt x="1652" y="94780"/>
                  <a:pt x="1606" y="94783"/>
                  <a:pt x="1564" y="94783"/>
                </a:cubicBezTo>
                <a:cubicBezTo>
                  <a:pt x="1364" y="94783"/>
                  <a:pt x="1281" y="94698"/>
                  <a:pt x="1370" y="94393"/>
                </a:cubicBezTo>
                <a:cubicBezTo>
                  <a:pt x="1501" y="93869"/>
                  <a:pt x="1727" y="93393"/>
                  <a:pt x="2013" y="92964"/>
                </a:cubicBezTo>
                <a:cubicBezTo>
                  <a:pt x="2954" y="91571"/>
                  <a:pt x="3811" y="90166"/>
                  <a:pt x="4501" y="88630"/>
                </a:cubicBezTo>
                <a:cubicBezTo>
                  <a:pt x="5180" y="87070"/>
                  <a:pt x="5644" y="85439"/>
                  <a:pt x="5811" y="83748"/>
                </a:cubicBezTo>
                <a:cubicBezTo>
                  <a:pt x="5847" y="83463"/>
                  <a:pt x="5847" y="83165"/>
                  <a:pt x="5811" y="82879"/>
                </a:cubicBezTo>
                <a:cubicBezTo>
                  <a:pt x="5728" y="81379"/>
                  <a:pt x="5240" y="80010"/>
                  <a:pt x="4644" y="78641"/>
                </a:cubicBezTo>
                <a:cubicBezTo>
                  <a:pt x="4204" y="77629"/>
                  <a:pt x="3680" y="76652"/>
                  <a:pt x="3406" y="75557"/>
                </a:cubicBezTo>
                <a:cubicBezTo>
                  <a:pt x="3025" y="74009"/>
                  <a:pt x="3156" y="72449"/>
                  <a:pt x="3156" y="70890"/>
                </a:cubicBezTo>
                <a:cubicBezTo>
                  <a:pt x="3228" y="70759"/>
                  <a:pt x="3132" y="70580"/>
                  <a:pt x="3228" y="70437"/>
                </a:cubicBezTo>
                <a:cubicBezTo>
                  <a:pt x="3216" y="69866"/>
                  <a:pt x="3335" y="69282"/>
                  <a:pt x="3406" y="68699"/>
                </a:cubicBezTo>
                <a:cubicBezTo>
                  <a:pt x="3573" y="67306"/>
                  <a:pt x="3859" y="65949"/>
                  <a:pt x="4323" y="64627"/>
                </a:cubicBezTo>
                <a:cubicBezTo>
                  <a:pt x="4561" y="63925"/>
                  <a:pt x="4835" y="63294"/>
                  <a:pt x="5633" y="62913"/>
                </a:cubicBezTo>
                <a:cubicBezTo>
                  <a:pt x="6406" y="62544"/>
                  <a:pt x="6942" y="61805"/>
                  <a:pt x="7276" y="60996"/>
                </a:cubicBezTo>
                <a:cubicBezTo>
                  <a:pt x="7419" y="60662"/>
                  <a:pt x="7716" y="60293"/>
                  <a:pt x="7276" y="59960"/>
                </a:cubicBezTo>
                <a:cubicBezTo>
                  <a:pt x="7198" y="59900"/>
                  <a:pt x="7109" y="59870"/>
                  <a:pt x="7012" y="59870"/>
                </a:cubicBezTo>
                <a:cubicBezTo>
                  <a:pt x="6782" y="59870"/>
                  <a:pt x="6508" y="60038"/>
                  <a:pt x="6240" y="60365"/>
                </a:cubicBezTo>
                <a:cubicBezTo>
                  <a:pt x="5644" y="61079"/>
                  <a:pt x="5037" y="61793"/>
                  <a:pt x="4644" y="62639"/>
                </a:cubicBezTo>
                <a:cubicBezTo>
                  <a:pt x="4561" y="62817"/>
                  <a:pt x="4442" y="62924"/>
                  <a:pt x="4228" y="62996"/>
                </a:cubicBezTo>
                <a:cubicBezTo>
                  <a:pt x="3936" y="63090"/>
                  <a:pt x="3660" y="63137"/>
                  <a:pt x="3402" y="63137"/>
                </a:cubicBezTo>
                <a:cubicBezTo>
                  <a:pt x="2554" y="63137"/>
                  <a:pt x="1902" y="62635"/>
                  <a:pt x="1537" y="61686"/>
                </a:cubicBezTo>
                <a:cubicBezTo>
                  <a:pt x="1120" y="60591"/>
                  <a:pt x="1084" y="59448"/>
                  <a:pt x="1132" y="58281"/>
                </a:cubicBezTo>
                <a:cubicBezTo>
                  <a:pt x="1227" y="58114"/>
                  <a:pt x="1108" y="57912"/>
                  <a:pt x="1203" y="57745"/>
                </a:cubicBezTo>
                <a:cubicBezTo>
                  <a:pt x="1192" y="56388"/>
                  <a:pt x="1465" y="55078"/>
                  <a:pt x="1715" y="53757"/>
                </a:cubicBezTo>
                <a:cubicBezTo>
                  <a:pt x="2073" y="51911"/>
                  <a:pt x="2680" y="50125"/>
                  <a:pt x="3132" y="48292"/>
                </a:cubicBezTo>
                <a:cubicBezTo>
                  <a:pt x="3930" y="45006"/>
                  <a:pt x="5097" y="41850"/>
                  <a:pt x="6597" y="38814"/>
                </a:cubicBezTo>
                <a:cubicBezTo>
                  <a:pt x="7216" y="37540"/>
                  <a:pt x="7633" y="36183"/>
                  <a:pt x="7728" y="34754"/>
                </a:cubicBezTo>
                <a:cubicBezTo>
                  <a:pt x="7800" y="34588"/>
                  <a:pt x="7692" y="34385"/>
                  <a:pt x="7800" y="34219"/>
                </a:cubicBezTo>
                <a:cubicBezTo>
                  <a:pt x="7847" y="34207"/>
                  <a:pt x="7847" y="34159"/>
                  <a:pt x="7847" y="34100"/>
                </a:cubicBezTo>
                <a:cubicBezTo>
                  <a:pt x="7740" y="33909"/>
                  <a:pt x="7859" y="33683"/>
                  <a:pt x="7776" y="33468"/>
                </a:cubicBezTo>
                <a:cubicBezTo>
                  <a:pt x="7549" y="31540"/>
                  <a:pt x="6907" y="29778"/>
                  <a:pt x="5514" y="28373"/>
                </a:cubicBezTo>
                <a:cubicBezTo>
                  <a:pt x="5359" y="28206"/>
                  <a:pt x="5311" y="28099"/>
                  <a:pt x="5418" y="27896"/>
                </a:cubicBezTo>
                <a:cubicBezTo>
                  <a:pt x="6061" y="26432"/>
                  <a:pt x="6502" y="24944"/>
                  <a:pt x="6537" y="23336"/>
                </a:cubicBezTo>
                <a:cubicBezTo>
                  <a:pt x="6585" y="23134"/>
                  <a:pt x="6585" y="22931"/>
                  <a:pt x="6537" y="22729"/>
                </a:cubicBezTo>
                <a:cubicBezTo>
                  <a:pt x="6537" y="21705"/>
                  <a:pt x="6323" y="20705"/>
                  <a:pt x="6025" y="19717"/>
                </a:cubicBezTo>
                <a:cubicBezTo>
                  <a:pt x="5287" y="17300"/>
                  <a:pt x="4037" y="15121"/>
                  <a:pt x="2716" y="12978"/>
                </a:cubicBezTo>
                <a:cubicBezTo>
                  <a:pt x="2120" y="12025"/>
                  <a:pt x="1525" y="11061"/>
                  <a:pt x="1239" y="9954"/>
                </a:cubicBezTo>
                <a:cubicBezTo>
                  <a:pt x="727" y="8037"/>
                  <a:pt x="1227" y="6251"/>
                  <a:pt x="2096" y="4560"/>
                </a:cubicBezTo>
                <a:cubicBezTo>
                  <a:pt x="2882" y="3024"/>
                  <a:pt x="3739" y="1524"/>
                  <a:pt x="4835" y="179"/>
                </a:cubicBezTo>
                <a:cubicBezTo>
                  <a:pt x="4882" y="72"/>
                  <a:pt x="4823" y="36"/>
                  <a:pt x="4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8"/>
        <p:cNvGrpSpPr/>
        <p:nvPr/>
      </p:nvGrpSpPr>
      <p:grpSpPr>
        <a:xfrm>
          <a:off x="0" y="0"/>
          <a:ext cx="0" cy="0"/>
          <a:chOff x="0" y="0"/>
          <a:chExt cx="0" cy="0"/>
        </a:xfrm>
      </p:grpSpPr>
      <p:sp>
        <p:nvSpPr>
          <p:cNvPr id="89" name="Google Shape;89;p9"/>
          <p:cNvSpPr txBox="1">
            <a:spLocks noGrp="1"/>
          </p:cNvSpPr>
          <p:nvPr>
            <p:ph type="title"/>
          </p:nvPr>
        </p:nvSpPr>
        <p:spPr>
          <a:xfrm>
            <a:off x="2354100" y="1374688"/>
            <a:ext cx="4435800" cy="721800"/>
          </a:xfrm>
          <a:prstGeom prst="rect">
            <a:avLst/>
          </a:prstGeom>
        </p:spPr>
        <p:txBody>
          <a:bodyPr spcFirstLastPara="1" wrap="square" lIns="91425" tIns="91425" rIns="91425" bIns="91425" anchor="t"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90" name="Google Shape;90;p9"/>
          <p:cNvSpPr txBox="1">
            <a:spLocks noGrp="1"/>
          </p:cNvSpPr>
          <p:nvPr>
            <p:ph type="subTitle" idx="1"/>
          </p:nvPr>
        </p:nvSpPr>
        <p:spPr>
          <a:xfrm>
            <a:off x="2354100" y="2095713"/>
            <a:ext cx="4435800" cy="1520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17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pic>
        <p:nvPicPr>
          <p:cNvPr id="91" name="Google Shape;91;p9"/>
          <p:cNvPicPr preferRelativeResize="0"/>
          <p:nvPr/>
        </p:nvPicPr>
        <p:blipFill rotWithShape="1">
          <a:blip r:embed="rId2">
            <a:alphaModFix/>
          </a:blip>
          <a:srcRect l="36305" t="26731" r="30909" b="23776"/>
          <a:stretch/>
        </p:blipFill>
        <p:spPr>
          <a:xfrm>
            <a:off x="3227250" y="-1203125"/>
            <a:ext cx="2714400" cy="2304950"/>
          </a:xfrm>
          <a:prstGeom prst="rect">
            <a:avLst/>
          </a:prstGeom>
          <a:noFill/>
          <a:ln>
            <a:noFill/>
          </a:ln>
        </p:spPr>
      </p:pic>
      <p:pic>
        <p:nvPicPr>
          <p:cNvPr id="92" name="Google Shape;92;p9"/>
          <p:cNvPicPr preferRelativeResize="0"/>
          <p:nvPr/>
        </p:nvPicPr>
        <p:blipFill rotWithShape="1">
          <a:blip r:embed="rId3">
            <a:alphaModFix amt="79000"/>
          </a:blip>
          <a:srcRect l="21247" t="43688" r="45967" b="20070"/>
          <a:stretch/>
        </p:blipFill>
        <p:spPr>
          <a:xfrm>
            <a:off x="-1497037" y="3574699"/>
            <a:ext cx="4598875" cy="2859475"/>
          </a:xfrm>
          <a:prstGeom prst="rect">
            <a:avLst/>
          </a:prstGeom>
          <a:noFill/>
          <a:ln>
            <a:noFill/>
          </a:ln>
        </p:spPr>
      </p:pic>
      <p:pic>
        <p:nvPicPr>
          <p:cNvPr id="93" name="Google Shape;93;p9"/>
          <p:cNvPicPr preferRelativeResize="0"/>
          <p:nvPr/>
        </p:nvPicPr>
        <p:blipFill rotWithShape="1">
          <a:blip r:embed="rId4">
            <a:alphaModFix amt="63000"/>
          </a:blip>
          <a:srcRect l="17536" t="30943" r="20804" b="36495"/>
          <a:stretch/>
        </p:blipFill>
        <p:spPr>
          <a:xfrm rot="-2080542">
            <a:off x="6243271" y="4222303"/>
            <a:ext cx="4824681" cy="1433138"/>
          </a:xfrm>
          <a:prstGeom prst="rect">
            <a:avLst/>
          </a:prstGeom>
          <a:noFill/>
          <a:ln>
            <a:noFill/>
          </a:ln>
        </p:spPr>
      </p:pic>
      <p:pic>
        <p:nvPicPr>
          <p:cNvPr id="94" name="Google Shape;94;p9"/>
          <p:cNvPicPr preferRelativeResize="0"/>
          <p:nvPr/>
        </p:nvPicPr>
        <p:blipFill rotWithShape="1">
          <a:blip r:embed="rId5">
            <a:alphaModFix/>
          </a:blip>
          <a:srcRect l="28680" t="19555" r="23804" b="32703"/>
          <a:stretch/>
        </p:blipFill>
        <p:spPr>
          <a:xfrm rot="-10333804">
            <a:off x="4725602" y="258537"/>
            <a:ext cx="1650300" cy="932676"/>
          </a:xfrm>
          <a:prstGeom prst="rect">
            <a:avLst/>
          </a:prstGeom>
          <a:noFill/>
          <a:ln>
            <a:noFill/>
          </a:ln>
        </p:spPr>
      </p:pic>
      <p:pic>
        <p:nvPicPr>
          <p:cNvPr id="95" name="Google Shape;95;p9"/>
          <p:cNvPicPr preferRelativeResize="0"/>
          <p:nvPr/>
        </p:nvPicPr>
        <p:blipFill rotWithShape="1">
          <a:blip r:embed="rId6">
            <a:alphaModFix amt="76000"/>
          </a:blip>
          <a:srcRect l="37412" t="9009" r="30455" b="20771"/>
          <a:stretch/>
        </p:blipFill>
        <p:spPr>
          <a:xfrm>
            <a:off x="-708675" y="2282712"/>
            <a:ext cx="1834123" cy="225452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6"/>
        <p:cNvGrpSpPr/>
        <p:nvPr/>
      </p:nvGrpSpPr>
      <p:grpSpPr>
        <a:xfrm>
          <a:off x="0" y="0"/>
          <a:ext cx="0" cy="0"/>
          <a:chOff x="0" y="0"/>
          <a:chExt cx="0" cy="0"/>
        </a:xfrm>
      </p:grpSpPr>
      <p:sp>
        <p:nvSpPr>
          <p:cNvPr id="97" name="Google Shape;97;p10"/>
          <p:cNvSpPr/>
          <p:nvPr/>
        </p:nvSpPr>
        <p:spPr>
          <a:xfrm>
            <a:off x="0" y="-5750"/>
            <a:ext cx="9144000" cy="5143500"/>
          </a:xfrm>
          <a:prstGeom prst="rect">
            <a:avLst/>
          </a:prstGeom>
          <a:solidFill>
            <a:srgbClr val="FFF6F6">
              <a:alpha val="17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0"/>
          <p:cNvSpPr txBox="1">
            <a:spLocks noGrp="1"/>
          </p:cNvSpPr>
          <p:nvPr>
            <p:ph type="title"/>
          </p:nvPr>
        </p:nvSpPr>
        <p:spPr>
          <a:xfrm>
            <a:off x="4642925" y="441475"/>
            <a:ext cx="3787800" cy="1227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99" name="Google Shape;99;p10"/>
          <p:cNvPicPr preferRelativeResize="0"/>
          <p:nvPr/>
        </p:nvPicPr>
        <p:blipFill rotWithShape="1">
          <a:blip r:embed="rId2">
            <a:alphaModFix amt="62000"/>
          </a:blip>
          <a:srcRect l="11472" t="21324" r="10378" b="61757"/>
          <a:stretch/>
        </p:blipFill>
        <p:spPr>
          <a:xfrm>
            <a:off x="-256250" y="4654051"/>
            <a:ext cx="5077949" cy="618324"/>
          </a:xfrm>
          <a:prstGeom prst="rect">
            <a:avLst/>
          </a:prstGeom>
          <a:noFill/>
          <a:ln>
            <a:noFill/>
          </a:ln>
        </p:spPr>
      </p:pic>
      <p:pic>
        <p:nvPicPr>
          <p:cNvPr id="100" name="Google Shape;100;p10"/>
          <p:cNvPicPr preferRelativeResize="0"/>
          <p:nvPr/>
        </p:nvPicPr>
        <p:blipFill rotWithShape="1">
          <a:blip r:embed="rId3">
            <a:alphaModFix amt="47000"/>
          </a:blip>
          <a:srcRect l="36305" t="26731" r="30909" b="23776"/>
          <a:stretch/>
        </p:blipFill>
        <p:spPr>
          <a:xfrm flipH="1">
            <a:off x="-1425514" y="-524079"/>
            <a:ext cx="2772552" cy="235432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1"/>
        <p:cNvGrpSpPr/>
        <p:nvPr/>
      </p:nvGrpSpPr>
      <p:grpSpPr>
        <a:xfrm>
          <a:off x="0" y="0"/>
          <a:ext cx="0" cy="0"/>
          <a:chOff x="0" y="0"/>
          <a:chExt cx="0" cy="0"/>
        </a:xfrm>
      </p:grpSpPr>
      <p:sp>
        <p:nvSpPr>
          <p:cNvPr id="102" name="Google Shape;102;p11"/>
          <p:cNvSpPr txBox="1">
            <a:spLocks noGrp="1"/>
          </p:cNvSpPr>
          <p:nvPr>
            <p:ph type="title" hasCustomPrompt="1"/>
          </p:nvPr>
        </p:nvSpPr>
        <p:spPr>
          <a:xfrm>
            <a:off x="1789500" y="1206750"/>
            <a:ext cx="5565000" cy="14655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0"/>
              <a:buNone/>
              <a:defRPr sz="96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3" name="Google Shape;103;p11"/>
          <p:cNvSpPr txBox="1">
            <a:spLocks noGrp="1"/>
          </p:cNvSpPr>
          <p:nvPr>
            <p:ph type="subTitle" idx="1"/>
          </p:nvPr>
        </p:nvSpPr>
        <p:spPr>
          <a:xfrm>
            <a:off x="2916900" y="2723625"/>
            <a:ext cx="3310200" cy="763500"/>
          </a:xfrm>
          <a:prstGeom prst="rect">
            <a:avLst/>
          </a:prstGeom>
        </p:spPr>
        <p:txBody>
          <a:bodyPr spcFirstLastPara="1" wrap="square" lIns="91425" tIns="91425" rIns="91425" bIns="91425" anchor="t" anchorCtr="0">
            <a:noAutofit/>
          </a:bodyPr>
          <a:lstStyle>
            <a:lvl1pPr lvl="0" algn="ctr">
              <a:spcBef>
                <a:spcPts val="0"/>
              </a:spcBef>
              <a:spcAft>
                <a:spcPts val="0"/>
              </a:spcAft>
              <a:buSzPts val="1700"/>
              <a:buNone/>
              <a:defRPr sz="1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4" name="Google Shape;104;p11"/>
          <p:cNvPicPr preferRelativeResize="0"/>
          <p:nvPr/>
        </p:nvPicPr>
        <p:blipFill rotWithShape="1">
          <a:blip r:embed="rId2">
            <a:alphaModFix amt="74000"/>
          </a:blip>
          <a:srcRect l="37807" t="9859" r="25038" b="24368"/>
          <a:stretch/>
        </p:blipFill>
        <p:spPr>
          <a:xfrm rot="353161" flipH="1">
            <a:off x="-1591213" y="725420"/>
            <a:ext cx="3011205" cy="2998648"/>
          </a:xfrm>
          <a:prstGeom prst="rect">
            <a:avLst/>
          </a:prstGeom>
          <a:noFill/>
          <a:ln>
            <a:noFill/>
          </a:ln>
        </p:spPr>
      </p:pic>
      <p:pic>
        <p:nvPicPr>
          <p:cNvPr id="105" name="Google Shape;105;p11"/>
          <p:cNvPicPr preferRelativeResize="0"/>
          <p:nvPr/>
        </p:nvPicPr>
        <p:blipFill rotWithShape="1">
          <a:blip r:embed="rId3">
            <a:alphaModFix/>
          </a:blip>
          <a:srcRect l="36305" t="26731" r="30909" b="23776"/>
          <a:stretch/>
        </p:blipFill>
        <p:spPr>
          <a:xfrm>
            <a:off x="3982150" y="-988975"/>
            <a:ext cx="2714400" cy="2304950"/>
          </a:xfrm>
          <a:prstGeom prst="rect">
            <a:avLst/>
          </a:prstGeom>
          <a:noFill/>
          <a:ln>
            <a:noFill/>
          </a:ln>
        </p:spPr>
      </p:pic>
      <p:pic>
        <p:nvPicPr>
          <p:cNvPr id="106" name="Google Shape;106;p11"/>
          <p:cNvPicPr preferRelativeResize="0"/>
          <p:nvPr/>
        </p:nvPicPr>
        <p:blipFill rotWithShape="1">
          <a:blip r:embed="rId4">
            <a:alphaModFix amt="76000"/>
          </a:blip>
          <a:srcRect l="37412" t="9009" r="30455" b="20771"/>
          <a:stretch/>
        </p:blipFill>
        <p:spPr>
          <a:xfrm rot="-4734205">
            <a:off x="7720125" y="1918350"/>
            <a:ext cx="1834123" cy="225452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0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08"/>
        <p:cNvGrpSpPr/>
        <p:nvPr/>
      </p:nvGrpSpPr>
      <p:grpSpPr>
        <a:xfrm>
          <a:off x="0" y="0"/>
          <a:ext cx="0" cy="0"/>
          <a:chOff x="0" y="0"/>
          <a:chExt cx="0" cy="0"/>
        </a:xfrm>
      </p:grpSpPr>
      <p:sp>
        <p:nvSpPr>
          <p:cNvPr id="109" name="Google Shape;109;p13"/>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0" name="Google Shape;110;p13"/>
          <p:cNvSpPr txBox="1">
            <a:spLocks noGrp="1"/>
          </p:cNvSpPr>
          <p:nvPr>
            <p:ph type="subTitle" idx="1"/>
          </p:nvPr>
        </p:nvSpPr>
        <p:spPr>
          <a:xfrm>
            <a:off x="1932925" y="1821799"/>
            <a:ext cx="23553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1" name="Google Shape;111;p13"/>
          <p:cNvSpPr txBox="1">
            <a:spLocks noGrp="1"/>
          </p:cNvSpPr>
          <p:nvPr>
            <p:ph type="subTitle" idx="2"/>
          </p:nvPr>
        </p:nvSpPr>
        <p:spPr>
          <a:xfrm>
            <a:off x="4855736" y="1821799"/>
            <a:ext cx="23553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2" name="Google Shape;112;p13"/>
          <p:cNvSpPr txBox="1">
            <a:spLocks noGrp="1"/>
          </p:cNvSpPr>
          <p:nvPr>
            <p:ph type="subTitle" idx="3"/>
          </p:nvPr>
        </p:nvSpPr>
        <p:spPr>
          <a:xfrm>
            <a:off x="713200" y="3412630"/>
            <a:ext cx="23553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3" name="Google Shape;113;p13"/>
          <p:cNvSpPr txBox="1">
            <a:spLocks noGrp="1"/>
          </p:cNvSpPr>
          <p:nvPr>
            <p:ph type="subTitle" idx="4"/>
          </p:nvPr>
        </p:nvSpPr>
        <p:spPr>
          <a:xfrm>
            <a:off x="3394325" y="3412628"/>
            <a:ext cx="23553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 name="Google Shape;114;p13"/>
          <p:cNvSpPr txBox="1">
            <a:spLocks noGrp="1"/>
          </p:cNvSpPr>
          <p:nvPr>
            <p:ph type="subTitle" idx="5"/>
          </p:nvPr>
        </p:nvSpPr>
        <p:spPr>
          <a:xfrm>
            <a:off x="1932925" y="2138200"/>
            <a:ext cx="23553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5" name="Google Shape;115;p13"/>
          <p:cNvSpPr txBox="1">
            <a:spLocks noGrp="1"/>
          </p:cNvSpPr>
          <p:nvPr>
            <p:ph type="subTitle" idx="6"/>
          </p:nvPr>
        </p:nvSpPr>
        <p:spPr>
          <a:xfrm>
            <a:off x="4855736" y="2138200"/>
            <a:ext cx="23553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6" name="Google Shape;116;p13"/>
          <p:cNvSpPr txBox="1">
            <a:spLocks noGrp="1"/>
          </p:cNvSpPr>
          <p:nvPr>
            <p:ph type="subTitle" idx="7"/>
          </p:nvPr>
        </p:nvSpPr>
        <p:spPr>
          <a:xfrm>
            <a:off x="713200" y="3731524"/>
            <a:ext cx="23553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7" name="Google Shape;117;p13"/>
          <p:cNvSpPr txBox="1">
            <a:spLocks noGrp="1"/>
          </p:cNvSpPr>
          <p:nvPr>
            <p:ph type="subTitle" idx="8"/>
          </p:nvPr>
        </p:nvSpPr>
        <p:spPr>
          <a:xfrm>
            <a:off x="3394325" y="3731524"/>
            <a:ext cx="23553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8" name="Google Shape;118;p13"/>
          <p:cNvSpPr txBox="1">
            <a:spLocks noGrp="1"/>
          </p:cNvSpPr>
          <p:nvPr>
            <p:ph type="title" idx="9" hasCustomPrompt="1"/>
          </p:nvPr>
        </p:nvSpPr>
        <p:spPr>
          <a:xfrm>
            <a:off x="2647075" y="1286124"/>
            <a:ext cx="927000" cy="538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4000" b="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19" name="Google Shape;119;p13"/>
          <p:cNvSpPr txBox="1">
            <a:spLocks noGrp="1"/>
          </p:cNvSpPr>
          <p:nvPr>
            <p:ph type="title" idx="13" hasCustomPrompt="1"/>
          </p:nvPr>
        </p:nvSpPr>
        <p:spPr>
          <a:xfrm>
            <a:off x="5582402" y="1286124"/>
            <a:ext cx="927000" cy="538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4000" b="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20" name="Google Shape;120;p13"/>
          <p:cNvSpPr txBox="1">
            <a:spLocks noGrp="1"/>
          </p:cNvSpPr>
          <p:nvPr>
            <p:ph type="title" idx="14" hasCustomPrompt="1"/>
          </p:nvPr>
        </p:nvSpPr>
        <p:spPr>
          <a:xfrm>
            <a:off x="1427350" y="2873912"/>
            <a:ext cx="927000" cy="538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4000" b="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21" name="Google Shape;121;p13"/>
          <p:cNvSpPr txBox="1">
            <a:spLocks noGrp="1"/>
          </p:cNvSpPr>
          <p:nvPr>
            <p:ph type="title" idx="15" hasCustomPrompt="1"/>
          </p:nvPr>
        </p:nvSpPr>
        <p:spPr>
          <a:xfrm>
            <a:off x="4108475" y="2873912"/>
            <a:ext cx="927000" cy="538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4000" b="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22" name="Google Shape;122;p13"/>
          <p:cNvSpPr txBox="1">
            <a:spLocks noGrp="1"/>
          </p:cNvSpPr>
          <p:nvPr>
            <p:ph type="subTitle" idx="16"/>
          </p:nvPr>
        </p:nvSpPr>
        <p:spPr>
          <a:xfrm>
            <a:off x="6075451" y="3395465"/>
            <a:ext cx="23553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3" name="Google Shape;123;p13"/>
          <p:cNvSpPr txBox="1">
            <a:spLocks noGrp="1"/>
          </p:cNvSpPr>
          <p:nvPr>
            <p:ph type="subTitle" idx="17"/>
          </p:nvPr>
        </p:nvSpPr>
        <p:spPr>
          <a:xfrm>
            <a:off x="6075450" y="3791836"/>
            <a:ext cx="23553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4" name="Google Shape;124;p13"/>
          <p:cNvSpPr txBox="1">
            <a:spLocks noGrp="1"/>
          </p:cNvSpPr>
          <p:nvPr>
            <p:ph type="title" idx="18" hasCustomPrompt="1"/>
          </p:nvPr>
        </p:nvSpPr>
        <p:spPr>
          <a:xfrm>
            <a:off x="6771822" y="2906213"/>
            <a:ext cx="962700" cy="538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4000" b="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pic>
        <p:nvPicPr>
          <p:cNvPr id="125" name="Google Shape;125;p13"/>
          <p:cNvPicPr preferRelativeResize="0"/>
          <p:nvPr/>
        </p:nvPicPr>
        <p:blipFill rotWithShape="1">
          <a:blip r:embed="rId2">
            <a:alphaModFix amt="68000"/>
          </a:blip>
          <a:srcRect l="2217" t="17852" r="9074" b="32321"/>
          <a:stretch/>
        </p:blipFill>
        <p:spPr>
          <a:xfrm>
            <a:off x="2354350" y="4608575"/>
            <a:ext cx="4291301" cy="1355800"/>
          </a:xfrm>
          <a:prstGeom prst="rect">
            <a:avLst/>
          </a:prstGeom>
          <a:noFill/>
          <a:ln>
            <a:noFill/>
          </a:ln>
        </p:spPr>
      </p:pic>
      <p:grpSp>
        <p:nvGrpSpPr>
          <p:cNvPr id="126" name="Google Shape;126;p13"/>
          <p:cNvGrpSpPr/>
          <p:nvPr/>
        </p:nvGrpSpPr>
        <p:grpSpPr>
          <a:xfrm>
            <a:off x="7676453" y="3332494"/>
            <a:ext cx="2178441" cy="2360168"/>
            <a:chOff x="5032175" y="2294450"/>
            <a:chExt cx="1144500" cy="1239975"/>
          </a:xfrm>
        </p:grpSpPr>
        <p:sp>
          <p:nvSpPr>
            <p:cNvPr id="127" name="Google Shape;127;p13"/>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3"/>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3"/>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3"/>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1" name="Google Shape;131;p13"/>
          <p:cNvPicPr preferRelativeResize="0"/>
          <p:nvPr/>
        </p:nvPicPr>
        <p:blipFill rotWithShape="1">
          <a:blip r:embed="rId3">
            <a:alphaModFix amt="74000"/>
          </a:blip>
          <a:srcRect l="37807" t="9859" r="25038" b="24368"/>
          <a:stretch/>
        </p:blipFill>
        <p:spPr>
          <a:xfrm>
            <a:off x="7708313" y="160845"/>
            <a:ext cx="3011203" cy="29986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CUSTOM_5">
    <p:spTree>
      <p:nvGrpSpPr>
        <p:cNvPr id="1" name="Shape 140"/>
        <p:cNvGrpSpPr/>
        <p:nvPr/>
      </p:nvGrpSpPr>
      <p:grpSpPr>
        <a:xfrm>
          <a:off x="0" y="0"/>
          <a:ext cx="0" cy="0"/>
          <a:chOff x="0" y="0"/>
          <a:chExt cx="0" cy="0"/>
        </a:xfrm>
      </p:grpSpPr>
      <p:sp>
        <p:nvSpPr>
          <p:cNvPr id="141" name="Google Shape;141;p15">
            <a:hlinkClick r:id="" action="ppaction://noaction"/>
          </p:cNvPr>
          <p:cNvSpPr txBox="1">
            <a:spLocks noGrp="1"/>
          </p:cNvSpPr>
          <p:nvPr>
            <p:ph type="title"/>
          </p:nvPr>
        </p:nvSpPr>
        <p:spPr>
          <a:xfrm>
            <a:off x="713225" y="2098425"/>
            <a:ext cx="4919100" cy="913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9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2" name="Google Shape;142;p15"/>
          <p:cNvSpPr txBox="1">
            <a:spLocks noGrp="1"/>
          </p:cNvSpPr>
          <p:nvPr>
            <p:ph type="title" idx="2" hasCustomPrompt="1"/>
          </p:nvPr>
        </p:nvSpPr>
        <p:spPr>
          <a:xfrm>
            <a:off x="713225" y="1010300"/>
            <a:ext cx="38394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75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43" name="Google Shape;143;p15"/>
          <p:cNvSpPr txBox="1">
            <a:spLocks noGrp="1"/>
          </p:cNvSpPr>
          <p:nvPr>
            <p:ph type="subTitle" idx="1"/>
          </p:nvPr>
        </p:nvSpPr>
        <p:spPr>
          <a:xfrm>
            <a:off x="713225" y="3056300"/>
            <a:ext cx="3863400" cy="69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700">
                <a:solidFill>
                  <a:schemeClr val="dk1"/>
                </a:solidFill>
                <a:latin typeface="Catamaran"/>
                <a:ea typeface="Catamaran"/>
                <a:cs typeface="Catamaran"/>
                <a:sym typeface="Catamaran"/>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pic>
        <p:nvPicPr>
          <p:cNvPr id="144" name="Google Shape;144;p15"/>
          <p:cNvPicPr preferRelativeResize="0"/>
          <p:nvPr/>
        </p:nvPicPr>
        <p:blipFill rotWithShape="1">
          <a:blip r:embed="rId2">
            <a:alphaModFix amt="76000"/>
          </a:blip>
          <a:srcRect l="50645" t="40792" r="22239" b="48411"/>
          <a:stretch/>
        </p:blipFill>
        <p:spPr>
          <a:xfrm>
            <a:off x="-270948" y="110950"/>
            <a:ext cx="2446373" cy="547925"/>
          </a:xfrm>
          <a:prstGeom prst="rect">
            <a:avLst/>
          </a:prstGeom>
          <a:noFill/>
          <a:ln>
            <a:noFill/>
          </a:ln>
        </p:spPr>
      </p:pic>
      <p:pic>
        <p:nvPicPr>
          <p:cNvPr id="145" name="Google Shape;145;p15"/>
          <p:cNvPicPr preferRelativeResize="0"/>
          <p:nvPr/>
        </p:nvPicPr>
        <p:blipFill rotWithShape="1">
          <a:blip r:embed="rId3">
            <a:alphaModFix amt="77000"/>
          </a:blip>
          <a:srcRect l="2217" t="17852" r="9074" b="32321"/>
          <a:stretch/>
        </p:blipFill>
        <p:spPr>
          <a:xfrm>
            <a:off x="-1373713" y="4846337"/>
            <a:ext cx="4759008" cy="1503576"/>
          </a:xfrm>
          <a:prstGeom prst="rect">
            <a:avLst/>
          </a:prstGeom>
          <a:noFill/>
          <a:ln>
            <a:noFill/>
          </a:ln>
        </p:spPr>
      </p:pic>
      <p:pic>
        <p:nvPicPr>
          <p:cNvPr id="146" name="Google Shape;146;p15"/>
          <p:cNvPicPr preferRelativeResize="0"/>
          <p:nvPr/>
        </p:nvPicPr>
        <p:blipFill rotWithShape="1">
          <a:blip r:embed="rId4">
            <a:alphaModFix amt="76000"/>
          </a:blip>
          <a:srcRect l="37412" t="9009" r="30455" b="20771"/>
          <a:stretch/>
        </p:blipFill>
        <p:spPr>
          <a:xfrm>
            <a:off x="-1524622" y="2952980"/>
            <a:ext cx="2446373" cy="3007120"/>
          </a:xfrm>
          <a:prstGeom prst="rect">
            <a:avLst/>
          </a:prstGeom>
          <a:noFill/>
          <a:ln>
            <a:noFill/>
          </a:ln>
        </p:spPr>
      </p:pic>
      <p:pic>
        <p:nvPicPr>
          <p:cNvPr id="147" name="Google Shape;147;p15"/>
          <p:cNvPicPr preferRelativeResize="0"/>
          <p:nvPr/>
        </p:nvPicPr>
        <p:blipFill rotWithShape="1">
          <a:blip r:embed="rId5">
            <a:alphaModFix amt="47000"/>
          </a:blip>
          <a:srcRect l="36305" t="26731" r="30909" b="23776"/>
          <a:stretch/>
        </p:blipFill>
        <p:spPr>
          <a:xfrm flipH="1">
            <a:off x="2901461" y="-792254"/>
            <a:ext cx="2772552" cy="2354324"/>
          </a:xfrm>
          <a:prstGeom prst="rect">
            <a:avLst/>
          </a:prstGeom>
          <a:noFill/>
          <a:ln>
            <a:noFill/>
          </a:ln>
        </p:spPr>
      </p:pic>
      <p:pic>
        <p:nvPicPr>
          <p:cNvPr id="148" name="Google Shape;148;p15"/>
          <p:cNvPicPr preferRelativeResize="0"/>
          <p:nvPr/>
        </p:nvPicPr>
        <p:blipFill rotWithShape="1">
          <a:blip r:embed="rId6">
            <a:alphaModFix amt="63000"/>
          </a:blip>
          <a:srcRect l="17536" t="30943" r="20804" b="36495"/>
          <a:stretch/>
        </p:blipFill>
        <p:spPr>
          <a:xfrm rot="2699998">
            <a:off x="6675482" y="2686529"/>
            <a:ext cx="4824687" cy="1433140"/>
          </a:xfrm>
          <a:prstGeom prst="rect">
            <a:avLst/>
          </a:prstGeom>
          <a:noFill/>
          <a:ln>
            <a:noFill/>
          </a:ln>
        </p:spPr>
      </p:pic>
      <p:sp>
        <p:nvSpPr>
          <p:cNvPr id="149" name="Google Shape;149;p15"/>
          <p:cNvSpPr/>
          <p:nvPr/>
        </p:nvSpPr>
        <p:spPr>
          <a:xfrm>
            <a:off x="8339051" y="-77650"/>
            <a:ext cx="452343" cy="5493320"/>
          </a:xfrm>
          <a:custGeom>
            <a:avLst/>
            <a:gdLst/>
            <a:ahLst/>
            <a:cxnLst/>
            <a:rect l="l" t="t" r="r" b="b"/>
            <a:pathLst>
              <a:path w="7860" h="95453" extrusionOk="0">
                <a:moveTo>
                  <a:pt x="3582" y="28084"/>
                </a:moveTo>
                <a:cubicBezTo>
                  <a:pt x="3748" y="28084"/>
                  <a:pt x="3914" y="28121"/>
                  <a:pt x="4037" y="28254"/>
                </a:cubicBezTo>
                <a:cubicBezTo>
                  <a:pt x="4049" y="28265"/>
                  <a:pt x="4061" y="28301"/>
                  <a:pt x="4061" y="28313"/>
                </a:cubicBezTo>
                <a:cubicBezTo>
                  <a:pt x="4120" y="28361"/>
                  <a:pt x="4132" y="28432"/>
                  <a:pt x="4132" y="28504"/>
                </a:cubicBezTo>
                <a:cubicBezTo>
                  <a:pt x="4156" y="28599"/>
                  <a:pt x="4132" y="28682"/>
                  <a:pt x="4120" y="28754"/>
                </a:cubicBezTo>
                <a:cubicBezTo>
                  <a:pt x="4025" y="29182"/>
                  <a:pt x="3728" y="29575"/>
                  <a:pt x="3454" y="29920"/>
                </a:cubicBezTo>
                <a:cubicBezTo>
                  <a:pt x="2966" y="30540"/>
                  <a:pt x="2335" y="31075"/>
                  <a:pt x="1620" y="31409"/>
                </a:cubicBezTo>
                <a:cubicBezTo>
                  <a:pt x="1471" y="31483"/>
                  <a:pt x="1249" y="31573"/>
                  <a:pt x="1045" y="31573"/>
                </a:cubicBezTo>
                <a:cubicBezTo>
                  <a:pt x="891" y="31573"/>
                  <a:pt x="748" y="31522"/>
                  <a:pt x="656" y="31373"/>
                </a:cubicBezTo>
                <a:cubicBezTo>
                  <a:pt x="549" y="31218"/>
                  <a:pt x="584" y="30980"/>
                  <a:pt x="632" y="30802"/>
                </a:cubicBezTo>
                <a:cubicBezTo>
                  <a:pt x="644" y="30706"/>
                  <a:pt x="691" y="30635"/>
                  <a:pt x="715" y="30563"/>
                </a:cubicBezTo>
                <a:cubicBezTo>
                  <a:pt x="846" y="30004"/>
                  <a:pt x="1180" y="29504"/>
                  <a:pt x="1549" y="29099"/>
                </a:cubicBezTo>
                <a:cubicBezTo>
                  <a:pt x="2049" y="28563"/>
                  <a:pt x="2751" y="28135"/>
                  <a:pt x="3501" y="28087"/>
                </a:cubicBezTo>
                <a:cubicBezTo>
                  <a:pt x="3528" y="28085"/>
                  <a:pt x="3555" y="28084"/>
                  <a:pt x="3582" y="28084"/>
                </a:cubicBezTo>
                <a:close/>
                <a:moveTo>
                  <a:pt x="4752" y="0"/>
                </a:moveTo>
                <a:cubicBezTo>
                  <a:pt x="3799" y="893"/>
                  <a:pt x="3085" y="1953"/>
                  <a:pt x="2442" y="3084"/>
                </a:cubicBezTo>
                <a:cubicBezTo>
                  <a:pt x="2311" y="3143"/>
                  <a:pt x="2251" y="3250"/>
                  <a:pt x="2204" y="3381"/>
                </a:cubicBezTo>
                <a:cubicBezTo>
                  <a:pt x="2120" y="3727"/>
                  <a:pt x="1882" y="3989"/>
                  <a:pt x="1715" y="4298"/>
                </a:cubicBezTo>
                <a:cubicBezTo>
                  <a:pt x="1084" y="5525"/>
                  <a:pt x="608" y="6787"/>
                  <a:pt x="525" y="8156"/>
                </a:cubicBezTo>
                <a:cubicBezTo>
                  <a:pt x="418" y="9775"/>
                  <a:pt x="1013" y="11192"/>
                  <a:pt x="1834" y="12537"/>
                </a:cubicBezTo>
                <a:cubicBezTo>
                  <a:pt x="3037" y="14538"/>
                  <a:pt x="4275" y="16538"/>
                  <a:pt x="5133" y="18740"/>
                </a:cubicBezTo>
                <a:cubicBezTo>
                  <a:pt x="5573" y="19860"/>
                  <a:pt x="5906" y="21003"/>
                  <a:pt x="5990" y="22205"/>
                </a:cubicBezTo>
                <a:cubicBezTo>
                  <a:pt x="6061" y="22717"/>
                  <a:pt x="6061" y="23217"/>
                  <a:pt x="5990" y="23729"/>
                </a:cubicBezTo>
                <a:cubicBezTo>
                  <a:pt x="6025" y="23979"/>
                  <a:pt x="5930" y="24217"/>
                  <a:pt x="5895" y="24455"/>
                </a:cubicBezTo>
                <a:cubicBezTo>
                  <a:pt x="5775" y="25551"/>
                  <a:pt x="5430" y="26587"/>
                  <a:pt x="4978" y="27575"/>
                </a:cubicBezTo>
                <a:cubicBezTo>
                  <a:pt x="4902" y="27727"/>
                  <a:pt x="4826" y="27801"/>
                  <a:pt x="4719" y="27801"/>
                </a:cubicBezTo>
                <a:cubicBezTo>
                  <a:pt x="4658" y="27801"/>
                  <a:pt x="4588" y="27777"/>
                  <a:pt x="4501" y="27730"/>
                </a:cubicBezTo>
                <a:cubicBezTo>
                  <a:pt x="4183" y="27544"/>
                  <a:pt x="3851" y="27479"/>
                  <a:pt x="3507" y="27479"/>
                </a:cubicBezTo>
                <a:cubicBezTo>
                  <a:pt x="3299" y="27479"/>
                  <a:pt x="3086" y="27503"/>
                  <a:pt x="2870" y="27539"/>
                </a:cubicBezTo>
                <a:cubicBezTo>
                  <a:pt x="1418" y="27789"/>
                  <a:pt x="96" y="29480"/>
                  <a:pt x="49" y="30932"/>
                </a:cubicBezTo>
                <a:cubicBezTo>
                  <a:pt x="1" y="31123"/>
                  <a:pt x="1" y="31325"/>
                  <a:pt x="49" y="31540"/>
                </a:cubicBezTo>
                <a:cubicBezTo>
                  <a:pt x="188" y="32078"/>
                  <a:pt x="478" y="32357"/>
                  <a:pt x="918" y="32357"/>
                </a:cubicBezTo>
                <a:cubicBezTo>
                  <a:pt x="1003" y="32357"/>
                  <a:pt x="1095" y="32347"/>
                  <a:pt x="1192" y="32325"/>
                </a:cubicBezTo>
                <a:cubicBezTo>
                  <a:pt x="1501" y="32254"/>
                  <a:pt x="1799" y="32147"/>
                  <a:pt x="2085" y="31968"/>
                </a:cubicBezTo>
                <a:cubicBezTo>
                  <a:pt x="3216" y="31242"/>
                  <a:pt x="3990" y="30170"/>
                  <a:pt x="4740" y="29087"/>
                </a:cubicBezTo>
                <a:cubicBezTo>
                  <a:pt x="4864" y="28907"/>
                  <a:pt x="4962" y="28811"/>
                  <a:pt x="5066" y="28811"/>
                </a:cubicBezTo>
                <a:cubicBezTo>
                  <a:pt x="5162" y="28811"/>
                  <a:pt x="5263" y="28892"/>
                  <a:pt x="5394" y="29063"/>
                </a:cubicBezTo>
                <a:cubicBezTo>
                  <a:pt x="5704" y="29480"/>
                  <a:pt x="6025" y="29885"/>
                  <a:pt x="6264" y="30361"/>
                </a:cubicBezTo>
                <a:cubicBezTo>
                  <a:pt x="6764" y="31373"/>
                  <a:pt x="7180" y="32421"/>
                  <a:pt x="7240" y="33564"/>
                </a:cubicBezTo>
                <a:cubicBezTo>
                  <a:pt x="7299" y="33945"/>
                  <a:pt x="7311" y="34338"/>
                  <a:pt x="7240" y="34719"/>
                </a:cubicBezTo>
                <a:cubicBezTo>
                  <a:pt x="7240" y="35540"/>
                  <a:pt x="7026" y="36314"/>
                  <a:pt x="6764" y="37076"/>
                </a:cubicBezTo>
                <a:cubicBezTo>
                  <a:pt x="6299" y="38445"/>
                  <a:pt x="5537" y="39695"/>
                  <a:pt x="5002" y="41029"/>
                </a:cubicBezTo>
                <a:cubicBezTo>
                  <a:pt x="4466" y="42374"/>
                  <a:pt x="3847" y="43684"/>
                  <a:pt x="3454" y="45077"/>
                </a:cubicBezTo>
                <a:cubicBezTo>
                  <a:pt x="2906" y="47006"/>
                  <a:pt x="2442" y="48935"/>
                  <a:pt x="1894" y="50852"/>
                </a:cubicBezTo>
                <a:cubicBezTo>
                  <a:pt x="1263" y="53078"/>
                  <a:pt x="846" y="55316"/>
                  <a:pt x="703" y="57626"/>
                </a:cubicBezTo>
                <a:cubicBezTo>
                  <a:pt x="632" y="57793"/>
                  <a:pt x="727" y="57995"/>
                  <a:pt x="632" y="58162"/>
                </a:cubicBezTo>
                <a:cubicBezTo>
                  <a:pt x="608" y="59269"/>
                  <a:pt x="549" y="60365"/>
                  <a:pt x="894" y="61424"/>
                </a:cubicBezTo>
                <a:cubicBezTo>
                  <a:pt x="1251" y="62544"/>
                  <a:pt x="1775" y="63532"/>
                  <a:pt x="3108" y="63734"/>
                </a:cubicBezTo>
                <a:cubicBezTo>
                  <a:pt x="3142" y="63738"/>
                  <a:pt x="3176" y="63739"/>
                  <a:pt x="3210" y="63739"/>
                </a:cubicBezTo>
                <a:cubicBezTo>
                  <a:pt x="3411" y="63739"/>
                  <a:pt x="3605" y="63686"/>
                  <a:pt x="3799" y="63686"/>
                </a:cubicBezTo>
                <a:cubicBezTo>
                  <a:pt x="4061" y="63686"/>
                  <a:pt x="4120" y="63758"/>
                  <a:pt x="4037" y="64008"/>
                </a:cubicBezTo>
                <a:cubicBezTo>
                  <a:pt x="3228" y="66068"/>
                  <a:pt x="2894" y="68223"/>
                  <a:pt x="2727" y="70402"/>
                </a:cubicBezTo>
                <a:cubicBezTo>
                  <a:pt x="2656" y="70533"/>
                  <a:pt x="2739" y="70711"/>
                  <a:pt x="2656" y="70842"/>
                </a:cubicBezTo>
                <a:lnTo>
                  <a:pt x="2656" y="72688"/>
                </a:lnTo>
                <a:cubicBezTo>
                  <a:pt x="2632" y="73890"/>
                  <a:pt x="2727" y="75069"/>
                  <a:pt x="3085" y="76236"/>
                </a:cubicBezTo>
                <a:cubicBezTo>
                  <a:pt x="3382" y="77212"/>
                  <a:pt x="3870" y="78105"/>
                  <a:pt x="4275" y="79046"/>
                </a:cubicBezTo>
                <a:cubicBezTo>
                  <a:pt x="4775" y="80260"/>
                  <a:pt x="5228" y="81486"/>
                  <a:pt x="5299" y="82808"/>
                </a:cubicBezTo>
                <a:cubicBezTo>
                  <a:pt x="5406" y="84749"/>
                  <a:pt x="4775" y="86511"/>
                  <a:pt x="4025" y="88261"/>
                </a:cubicBezTo>
                <a:cubicBezTo>
                  <a:pt x="3335" y="89809"/>
                  <a:pt x="2477" y="91261"/>
                  <a:pt x="1501" y="92642"/>
                </a:cubicBezTo>
                <a:cubicBezTo>
                  <a:pt x="1072" y="93273"/>
                  <a:pt x="763" y="93976"/>
                  <a:pt x="715" y="94762"/>
                </a:cubicBezTo>
                <a:cubicBezTo>
                  <a:pt x="703" y="95107"/>
                  <a:pt x="822" y="95321"/>
                  <a:pt x="1144" y="95417"/>
                </a:cubicBezTo>
                <a:cubicBezTo>
                  <a:pt x="1221" y="95440"/>
                  <a:pt x="1293" y="95452"/>
                  <a:pt x="1364" y="95452"/>
                </a:cubicBezTo>
                <a:cubicBezTo>
                  <a:pt x="1436" y="95452"/>
                  <a:pt x="1507" y="95440"/>
                  <a:pt x="1584" y="95417"/>
                </a:cubicBezTo>
                <a:cubicBezTo>
                  <a:pt x="1775" y="95369"/>
                  <a:pt x="1977" y="95345"/>
                  <a:pt x="2180" y="95298"/>
                </a:cubicBezTo>
                <a:cubicBezTo>
                  <a:pt x="2323" y="95250"/>
                  <a:pt x="2382" y="95131"/>
                  <a:pt x="2358" y="94988"/>
                </a:cubicBezTo>
                <a:cubicBezTo>
                  <a:pt x="2323" y="94845"/>
                  <a:pt x="2239" y="94786"/>
                  <a:pt x="2096" y="94774"/>
                </a:cubicBezTo>
                <a:cubicBezTo>
                  <a:pt x="2009" y="94774"/>
                  <a:pt x="1922" y="94768"/>
                  <a:pt x="1834" y="94768"/>
                </a:cubicBezTo>
                <a:cubicBezTo>
                  <a:pt x="1791" y="94768"/>
                  <a:pt x="1747" y="94770"/>
                  <a:pt x="1704" y="94774"/>
                </a:cubicBezTo>
                <a:cubicBezTo>
                  <a:pt x="1652" y="94780"/>
                  <a:pt x="1606" y="94783"/>
                  <a:pt x="1564" y="94783"/>
                </a:cubicBezTo>
                <a:cubicBezTo>
                  <a:pt x="1364" y="94783"/>
                  <a:pt x="1281" y="94698"/>
                  <a:pt x="1370" y="94393"/>
                </a:cubicBezTo>
                <a:cubicBezTo>
                  <a:pt x="1501" y="93869"/>
                  <a:pt x="1727" y="93393"/>
                  <a:pt x="2013" y="92964"/>
                </a:cubicBezTo>
                <a:cubicBezTo>
                  <a:pt x="2954" y="91571"/>
                  <a:pt x="3811" y="90166"/>
                  <a:pt x="4501" y="88630"/>
                </a:cubicBezTo>
                <a:cubicBezTo>
                  <a:pt x="5180" y="87070"/>
                  <a:pt x="5644" y="85439"/>
                  <a:pt x="5811" y="83748"/>
                </a:cubicBezTo>
                <a:cubicBezTo>
                  <a:pt x="5847" y="83463"/>
                  <a:pt x="5847" y="83165"/>
                  <a:pt x="5811" y="82879"/>
                </a:cubicBezTo>
                <a:cubicBezTo>
                  <a:pt x="5728" y="81379"/>
                  <a:pt x="5240" y="80010"/>
                  <a:pt x="4644" y="78641"/>
                </a:cubicBezTo>
                <a:cubicBezTo>
                  <a:pt x="4204" y="77629"/>
                  <a:pt x="3680" y="76652"/>
                  <a:pt x="3406" y="75557"/>
                </a:cubicBezTo>
                <a:cubicBezTo>
                  <a:pt x="3025" y="74009"/>
                  <a:pt x="3156" y="72449"/>
                  <a:pt x="3156" y="70890"/>
                </a:cubicBezTo>
                <a:cubicBezTo>
                  <a:pt x="3228" y="70759"/>
                  <a:pt x="3132" y="70580"/>
                  <a:pt x="3228" y="70437"/>
                </a:cubicBezTo>
                <a:cubicBezTo>
                  <a:pt x="3216" y="69866"/>
                  <a:pt x="3335" y="69282"/>
                  <a:pt x="3406" y="68699"/>
                </a:cubicBezTo>
                <a:cubicBezTo>
                  <a:pt x="3573" y="67306"/>
                  <a:pt x="3859" y="65949"/>
                  <a:pt x="4323" y="64627"/>
                </a:cubicBezTo>
                <a:cubicBezTo>
                  <a:pt x="4561" y="63925"/>
                  <a:pt x="4835" y="63294"/>
                  <a:pt x="5633" y="62913"/>
                </a:cubicBezTo>
                <a:cubicBezTo>
                  <a:pt x="6406" y="62544"/>
                  <a:pt x="6942" y="61805"/>
                  <a:pt x="7276" y="60996"/>
                </a:cubicBezTo>
                <a:cubicBezTo>
                  <a:pt x="7419" y="60662"/>
                  <a:pt x="7716" y="60293"/>
                  <a:pt x="7276" y="59960"/>
                </a:cubicBezTo>
                <a:cubicBezTo>
                  <a:pt x="7198" y="59900"/>
                  <a:pt x="7109" y="59870"/>
                  <a:pt x="7012" y="59870"/>
                </a:cubicBezTo>
                <a:cubicBezTo>
                  <a:pt x="6782" y="59870"/>
                  <a:pt x="6508" y="60038"/>
                  <a:pt x="6240" y="60365"/>
                </a:cubicBezTo>
                <a:cubicBezTo>
                  <a:pt x="5644" y="61079"/>
                  <a:pt x="5037" y="61793"/>
                  <a:pt x="4644" y="62639"/>
                </a:cubicBezTo>
                <a:cubicBezTo>
                  <a:pt x="4561" y="62817"/>
                  <a:pt x="4442" y="62924"/>
                  <a:pt x="4228" y="62996"/>
                </a:cubicBezTo>
                <a:cubicBezTo>
                  <a:pt x="3936" y="63090"/>
                  <a:pt x="3660" y="63137"/>
                  <a:pt x="3402" y="63137"/>
                </a:cubicBezTo>
                <a:cubicBezTo>
                  <a:pt x="2554" y="63137"/>
                  <a:pt x="1902" y="62635"/>
                  <a:pt x="1537" y="61686"/>
                </a:cubicBezTo>
                <a:cubicBezTo>
                  <a:pt x="1120" y="60591"/>
                  <a:pt x="1084" y="59448"/>
                  <a:pt x="1132" y="58281"/>
                </a:cubicBezTo>
                <a:cubicBezTo>
                  <a:pt x="1227" y="58114"/>
                  <a:pt x="1108" y="57912"/>
                  <a:pt x="1203" y="57745"/>
                </a:cubicBezTo>
                <a:cubicBezTo>
                  <a:pt x="1192" y="56388"/>
                  <a:pt x="1465" y="55078"/>
                  <a:pt x="1715" y="53757"/>
                </a:cubicBezTo>
                <a:cubicBezTo>
                  <a:pt x="2073" y="51911"/>
                  <a:pt x="2680" y="50125"/>
                  <a:pt x="3132" y="48292"/>
                </a:cubicBezTo>
                <a:cubicBezTo>
                  <a:pt x="3930" y="45006"/>
                  <a:pt x="5097" y="41850"/>
                  <a:pt x="6597" y="38814"/>
                </a:cubicBezTo>
                <a:cubicBezTo>
                  <a:pt x="7216" y="37540"/>
                  <a:pt x="7633" y="36183"/>
                  <a:pt x="7728" y="34754"/>
                </a:cubicBezTo>
                <a:cubicBezTo>
                  <a:pt x="7800" y="34588"/>
                  <a:pt x="7692" y="34385"/>
                  <a:pt x="7800" y="34219"/>
                </a:cubicBezTo>
                <a:cubicBezTo>
                  <a:pt x="7847" y="34207"/>
                  <a:pt x="7847" y="34159"/>
                  <a:pt x="7847" y="34100"/>
                </a:cubicBezTo>
                <a:cubicBezTo>
                  <a:pt x="7740" y="33909"/>
                  <a:pt x="7859" y="33683"/>
                  <a:pt x="7776" y="33468"/>
                </a:cubicBezTo>
                <a:cubicBezTo>
                  <a:pt x="7549" y="31540"/>
                  <a:pt x="6907" y="29778"/>
                  <a:pt x="5514" y="28373"/>
                </a:cubicBezTo>
                <a:cubicBezTo>
                  <a:pt x="5359" y="28206"/>
                  <a:pt x="5311" y="28099"/>
                  <a:pt x="5418" y="27896"/>
                </a:cubicBezTo>
                <a:cubicBezTo>
                  <a:pt x="6061" y="26432"/>
                  <a:pt x="6502" y="24944"/>
                  <a:pt x="6537" y="23336"/>
                </a:cubicBezTo>
                <a:cubicBezTo>
                  <a:pt x="6585" y="23134"/>
                  <a:pt x="6585" y="22931"/>
                  <a:pt x="6537" y="22729"/>
                </a:cubicBezTo>
                <a:cubicBezTo>
                  <a:pt x="6537" y="21705"/>
                  <a:pt x="6323" y="20705"/>
                  <a:pt x="6025" y="19717"/>
                </a:cubicBezTo>
                <a:cubicBezTo>
                  <a:pt x="5287" y="17300"/>
                  <a:pt x="4037" y="15121"/>
                  <a:pt x="2716" y="12978"/>
                </a:cubicBezTo>
                <a:cubicBezTo>
                  <a:pt x="2120" y="12025"/>
                  <a:pt x="1525" y="11061"/>
                  <a:pt x="1239" y="9954"/>
                </a:cubicBezTo>
                <a:cubicBezTo>
                  <a:pt x="727" y="8037"/>
                  <a:pt x="1227" y="6251"/>
                  <a:pt x="2096" y="4560"/>
                </a:cubicBezTo>
                <a:cubicBezTo>
                  <a:pt x="2882" y="3024"/>
                  <a:pt x="3739" y="1524"/>
                  <a:pt x="4835" y="179"/>
                </a:cubicBezTo>
                <a:cubicBezTo>
                  <a:pt x="4882" y="72"/>
                  <a:pt x="4823" y="36"/>
                  <a:pt x="4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2">
  <p:cSld name="CUSTOM_7">
    <p:spTree>
      <p:nvGrpSpPr>
        <p:cNvPr id="1" name="Shape 150"/>
        <p:cNvGrpSpPr/>
        <p:nvPr/>
      </p:nvGrpSpPr>
      <p:grpSpPr>
        <a:xfrm>
          <a:off x="0" y="0"/>
          <a:ext cx="0" cy="0"/>
          <a:chOff x="0" y="0"/>
          <a:chExt cx="0" cy="0"/>
        </a:xfrm>
      </p:grpSpPr>
      <p:sp>
        <p:nvSpPr>
          <p:cNvPr id="151" name="Google Shape;151;p16">
            <a:hlinkClick r:id="" action="ppaction://noaction"/>
          </p:cNvPr>
          <p:cNvSpPr txBox="1">
            <a:spLocks noGrp="1"/>
          </p:cNvSpPr>
          <p:nvPr>
            <p:ph type="title"/>
          </p:nvPr>
        </p:nvSpPr>
        <p:spPr>
          <a:xfrm>
            <a:off x="3511675" y="2098425"/>
            <a:ext cx="4919100" cy="913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sz="49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2" name="Google Shape;152;p16"/>
          <p:cNvSpPr txBox="1">
            <a:spLocks noGrp="1"/>
          </p:cNvSpPr>
          <p:nvPr>
            <p:ph type="title" idx="2" hasCustomPrompt="1"/>
          </p:nvPr>
        </p:nvSpPr>
        <p:spPr>
          <a:xfrm>
            <a:off x="4591375" y="1010300"/>
            <a:ext cx="3839400" cy="1088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2000"/>
              <a:buNone/>
              <a:defRPr sz="75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53" name="Google Shape;153;p16"/>
          <p:cNvSpPr txBox="1">
            <a:spLocks noGrp="1"/>
          </p:cNvSpPr>
          <p:nvPr>
            <p:ph type="subTitle" idx="1"/>
          </p:nvPr>
        </p:nvSpPr>
        <p:spPr>
          <a:xfrm>
            <a:off x="4567375" y="3056300"/>
            <a:ext cx="3863400" cy="69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1700">
                <a:solidFill>
                  <a:schemeClr val="dk1"/>
                </a:solidFill>
                <a:latin typeface="Catamaran"/>
                <a:ea typeface="Catamaran"/>
                <a:cs typeface="Catamaran"/>
                <a:sym typeface="Catamaran"/>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pic>
        <p:nvPicPr>
          <p:cNvPr id="154" name="Google Shape;154;p16"/>
          <p:cNvPicPr preferRelativeResize="0"/>
          <p:nvPr/>
        </p:nvPicPr>
        <p:blipFill rotWithShape="1">
          <a:blip r:embed="rId2">
            <a:alphaModFix/>
          </a:blip>
          <a:srcRect l="3061" t="37780" r="11424" b="34639"/>
          <a:stretch/>
        </p:blipFill>
        <p:spPr>
          <a:xfrm>
            <a:off x="1547500" y="287300"/>
            <a:ext cx="3073373" cy="557526"/>
          </a:xfrm>
          <a:prstGeom prst="rect">
            <a:avLst/>
          </a:prstGeom>
          <a:noFill/>
          <a:ln>
            <a:noFill/>
          </a:ln>
        </p:spPr>
      </p:pic>
      <p:pic>
        <p:nvPicPr>
          <p:cNvPr id="155" name="Google Shape;155;p16"/>
          <p:cNvPicPr preferRelativeResize="0"/>
          <p:nvPr/>
        </p:nvPicPr>
        <p:blipFill rotWithShape="1">
          <a:blip r:embed="rId3">
            <a:alphaModFix amt="77000"/>
          </a:blip>
          <a:srcRect l="2217" t="17852" r="9074" b="32321"/>
          <a:stretch/>
        </p:blipFill>
        <p:spPr>
          <a:xfrm flipH="1">
            <a:off x="1958405" y="-546878"/>
            <a:ext cx="3524923" cy="1113674"/>
          </a:xfrm>
          <a:prstGeom prst="rect">
            <a:avLst/>
          </a:prstGeom>
          <a:noFill/>
          <a:ln>
            <a:noFill/>
          </a:ln>
        </p:spPr>
      </p:pic>
      <p:pic>
        <p:nvPicPr>
          <p:cNvPr id="156" name="Google Shape;156;p16"/>
          <p:cNvPicPr preferRelativeResize="0"/>
          <p:nvPr/>
        </p:nvPicPr>
        <p:blipFill rotWithShape="1">
          <a:blip r:embed="rId4">
            <a:alphaModFix/>
          </a:blip>
          <a:srcRect l="37412" t="9009" r="30455" b="20771"/>
          <a:stretch/>
        </p:blipFill>
        <p:spPr>
          <a:xfrm>
            <a:off x="-1288250" y="2397113"/>
            <a:ext cx="2210002" cy="2716575"/>
          </a:xfrm>
          <a:prstGeom prst="rect">
            <a:avLst/>
          </a:prstGeom>
          <a:noFill/>
          <a:ln>
            <a:noFill/>
          </a:ln>
        </p:spPr>
      </p:pic>
      <p:sp>
        <p:nvSpPr>
          <p:cNvPr id="157" name="Google Shape;157;p16"/>
          <p:cNvSpPr/>
          <p:nvPr/>
        </p:nvSpPr>
        <p:spPr>
          <a:xfrm>
            <a:off x="8595563" y="-468674"/>
            <a:ext cx="477279" cy="5796145"/>
          </a:xfrm>
          <a:custGeom>
            <a:avLst/>
            <a:gdLst/>
            <a:ahLst/>
            <a:cxnLst/>
            <a:rect l="l" t="t" r="r" b="b"/>
            <a:pathLst>
              <a:path w="7860" h="95453" extrusionOk="0">
                <a:moveTo>
                  <a:pt x="3582" y="28084"/>
                </a:moveTo>
                <a:cubicBezTo>
                  <a:pt x="3748" y="28084"/>
                  <a:pt x="3914" y="28121"/>
                  <a:pt x="4037" y="28254"/>
                </a:cubicBezTo>
                <a:cubicBezTo>
                  <a:pt x="4049" y="28265"/>
                  <a:pt x="4061" y="28301"/>
                  <a:pt x="4061" y="28313"/>
                </a:cubicBezTo>
                <a:cubicBezTo>
                  <a:pt x="4120" y="28361"/>
                  <a:pt x="4132" y="28432"/>
                  <a:pt x="4132" y="28504"/>
                </a:cubicBezTo>
                <a:cubicBezTo>
                  <a:pt x="4156" y="28599"/>
                  <a:pt x="4132" y="28682"/>
                  <a:pt x="4120" y="28754"/>
                </a:cubicBezTo>
                <a:cubicBezTo>
                  <a:pt x="4025" y="29182"/>
                  <a:pt x="3728" y="29575"/>
                  <a:pt x="3454" y="29920"/>
                </a:cubicBezTo>
                <a:cubicBezTo>
                  <a:pt x="2966" y="30540"/>
                  <a:pt x="2335" y="31075"/>
                  <a:pt x="1620" y="31409"/>
                </a:cubicBezTo>
                <a:cubicBezTo>
                  <a:pt x="1471" y="31483"/>
                  <a:pt x="1249" y="31573"/>
                  <a:pt x="1045" y="31573"/>
                </a:cubicBezTo>
                <a:cubicBezTo>
                  <a:pt x="891" y="31573"/>
                  <a:pt x="748" y="31522"/>
                  <a:pt x="656" y="31373"/>
                </a:cubicBezTo>
                <a:cubicBezTo>
                  <a:pt x="549" y="31218"/>
                  <a:pt x="584" y="30980"/>
                  <a:pt x="632" y="30802"/>
                </a:cubicBezTo>
                <a:cubicBezTo>
                  <a:pt x="644" y="30706"/>
                  <a:pt x="691" y="30635"/>
                  <a:pt x="715" y="30563"/>
                </a:cubicBezTo>
                <a:cubicBezTo>
                  <a:pt x="846" y="30004"/>
                  <a:pt x="1180" y="29504"/>
                  <a:pt x="1549" y="29099"/>
                </a:cubicBezTo>
                <a:cubicBezTo>
                  <a:pt x="2049" y="28563"/>
                  <a:pt x="2751" y="28135"/>
                  <a:pt x="3501" y="28087"/>
                </a:cubicBezTo>
                <a:cubicBezTo>
                  <a:pt x="3528" y="28085"/>
                  <a:pt x="3555" y="28084"/>
                  <a:pt x="3582" y="28084"/>
                </a:cubicBezTo>
                <a:close/>
                <a:moveTo>
                  <a:pt x="4752" y="0"/>
                </a:moveTo>
                <a:cubicBezTo>
                  <a:pt x="3799" y="893"/>
                  <a:pt x="3085" y="1953"/>
                  <a:pt x="2442" y="3084"/>
                </a:cubicBezTo>
                <a:cubicBezTo>
                  <a:pt x="2311" y="3143"/>
                  <a:pt x="2251" y="3250"/>
                  <a:pt x="2204" y="3381"/>
                </a:cubicBezTo>
                <a:cubicBezTo>
                  <a:pt x="2120" y="3727"/>
                  <a:pt x="1882" y="3989"/>
                  <a:pt x="1715" y="4298"/>
                </a:cubicBezTo>
                <a:cubicBezTo>
                  <a:pt x="1084" y="5525"/>
                  <a:pt x="608" y="6787"/>
                  <a:pt x="525" y="8156"/>
                </a:cubicBezTo>
                <a:cubicBezTo>
                  <a:pt x="418" y="9775"/>
                  <a:pt x="1013" y="11192"/>
                  <a:pt x="1834" y="12537"/>
                </a:cubicBezTo>
                <a:cubicBezTo>
                  <a:pt x="3037" y="14538"/>
                  <a:pt x="4275" y="16538"/>
                  <a:pt x="5133" y="18740"/>
                </a:cubicBezTo>
                <a:cubicBezTo>
                  <a:pt x="5573" y="19860"/>
                  <a:pt x="5906" y="21003"/>
                  <a:pt x="5990" y="22205"/>
                </a:cubicBezTo>
                <a:cubicBezTo>
                  <a:pt x="6061" y="22717"/>
                  <a:pt x="6061" y="23217"/>
                  <a:pt x="5990" y="23729"/>
                </a:cubicBezTo>
                <a:cubicBezTo>
                  <a:pt x="6025" y="23979"/>
                  <a:pt x="5930" y="24217"/>
                  <a:pt x="5895" y="24455"/>
                </a:cubicBezTo>
                <a:cubicBezTo>
                  <a:pt x="5775" y="25551"/>
                  <a:pt x="5430" y="26587"/>
                  <a:pt x="4978" y="27575"/>
                </a:cubicBezTo>
                <a:cubicBezTo>
                  <a:pt x="4902" y="27727"/>
                  <a:pt x="4826" y="27801"/>
                  <a:pt x="4719" y="27801"/>
                </a:cubicBezTo>
                <a:cubicBezTo>
                  <a:pt x="4658" y="27801"/>
                  <a:pt x="4588" y="27777"/>
                  <a:pt x="4501" y="27730"/>
                </a:cubicBezTo>
                <a:cubicBezTo>
                  <a:pt x="4183" y="27544"/>
                  <a:pt x="3851" y="27479"/>
                  <a:pt x="3507" y="27479"/>
                </a:cubicBezTo>
                <a:cubicBezTo>
                  <a:pt x="3299" y="27479"/>
                  <a:pt x="3086" y="27503"/>
                  <a:pt x="2870" y="27539"/>
                </a:cubicBezTo>
                <a:cubicBezTo>
                  <a:pt x="1418" y="27789"/>
                  <a:pt x="96" y="29480"/>
                  <a:pt x="49" y="30932"/>
                </a:cubicBezTo>
                <a:cubicBezTo>
                  <a:pt x="1" y="31123"/>
                  <a:pt x="1" y="31325"/>
                  <a:pt x="49" y="31540"/>
                </a:cubicBezTo>
                <a:cubicBezTo>
                  <a:pt x="188" y="32078"/>
                  <a:pt x="478" y="32357"/>
                  <a:pt x="918" y="32357"/>
                </a:cubicBezTo>
                <a:cubicBezTo>
                  <a:pt x="1003" y="32357"/>
                  <a:pt x="1095" y="32347"/>
                  <a:pt x="1192" y="32325"/>
                </a:cubicBezTo>
                <a:cubicBezTo>
                  <a:pt x="1501" y="32254"/>
                  <a:pt x="1799" y="32147"/>
                  <a:pt x="2085" y="31968"/>
                </a:cubicBezTo>
                <a:cubicBezTo>
                  <a:pt x="3216" y="31242"/>
                  <a:pt x="3990" y="30170"/>
                  <a:pt x="4740" y="29087"/>
                </a:cubicBezTo>
                <a:cubicBezTo>
                  <a:pt x="4864" y="28907"/>
                  <a:pt x="4962" y="28811"/>
                  <a:pt x="5066" y="28811"/>
                </a:cubicBezTo>
                <a:cubicBezTo>
                  <a:pt x="5162" y="28811"/>
                  <a:pt x="5263" y="28892"/>
                  <a:pt x="5394" y="29063"/>
                </a:cubicBezTo>
                <a:cubicBezTo>
                  <a:pt x="5704" y="29480"/>
                  <a:pt x="6025" y="29885"/>
                  <a:pt x="6264" y="30361"/>
                </a:cubicBezTo>
                <a:cubicBezTo>
                  <a:pt x="6764" y="31373"/>
                  <a:pt x="7180" y="32421"/>
                  <a:pt x="7240" y="33564"/>
                </a:cubicBezTo>
                <a:cubicBezTo>
                  <a:pt x="7299" y="33945"/>
                  <a:pt x="7311" y="34338"/>
                  <a:pt x="7240" y="34719"/>
                </a:cubicBezTo>
                <a:cubicBezTo>
                  <a:pt x="7240" y="35540"/>
                  <a:pt x="7026" y="36314"/>
                  <a:pt x="6764" y="37076"/>
                </a:cubicBezTo>
                <a:cubicBezTo>
                  <a:pt x="6299" y="38445"/>
                  <a:pt x="5537" y="39695"/>
                  <a:pt x="5002" y="41029"/>
                </a:cubicBezTo>
                <a:cubicBezTo>
                  <a:pt x="4466" y="42374"/>
                  <a:pt x="3847" y="43684"/>
                  <a:pt x="3454" y="45077"/>
                </a:cubicBezTo>
                <a:cubicBezTo>
                  <a:pt x="2906" y="47006"/>
                  <a:pt x="2442" y="48935"/>
                  <a:pt x="1894" y="50852"/>
                </a:cubicBezTo>
                <a:cubicBezTo>
                  <a:pt x="1263" y="53078"/>
                  <a:pt x="846" y="55316"/>
                  <a:pt x="703" y="57626"/>
                </a:cubicBezTo>
                <a:cubicBezTo>
                  <a:pt x="632" y="57793"/>
                  <a:pt x="727" y="57995"/>
                  <a:pt x="632" y="58162"/>
                </a:cubicBezTo>
                <a:cubicBezTo>
                  <a:pt x="608" y="59269"/>
                  <a:pt x="549" y="60365"/>
                  <a:pt x="894" y="61424"/>
                </a:cubicBezTo>
                <a:cubicBezTo>
                  <a:pt x="1251" y="62544"/>
                  <a:pt x="1775" y="63532"/>
                  <a:pt x="3108" y="63734"/>
                </a:cubicBezTo>
                <a:cubicBezTo>
                  <a:pt x="3142" y="63738"/>
                  <a:pt x="3176" y="63739"/>
                  <a:pt x="3210" y="63739"/>
                </a:cubicBezTo>
                <a:cubicBezTo>
                  <a:pt x="3411" y="63739"/>
                  <a:pt x="3605" y="63686"/>
                  <a:pt x="3799" y="63686"/>
                </a:cubicBezTo>
                <a:cubicBezTo>
                  <a:pt x="4061" y="63686"/>
                  <a:pt x="4120" y="63758"/>
                  <a:pt x="4037" y="64008"/>
                </a:cubicBezTo>
                <a:cubicBezTo>
                  <a:pt x="3228" y="66068"/>
                  <a:pt x="2894" y="68223"/>
                  <a:pt x="2727" y="70402"/>
                </a:cubicBezTo>
                <a:cubicBezTo>
                  <a:pt x="2656" y="70533"/>
                  <a:pt x="2739" y="70711"/>
                  <a:pt x="2656" y="70842"/>
                </a:cubicBezTo>
                <a:lnTo>
                  <a:pt x="2656" y="72688"/>
                </a:lnTo>
                <a:cubicBezTo>
                  <a:pt x="2632" y="73890"/>
                  <a:pt x="2727" y="75069"/>
                  <a:pt x="3085" y="76236"/>
                </a:cubicBezTo>
                <a:cubicBezTo>
                  <a:pt x="3382" y="77212"/>
                  <a:pt x="3870" y="78105"/>
                  <a:pt x="4275" y="79046"/>
                </a:cubicBezTo>
                <a:cubicBezTo>
                  <a:pt x="4775" y="80260"/>
                  <a:pt x="5228" y="81486"/>
                  <a:pt x="5299" y="82808"/>
                </a:cubicBezTo>
                <a:cubicBezTo>
                  <a:pt x="5406" y="84749"/>
                  <a:pt x="4775" y="86511"/>
                  <a:pt x="4025" y="88261"/>
                </a:cubicBezTo>
                <a:cubicBezTo>
                  <a:pt x="3335" y="89809"/>
                  <a:pt x="2477" y="91261"/>
                  <a:pt x="1501" y="92642"/>
                </a:cubicBezTo>
                <a:cubicBezTo>
                  <a:pt x="1072" y="93273"/>
                  <a:pt x="763" y="93976"/>
                  <a:pt x="715" y="94762"/>
                </a:cubicBezTo>
                <a:cubicBezTo>
                  <a:pt x="703" y="95107"/>
                  <a:pt x="822" y="95321"/>
                  <a:pt x="1144" y="95417"/>
                </a:cubicBezTo>
                <a:cubicBezTo>
                  <a:pt x="1221" y="95440"/>
                  <a:pt x="1293" y="95452"/>
                  <a:pt x="1364" y="95452"/>
                </a:cubicBezTo>
                <a:cubicBezTo>
                  <a:pt x="1436" y="95452"/>
                  <a:pt x="1507" y="95440"/>
                  <a:pt x="1584" y="95417"/>
                </a:cubicBezTo>
                <a:cubicBezTo>
                  <a:pt x="1775" y="95369"/>
                  <a:pt x="1977" y="95345"/>
                  <a:pt x="2180" y="95298"/>
                </a:cubicBezTo>
                <a:cubicBezTo>
                  <a:pt x="2323" y="95250"/>
                  <a:pt x="2382" y="95131"/>
                  <a:pt x="2358" y="94988"/>
                </a:cubicBezTo>
                <a:cubicBezTo>
                  <a:pt x="2323" y="94845"/>
                  <a:pt x="2239" y="94786"/>
                  <a:pt x="2096" y="94774"/>
                </a:cubicBezTo>
                <a:cubicBezTo>
                  <a:pt x="2009" y="94774"/>
                  <a:pt x="1922" y="94768"/>
                  <a:pt x="1834" y="94768"/>
                </a:cubicBezTo>
                <a:cubicBezTo>
                  <a:pt x="1791" y="94768"/>
                  <a:pt x="1747" y="94770"/>
                  <a:pt x="1704" y="94774"/>
                </a:cubicBezTo>
                <a:cubicBezTo>
                  <a:pt x="1652" y="94780"/>
                  <a:pt x="1606" y="94783"/>
                  <a:pt x="1564" y="94783"/>
                </a:cubicBezTo>
                <a:cubicBezTo>
                  <a:pt x="1364" y="94783"/>
                  <a:pt x="1281" y="94698"/>
                  <a:pt x="1370" y="94393"/>
                </a:cubicBezTo>
                <a:cubicBezTo>
                  <a:pt x="1501" y="93869"/>
                  <a:pt x="1727" y="93393"/>
                  <a:pt x="2013" y="92964"/>
                </a:cubicBezTo>
                <a:cubicBezTo>
                  <a:pt x="2954" y="91571"/>
                  <a:pt x="3811" y="90166"/>
                  <a:pt x="4501" y="88630"/>
                </a:cubicBezTo>
                <a:cubicBezTo>
                  <a:pt x="5180" y="87070"/>
                  <a:pt x="5644" y="85439"/>
                  <a:pt x="5811" y="83748"/>
                </a:cubicBezTo>
                <a:cubicBezTo>
                  <a:pt x="5847" y="83463"/>
                  <a:pt x="5847" y="83165"/>
                  <a:pt x="5811" y="82879"/>
                </a:cubicBezTo>
                <a:cubicBezTo>
                  <a:pt x="5728" y="81379"/>
                  <a:pt x="5240" y="80010"/>
                  <a:pt x="4644" y="78641"/>
                </a:cubicBezTo>
                <a:cubicBezTo>
                  <a:pt x="4204" y="77629"/>
                  <a:pt x="3680" y="76652"/>
                  <a:pt x="3406" y="75557"/>
                </a:cubicBezTo>
                <a:cubicBezTo>
                  <a:pt x="3025" y="74009"/>
                  <a:pt x="3156" y="72449"/>
                  <a:pt x="3156" y="70890"/>
                </a:cubicBezTo>
                <a:cubicBezTo>
                  <a:pt x="3228" y="70759"/>
                  <a:pt x="3132" y="70580"/>
                  <a:pt x="3228" y="70437"/>
                </a:cubicBezTo>
                <a:cubicBezTo>
                  <a:pt x="3216" y="69866"/>
                  <a:pt x="3335" y="69282"/>
                  <a:pt x="3406" y="68699"/>
                </a:cubicBezTo>
                <a:cubicBezTo>
                  <a:pt x="3573" y="67306"/>
                  <a:pt x="3859" y="65949"/>
                  <a:pt x="4323" y="64627"/>
                </a:cubicBezTo>
                <a:cubicBezTo>
                  <a:pt x="4561" y="63925"/>
                  <a:pt x="4835" y="63294"/>
                  <a:pt x="5633" y="62913"/>
                </a:cubicBezTo>
                <a:cubicBezTo>
                  <a:pt x="6406" y="62544"/>
                  <a:pt x="6942" y="61805"/>
                  <a:pt x="7276" y="60996"/>
                </a:cubicBezTo>
                <a:cubicBezTo>
                  <a:pt x="7419" y="60662"/>
                  <a:pt x="7716" y="60293"/>
                  <a:pt x="7276" y="59960"/>
                </a:cubicBezTo>
                <a:cubicBezTo>
                  <a:pt x="7198" y="59900"/>
                  <a:pt x="7109" y="59870"/>
                  <a:pt x="7012" y="59870"/>
                </a:cubicBezTo>
                <a:cubicBezTo>
                  <a:pt x="6782" y="59870"/>
                  <a:pt x="6508" y="60038"/>
                  <a:pt x="6240" y="60365"/>
                </a:cubicBezTo>
                <a:cubicBezTo>
                  <a:pt x="5644" y="61079"/>
                  <a:pt x="5037" y="61793"/>
                  <a:pt x="4644" y="62639"/>
                </a:cubicBezTo>
                <a:cubicBezTo>
                  <a:pt x="4561" y="62817"/>
                  <a:pt x="4442" y="62924"/>
                  <a:pt x="4228" y="62996"/>
                </a:cubicBezTo>
                <a:cubicBezTo>
                  <a:pt x="3936" y="63090"/>
                  <a:pt x="3660" y="63137"/>
                  <a:pt x="3402" y="63137"/>
                </a:cubicBezTo>
                <a:cubicBezTo>
                  <a:pt x="2554" y="63137"/>
                  <a:pt x="1902" y="62635"/>
                  <a:pt x="1537" y="61686"/>
                </a:cubicBezTo>
                <a:cubicBezTo>
                  <a:pt x="1120" y="60591"/>
                  <a:pt x="1084" y="59448"/>
                  <a:pt x="1132" y="58281"/>
                </a:cubicBezTo>
                <a:cubicBezTo>
                  <a:pt x="1227" y="58114"/>
                  <a:pt x="1108" y="57912"/>
                  <a:pt x="1203" y="57745"/>
                </a:cubicBezTo>
                <a:cubicBezTo>
                  <a:pt x="1192" y="56388"/>
                  <a:pt x="1465" y="55078"/>
                  <a:pt x="1715" y="53757"/>
                </a:cubicBezTo>
                <a:cubicBezTo>
                  <a:pt x="2073" y="51911"/>
                  <a:pt x="2680" y="50125"/>
                  <a:pt x="3132" y="48292"/>
                </a:cubicBezTo>
                <a:cubicBezTo>
                  <a:pt x="3930" y="45006"/>
                  <a:pt x="5097" y="41850"/>
                  <a:pt x="6597" y="38814"/>
                </a:cubicBezTo>
                <a:cubicBezTo>
                  <a:pt x="7216" y="37540"/>
                  <a:pt x="7633" y="36183"/>
                  <a:pt x="7728" y="34754"/>
                </a:cubicBezTo>
                <a:cubicBezTo>
                  <a:pt x="7800" y="34588"/>
                  <a:pt x="7692" y="34385"/>
                  <a:pt x="7800" y="34219"/>
                </a:cubicBezTo>
                <a:cubicBezTo>
                  <a:pt x="7847" y="34207"/>
                  <a:pt x="7847" y="34159"/>
                  <a:pt x="7847" y="34100"/>
                </a:cubicBezTo>
                <a:cubicBezTo>
                  <a:pt x="7740" y="33909"/>
                  <a:pt x="7859" y="33683"/>
                  <a:pt x="7776" y="33468"/>
                </a:cubicBezTo>
                <a:cubicBezTo>
                  <a:pt x="7549" y="31540"/>
                  <a:pt x="6907" y="29778"/>
                  <a:pt x="5514" y="28373"/>
                </a:cubicBezTo>
                <a:cubicBezTo>
                  <a:pt x="5359" y="28206"/>
                  <a:pt x="5311" y="28099"/>
                  <a:pt x="5418" y="27896"/>
                </a:cubicBezTo>
                <a:cubicBezTo>
                  <a:pt x="6061" y="26432"/>
                  <a:pt x="6502" y="24944"/>
                  <a:pt x="6537" y="23336"/>
                </a:cubicBezTo>
                <a:cubicBezTo>
                  <a:pt x="6585" y="23134"/>
                  <a:pt x="6585" y="22931"/>
                  <a:pt x="6537" y="22729"/>
                </a:cubicBezTo>
                <a:cubicBezTo>
                  <a:pt x="6537" y="21705"/>
                  <a:pt x="6323" y="20705"/>
                  <a:pt x="6025" y="19717"/>
                </a:cubicBezTo>
                <a:cubicBezTo>
                  <a:pt x="5287" y="17300"/>
                  <a:pt x="4037" y="15121"/>
                  <a:pt x="2716" y="12978"/>
                </a:cubicBezTo>
                <a:cubicBezTo>
                  <a:pt x="2120" y="12025"/>
                  <a:pt x="1525" y="11061"/>
                  <a:pt x="1239" y="9954"/>
                </a:cubicBezTo>
                <a:cubicBezTo>
                  <a:pt x="727" y="8037"/>
                  <a:pt x="1227" y="6251"/>
                  <a:pt x="2096" y="4560"/>
                </a:cubicBezTo>
                <a:cubicBezTo>
                  <a:pt x="2882" y="3024"/>
                  <a:pt x="3739" y="1524"/>
                  <a:pt x="4835" y="179"/>
                </a:cubicBezTo>
                <a:cubicBezTo>
                  <a:pt x="4882" y="72"/>
                  <a:pt x="4823" y="36"/>
                  <a:pt x="4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3">
  <p:cSld name="CUSTOM_11">
    <p:spTree>
      <p:nvGrpSpPr>
        <p:cNvPr id="1" name="Shape 158"/>
        <p:cNvGrpSpPr/>
        <p:nvPr/>
      </p:nvGrpSpPr>
      <p:grpSpPr>
        <a:xfrm>
          <a:off x="0" y="0"/>
          <a:ext cx="0" cy="0"/>
          <a:chOff x="0" y="0"/>
          <a:chExt cx="0" cy="0"/>
        </a:xfrm>
      </p:grpSpPr>
      <p:sp>
        <p:nvSpPr>
          <p:cNvPr id="159" name="Google Shape;159;p17">
            <a:hlinkClick r:id="" action="ppaction://noaction"/>
          </p:cNvPr>
          <p:cNvSpPr txBox="1">
            <a:spLocks noGrp="1"/>
          </p:cNvSpPr>
          <p:nvPr>
            <p:ph type="title"/>
          </p:nvPr>
        </p:nvSpPr>
        <p:spPr>
          <a:xfrm>
            <a:off x="3436375" y="1533775"/>
            <a:ext cx="3863400" cy="913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9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0" name="Google Shape;160;p17"/>
          <p:cNvSpPr txBox="1">
            <a:spLocks noGrp="1"/>
          </p:cNvSpPr>
          <p:nvPr>
            <p:ph type="title" idx="2" hasCustomPrompt="1"/>
          </p:nvPr>
        </p:nvSpPr>
        <p:spPr>
          <a:xfrm>
            <a:off x="1844225" y="1709475"/>
            <a:ext cx="16242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75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61" name="Google Shape;161;p17"/>
          <p:cNvSpPr txBox="1">
            <a:spLocks noGrp="1"/>
          </p:cNvSpPr>
          <p:nvPr>
            <p:ph type="subTitle" idx="1"/>
          </p:nvPr>
        </p:nvSpPr>
        <p:spPr>
          <a:xfrm>
            <a:off x="3436375" y="2491650"/>
            <a:ext cx="3863400" cy="69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700">
                <a:solidFill>
                  <a:schemeClr val="dk1"/>
                </a:solidFill>
                <a:latin typeface="Catamaran"/>
                <a:ea typeface="Catamaran"/>
                <a:cs typeface="Catamaran"/>
                <a:sym typeface="Catamaran"/>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pic>
        <p:nvPicPr>
          <p:cNvPr id="162" name="Google Shape;162;p17"/>
          <p:cNvPicPr preferRelativeResize="0"/>
          <p:nvPr/>
        </p:nvPicPr>
        <p:blipFill rotWithShape="1">
          <a:blip r:embed="rId2">
            <a:alphaModFix/>
          </a:blip>
          <a:srcRect l="3061" t="37780" r="11424" b="34639"/>
          <a:stretch/>
        </p:blipFill>
        <p:spPr>
          <a:xfrm>
            <a:off x="653050" y="428925"/>
            <a:ext cx="3073373" cy="557526"/>
          </a:xfrm>
          <a:prstGeom prst="rect">
            <a:avLst/>
          </a:prstGeom>
          <a:noFill/>
          <a:ln>
            <a:noFill/>
          </a:ln>
        </p:spPr>
      </p:pic>
      <p:pic>
        <p:nvPicPr>
          <p:cNvPr id="163" name="Google Shape;163;p17"/>
          <p:cNvPicPr preferRelativeResize="0"/>
          <p:nvPr/>
        </p:nvPicPr>
        <p:blipFill rotWithShape="1">
          <a:blip r:embed="rId3">
            <a:alphaModFix amt="62000"/>
          </a:blip>
          <a:srcRect l="37807" t="9859" r="25038" b="24368"/>
          <a:stretch/>
        </p:blipFill>
        <p:spPr>
          <a:xfrm rot="10800000">
            <a:off x="-1350470" y="-671355"/>
            <a:ext cx="3011203" cy="2998650"/>
          </a:xfrm>
          <a:prstGeom prst="rect">
            <a:avLst/>
          </a:prstGeom>
          <a:noFill/>
          <a:ln>
            <a:noFill/>
          </a:ln>
        </p:spPr>
      </p:pic>
      <p:pic>
        <p:nvPicPr>
          <p:cNvPr id="164" name="Google Shape;164;p17"/>
          <p:cNvPicPr preferRelativeResize="0"/>
          <p:nvPr/>
        </p:nvPicPr>
        <p:blipFill rotWithShape="1">
          <a:blip r:embed="rId4">
            <a:alphaModFix amt="77000"/>
          </a:blip>
          <a:srcRect l="2217" t="17852" r="9074" b="32321"/>
          <a:stretch/>
        </p:blipFill>
        <p:spPr>
          <a:xfrm rot="10800000">
            <a:off x="-1476287" y="-797711"/>
            <a:ext cx="4759008" cy="1503576"/>
          </a:xfrm>
          <a:prstGeom prst="rect">
            <a:avLst/>
          </a:prstGeom>
          <a:noFill/>
          <a:ln>
            <a:noFill/>
          </a:ln>
        </p:spPr>
      </p:pic>
      <p:pic>
        <p:nvPicPr>
          <p:cNvPr id="165" name="Google Shape;165;p17"/>
          <p:cNvPicPr preferRelativeResize="0"/>
          <p:nvPr/>
        </p:nvPicPr>
        <p:blipFill rotWithShape="1">
          <a:blip r:embed="rId5">
            <a:alphaModFix amt="81000"/>
          </a:blip>
          <a:srcRect l="35653" t="26726" r="33387" b="27688"/>
          <a:stretch/>
        </p:blipFill>
        <p:spPr>
          <a:xfrm>
            <a:off x="4029512" y="-1194175"/>
            <a:ext cx="2831026" cy="23445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umbers and text ">
  <p:cSld name="CUSTOM_18">
    <p:spTree>
      <p:nvGrpSpPr>
        <p:cNvPr id="1" name="Shape 166"/>
        <p:cNvGrpSpPr/>
        <p:nvPr/>
      </p:nvGrpSpPr>
      <p:grpSpPr>
        <a:xfrm>
          <a:off x="0" y="0"/>
          <a:ext cx="0" cy="0"/>
          <a:chOff x="0" y="0"/>
          <a:chExt cx="0" cy="0"/>
        </a:xfrm>
      </p:grpSpPr>
      <p:pic>
        <p:nvPicPr>
          <p:cNvPr id="167" name="Google Shape;167;p18"/>
          <p:cNvPicPr preferRelativeResize="0"/>
          <p:nvPr/>
        </p:nvPicPr>
        <p:blipFill rotWithShape="1">
          <a:blip r:embed="rId2">
            <a:alphaModFix/>
          </a:blip>
          <a:srcRect l="37412" t="9009" r="30455" b="20771"/>
          <a:stretch/>
        </p:blipFill>
        <p:spPr>
          <a:xfrm rot="-6533688" flipH="1">
            <a:off x="8076349" y="-105436"/>
            <a:ext cx="1834123" cy="2254523"/>
          </a:xfrm>
          <a:prstGeom prst="rect">
            <a:avLst/>
          </a:prstGeom>
          <a:noFill/>
          <a:ln>
            <a:noFill/>
          </a:ln>
        </p:spPr>
      </p:pic>
      <p:pic>
        <p:nvPicPr>
          <p:cNvPr id="168" name="Google Shape;168;p18"/>
          <p:cNvPicPr preferRelativeResize="0"/>
          <p:nvPr/>
        </p:nvPicPr>
        <p:blipFill rotWithShape="1">
          <a:blip r:embed="rId3">
            <a:alphaModFix amt="74000"/>
          </a:blip>
          <a:srcRect l="37807" t="9859" r="25038" b="24368"/>
          <a:stretch/>
        </p:blipFill>
        <p:spPr>
          <a:xfrm rot="-376461" flipH="1">
            <a:off x="-2060488" y="3404457"/>
            <a:ext cx="3011207" cy="2998649"/>
          </a:xfrm>
          <a:prstGeom prst="rect">
            <a:avLst/>
          </a:prstGeom>
          <a:noFill/>
          <a:ln>
            <a:noFill/>
          </a:ln>
        </p:spPr>
      </p:pic>
      <p:pic>
        <p:nvPicPr>
          <p:cNvPr id="169" name="Google Shape;169;p18"/>
          <p:cNvPicPr preferRelativeResize="0"/>
          <p:nvPr/>
        </p:nvPicPr>
        <p:blipFill rotWithShape="1">
          <a:blip r:embed="rId4">
            <a:alphaModFix amt="63000"/>
          </a:blip>
          <a:srcRect l="70245" t="21324" r="10379" b="61757"/>
          <a:stretch/>
        </p:blipFill>
        <p:spPr>
          <a:xfrm flipH="1">
            <a:off x="8140243" y="2432813"/>
            <a:ext cx="1861526" cy="914250"/>
          </a:xfrm>
          <a:prstGeom prst="rect">
            <a:avLst/>
          </a:prstGeom>
          <a:noFill/>
          <a:ln>
            <a:noFill/>
          </a:ln>
        </p:spPr>
      </p:pic>
      <p:sp>
        <p:nvSpPr>
          <p:cNvPr id="170" name="Google Shape;170;p18"/>
          <p:cNvSpPr/>
          <p:nvPr/>
        </p:nvSpPr>
        <p:spPr>
          <a:xfrm rot="-8100000" flipH="1">
            <a:off x="7470375" y="3161742"/>
            <a:ext cx="1447776" cy="4545153"/>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 name="Google Shape;171;p18"/>
          <p:cNvGrpSpPr/>
          <p:nvPr/>
        </p:nvGrpSpPr>
        <p:grpSpPr>
          <a:xfrm rot="-704396">
            <a:off x="-649396" y="1867778"/>
            <a:ext cx="1716724" cy="1859935"/>
            <a:chOff x="5032175" y="2294450"/>
            <a:chExt cx="1144500" cy="1239975"/>
          </a:xfrm>
        </p:grpSpPr>
        <p:sp>
          <p:nvSpPr>
            <p:cNvPr id="172" name="Google Shape;172;p18"/>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8"/>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8"/>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6" name="Google Shape;176;p18"/>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7" name="Google Shape;177;p18"/>
          <p:cNvSpPr txBox="1">
            <a:spLocks noGrp="1"/>
          </p:cNvSpPr>
          <p:nvPr>
            <p:ph type="subTitle" idx="1"/>
          </p:nvPr>
        </p:nvSpPr>
        <p:spPr>
          <a:xfrm>
            <a:off x="713200" y="3159855"/>
            <a:ext cx="23553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8" name="Google Shape;178;p18"/>
          <p:cNvSpPr txBox="1">
            <a:spLocks noGrp="1"/>
          </p:cNvSpPr>
          <p:nvPr>
            <p:ph type="subTitle" idx="2"/>
          </p:nvPr>
        </p:nvSpPr>
        <p:spPr>
          <a:xfrm>
            <a:off x="3394325" y="3159853"/>
            <a:ext cx="23553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9" name="Google Shape;179;p18"/>
          <p:cNvSpPr txBox="1">
            <a:spLocks noGrp="1"/>
          </p:cNvSpPr>
          <p:nvPr>
            <p:ph type="subTitle" idx="3"/>
          </p:nvPr>
        </p:nvSpPr>
        <p:spPr>
          <a:xfrm>
            <a:off x="713200" y="3525349"/>
            <a:ext cx="23553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0" name="Google Shape;180;p18"/>
          <p:cNvSpPr txBox="1">
            <a:spLocks noGrp="1"/>
          </p:cNvSpPr>
          <p:nvPr>
            <p:ph type="subTitle" idx="4"/>
          </p:nvPr>
        </p:nvSpPr>
        <p:spPr>
          <a:xfrm>
            <a:off x="3394325" y="3525349"/>
            <a:ext cx="23553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1" name="Google Shape;181;p18"/>
          <p:cNvSpPr txBox="1">
            <a:spLocks noGrp="1"/>
          </p:cNvSpPr>
          <p:nvPr>
            <p:ph type="title" idx="5" hasCustomPrompt="1"/>
          </p:nvPr>
        </p:nvSpPr>
        <p:spPr>
          <a:xfrm>
            <a:off x="713350" y="1279400"/>
            <a:ext cx="2355300" cy="538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400" b="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82" name="Google Shape;182;p18"/>
          <p:cNvSpPr txBox="1">
            <a:spLocks noGrp="1"/>
          </p:cNvSpPr>
          <p:nvPr>
            <p:ph type="title" idx="6" hasCustomPrompt="1"/>
          </p:nvPr>
        </p:nvSpPr>
        <p:spPr>
          <a:xfrm>
            <a:off x="3394325" y="1279400"/>
            <a:ext cx="2355300" cy="538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400" b="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83" name="Google Shape;183;p18"/>
          <p:cNvSpPr txBox="1">
            <a:spLocks noGrp="1"/>
          </p:cNvSpPr>
          <p:nvPr>
            <p:ph type="subTitle" idx="7"/>
          </p:nvPr>
        </p:nvSpPr>
        <p:spPr>
          <a:xfrm>
            <a:off x="6075451" y="3142690"/>
            <a:ext cx="23553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4" name="Google Shape;184;p18"/>
          <p:cNvSpPr txBox="1">
            <a:spLocks noGrp="1"/>
          </p:cNvSpPr>
          <p:nvPr>
            <p:ph type="subTitle" idx="8"/>
          </p:nvPr>
        </p:nvSpPr>
        <p:spPr>
          <a:xfrm>
            <a:off x="6075450" y="3525361"/>
            <a:ext cx="23553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5" name="Google Shape;185;p18"/>
          <p:cNvSpPr txBox="1">
            <a:spLocks noGrp="1"/>
          </p:cNvSpPr>
          <p:nvPr>
            <p:ph type="title" idx="9" hasCustomPrompt="1"/>
          </p:nvPr>
        </p:nvSpPr>
        <p:spPr>
          <a:xfrm>
            <a:off x="6075449" y="1279400"/>
            <a:ext cx="2355300" cy="538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400" b="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cSld name="CUSTOM_6">
    <p:spTree>
      <p:nvGrpSpPr>
        <p:cNvPr id="1" name="Shape 186"/>
        <p:cNvGrpSpPr/>
        <p:nvPr/>
      </p:nvGrpSpPr>
      <p:grpSpPr>
        <a:xfrm>
          <a:off x="0" y="0"/>
          <a:ext cx="0" cy="0"/>
          <a:chOff x="0" y="0"/>
          <a:chExt cx="0" cy="0"/>
        </a:xfrm>
      </p:grpSpPr>
      <p:pic>
        <p:nvPicPr>
          <p:cNvPr id="187" name="Google Shape;187;p19"/>
          <p:cNvPicPr preferRelativeResize="0"/>
          <p:nvPr/>
        </p:nvPicPr>
        <p:blipFill rotWithShape="1">
          <a:blip r:embed="rId2">
            <a:alphaModFix amt="47000"/>
          </a:blip>
          <a:srcRect l="36305" t="26731" r="30909" b="23776"/>
          <a:stretch/>
        </p:blipFill>
        <p:spPr>
          <a:xfrm flipH="1">
            <a:off x="11" y="4316546"/>
            <a:ext cx="2772552" cy="2354324"/>
          </a:xfrm>
          <a:prstGeom prst="rect">
            <a:avLst/>
          </a:prstGeom>
          <a:noFill/>
          <a:ln>
            <a:noFill/>
          </a:ln>
        </p:spPr>
      </p:pic>
      <p:pic>
        <p:nvPicPr>
          <p:cNvPr id="188" name="Google Shape;188;p19"/>
          <p:cNvPicPr preferRelativeResize="0"/>
          <p:nvPr/>
        </p:nvPicPr>
        <p:blipFill rotWithShape="1">
          <a:blip r:embed="rId3">
            <a:alphaModFix amt="76000"/>
          </a:blip>
          <a:srcRect l="37412" t="9009" r="30455" b="20771"/>
          <a:stretch/>
        </p:blipFill>
        <p:spPr>
          <a:xfrm>
            <a:off x="-1504947" y="953105"/>
            <a:ext cx="2446373" cy="3007120"/>
          </a:xfrm>
          <a:prstGeom prst="rect">
            <a:avLst/>
          </a:prstGeom>
          <a:noFill/>
          <a:ln>
            <a:noFill/>
          </a:ln>
        </p:spPr>
      </p:pic>
      <p:pic>
        <p:nvPicPr>
          <p:cNvPr id="189" name="Google Shape;189;p19"/>
          <p:cNvPicPr preferRelativeResize="0"/>
          <p:nvPr/>
        </p:nvPicPr>
        <p:blipFill rotWithShape="1">
          <a:blip r:embed="rId4">
            <a:alphaModFix amt="63000"/>
          </a:blip>
          <a:srcRect l="53150" t="21324" r="10379" b="61757"/>
          <a:stretch/>
        </p:blipFill>
        <p:spPr>
          <a:xfrm flipH="1">
            <a:off x="6456128" y="4674150"/>
            <a:ext cx="4267248" cy="1113426"/>
          </a:xfrm>
          <a:prstGeom prst="rect">
            <a:avLst/>
          </a:prstGeom>
          <a:noFill/>
          <a:ln>
            <a:noFill/>
          </a:ln>
        </p:spPr>
      </p:pic>
      <p:grpSp>
        <p:nvGrpSpPr>
          <p:cNvPr id="190" name="Google Shape;190;p19"/>
          <p:cNvGrpSpPr/>
          <p:nvPr/>
        </p:nvGrpSpPr>
        <p:grpSpPr>
          <a:xfrm rot="-3308681">
            <a:off x="8513012" y="2563696"/>
            <a:ext cx="1683129" cy="2875712"/>
            <a:chOff x="4084725" y="1655475"/>
            <a:chExt cx="916200" cy="1565375"/>
          </a:xfrm>
        </p:grpSpPr>
        <p:sp>
          <p:nvSpPr>
            <p:cNvPr id="191" name="Google Shape;191;p19"/>
            <p:cNvSpPr/>
            <p:nvPr/>
          </p:nvSpPr>
          <p:spPr>
            <a:xfrm>
              <a:off x="4084725" y="1655475"/>
              <a:ext cx="916200" cy="1565375"/>
            </a:xfrm>
            <a:custGeom>
              <a:avLst/>
              <a:gdLst/>
              <a:ahLst/>
              <a:cxnLst/>
              <a:rect l="l" t="t" r="r" b="b"/>
              <a:pathLst>
                <a:path w="36648" h="62615" extrusionOk="0">
                  <a:moveTo>
                    <a:pt x="32038" y="113"/>
                  </a:moveTo>
                  <a:cubicBezTo>
                    <a:pt x="32273" y="113"/>
                    <a:pt x="32434" y="295"/>
                    <a:pt x="32528" y="664"/>
                  </a:cubicBezTo>
                  <a:cubicBezTo>
                    <a:pt x="32647" y="1104"/>
                    <a:pt x="32600" y="1557"/>
                    <a:pt x="32505" y="1997"/>
                  </a:cubicBezTo>
                  <a:cubicBezTo>
                    <a:pt x="32255" y="2962"/>
                    <a:pt x="31933" y="3902"/>
                    <a:pt x="31469" y="4795"/>
                  </a:cubicBezTo>
                  <a:cubicBezTo>
                    <a:pt x="31064" y="5581"/>
                    <a:pt x="30635" y="6379"/>
                    <a:pt x="30207" y="7153"/>
                  </a:cubicBezTo>
                  <a:cubicBezTo>
                    <a:pt x="29766" y="7951"/>
                    <a:pt x="29195" y="8665"/>
                    <a:pt x="28611" y="9367"/>
                  </a:cubicBezTo>
                  <a:cubicBezTo>
                    <a:pt x="28278" y="9784"/>
                    <a:pt x="27956" y="10213"/>
                    <a:pt x="27635" y="10629"/>
                  </a:cubicBezTo>
                  <a:cubicBezTo>
                    <a:pt x="27635" y="10641"/>
                    <a:pt x="27623" y="10641"/>
                    <a:pt x="27587" y="10665"/>
                  </a:cubicBezTo>
                  <a:cubicBezTo>
                    <a:pt x="27575" y="10629"/>
                    <a:pt x="27575" y="10618"/>
                    <a:pt x="27563" y="10618"/>
                  </a:cubicBezTo>
                  <a:cubicBezTo>
                    <a:pt x="27647" y="9510"/>
                    <a:pt x="27718" y="8427"/>
                    <a:pt x="27825" y="7331"/>
                  </a:cubicBezTo>
                  <a:cubicBezTo>
                    <a:pt x="27885" y="6653"/>
                    <a:pt x="27980" y="5986"/>
                    <a:pt x="28135" y="5331"/>
                  </a:cubicBezTo>
                  <a:cubicBezTo>
                    <a:pt x="28349" y="4510"/>
                    <a:pt x="28671" y="3736"/>
                    <a:pt x="29076" y="3009"/>
                  </a:cubicBezTo>
                  <a:cubicBezTo>
                    <a:pt x="29540" y="2164"/>
                    <a:pt x="30135" y="1414"/>
                    <a:pt x="30861" y="795"/>
                  </a:cubicBezTo>
                  <a:cubicBezTo>
                    <a:pt x="31100" y="604"/>
                    <a:pt x="31338" y="402"/>
                    <a:pt x="31612" y="259"/>
                  </a:cubicBezTo>
                  <a:cubicBezTo>
                    <a:pt x="31774" y="162"/>
                    <a:pt x="31916" y="113"/>
                    <a:pt x="32038" y="113"/>
                  </a:cubicBezTo>
                  <a:close/>
                  <a:moveTo>
                    <a:pt x="36100" y="8486"/>
                  </a:moveTo>
                  <a:cubicBezTo>
                    <a:pt x="36350" y="8498"/>
                    <a:pt x="36457" y="8629"/>
                    <a:pt x="36386" y="8879"/>
                  </a:cubicBezTo>
                  <a:cubicBezTo>
                    <a:pt x="36338" y="9010"/>
                    <a:pt x="36291" y="9141"/>
                    <a:pt x="36219" y="9260"/>
                  </a:cubicBezTo>
                  <a:cubicBezTo>
                    <a:pt x="35684" y="10141"/>
                    <a:pt x="34993" y="10903"/>
                    <a:pt x="34207" y="11558"/>
                  </a:cubicBezTo>
                  <a:cubicBezTo>
                    <a:pt x="33826" y="11868"/>
                    <a:pt x="33374" y="12058"/>
                    <a:pt x="32909" y="12177"/>
                  </a:cubicBezTo>
                  <a:cubicBezTo>
                    <a:pt x="32219" y="12356"/>
                    <a:pt x="31516" y="12523"/>
                    <a:pt x="30802" y="12665"/>
                  </a:cubicBezTo>
                  <a:cubicBezTo>
                    <a:pt x="29790" y="12880"/>
                    <a:pt x="28766" y="13070"/>
                    <a:pt x="27754" y="13261"/>
                  </a:cubicBezTo>
                  <a:cubicBezTo>
                    <a:pt x="27540" y="13296"/>
                    <a:pt x="27349" y="13356"/>
                    <a:pt x="27135" y="13416"/>
                  </a:cubicBezTo>
                  <a:cubicBezTo>
                    <a:pt x="27135" y="13392"/>
                    <a:pt x="27123" y="13380"/>
                    <a:pt x="27123" y="13368"/>
                  </a:cubicBezTo>
                  <a:cubicBezTo>
                    <a:pt x="27421" y="13046"/>
                    <a:pt x="27718" y="12713"/>
                    <a:pt x="28028" y="12427"/>
                  </a:cubicBezTo>
                  <a:cubicBezTo>
                    <a:pt x="28492" y="11987"/>
                    <a:pt x="28968" y="11546"/>
                    <a:pt x="29445" y="11118"/>
                  </a:cubicBezTo>
                  <a:cubicBezTo>
                    <a:pt x="29873" y="10749"/>
                    <a:pt x="30350" y="10439"/>
                    <a:pt x="30873" y="10225"/>
                  </a:cubicBezTo>
                  <a:cubicBezTo>
                    <a:pt x="32219" y="9677"/>
                    <a:pt x="33552" y="9153"/>
                    <a:pt x="34933" y="8724"/>
                  </a:cubicBezTo>
                  <a:cubicBezTo>
                    <a:pt x="35219" y="8629"/>
                    <a:pt x="35505" y="8570"/>
                    <a:pt x="35791" y="8510"/>
                  </a:cubicBezTo>
                  <a:cubicBezTo>
                    <a:pt x="35886" y="8486"/>
                    <a:pt x="35993" y="8486"/>
                    <a:pt x="36100" y="8486"/>
                  </a:cubicBezTo>
                  <a:close/>
                  <a:moveTo>
                    <a:pt x="18131" y="849"/>
                  </a:moveTo>
                  <a:cubicBezTo>
                    <a:pt x="18269" y="849"/>
                    <a:pt x="18400" y="924"/>
                    <a:pt x="18539" y="1069"/>
                  </a:cubicBezTo>
                  <a:cubicBezTo>
                    <a:pt x="18610" y="1164"/>
                    <a:pt x="18693" y="1259"/>
                    <a:pt x="18753" y="1343"/>
                  </a:cubicBezTo>
                  <a:cubicBezTo>
                    <a:pt x="19193" y="1974"/>
                    <a:pt x="19598" y="2605"/>
                    <a:pt x="19896" y="3319"/>
                  </a:cubicBezTo>
                  <a:cubicBezTo>
                    <a:pt x="20384" y="4498"/>
                    <a:pt x="20896" y="5676"/>
                    <a:pt x="21384" y="6843"/>
                  </a:cubicBezTo>
                  <a:cubicBezTo>
                    <a:pt x="21801" y="7867"/>
                    <a:pt x="21979" y="8915"/>
                    <a:pt x="22146" y="9987"/>
                  </a:cubicBezTo>
                  <a:cubicBezTo>
                    <a:pt x="22301" y="11010"/>
                    <a:pt x="22349" y="12046"/>
                    <a:pt x="22206" y="13070"/>
                  </a:cubicBezTo>
                  <a:cubicBezTo>
                    <a:pt x="22087" y="13844"/>
                    <a:pt x="21884" y="14618"/>
                    <a:pt x="21646" y="15380"/>
                  </a:cubicBezTo>
                  <a:cubicBezTo>
                    <a:pt x="21503" y="15821"/>
                    <a:pt x="21325" y="16273"/>
                    <a:pt x="21170" y="16714"/>
                  </a:cubicBezTo>
                  <a:cubicBezTo>
                    <a:pt x="21098" y="16952"/>
                    <a:pt x="21039" y="17178"/>
                    <a:pt x="20967" y="17416"/>
                  </a:cubicBezTo>
                  <a:cubicBezTo>
                    <a:pt x="20955" y="17452"/>
                    <a:pt x="20932" y="17487"/>
                    <a:pt x="20920" y="17523"/>
                  </a:cubicBezTo>
                  <a:cubicBezTo>
                    <a:pt x="20908" y="17523"/>
                    <a:pt x="20872" y="17535"/>
                    <a:pt x="20860" y="17535"/>
                  </a:cubicBezTo>
                  <a:cubicBezTo>
                    <a:pt x="20848" y="17476"/>
                    <a:pt x="20848" y="17416"/>
                    <a:pt x="20848" y="17368"/>
                  </a:cubicBezTo>
                  <a:cubicBezTo>
                    <a:pt x="20622" y="16642"/>
                    <a:pt x="20313" y="15952"/>
                    <a:pt x="19943" y="15285"/>
                  </a:cubicBezTo>
                  <a:cubicBezTo>
                    <a:pt x="19658" y="14761"/>
                    <a:pt x="19360" y="14261"/>
                    <a:pt x="19050" y="13773"/>
                  </a:cubicBezTo>
                  <a:cubicBezTo>
                    <a:pt x="18122" y="12284"/>
                    <a:pt x="17515" y="10665"/>
                    <a:pt x="17169" y="8927"/>
                  </a:cubicBezTo>
                  <a:cubicBezTo>
                    <a:pt x="16824" y="7189"/>
                    <a:pt x="16669" y="5450"/>
                    <a:pt x="16812" y="3676"/>
                  </a:cubicBezTo>
                  <a:cubicBezTo>
                    <a:pt x="16872" y="3057"/>
                    <a:pt x="16991" y="2450"/>
                    <a:pt x="17217" y="1866"/>
                  </a:cubicBezTo>
                  <a:cubicBezTo>
                    <a:pt x="17300" y="1640"/>
                    <a:pt x="17443" y="1426"/>
                    <a:pt x="17562" y="1224"/>
                  </a:cubicBezTo>
                  <a:cubicBezTo>
                    <a:pt x="17598" y="1152"/>
                    <a:pt x="17657" y="1093"/>
                    <a:pt x="17741" y="1033"/>
                  </a:cubicBezTo>
                  <a:cubicBezTo>
                    <a:pt x="17881" y="909"/>
                    <a:pt x="18009" y="849"/>
                    <a:pt x="18131" y="849"/>
                  </a:cubicBezTo>
                  <a:close/>
                  <a:moveTo>
                    <a:pt x="26007" y="23434"/>
                  </a:moveTo>
                  <a:cubicBezTo>
                    <a:pt x="26186" y="23434"/>
                    <a:pt x="26368" y="23444"/>
                    <a:pt x="26551" y="23464"/>
                  </a:cubicBezTo>
                  <a:cubicBezTo>
                    <a:pt x="27004" y="23524"/>
                    <a:pt x="27468" y="23560"/>
                    <a:pt x="27933" y="23643"/>
                  </a:cubicBezTo>
                  <a:cubicBezTo>
                    <a:pt x="28647" y="23762"/>
                    <a:pt x="29373" y="23893"/>
                    <a:pt x="30099" y="24012"/>
                  </a:cubicBezTo>
                  <a:cubicBezTo>
                    <a:pt x="30415" y="24062"/>
                    <a:pt x="30730" y="24083"/>
                    <a:pt x="31046" y="24083"/>
                  </a:cubicBezTo>
                  <a:cubicBezTo>
                    <a:pt x="31183" y="24083"/>
                    <a:pt x="31320" y="24079"/>
                    <a:pt x="31457" y="24072"/>
                  </a:cubicBezTo>
                  <a:lnTo>
                    <a:pt x="31635" y="24072"/>
                  </a:lnTo>
                  <a:cubicBezTo>
                    <a:pt x="31635" y="24084"/>
                    <a:pt x="31647" y="24095"/>
                    <a:pt x="31647" y="24119"/>
                  </a:cubicBezTo>
                  <a:cubicBezTo>
                    <a:pt x="31576" y="24143"/>
                    <a:pt x="31504" y="24179"/>
                    <a:pt x="31421" y="24191"/>
                  </a:cubicBezTo>
                  <a:cubicBezTo>
                    <a:pt x="30457" y="24453"/>
                    <a:pt x="29457" y="24595"/>
                    <a:pt x="28468" y="24679"/>
                  </a:cubicBezTo>
                  <a:cubicBezTo>
                    <a:pt x="27492" y="24750"/>
                    <a:pt x="26516" y="24810"/>
                    <a:pt x="25551" y="24869"/>
                  </a:cubicBezTo>
                  <a:cubicBezTo>
                    <a:pt x="24456" y="24953"/>
                    <a:pt x="23384" y="25072"/>
                    <a:pt x="22349" y="25429"/>
                  </a:cubicBezTo>
                  <a:cubicBezTo>
                    <a:pt x="21979" y="25560"/>
                    <a:pt x="21622" y="25727"/>
                    <a:pt x="21289" y="25929"/>
                  </a:cubicBezTo>
                  <a:cubicBezTo>
                    <a:pt x="20991" y="26119"/>
                    <a:pt x="20694" y="26334"/>
                    <a:pt x="20396" y="26524"/>
                  </a:cubicBezTo>
                  <a:cubicBezTo>
                    <a:pt x="20348" y="26560"/>
                    <a:pt x="20301" y="26596"/>
                    <a:pt x="20241" y="26631"/>
                  </a:cubicBezTo>
                  <a:cubicBezTo>
                    <a:pt x="20241" y="26620"/>
                    <a:pt x="20217" y="26620"/>
                    <a:pt x="20217" y="26596"/>
                  </a:cubicBezTo>
                  <a:lnTo>
                    <a:pt x="20301" y="26524"/>
                  </a:lnTo>
                  <a:cubicBezTo>
                    <a:pt x="21241" y="25524"/>
                    <a:pt x="22301" y="24679"/>
                    <a:pt x="23539" y="24060"/>
                  </a:cubicBezTo>
                  <a:cubicBezTo>
                    <a:pt x="24328" y="23665"/>
                    <a:pt x="25142" y="23434"/>
                    <a:pt x="26007" y="23434"/>
                  </a:cubicBezTo>
                  <a:close/>
                  <a:moveTo>
                    <a:pt x="32275" y="17767"/>
                  </a:moveTo>
                  <a:cubicBezTo>
                    <a:pt x="32407" y="17767"/>
                    <a:pt x="32539" y="17769"/>
                    <a:pt x="32671" y="17773"/>
                  </a:cubicBezTo>
                  <a:cubicBezTo>
                    <a:pt x="33362" y="17785"/>
                    <a:pt x="34040" y="17880"/>
                    <a:pt x="34695" y="18071"/>
                  </a:cubicBezTo>
                  <a:cubicBezTo>
                    <a:pt x="35029" y="18178"/>
                    <a:pt x="35350" y="18309"/>
                    <a:pt x="35648" y="18488"/>
                  </a:cubicBezTo>
                  <a:cubicBezTo>
                    <a:pt x="36219" y="18833"/>
                    <a:pt x="36422" y="19440"/>
                    <a:pt x="36231" y="20083"/>
                  </a:cubicBezTo>
                  <a:cubicBezTo>
                    <a:pt x="36124" y="20464"/>
                    <a:pt x="35922" y="20797"/>
                    <a:pt x="35684" y="21119"/>
                  </a:cubicBezTo>
                  <a:cubicBezTo>
                    <a:pt x="34969" y="22107"/>
                    <a:pt x="34076" y="22881"/>
                    <a:pt x="33052" y="23500"/>
                  </a:cubicBezTo>
                  <a:cubicBezTo>
                    <a:pt x="32766" y="23679"/>
                    <a:pt x="32445" y="23786"/>
                    <a:pt x="32112" y="23845"/>
                  </a:cubicBezTo>
                  <a:cubicBezTo>
                    <a:pt x="31790" y="23896"/>
                    <a:pt x="31471" y="23918"/>
                    <a:pt x="31153" y="23918"/>
                  </a:cubicBezTo>
                  <a:cubicBezTo>
                    <a:pt x="30646" y="23918"/>
                    <a:pt x="30145" y="23862"/>
                    <a:pt x="29647" y="23774"/>
                  </a:cubicBezTo>
                  <a:cubicBezTo>
                    <a:pt x="28599" y="23583"/>
                    <a:pt x="27540" y="23381"/>
                    <a:pt x="26492" y="23298"/>
                  </a:cubicBezTo>
                  <a:cubicBezTo>
                    <a:pt x="26327" y="23282"/>
                    <a:pt x="26164" y="23275"/>
                    <a:pt x="26002" y="23275"/>
                  </a:cubicBezTo>
                  <a:cubicBezTo>
                    <a:pt x="25168" y="23275"/>
                    <a:pt x="24368" y="23477"/>
                    <a:pt x="23611" y="23845"/>
                  </a:cubicBezTo>
                  <a:cubicBezTo>
                    <a:pt x="22360" y="24453"/>
                    <a:pt x="21289" y="25286"/>
                    <a:pt x="20324" y="26262"/>
                  </a:cubicBezTo>
                  <a:cubicBezTo>
                    <a:pt x="19836" y="26751"/>
                    <a:pt x="19348" y="27215"/>
                    <a:pt x="18848" y="27691"/>
                  </a:cubicBezTo>
                  <a:cubicBezTo>
                    <a:pt x="18812" y="27727"/>
                    <a:pt x="18753" y="27774"/>
                    <a:pt x="18705" y="27822"/>
                  </a:cubicBezTo>
                  <a:lnTo>
                    <a:pt x="18669" y="27786"/>
                  </a:lnTo>
                  <a:cubicBezTo>
                    <a:pt x="18812" y="27548"/>
                    <a:pt x="18943" y="27298"/>
                    <a:pt x="19086" y="27048"/>
                  </a:cubicBezTo>
                  <a:cubicBezTo>
                    <a:pt x="20813" y="24214"/>
                    <a:pt x="23015" y="21857"/>
                    <a:pt x="25682" y="19916"/>
                  </a:cubicBezTo>
                  <a:cubicBezTo>
                    <a:pt x="27647" y="18493"/>
                    <a:pt x="29858" y="17767"/>
                    <a:pt x="32275" y="17767"/>
                  </a:cubicBezTo>
                  <a:close/>
                  <a:moveTo>
                    <a:pt x="11058" y="13217"/>
                  </a:moveTo>
                  <a:cubicBezTo>
                    <a:pt x="11163" y="13217"/>
                    <a:pt x="11271" y="13231"/>
                    <a:pt x="11383" y="13261"/>
                  </a:cubicBezTo>
                  <a:cubicBezTo>
                    <a:pt x="11681" y="13356"/>
                    <a:pt x="11931" y="13499"/>
                    <a:pt x="12169" y="13701"/>
                  </a:cubicBezTo>
                  <a:cubicBezTo>
                    <a:pt x="12478" y="13951"/>
                    <a:pt x="12728" y="14237"/>
                    <a:pt x="12966" y="14547"/>
                  </a:cubicBezTo>
                  <a:cubicBezTo>
                    <a:pt x="13967" y="15856"/>
                    <a:pt x="14717" y="17297"/>
                    <a:pt x="15193" y="18880"/>
                  </a:cubicBezTo>
                  <a:cubicBezTo>
                    <a:pt x="15883" y="21178"/>
                    <a:pt x="16288" y="23560"/>
                    <a:pt x="16407" y="25977"/>
                  </a:cubicBezTo>
                  <a:cubicBezTo>
                    <a:pt x="16443" y="26715"/>
                    <a:pt x="16479" y="27465"/>
                    <a:pt x="16526" y="28203"/>
                  </a:cubicBezTo>
                  <a:lnTo>
                    <a:pt x="16526" y="28536"/>
                  </a:lnTo>
                  <a:lnTo>
                    <a:pt x="16479" y="28536"/>
                  </a:lnTo>
                  <a:cubicBezTo>
                    <a:pt x="16395" y="28382"/>
                    <a:pt x="16312" y="28251"/>
                    <a:pt x="16217" y="28108"/>
                  </a:cubicBezTo>
                  <a:cubicBezTo>
                    <a:pt x="15848" y="27524"/>
                    <a:pt x="15383" y="27012"/>
                    <a:pt x="14883" y="26536"/>
                  </a:cubicBezTo>
                  <a:cubicBezTo>
                    <a:pt x="13895" y="25608"/>
                    <a:pt x="13050" y="24548"/>
                    <a:pt x="12288" y="23417"/>
                  </a:cubicBezTo>
                  <a:cubicBezTo>
                    <a:pt x="11823" y="22714"/>
                    <a:pt x="11454" y="21988"/>
                    <a:pt x="11180" y="21214"/>
                  </a:cubicBezTo>
                  <a:cubicBezTo>
                    <a:pt x="10549" y="19357"/>
                    <a:pt x="10014" y="17476"/>
                    <a:pt x="9752" y="15511"/>
                  </a:cubicBezTo>
                  <a:cubicBezTo>
                    <a:pt x="9728" y="15213"/>
                    <a:pt x="9692" y="14928"/>
                    <a:pt x="9680" y="14630"/>
                  </a:cubicBezTo>
                  <a:cubicBezTo>
                    <a:pt x="9668" y="14475"/>
                    <a:pt x="9668" y="14320"/>
                    <a:pt x="9692" y="14154"/>
                  </a:cubicBezTo>
                  <a:cubicBezTo>
                    <a:pt x="9740" y="13856"/>
                    <a:pt x="9895" y="13618"/>
                    <a:pt x="10168" y="13475"/>
                  </a:cubicBezTo>
                  <a:cubicBezTo>
                    <a:pt x="10462" y="13333"/>
                    <a:pt x="10748" y="13217"/>
                    <a:pt x="11058" y="13217"/>
                  </a:cubicBezTo>
                  <a:close/>
                  <a:moveTo>
                    <a:pt x="7125" y="29645"/>
                  </a:moveTo>
                  <a:cubicBezTo>
                    <a:pt x="7427" y="29645"/>
                    <a:pt x="7730" y="29660"/>
                    <a:pt x="8037" y="29691"/>
                  </a:cubicBezTo>
                  <a:cubicBezTo>
                    <a:pt x="9609" y="29894"/>
                    <a:pt x="11109" y="30346"/>
                    <a:pt x="12526" y="31096"/>
                  </a:cubicBezTo>
                  <a:cubicBezTo>
                    <a:pt x="12752" y="31215"/>
                    <a:pt x="12978" y="31346"/>
                    <a:pt x="13193" y="31477"/>
                  </a:cubicBezTo>
                  <a:cubicBezTo>
                    <a:pt x="13252" y="31513"/>
                    <a:pt x="13312" y="31573"/>
                    <a:pt x="13359" y="31620"/>
                  </a:cubicBezTo>
                  <a:cubicBezTo>
                    <a:pt x="10751" y="30642"/>
                    <a:pt x="8068" y="30279"/>
                    <a:pt x="5326" y="30279"/>
                  </a:cubicBezTo>
                  <a:cubicBezTo>
                    <a:pt x="4764" y="30279"/>
                    <a:pt x="4199" y="30294"/>
                    <a:pt x="3632" y="30322"/>
                  </a:cubicBezTo>
                  <a:cubicBezTo>
                    <a:pt x="4773" y="29885"/>
                    <a:pt x="5929" y="29645"/>
                    <a:pt x="7125" y="29645"/>
                  </a:cubicBezTo>
                  <a:close/>
                  <a:moveTo>
                    <a:pt x="5900" y="28785"/>
                  </a:moveTo>
                  <a:cubicBezTo>
                    <a:pt x="6981" y="28785"/>
                    <a:pt x="8063" y="28903"/>
                    <a:pt x="9144" y="29132"/>
                  </a:cubicBezTo>
                  <a:cubicBezTo>
                    <a:pt x="10145" y="29334"/>
                    <a:pt x="11097" y="29632"/>
                    <a:pt x="12026" y="30072"/>
                  </a:cubicBezTo>
                  <a:cubicBezTo>
                    <a:pt x="12824" y="30453"/>
                    <a:pt x="13574" y="30906"/>
                    <a:pt x="14228" y="31501"/>
                  </a:cubicBezTo>
                  <a:cubicBezTo>
                    <a:pt x="14538" y="31775"/>
                    <a:pt x="14788" y="32108"/>
                    <a:pt x="15026" y="32454"/>
                  </a:cubicBezTo>
                  <a:cubicBezTo>
                    <a:pt x="15062" y="32489"/>
                    <a:pt x="15074" y="32537"/>
                    <a:pt x="15121" y="32608"/>
                  </a:cubicBezTo>
                  <a:cubicBezTo>
                    <a:pt x="14836" y="32406"/>
                    <a:pt x="14586" y="32215"/>
                    <a:pt x="14324" y="32037"/>
                  </a:cubicBezTo>
                  <a:cubicBezTo>
                    <a:pt x="13812" y="31692"/>
                    <a:pt x="13288" y="31334"/>
                    <a:pt x="12752" y="31025"/>
                  </a:cubicBezTo>
                  <a:cubicBezTo>
                    <a:pt x="12109" y="30644"/>
                    <a:pt x="11430" y="30370"/>
                    <a:pt x="10716" y="30132"/>
                  </a:cubicBezTo>
                  <a:cubicBezTo>
                    <a:pt x="9716" y="29787"/>
                    <a:pt x="8692" y="29572"/>
                    <a:pt x="7644" y="29501"/>
                  </a:cubicBezTo>
                  <a:cubicBezTo>
                    <a:pt x="7419" y="29485"/>
                    <a:pt x="7196" y="29477"/>
                    <a:pt x="6975" y="29477"/>
                  </a:cubicBezTo>
                  <a:cubicBezTo>
                    <a:pt x="6211" y="29477"/>
                    <a:pt x="5466" y="29574"/>
                    <a:pt x="4727" y="29787"/>
                  </a:cubicBezTo>
                  <a:cubicBezTo>
                    <a:pt x="4144" y="29953"/>
                    <a:pt x="3584" y="30132"/>
                    <a:pt x="3013" y="30275"/>
                  </a:cubicBezTo>
                  <a:cubicBezTo>
                    <a:pt x="2298" y="30465"/>
                    <a:pt x="1572" y="30513"/>
                    <a:pt x="834" y="30513"/>
                  </a:cubicBezTo>
                  <a:cubicBezTo>
                    <a:pt x="727" y="30513"/>
                    <a:pt x="608" y="30501"/>
                    <a:pt x="501" y="30465"/>
                  </a:cubicBezTo>
                  <a:cubicBezTo>
                    <a:pt x="429" y="30453"/>
                    <a:pt x="358" y="30406"/>
                    <a:pt x="298" y="30382"/>
                  </a:cubicBezTo>
                  <a:cubicBezTo>
                    <a:pt x="262" y="30251"/>
                    <a:pt x="310" y="30168"/>
                    <a:pt x="381" y="30108"/>
                  </a:cubicBezTo>
                  <a:cubicBezTo>
                    <a:pt x="453" y="30049"/>
                    <a:pt x="536" y="30013"/>
                    <a:pt x="608" y="29965"/>
                  </a:cubicBezTo>
                  <a:cubicBezTo>
                    <a:pt x="1489" y="29501"/>
                    <a:pt x="2406" y="29156"/>
                    <a:pt x="3394" y="29001"/>
                  </a:cubicBezTo>
                  <a:cubicBezTo>
                    <a:pt x="4229" y="28856"/>
                    <a:pt x="5064" y="28785"/>
                    <a:pt x="5900" y="28785"/>
                  </a:cubicBezTo>
                  <a:close/>
                  <a:moveTo>
                    <a:pt x="22417" y="30566"/>
                  </a:moveTo>
                  <a:cubicBezTo>
                    <a:pt x="22825" y="30566"/>
                    <a:pt x="23221" y="30666"/>
                    <a:pt x="23587" y="30882"/>
                  </a:cubicBezTo>
                  <a:cubicBezTo>
                    <a:pt x="23968" y="31108"/>
                    <a:pt x="24158" y="31465"/>
                    <a:pt x="24146" y="31930"/>
                  </a:cubicBezTo>
                  <a:cubicBezTo>
                    <a:pt x="24123" y="32418"/>
                    <a:pt x="23992" y="32882"/>
                    <a:pt x="23813" y="33323"/>
                  </a:cubicBezTo>
                  <a:cubicBezTo>
                    <a:pt x="23527" y="34025"/>
                    <a:pt x="23146" y="34680"/>
                    <a:pt x="22730" y="35311"/>
                  </a:cubicBezTo>
                  <a:cubicBezTo>
                    <a:pt x="21515" y="37180"/>
                    <a:pt x="19920" y="38704"/>
                    <a:pt x="18169" y="40050"/>
                  </a:cubicBezTo>
                  <a:cubicBezTo>
                    <a:pt x="17562" y="40514"/>
                    <a:pt x="16895" y="40967"/>
                    <a:pt x="16288" y="41443"/>
                  </a:cubicBezTo>
                  <a:cubicBezTo>
                    <a:pt x="15788" y="41824"/>
                    <a:pt x="15324" y="42241"/>
                    <a:pt x="14848" y="42669"/>
                  </a:cubicBezTo>
                  <a:cubicBezTo>
                    <a:pt x="14550" y="42943"/>
                    <a:pt x="14300" y="43264"/>
                    <a:pt x="14097" y="43622"/>
                  </a:cubicBezTo>
                  <a:cubicBezTo>
                    <a:pt x="14086" y="43657"/>
                    <a:pt x="14062" y="43681"/>
                    <a:pt x="14026" y="43717"/>
                  </a:cubicBezTo>
                  <a:cubicBezTo>
                    <a:pt x="14014" y="43717"/>
                    <a:pt x="14002" y="43705"/>
                    <a:pt x="13990" y="43705"/>
                  </a:cubicBezTo>
                  <a:cubicBezTo>
                    <a:pt x="14074" y="43145"/>
                    <a:pt x="14145" y="42586"/>
                    <a:pt x="14205" y="42038"/>
                  </a:cubicBezTo>
                  <a:cubicBezTo>
                    <a:pt x="14502" y="40264"/>
                    <a:pt x="14859" y="38526"/>
                    <a:pt x="15288" y="36776"/>
                  </a:cubicBezTo>
                  <a:cubicBezTo>
                    <a:pt x="15491" y="36037"/>
                    <a:pt x="15681" y="35275"/>
                    <a:pt x="15860" y="34537"/>
                  </a:cubicBezTo>
                  <a:cubicBezTo>
                    <a:pt x="15883" y="34418"/>
                    <a:pt x="15943" y="34311"/>
                    <a:pt x="16038" y="34216"/>
                  </a:cubicBezTo>
                  <a:cubicBezTo>
                    <a:pt x="17336" y="32954"/>
                    <a:pt x="18789" y="31918"/>
                    <a:pt x="20408" y="31144"/>
                  </a:cubicBezTo>
                  <a:cubicBezTo>
                    <a:pt x="20884" y="30918"/>
                    <a:pt x="21384" y="30727"/>
                    <a:pt x="21884" y="30620"/>
                  </a:cubicBezTo>
                  <a:cubicBezTo>
                    <a:pt x="22063" y="30584"/>
                    <a:pt x="22242" y="30566"/>
                    <a:pt x="22417" y="30566"/>
                  </a:cubicBezTo>
                  <a:close/>
                  <a:moveTo>
                    <a:pt x="15657" y="34716"/>
                  </a:moveTo>
                  <a:cubicBezTo>
                    <a:pt x="14800" y="37990"/>
                    <a:pt x="14074" y="41276"/>
                    <a:pt x="13705" y="44634"/>
                  </a:cubicBezTo>
                  <a:lnTo>
                    <a:pt x="13645" y="44634"/>
                  </a:lnTo>
                  <a:cubicBezTo>
                    <a:pt x="13586" y="44407"/>
                    <a:pt x="13502" y="44193"/>
                    <a:pt x="13466" y="44003"/>
                  </a:cubicBezTo>
                  <a:cubicBezTo>
                    <a:pt x="13276" y="43122"/>
                    <a:pt x="13109" y="42229"/>
                    <a:pt x="13074" y="41336"/>
                  </a:cubicBezTo>
                  <a:cubicBezTo>
                    <a:pt x="13026" y="39752"/>
                    <a:pt x="13324" y="38252"/>
                    <a:pt x="14062" y="36835"/>
                  </a:cubicBezTo>
                  <a:cubicBezTo>
                    <a:pt x="14431" y="36097"/>
                    <a:pt x="14907" y="35442"/>
                    <a:pt x="15455" y="34847"/>
                  </a:cubicBezTo>
                  <a:lnTo>
                    <a:pt x="15574" y="34728"/>
                  </a:lnTo>
                  <a:cubicBezTo>
                    <a:pt x="15586" y="34716"/>
                    <a:pt x="15610" y="34716"/>
                    <a:pt x="15657" y="34716"/>
                  </a:cubicBezTo>
                  <a:close/>
                  <a:moveTo>
                    <a:pt x="27142" y="36639"/>
                  </a:moveTo>
                  <a:cubicBezTo>
                    <a:pt x="27246" y="36639"/>
                    <a:pt x="27351" y="36654"/>
                    <a:pt x="27456" y="36680"/>
                  </a:cubicBezTo>
                  <a:cubicBezTo>
                    <a:pt x="27730" y="36740"/>
                    <a:pt x="27873" y="36895"/>
                    <a:pt x="27825" y="37180"/>
                  </a:cubicBezTo>
                  <a:cubicBezTo>
                    <a:pt x="27778" y="37454"/>
                    <a:pt x="27694" y="37716"/>
                    <a:pt x="27587" y="37966"/>
                  </a:cubicBezTo>
                  <a:cubicBezTo>
                    <a:pt x="27337" y="38609"/>
                    <a:pt x="26897" y="39133"/>
                    <a:pt x="26385" y="39574"/>
                  </a:cubicBezTo>
                  <a:cubicBezTo>
                    <a:pt x="25599" y="40252"/>
                    <a:pt x="24730" y="40800"/>
                    <a:pt x="23837" y="41288"/>
                  </a:cubicBezTo>
                  <a:cubicBezTo>
                    <a:pt x="22634" y="41955"/>
                    <a:pt x="21408" y="42633"/>
                    <a:pt x="20193" y="43288"/>
                  </a:cubicBezTo>
                  <a:cubicBezTo>
                    <a:pt x="18729" y="44062"/>
                    <a:pt x="17479" y="45086"/>
                    <a:pt x="16383" y="46301"/>
                  </a:cubicBezTo>
                  <a:lnTo>
                    <a:pt x="16253" y="46443"/>
                  </a:lnTo>
                  <a:cubicBezTo>
                    <a:pt x="16229" y="46455"/>
                    <a:pt x="16217" y="46455"/>
                    <a:pt x="16181" y="46467"/>
                  </a:cubicBezTo>
                  <a:cubicBezTo>
                    <a:pt x="16372" y="46039"/>
                    <a:pt x="16526" y="45622"/>
                    <a:pt x="16705" y="45217"/>
                  </a:cubicBezTo>
                  <a:cubicBezTo>
                    <a:pt x="16931" y="44753"/>
                    <a:pt x="17169" y="44312"/>
                    <a:pt x="17407" y="43848"/>
                  </a:cubicBezTo>
                  <a:cubicBezTo>
                    <a:pt x="18193" y="42348"/>
                    <a:pt x="19336" y="41157"/>
                    <a:pt x="20753" y="40252"/>
                  </a:cubicBezTo>
                  <a:cubicBezTo>
                    <a:pt x="22432" y="39181"/>
                    <a:pt x="24146" y="38180"/>
                    <a:pt x="25849" y="37157"/>
                  </a:cubicBezTo>
                  <a:cubicBezTo>
                    <a:pt x="26123" y="36978"/>
                    <a:pt x="26444" y="36859"/>
                    <a:pt x="26754" y="36716"/>
                  </a:cubicBezTo>
                  <a:cubicBezTo>
                    <a:pt x="26880" y="36663"/>
                    <a:pt x="27010" y="36639"/>
                    <a:pt x="27142" y="36639"/>
                  </a:cubicBezTo>
                  <a:close/>
                  <a:moveTo>
                    <a:pt x="23849" y="45360"/>
                  </a:moveTo>
                  <a:cubicBezTo>
                    <a:pt x="25027" y="45360"/>
                    <a:pt x="26206" y="45384"/>
                    <a:pt x="27385" y="45396"/>
                  </a:cubicBezTo>
                  <a:cubicBezTo>
                    <a:pt x="27635" y="45396"/>
                    <a:pt x="27873" y="45431"/>
                    <a:pt x="28111" y="45467"/>
                  </a:cubicBezTo>
                  <a:cubicBezTo>
                    <a:pt x="28492" y="45550"/>
                    <a:pt x="28611" y="45884"/>
                    <a:pt x="28397" y="46217"/>
                  </a:cubicBezTo>
                  <a:lnTo>
                    <a:pt x="28349" y="46253"/>
                  </a:lnTo>
                  <a:cubicBezTo>
                    <a:pt x="27361" y="47408"/>
                    <a:pt x="26170" y="48206"/>
                    <a:pt x="24670" y="48491"/>
                  </a:cubicBezTo>
                  <a:cubicBezTo>
                    <a:pt x="23603" y="48681"/>
                    <a:pt x="22542" y="48808"/>
                    <a:pt x="21467" y="48808"/>
                  </a:cubicBezTo>
                  <a:cubicBezTo>
                    <a:pt x="20994" y="48808"/>
                    <a:pt x="20519" y="48784"/>
                    <a:pt x="20039" y="48729"/>
                  </a:cubicBezTo>
                  <a:cubicBezTo>
                    <a:pt x="19282" y="48638"/>
                    <a:pt x="18498" y="48582"/>
                    <a:pt x="17717" y="48582"/>
                  </a:cubicBezTo>
                  <a:cubicBezTo>
                    <a:pt x="17478" y="48582"/>
                    <a:pt x="17240" y="48587"/>
                    <a:pt x="17003" y="48598"/>
                  </a:cubicBezTo>
                  <a:cubicBezTo>
                    <a:pt x="16979" y="48598"/>
                    <a:pt x="16943" y="48575"/>
                    <a:pt x="16907" y="48575"/>
                  </a:cubicBezTo>
                  <a:cubicBezTo>
                    <a:pt x="16921" y="48554"/>
                    <a:pt x="16927" y="48541"/>
                    <a:pt x="16929" y="48541"/>
                  </a:cubicBezTo>
                  <a:cubicBezTo>
                    <a:pt x="16931" y="48541"/>
                    <a:pt x="16931" y="48548"/>
                    <a:pt x="16931" y="48563"/>
                  </a:cubicBezTo>
                  <a:cubicBezTo>
                    <a:pt x="17693" y="48086"/>
                    <a:pt x="18360" y="47479"/>
                    <a:pt x="19074" y="46943"/>
                  </a:cubicBezTo>
                  <a:cubicBezTo>
                    <a:pt x="19408" y="46693"/>
                    <a:pt x="19729" y="46467"/>
                    <a:pt x="20074" y="46241"/>
                  </a:cubicBezTo>
                  <a:cubicBezTo>
                    <a:pt x="20551" y="45920"/>
                    <a:pt x="21086" y="45705"/>
                    <a:pt x="21646" y="45598"/>
                  </a:cubicBezTo>
                  <a:cubicBezTo>
                    <a:pt x="22372" y="45455"/>
                    <a:pt x="23111" y="45360"/>
                    <a:pt x="23849" y="45360"/>
                  </a:cubicBezTo>
                  <a:close/>
                  <a:moveTo>
                    <a:pt x="7136" y="36210"/>
                  </a:moveTo>
                  <a:cubicBezTo>
                    <a:pt x="7207" y="36210"/>
                    <a:pt x="7282" y="36227"/>
                    <a:pt x="7359" y="36264"/>
                  </a:cubicBezTo>
                  <a:cubicBezTo>
                    <a:pt x="7478" y="36323"/>
                    <a:pt x="7620" y="36406"/>
                    <a:pt x="7704" y="36502"/>
                  </a:cubicBezTo>
                  <a:cubicBezTo>
                    <a:pt x="7871" y="36656"/>
                    <a:pt x="8037" y="36823"/>
                    <a:pt x="8156" y="37014"/>
                  </a:cubicBezTo>
                  <a:cubicBezTo>
                    <a:pt x="9121" y="38538"/>
                    <a:pt x="10026" y="40085"/>
                    <a:pt x="10573" y="41812"/>
                  </a:cubicBezTo>
                  <a:cubicBezTo>
                    <a:pt x="10966" y="43026"/>
                    <a:pt x="11157" y="44300"/>
                    <a:pt x="11288" y="45562"/>
                  </a:cubicBezTo>
                  <a:cubicBezTo>
                    <a:pt x="11371" y="46324"/>
                    <a:pt x="11454" y="47074"/>
                    <a:pt x="11704" y="47813"/>
                  </a:cubicBezTo>
                  <a:cubicBezTo>
                    <a:pt x="11823" y="48146"/>
                    <a:pt x="11978" y="48491"/>
                    <a:pt x="12109" y="48837"/>
                  </a:cubicBezTo>
                  <a:cubicBezTo>
                    <a:pt x="12145" y="48908"/>
                    <a:pt x="12204" y="48968"/>
                    <a:pt x="12240" y="49039"/>
                  </a:cubicBezTo>
                  <a:cubicBezTo>
                    <a:pt x="12228" y="49039"/>
                    <a:pt x="12204" y="49063"/>
                    <a:pt x="12181" y="49075"/>
                  </a:cubicBezTo>
                  <a:cubicBezTo>
                    <a:pt x="12164" y="49066"/>
                    <a:pt x="12142" y="49053"/>
                    <a:pt x="12118" y="49053"/>
                  </a:cubicBezTo>
                  <a:cubicBezTo>
                    <a:pt x="12107" y="49053"/>
                    <a:pt x="12096" y="49055"/>
                    <a:pt x="12085" y="49063"/>
                  </a:cubicBezTo>
                  <a:cubicBezTo>
                    <a:pt x="11157" y="48253"/>
                    <a:pt x="10240" y="47420"/>
                    <a:pt x="9383" y="46527"/>
                  </a:cubicBezTo>
                  <a:cubicBezTo>
                    <a:pt x="8775" y="45884"/>
                    <a:pt x="8252" y="45193"/>
                    <a:pt x="7823" y="44407"/>
                  </a:cubicBezTo>
                  <a:cubicBezTo>
                    <a:pt x="7382" y="43645"/>
                    <a:pt x="7109" y="42800"/>
                    <a:pt x="6978" y="41931"/>
                  </a:cubicBezTo>
                  <a:cubicBezTo>
                    <a:pt x="6751" y="40455"/>
                    <a:pt x="6608" y="38966"/>
                    <a:pt x="6561" y="37478"/>
                  </a:cubicBezTo>
                  <a:cubicBezTo>
                    <a:pt x="6561" y="37264"/>
                    <a:pt x="6573" y="37049"/>
                    <a:pt x="6608" y="36835"/>
                  </a:cubicBezTo>
                  <a:cubicBezTo>
                    <a:pt x="6632" y="36704"/>
                    <a:pt x="6680" y="36585"/>
                    <a:pt x="6739" y="36466"/>
                  </a:cubicBezTo>
                  <a:cubicBezTo>
                    <a:pt x="6830" y="36301"/>
                    <a:pt x="6973" y="36210"/>
                    <a:pt x="7136" y="36210"/>
                  </a:cubicBezTo>
                  <a:close/>
                  <a:moveTo>
                    <a:pt x="12776" y="56397"/>
                  </a:moveTo>
                  <a:cubicBezTo>
                    <a:pt x="12800" y="56457"/>
                    <a:pt x="12800" y="56516"/>
                    <a:pt x="12776" y="56599"/>
                  </a:cubicBezTo>
                  <a:cubicBezTo>
                    <a:pt x="12693" y="58183"/>
                    <a:pt x="12752" y="59743"/>
                    <a:pt x="12812" y="61314"/>
                  </a:cubicBezTo>
                  <a:cubicBezTo>
                    <a:pt x="12824" y="61600"/>
                    <a:pt x="12812" y="61886"/>
                    <a:pt x="12800" y="62172"/>
                  </a:cubicBezTo>
                  <a:cubicBezTo>
                    <a:pt x="12800" y="62267"/>
                    <a:pt x="12776" y="62374"/>
                    <a:pt x="12681" y="62469"/>
                  </a:cubicBezTo>
                  <a:cubicBezTo>
                    <a:pt x="12585" y="62410"/>
                    <a:pt x="12609" y="62326"/>
                    <a:pt x="12609" y="62255"/>
                  </a:cubicBezTo>
                  <a:cubicBezTo>
                    <a:pt x="12609" y="61636"/>
                    <a:pt x="12609" y="61029"/>
                    <a:pt x="12633" y="60397"/>
                  </a:cubicBezTo>
                  <a:cubicBezTo>
                    <a:pt x="12645" y="59278"/>
                    <a:pt x="12681" y="58147"/>
                    <a:pt x="12693" y="57028"/>
                  </a:cubicBezTo>
                  <a:cubicBezTo>
                    <a:pt x="12693" y="56849"/>
                    <a:pt x="12704" y="56695"/>
                    <a:pt x="12716" y="56516"/>
                  </a:cubicBezTo>
                  <a:cubicBezTo>
                    <a:pt x="12716" y="56468"/>
                    <a:pt x="12740" y="56433"/>
                    <a:pt x="12752" y="56397"/>
                  </a:cubicBezTo>
                  <a:close/>
                  <a:moveTo>
                    <a:pt x="32028" y="0"/>
                  </a:moveTo>
                  <a:cubicBezTo>
                    <a:pt x="31939" y="0"/>
                    <a:pt x="31844" y="19"/>
                    <a:pt x="31743" y="57"/>
                  </a:cubicBezTo>
                  <a:cubicBezTo>
                    <a:pt x="31612" y="104"/>
                    <a:pt x="31457" y="176"/>
                    <a:pt x="31338" y="271"/>
                  </a:cubicBezTo>
                  <a:cubicBezTo>
                    <a:pt x="31028" y="509"/>
                    <a:pt x="30695" y="747"/>
                    <a:pt x="30421" y="1009"/>
                  </a:cubicBezTo>
                  <a:cubicBezTo>
                    <a:pt x="29730" y="1664"/>
                    <a:pt x="29195" y="2426"/>
                    <a:pt x="28766" y="3260"/>
                  </a:cubicBezTo>
                  <a:cubicBezTo>
                    <a:pt x="28421" y="3926"/>
                    <a:pt x="28135" y="4629"/>
                    <a:pt x="27956" y="5355"/>
                  </a:cubicBezTo>
                  <a:cubicBezTo>
                    <a:pt x="27742" y="6212"/>
                    <a:pt x="27659" y="7070"/>
                    <a:pt x="27587" y="7939"/>
                  </a:cubicBezTo>
                  <a:cubicBezTo>
                    <a:pt x="27516" y="8844"/>
                    <a:pt x="27456" y="9737"/>
                    <a:pt x="27385" y="10641"/>
                  </a:cubicBezTo>
                  <a:cubicBezTo>
                    <a:pt x="27337" y="11118"/>
                    <a:pt x="27182" y="11570"/>
                    <a:pt x="26921" y="11963"/>
                  </a:cubicBezTo>
                  <a:cubicBezTo>
                    <a:pt x="26313" y="12892"/>
                    <a:pt x="25718" y="13808"/>
                    <a:pt x="25087" y="14725"/>
                  </a:cubicBezTo>
                  <a:cubicBezTo>
                    <a:pt x="23646" y="16773"/>
                    <a:pt x="22360" y="18928"/>
                    <a:pt x="21110" y="21119"/>
                  </a:cubicBezTo>
                  <a:cubicBezTo>
                    <a:pt x="21027" y="21286"/>
                    <a:pt x="20920" y="21428"/>
                    <a:pt x="20836" y="21595"/>
                  </a:cubicBezTo>
                  <a:cubicBezTo>
                    <a:pt x="20848" y="21226"/>
                    <a:pt x="20920" y="20881"/>
                    <a:pt x="20932" y="20524"/>
                  </a:cubicBezTo>
                  <a:cubicBezTo>
                    <a:pt x="20979" y="19809"/>
                    <a:pt x="20991" y="19107"/>
                    <a:pt x="21015" y="18416"/>
                  </a:cubicBezTo>
                  <a:cubicBezTo>
                    <a:pt x="21015" y="17821"/>
                    <a:pt x="21110" y="17249"/>
                    <a:pt x="21336" y="16714"/>
                  </a:cubicBezTo>
                  <a:cubicBezTo>
                    <a:pt x="21646" y="15952"/>
                    <a:pt x="21908" y="15178"/>
                    <a:pt x="22098" y="14392"/>
                  </a:cubicBezTo>
                  <a:cubicBezTo>
                    <a:pt x="22349" y="13427"/>
                    <a:pt x="22503" y="12463"/>
                    <a:pt x="22444" y="11463"/>
                  </a:cubicBezTo>
                  <a:cubicBezTo>
                    <a:pt x="22337" y="9665"/>
                    <a:pt x="22027" y="7891"/>
                    <a:pt x="21289" y="6224"/>
                  </a:cubicBezTo>
                  <a:cubicBezTo>
                    <a:pt x="21194" y="5998"/>
                    <a:pt x="21098" y="5772"/>
                    <a:pt x="21015" y="5557"/>
                  </a:cubicBezTo>
                  <a:cubicBezTo>
                    <a:pt x="20634" y="4688"/>
                    <a:pt x="20277" y="3831"/>
                    <a:pt x="19896" y="2962"/>
                  </a:cubicBezTo>
                  <a:cubicBezTo>
                    <a:pt x="19586" y="2259"/>
                    <a:pt x="19170" y="1628"/>
                    <a:pt x="18693" y="1033"/>
                  </a:cubicBezTo>
                  <a:cubicBezTo>
                    <a:pt x="18510" y="801"/>
                    <a:pt x="18310" y="688"/>
                    <a:pt x="18107" y="688"/>
                  </a:cubicBezTo>
                  <a:cubicBezTo>
                    <a:pt x="17914" y="688"/>
                    <a:pt x="17717" y="789"/>
                    <a:pt x="17526" y="985"/>
                  </a:cubicBezTo>
                  <a:cubicBezTo>
                    <a:pt x="17503" y="1033"/>
                    <a:pt x="17455" y="1069"/>
                    <a:pt x="17419" y="1116"/>
                  </a:cubicBezTo>
                  <a:cubicBezTo>
                    <a:pt x="17324" y="1295"/>
                    <a:pt x="17181" y="1462"/>
                    <a:pt x="17110" y="1652"/>
                  </a:cubicBezTo>
                  <a:cubicBezTo>
                    <a:pt x="16812" y="2355"/>
                    <a:pt x="16669" y="3081"/>
                    <a:pt x="16610" y="3843"/>
                  </a:cubicBezTo>
                  <a:cubicBezTo>
                    <a:pt x="16467" y="5617"/>
                    <a:pt x="16634" y="7355"/>
                    <a:pt x="16991" y="9082"/>
                  </a:cubicBezTo>
                  <a:cubicBezTo>
                    <a:pt x="17348" y="10772"/>
                    <a:pt x="17955" y="12368"/>
                    <a:pt x="18872" y="13856"/>
                  </a:cubicBezTo>
                  <a:cubicBezTo>
                    <a:pt x="19420" y="14761"/>
                    <a:pt x="19979" y="15678"/>
                    <a:pt x="20384" y="16666"/>
                  </a:cubicBezTo>
                  <a:cubicBezTo>
                    <a:pt x="20610" y="17237"/>
                    <a:pt x="20848" y="17785"/>
                    <a:pt x="20848" y="18392"/>
                  </a:cubicBezTo>
                  <a:cubicBezTo>
                    <a:pt x="20848" y="19488"/>
                    <a:pt x="20813" y="20559"/>
                    <a:pt x="20634" y="21631"/>
                  </a:cubicBezTo>
                  <a:cubicBezTo>
                    <a:pt x="20598" y="21881"/>
                    <a:pt x="20551" y="22131"/>
                    <a:pt x="20420" y="22357"/>
                  </a:cubicBezTo>
                  <a:cubicBezTo>
                    <a:pt x="20265" y="22595"/>
                    <a:pt x="20134" y="22845"/>
                    <a:pt x="20003" y="23095"/>
                  </a:cubicBezTo>
                  <a:cubicBezTo>
                    <a:pt x="19443" y="24107"/>
                    <a:pt x="18955" y="25143"/>
                    <a:pt x="18491" y="26179"/>
                  </a:cubicBezTo>
                  <a:cubicBezTo>
                    <a:pt x="17955" y="27405"/>
                    <a:pt x="17479" y="28655"/>
                    <a:pt x="17086" y="29929"/>
                  </a:cubicBezTo>
                  <a:cubicBezTo>
                    <a:pt x="17050" y="29977"/>
                    <a:pt x="17038" y="30037"/>
                    <a:pt x="16991" y="30120"/>
                  </a:cubicBezTo>
                  <a:cubicBezTo>
                    <a:pt x="16884" y="29668"/>
                    <a:pt x="16788" y="29275"/>
                    <a:pt x="16693" y="28870"/>
                  </a:cubicBezTo>
                  <a:cubicBezTo>
                    <a:pt x="16669" y="28751"/>
                    <a:pt x="16669" y="28632"/>
                    <a:pt x="16669" y="28513"/>
                  </a:cubicBezTo>
                  <a:cubicBezTo>
                    <a:pt x="16645" y="28334"/>
                    <a:pt x="16669" y="28179"/>
                    <a:pt x="16645" y="28013"/>
                  </a:cubicBezTo>
                  <a:cubicBezTo>
                    <a:pt x="16622" y="27358"/>
                    <a:pt x="16586" y="26691"/>
                    <a:pt x="16562" y="26036"/>
                  </a:cubicBezTo>
                  <a:cubicBezTo>
                    <a:pt x="16455" y="23691"/>
                    <a:pt x="16074" y="21393"/>
                    <a:pt x="15431" y="19142"/>
                  </a:cubicBezTo>
                  <a:cubicBezTo>
                    <a:pt x="14955" y="17464"/>
                    <a:pt x="14193" y="15892"/>
                    <a:pt x="13133" y="14499"/>
                  </a:cubicBezTo>
                  <a:cubicBezTo>
                    <a:pt x="12895" y="14166"/>
                    <a:pt x="12621" y="13856"/>
                    <a:pt x="12288" y="13594"/>
                  </a:cubicBezTo>
                  <a:cubicBezTo>
                    <a:pt x="12002" y="13368"/>
                    <a:pt x="11704" y="13177"/>
                    <a:pt x="11347" y="13094"/>
                  </a:cubicBezTo>
                  <a:cubicBezTo>
                    <a:pt x="11248" y="13077"/>
                    <a:pt x="11150" y="13068"/>
                    <a:pt x="11054" y="13068"/>
                  </a:cubicBezTo>
                  <a:cubicBezTo>
                    <a:pt x="10623" y="13068"/>
                    <a:pt x="10229" y="13236"/>
                    <a:pt x="9859" y="13499"/>
                  </a:cubicBezTo>
                  <a:cubicBezTo>
                    <a:pt x="9776" y="13570"/>
                    <a:pt x="9716" y="13677"/>
                    <a:pt x="9656" y="13785"/>
                  </a:cubicBezTo>
                  <a:cubicBezTo>
                    <a:pt x="9525" y="14023"/>
                    <a:pt x="9490" y="14285"/>
                    <a:pt x="9502" y="14559"/>
                  </a:cubicBezTo>
                  <a:cubicBezTo>
                    <a:pt x="9537" y="14928"/>
                    <a:pt x="9561" y="15297"/>
                    <a:pt x="9609" y="15678"/>
                  </a:cubicBezTo>
                  <a:cubicBezTo>
                    <a:pt x="9823" y="17309"/>
                    <a:pt x="10264" y="18904"/>
                    <a:pt x="10752" y="20476"/>
                  </a:cubicBezTo>
                  <a:cubicBezTo>
                    <a:pt x="10978" y="21190"/>
                    <a:pt x="11228" y="21905"/>
                    <a:pt x="11609" y="22560"/>
                  </a:cubicBezTo>
                  <a:cubicBezTo>
                    <a:pt x="12335" y="23857"/>
                    <a:pt x="13216" y="25036"/>
                    <a:pt x="14240" y="26108"/>
                  </a:cubicBezTo>
                  <a:cubicBezTo>
                    <a:pt x="14669" y="26548"/>
                    <a:pt x="15121" y="26965"/>
                    <a:pt x="15514" y="27429"/>
                  </a:cubicBezTo>
                  <a:cubicBezTo>
                    <a:pt x="16145" y="28132"/>
                    <a:pt x="16622" y="28929"/>
                    <a:pt x="16812" y="29870"/>
                  </a:cubicBezTo>
                  <a:cubicBezTo>
                    <a:pt x="16884" y="30263"/>
                    <a:pt x="16872" y="30632"/>
                    <a:pt x="16753" y="31001"/>
                  </a:cubicBezTo>
                  <a:cubicBezTo>
                    <a:pt x="16526" y="31715"/>
                    <a:pt x="16324" y="32442"/>
                    <a:pt x="16098" y="33156"/>
                  </a:cubicBezTo>
                  <a:cubicBezTo>
                    <a:pt x="16050" y="33323"/>
                    <a:pt x="15991" y="33489"/>
                    <a:pt x="15955" y="33656"/>
                  </a:cubicBezTo>
                  <a:cubicBezTo>
                    <a:pt x="15919" y="33632"/>
                    <a:pt x="15895" y="33632"/>
                    <a:pt x="15895" y="33620"/>
                  </a:cubicBezTo>
                  <a:cubicBezTo>
                    <a:pt x="15848" y="33549"/>
                    <a:pt x="15812" y="33489"/>
                    <a:pt x="15788" y="33418"/>
                  </a:cubicBezTo>
                  <a:cubicBezTo>
                    <a:pt x="15371" y="32465"/>
                    <a:pt x="14776" y="31656"/>
                    <a:pt x="13955" y="31037"/>
                  </a:cubicBezTo>
                  <a:cubicBezTo>
                    <a:pt x="12978" y="30287"/>
                    <a:pt x="11871" y="29763"/>
                    <a:pt x="10716" y="29382"/>
                  </a:cubicBezTo>
                  <a:cubicBezTo>
                    <a:pt x="9430" y="28965"/>
                    <a:pt x="8132" y="28727"/>
                    <a:pt x="6799" y="28655"/>
                  </a:cubicBezTo>
                  <a:cubicBezTo>
                    <a:pt x="6479" y="28637"/>
                    <a:pt x="6161" y="28627"/>
                    <a:pt x="5844" y="28627"/>
                  </a:cubicBezTo>
                  <a:cubicBezTo>
                    <a:pt x="4730" y="28627"/>
                    <a:pt x="3630" y="28747"/>
                    <a:pt x="2537" y="29025"/>
                  </a:cubicBezTo>
                  <a:cubicBezTo>
                    <a:pt x="1810" y="29203"/>
                    <a:pt x="1143" y="29501"/>
                    <a:pt x="489" y="29846"/>
                  </a:cubicBezTo>
                  <a:cubicBezTo>
                    <a:pt x="370" y="29918"/>
                    <a:pt x="239" y="30001"/>
                    <a:pt x="155" y="30120"/>
                  </a:cubicBezTo>
                  <a:cubicBezTo>
                    <a:pt x="0" y="30346"/>
                    <a:pt x="96" y="30560"/>
                    <a:pt x="358" y="30620"/>
                  </a:cubicBezTo>
                  <a:cubicBezTo>
                    <a:pt x="477" y="30644"/>
                    <a:pt x="608" y="30680"/>
                    <a:pt x="739" y="30680"/>
                  </a:cubicBezTo>
                  <a:cubicBezTo>
                    <a:pt x="1048" y="30680"/>
                    <a:pt x="1370" y="30680"/>
                    <a:pt x="1679" y="30656"/>
                  </a:cubicBezTo>
                  <a:cubicBezTo>
                    <a:pt x="2501" y="30596"/>
                    <a:pt x="3310" y="30513"/>
                    <a:pt x="4132" y="30477"/>
                  </a:cubicBezTo>
                  <a:cubicBezTo>
                    <a:pt x="4590" y="30459"/>
                    <a:pt x="5048" y="30449"/>
                    <a:pt x="5504" y="30449"/>
                  </a:cubicBezTo>
                  <a:cubicBezTo>
                    <a:pt x="7451" y="30449"/>
                    <a:pt x="9375" y="30630"/>
                    <a:pt x="11276" y="31132"/>
                  </a:cubicBezTo>
                  <a:cubicBezTo>
                    <a:pt x="12121" y="31370"/>
                    <a:pt x="12954" y="31608"/>
                    <a:pt x="13752" y="31989"/>
                  </a:cubicBezTo>
                  <a:cubicBezTo>
                    <a:pt x="14288" y="32239"/>
                    <a:pt x="14776" y="32549"/>
                    <a:pt x="15205" y="32954"/>
                  </a:cubicBezTo>
                  <a:cubicBezTo>
                    <a:pt x="15502" y="33204"/>
                    <a:pt x="15633" y="33537"/>
                    <a:pt x="15741" y="33894"/>
                  </a:cubicBezTo>
                  <a:cubicBezTo>
                    <a:pt x="15800" y="34097"/>
                    <a:pt x="15752" y="34251"/>
                    <a:pt x="15598" y="34406"/>
                  </a:cubicBezTo>
                  <a:cubicBezTo>
                    <a:pt x="14907" y="35097"/>
                    <a:pt x="14324" y="35835"/>
                    <a:pt x="13895" y="36716"/>
                  </a:cubicBezTo>
                  <a:cubicBezTo>
                    <a:pt x="13586" y="37359"/>
                    <a:pt x="13312" y="38014"/>
                    <a:pt x="13157" y="38716"/>
                  </a:cubicBezTo>
                  <a:cubicBezTo>
                    <a:pt x="12835" y="40026"/>
                    <a:pt x="12812" y="41336"/>
                    <a:pt x="13038" y="42657"/>
                  </a:cubicBezTo>
                  <a:cubicBezTo>
                    <a:pt x="13157" y="43383"/>
                    <a:pt x="13300" y="44086"/>
                    <a:pt x="13490" y="44788"/>
                  </a:cubicBezTo>
                  <a:cubicBezTo>
                    <a:pt x="13550" y="44979"/>
                    <a:pt x="13597" y="45181"/>
                    <a:pt x="13586" y="45396"/>
                  </a:cubicBezTo>
                  <a:cubicBezTo>
                    <a:pt x="13478" y="47063"/>
                    <a:pt x="13359" y="48741"/>
                    <a:pt x="13240" y="50408"/>
                  </a:cubicBezTo>
                  <a:cubicBezTo>
                    <a:pt x="13228" y="50468"/>
                    <a:pt x="13228" y="50539"/>
                    <a:pt x="13216" y="50646"/>
                  </a:cubicBezTo>
                  <a:cubicBezTo>
                    <a:pt x="13181" y="50575"/>
                    <a:pt x="13157" y="50527"/>
                    <a:pt x="13133" y="50503"/>
                  </a:cubicBezTo>
                  <a:cubicBezTo>
                    <a:pt x="13014" y="50158"/>
                    <a:pt x="12835" y="49849"/>
                    <a:pt x="12633" y="49563"/>
                  </a:cubicBezTo>
                  <a:cubicBezTo>
                    <a:pt x="12573" y="49468"/>
                    <a:pt x="12514" y="49349"/>
                    <a:pt x="12466" y="49253"/>
                  </a:cubicBezTo>
                  <a:cubicBezTo>
                    <a:pt x="12383" y="49051"/>
                    <a:pt x="12300" y="48872"/>
                    <a:pt x="12228" y="48682"/>
                  </a:cubicBezTo>
                  <a:cubicBezTo>
                    <a:pt x="11883" y="47860"/>
                    <a:pt x="11645" y="47051"/>
                    <a:pt x="11550" y="46170"/>
                  </a:cubicBezTo>
                  <a:cubicBezTo>
                    <a:pt x="11442" y="45336"/>
                    <a:pt x="11347" y="44503"/>
                    <a:pt x="11216" y="43681"/>
                  </a:cubicBezTo>
                  <a:cubicBezTo>
                    <a:pt x="10990" y="42324"/>
                    <a:pt x="10609" y="41038"/>
                    <a:pt x="9978" y="39812"/>
                  </a:cubicBezTo>
                  <a:cubicBezTo>
                    <a:pt x="9561" y="38978"/>
                    <a:pt x="9085" y="38157"/>
                    <a:pt x="8633" y="37359"/>
                  </a:cubicBezTo>
                  <a:cubicBezTo>
                    <a:pt x="8454" y="37049"/>
                    <a:pt x="8216" y="36728"/>
                    <a:pt x="7978" y="36454"/>
                  </a:cubicBezTo>
                  <a:cubicBezTo>
                    <a:pt x="7859" y="36299"/>
                    <a:pt x="7680" y="36168"/>
                    <a:pt x="7501" y="36061"/>
                  </a:cubicBezTo>
                  <a:cubicBezTo>
                    <a:pt x="7386" y="35998"/>
                    <a:pt x="7270" y="35967"/>
                    <a:pt x="7159" y="35967"/>
                  </a:cubicBezTo>
                  <a:cubicBezTo>
                    <a:pt x="6937" y="35967"/>
                    <a:pt x="6735" y="36089"/>
                    <a:pt x="6608" y="36311"/>
                  </a:cubicBezTo>
                  <a:cubicBezTo>
                    <a:pt x="6549" y="36406"/>
                    <a:pt x="6501" y="36490"/>
                    <a:pt x="6489" y="36585"/>
                  </a:cubicBezTo>
                  <a:cubicBezTo>
                    <a:pt x="6442" y="36871"/>
                    <a:pt x="6394" y="37145"/>
                    <a:pt x="6394" y="37418"/>
                  </a:cubicBezTo>
                  <a:cubicBezTo>
                    <a:pt x="6442" y="38978"/>
                    <a:pt x="6585" y="40538"/>
                    <a:pt x="6858" y="42086"/>
                  </a:cubicBezTo>
                  <a:cubicBezTo>
                    <a:pt x="7037" y="43122"/>
                    <a:pt x="7418" y="44050"/>
                    <a:pt x="7978" y="44919"/>
                  </a:cubicBezTo>
                  <a:cubicBezTo>
                    <a:pt x="8418" y="45622"/>
                    <a:pt x="8942" y="46241"/>
                    <a:pt x="9525" y="46836"/>
                  </a:cubicBezTo>
                  <a:cubicBezTo>
                    <a:pt x="10276" y="47622"/>
                    <a:pt x="11097" y="48372"/>
                    <a:pt x="11931" y="49087"/>
                  </a:cubicBezTo>
                  <a:cubicBezTo>
                    <a:pt x="12514" y="49587"/>
                    <a:pt x="12895" y="50206"/>
                    <a:pt x="13133" y="50920"/>
                  </a:cubicBezTo>
                  <a:cubicBezTo>
                    <a:pt x="13181" y="51039"/>
                    <a:pt x="13216" y="51182"/>
                    <a:pt x="13193" y="51301"/>
                  </a:cubicBezTo>
                  <a:cubicBezTo>
                    <a:pt x="13121" y="52135"/>
                    <a:pt x="13038" y="52956"/>
                    <a:pt x="12919" y="53778"/>
                  </a:cubicBezTo>
                  <a:cubicBezTo>
                    <a:pt x="12764" y="54802"/>
                    <a:pt x="12585" y="55814"/>
                    <a:pt x="12526" y="56838"/>
                  </a:cubicBezTo>
                  <a:cubicBezTo>
                    <a:pt x="12419" y="58683"/>
                    <a:pt x="12478" y="60528"/>
                    <a:pt x="12454" y="62374"/>
                  </a:cubicBezTo>
                  <a:cubicBezTo>
                    <a:pt x="12454" y="62445"/>
                    <a:pt x="12478" y="62505"/>
                    <a:pt x="12478" y="62564"/>
                  </a:cubicBezTo>
                  <a:cubicBezTo>
                    <a:pt x="12561" y="62597"/>
                    <a:pt x="12629" y="62615"/>
                    <a:pt x="12686" y="62615"/>
                  </a:cubicBezTo>
                  <a:cubicBezTo>
                    <a:pt x="12792" y="62615"/>
                    <a:pt x="12856" y="62554"/>
                    <a:pt x="12895" y="62422"/>
                  </a:cubicBezTo>
                  <a:cubicBezTo>
                    <a:pt x="12954" y="62207"/>
                    <a:pt x="12990" y="61993"/>
                    <a:pt x="12990" y="61767"/>
                  </a:cubicBezTo>
                  <a:cubicBezTo>
                    <a:pt x="12978" y="61076"/>
                    <a:pt x="12931" y="60386"/>
                    <a:pt x="12931" y="59695"/>
                  </a:cubicBezTo>
                  <a:cubicBezTo>
                    <a:pt x="12931" y="58600"/>
                    <a:pt x="12931" y="57480"/>
                    <a:pt x="12954" y="56373"/>
                  </a:cubicBezTo>
                  <a:cubicBezTo>
                    <a:pt x="12990" y="55635"/>
                    <a:pt x="13002" y="54885"/>
                    <a:pt x="13074" y="54147"/>
                  </a:cubicBezTo>
                  <a:cubicBezTo>
                    <a:pt x="13157" y="53242"/>
                    <a:pt x="13288" y="52349"/>
                    <a:pt x="13407" y="51432"/>
                  </a:cubicBezTo>
                  <a:cubicBezTo>
                    <a:pt x="13419" y="51373"/>
                    <a:pt x="13419" y="51313"/>
                    <a:pt x="13455" y="51254"/>
                  </a:cubicBezTo>
                  <a:cubicBezTo>
                    <a:pt x="13645" y="50837"/>
                    <a:pt x="13847" y="50408"/>
                    <a:pt x="14050" y="49991"/>
                  </a:cubicBezTo>
                  <a:cubicBezTo>
                    <a:pt x="14240" y="49610"/>
                    <a:pt x="14538" y="49349"/>
                    <a:pt x="14919" y="49194"/>
                  </a:cubicBezTo>
                  <a:cubicBezTo>
                    <a:pt x="15133" y="49098"/>
                    <a:pt x="15336" y="49027"/>
                    <a:pt x="15550" y="48968"/>
                  </a:cubicBezTo>
                  <a:cubicBezTo>
                    <a:pt x="16026" y="48837"/>
                    <a:pt x="16514" y="48777"/>
                    <a:pt x="17003" y="48741"/>
                  </a:cubicBezTo>
                  <a:cubicBezTo>
                    <a:pt x="17245" y="48730"/>
                    <a:pt x="17488" y="48725"/>
                    <a:pt x="17729" y="48725"/>
                  </a:cubicBezTo>
                  <a:cubicBezTo>
                    <a:pt x="18519" y="48725"/>
                    <a:pt x="19302" y="48781"/>
                    <a:pt x="20086" y="48872"/>
                  </a:cubicBezTo>
                  <a:cubicBezTo>
                    <a:pt x="20567" y="48926"/>
                    <a:pt x="21048" y="48950"/>
                    <a:pt x="21526" y="48950"/>
                  </a:cubicBezTo>
                  <a:cubicBezTo>
                    <a:pt x="22647" y="48950"/>
                    <a:pt x="23760" y="48815"/>
                    <a:pt x="24861" y="48598"/>
                  </a:cubicBezTo>
                  <a:cubicBezTo>
                    <a:pt x="26373" y="48301"/>
                    <a:pt x="27540" y="47444"/>
                    <a:pt x="28516" y="46301"/>
                  </a:cubicBezTo>
                  <a:cubicBezTo>
                    <a:pt x="28837" y="45920"/>
                    <a:pt x="28718" y="45467"/>
                    <a:pt x="28230" y="45324"/>
                  </a:cubicBezTo>
                  <a:cubicBezTo>
                    <a:pt x="27992" y="45229"/>
                    <a:pt x="27718" y="45205"/>
                    <a:pt x="27468" y="45205"/>
                  </a:cubicBezTo>
                  <a:lnTo>
                    <a:pt x="24206" y="45158"/>
                  </a:lnTo>
                  <a:cubicBezTo>
                    <a:pt x="24151" y="45157"/>
                    <a:pt x="24097" y="45156"/>
                    <a:pt x="24043" y="45156"/>
                  </a:cubicBezTo>
                  <a:cubicBezTo>
                    <a:pt x="23349" y="45156"/>
                    <a:pt x="22664" y="45226"/>
                    <a:pt x="21979" y="45336"/>
                  </a:cubicBezTo>
                  <a:cubicBezTo>
                    <a:pt x="21206" y="45467"/>
                    <a:pt x="20479" y="45717"/>
                    <a:pt x="19824" y="46181"/>
                  </a:cubicBezTo>
                  <a:cubicBezTo>
                    <a:pt x="19539" y="46384"/>
                    <a:pt x="19253" y="46586"/>
                    <a:pt x="18967" y="46789"/>
                  </a:cubicBezTo>
                  <a:cubicBezTo>
                    <a:pt x="18515" y="47158"/>
                    <a:pt x="18062" y="47527"/>
                    <a:pt x="17598" y="47872"/>
                  </a:cubicBezTo>
                  <a:cubicBezTo>
                    <a:pt x="17288" y="48086"/>
                    <a:pt x="16967" y="48301"/>
                    <a:pt x="16645" y="48503"/>
                  </a:cubicBezTo>
                  <a:cubicBezTo>
                    <a:pt x="16514" y="48598"/>
                    <a:pt x="16372" y="48622"/>
                    <a:pt x="16217" y="48658"/>
                  </a:cubicBezTo>
                  <a:cubicBezTo>
                    <a:pt x="15681" y="48741"/>
                    <a:pt x="15145" y="48872"/>
                    <a:pt x="14669" y="49146"/>
                  </a:cubicBezTo>
                  <a:cubicBezTo>
                    <a:pt x="14625" y="49168"/>
                    <a:pt x="14571" y="49210"/>
                    <a:pt x="14535" y="49244"/>
                  </a:cubicBezTo>
                  <a:lnTo>
                    <a:pt x="14535" y="49244"/>
                  </a:lnTo>
                  <a:cubicBezTo>
                    <a:pt x="14551" y="49204"/>
                    <a:pt x="14555" y="49165"/>
                    <a:pt x="14586" y="49134"/>
                  </a:cubicBezTo>
                  <a:cubicBezTo>
                    <a:pt x="15002" y="48432"/>
                    <a:pt x="15455" y="47789"/>
                    <a:pt x="15967" y="47146"/>
                  </a:cubicBezTo>
                  <a:cubicBezTo>
                    <a:pt x="17145" y="45646"/>
                    <a:pt x="18574" y="44407"/>
                    <a:pt x="20265" y="43503"/>
                  </a:cubicBezTo>
                  <a:cubicBezTo>
                    <a:pt x="21587" y="42788"/>
                    <a:pt x="22920" y="42050"/>
                    <a:pt x="24242" y="41312"/>
                  </a:cubicBezTo>
                  <a:cubicBezTo>
                    <a:pt x="25039" y="40871"/>
                    <a:pt x="25813" y="40347"/>
                    <a:pt x="26516" y="39740"/>
                  </a:cubicBezTo>
                  <a:cubicBezTo>
                    <a:pt x="27159" y="39193"/>
                    <a:pt x="27635" y="38514"/>
                    <a:pt x="27897" y="37716"/>
                  </a:cubicBezTo>
                  <a:cubicBezTo>
                    <a:pt x="27944" y="37549"/>
                    <a:pt x="27992" y="37383"/>
                    <a:pt x="28004" y="37228"/>
                  </a:cubicBezTo>
                  <a:cubicBezTo>
                    <a:pt x="28040" y="36895"/>
                    <a:pt x="27861" y="36668"/>
                    <a:pt x="27540" y="36585"/>
                  </a:cubicBezTo>
                  <a:cubicBezTo>
                    <a:pt x="27410" y="36554"/>
                    <a:pt x="27284" y="36536"/>
                    <a:pt x="27160" y="36536"/>
                  </a:cubicBezTo>
                  <a:cubicBezTo>
                    <a:pt x="27001" y="36536"/>
                    <a:pt x="26843" y="36566"/>
                    <a:pt x="26682" y="36633"/>
                  </a:cubicBezTo>
                  <a:cubicBezTo>
                    <a:pt x="26373" y="36764"/>
                    <a:pt x="26075" y="36883"/>
                    <a:pt x="25789" y="37049"/>
                  </a:cubicBezTo>
                  <a:cubicBezTo>
                    <a:pt x="24075" y="38085"/>
                    <a:pt x="22349" y="39097"/>
                    <a:pt x="20670" y="40169"/>
                  </a:cubicBezTo>
                  <a:cubicBezTo>
                    <a:pt x="19027" y="41217"/>
                    <a:pt x="17812" y="42669"/>
                    <a:pt x="16967" y="44431"/>
                  </a:cubicBezTo>
                  <a:cubicBezTo>
                    <a:pt x="16645" y="45098"/>
                    <a:pt x="16348" y="45765"/>
                    <a:pt x="16074" y="46431"/>
                  </a:cubicBezTo>
                  <a:cubicBezTo>
                    <a:pt x="15907" y="46824"/>
                    <a:pt x="15729" y="47182"/>
                    <a:pt x="15479" y="47503"/>
                  </a:cubicBezTo>
                  <a:cubicBezTo>
                    <a:pt x="14800" y="48396"/>
                    <a:pt x="14228" y="49349"/>
                    <a:pt x="13716" y="50361"/>
                  </a:cubicBezTo>
                  <a:cubicBezTo>
                    <a:pt x="13645" y="50515"/>
                    <a:pt x="13574" y="50658"/>
                    <a:pt x="13466" y="50861"/>
                  </a:cubicBezTo>
                  <a:lnTo>
                    <a:pt x="13466" y="50658"/>
                  </a:lnTo>
                  <a:cubicBezTo>
                    <a:pt x="13586" y="48968"/>
                    <a:pt x="13705" y="47253"/>
                    <a:pt x="13824" y="45562"/>
                  </a:cubicBezTo>
                  <a:cubicBezTo>
                    <a:pt x="13847" y="45217"/>
                    <a:pt x="13895" y="44872"/>
                    <a:pt x="13967" y="44550"/>
                  </a:cubicBezTo>
                  <a:cubicBezTo>
                    <a:pt x="14133" y="43872"/>
                    <a:pt x="14526" y="43324"/>
                    <a:pt x="15014" y="42860"/>
                  </a:cubicBezTo>
                  <a:cubicBezTo>
                    <a:pt x="15479" y="42443"/>
                    <a:pt x="15931" y="42050"/>
                    <a:pt x="16431" y="41657"/>
                  </a:cubicBezTo>
                  <a:cubicBezTo>
                    <a:pt x="16991" y="41217"/>
                    <a:pt x="17586" y="40800"/>
                    <a:pt x="18169" y="40359"/>
                  </a:cubicBezTo>
                  <a:cubicBezTo>
                    <a:pt x="19610" y="39288"/>
                    <a:pt x="20908" y="38073"/>
                    <a:pt x="22039" y="36692"/>
                  </a:cubicBezTo>
                  <a:cubicBezTo>
                    <a:pt x="22872" y="35656"/>
                    <a:pt x="23551" y="34561"/>
                    <a:pt x="24063" y="33323"/>
                  </a:cubicBezTo>
                  <a:cubicBezTo>
                    <a:pt x="24230" y="32918"/>
                    <a:pt x="24325" y="32501"/>
                    <a:pt x="24361" y="32073"/>
                  </a:cubicBezTo>
                  <a:cubicBezTo>
                    <a:pt x="24384" y="31430"/>
                    <a:pt x="24087" y="30941"/>
                    <a:pt x="23492" y="30691"/>
                  </a:cubicBezTo>
                  <a:cubicBezTo>
                    <a:pt x="23152" y="30540"/>
                    <a:pt x="22799" y="30463"/>
                    <a:pt x="22441" y="30463"/>
                  </a:cubicBezTo>
                  <a:cubicBezTo>
                    <a:pt x="22209" y="30463"/>
                    <a:pt x="21975" y="30495"/>
                    <a:pt x="21741" y="30560"/>
                  </a:cubicBezTo>
                  <a:cubicBezTo>
                    <a:pt x="21170" y="30703"/>
                    <a:pt x="20634" y="30930"/>
                    <a:pt x="20122" y="31180"/>
                  </a:cubicBezTo>
                  <a:cubicBezTo>
                    <a:pt x="18693" y="31894"/>
                    <a:pt x="17407" y="32799"/>
                    <a:pt x="16253" y="33894"/>
                  </a:cubicBezTo>
                  <a:cubicBezTo>
                    <a:pt x="16205" y="33930"/>
                    <a:pt x="16145" y="33966"/>
                    <a:pt x="16098" y="34013"/>
                  </a:cubicBezTo>
                  <a:cubicBezTo>
                    <a:pt x="16086" y="33954"/>
                    <a:pt x="16086" y="33918"/>
                    <a:pt x="16098" y="33894"/>
                  </a:cubicBezTo>
                  <a:cubicBezTo>
                    <a:pt x="16455" y="32716"/>
                    <a:pt x="16800" y="31549"/>
                    <a:pt x="17169" y="30382"/>
                  </a:cubicBezTo>
                  <a:cubicBezTo>
                    <a:pt x="17229" y="30168"/>
                    <a:pt x="17336" y="29977"/>
                    <a:pt x="17443" y="29798"/>
                  </a:cubicBezTo>
                  <a:cubicBezTo>
                    <a:pt x="17753" y="29275"/>
                    <a:pt x="18110" y="28786"/>
                    <a:pt x="18539" y="28358"/>
                  </a:cubicBezTo>
                  <a:cubicBezTo>
                    <a:pt x="18777" y="28132"/>
                    <a:pt x="18991" y="27882"/>
                    <a:pt x="19241" y="27667"/>
                  </a:cubicBezTo>
                  <a:cubicBezTo>
                    <a:pt x="20003" y="27060"/>
                    <a:pt x="20789" y="26512"/>
                    <a:pt x="21610" y="26012"/>
                  </a:cubicBezTo>
                  <a:cubicBezTo>
                    <a:pt x="21860" y="25858"/>
                    <a:pt x="22146" y="25750"/>
                    <a:pt x="22420" y="25643"/>
                  </a:cubicBezTo>
                  <a:cubicBezTo>
                    <a:pt x="23456" y="25286"/>
                    <a:pt x="24527" y="25155"/>
                    <a:pt x="25611" y="25107"/>
                  </a:cubicBezTo>
                  <a:cubicBezTo>
                    <a:pt x="26825" y="25048"/>
                    <a:pt x="28052" y="24988"/>
                    <a:pt x="29254" y="24846"/>
                  </a:cubicBezTo>
                  <a:cubicBezTo>
                    <a:pt x="30147" y="24738"/>
                    <a:pt x="31028" y="24584"/>
                    <a:pt x="31874" y="24310"/>
                  </a:cubicBezTo>
                  <a:cubicBezTo>
                    <a:pt x="33314" y="23833"/>
                    <a:pt x="34469" y="22905"/>
                    <a:pt x="35457" y="21774"/>
                  </a:cubicBezTo>
                  <a:cubicBezTo>
                    <a:pt x="35803" y="21369"/>
                    <a:pt x="36112" y="20940"/>
                    <a:pt x="36326" y="20452"/>
                  </a:cubicBezTo>
                  <a:cubicBezTo>
                    <a:pt x="36648" y="19678"/>
                    <a:pt x="36529" y="18738"/>
                    <a:pt x="35505" y="18261"/>
                  </a:cubicBezTo>
                  <a:cubicBezTo>
                    <a:pt x="34862" y="17964"/>
                    <a:pt x="34195" y="17797"/>
                    <a:pt x="33517" y="17726"/>
                  </a:cubicBezTo>
                  <a:cubicBezTo>
                    <a:pt x="33095" y="17679"/>
                    <a:pt x="32678" y="17656"/>
                    <a:pt x="32264" y="17656"/>
                  </a:cubicBezTo>
                  <a:cubicBezTo>
                    <a:pt x="30460" y="17656"/>
                    <a:pt x="28734" y="18095"/>
                    <a:pt x="27087" y="18928"/>
                  </a:cubicBezTo>
                  <a:cubicBezTo>
                    <a:pt x="26087" y="19440"/>
                    <a:pt x="25206" y="20095"/>
                    <a:pt x="24361" y="20797"/>
                  </a:cubicBezTo>
                  <a:cubicBezTo>
                    <a:pt x="23039" y="21893"/>
                    <a:pt x="21860" y="23143"/>
                    <a:pt x="20753" y="24465"/>
                  </a:cubicBezTo>
                  <a:cubicBezTo>
                    <a:pt x="20086" y="25274"/>
                    <a:pt x="19479" y="26119"/>
                    <a:pt x="18955" y="27048"/>
                  </a:cubicBezTo>
                  <a:cubicBezTo>
                    <a:pt x="18634" y="27620"/>
                    <a:pt x="18288" y="28191"/>
                    <a:pt x="17943" y="28751"/>
                  </a:cubicBezTo>
                  <a:cubicBezTo>
                    <a:pt x="17824" y="28953"/>
                    <a:pt x="17681" y="29144"/>
                    <a:pt x="17538" y="29334"/>
                  </a:cubicBezTo>
                  <a:cubicBezTo>
                    <a:pt x="17526" y="29251"/>
                    <a:pt x="17538" y="29167"/>
                    <a:pt x="17574" y="29096"/>
                  </a:cubicBezTo>
                  <a:cubicBezTo>
                    <a:pt x="17931" y="28191"/>
                    <a:pt x="18253" y="27262"/>
                    <a:pt x="18646" y="26370"/>
                  </a:cubicBezTo>
                  <a:cubicBezTo>
                    <a:pt x="18955" y="25631"/>
                    <a:pt x="19312" y="24905"/>
                    <a:pt x="19682" y="24167"/>
                  </a:cubicBezTo>
                  <a:cubicBezTo>
                    <a:pt x="20039" y="23452"/>
                    <a:pt x="20444" y="22738"/>
                    <a:pt x="20836" y="22048"/>
                  </a:cubicBezTo>
                  <a:cubicBezTo>
                    <a:pt x="21253" y="21297"/>
                    <a:pt x="21682" y="20571"/>
                    <a:pt x="22110" y="19845"/>
                  </a:cubicBezTo>
                  <a:cubicBezTo>
                    <a:pt x="22563" y="19107"/>
                    <a:pt x="22980" y="18369"/>
                    <a:pt x="23432" y="17642"/>
                  </a:cubicBezTo>
                  <a:cubicBezTo>
                    <a:pt x="24027" y="16690"/>
                    <a:pt x="24670" y="15761"/>
                    <a:pt x="25277" y="14809"/>
                  </a:cubicBezTo>
                  <a:cubicBezTo>
                    <a:pt x="25492" y="14499"/>
                    <a:pt x="25742" y="14285"/>
                    <a:pt x="26051" y="14130"/>
                  </a:cubicBezTo>
                  <a:cubicBezTo>
                    <a:pt x="26135" y="14082"/>
                    <a:pt x="26206" y="14070"/>
                    <a:pt x="26278" y="14023"/>
                  </a:cubicBezTo>
                  <a:cubicBezTo>
                    <a:pt x="26813" y="13713"/>
                    <a:pt x="27409" y="13546"/>
                    <a:pt x="28004" y="13427"/>
                  </a:cubicBezTo>
                  <a:cubicBezTo>
                    <a:pt x="28933" y="13249"/>
                    <a:pt x="29849" y="13082"/>
                    <a:pt x="30778" y="12904"/>
                  </a:cubicBezTo>
                  <a:cubicBezTo>
                    <a:pt x="31564" y="12761"/>
                    <a:pt x="32350" y="12594"/>
                    <a:pt x="33124" y="12344"/>
                  </a:cubicBezTo>
                  <a:cubicBezTo>
                    <a:pt x="33588" y="12189"/>
                    <a:pt x="34029" y="11987"/>
                    <a:pt x="34410" y="11653"/>
                  </a:cubicBezTo>
                  <a:cubicBezTo>
                    <a:pt x="35183" y="10987"/>
                    <a:pt x="35850" y="10237"/>
                    <a:pt x="36374" y="9344"/>
                  </a:cubicBezTo>
                  <a:cubicBezTo>
                    <a:pt x="36457" y="9201"/>
                    <a:pt x="36517" y="9022"/>
                    <a:pt x="36553" y="8844"/>
                  </a:cubicBezTo>
                  <a:cubicBezTo>
                    <a:pt x="36588" y="8617"/>
                    <a:pt x="36505" y="8474"/>
                    <a:pt x="36279" y="8415"/>
                  </a:cubicBezTo>
                  <a:cubicBezTo>
                    <a:pt x="36192" y="8383"/>
                    <a:pt x="36088" y="8367"/>
                    <a:pt x="35987" y="8367"/>
                  </a:cubicBezTo>
                  <a:cubicBezTo>
                    <a:pt x="35936" y="8367"/>
                    <a:pt x="35886" y="8371"/>
                    <a:pt x="35838" y="8379"/>
                  </a:cubicBezTo>
                  <a:cubicBezTo>
                    <a:pt x="35517" y="8439"/>
                    <a:pt x="35207" y="8510"/>
                    <a:pt x="34898" y="8605"/>
                  </a:cubicBezTo>
                  <a:cubicBezTo>
                    <a:pt x="33540" y="9022"/>
                    <a:pt x="32219" y="9546"/>
                    <a:pt x="30909" y="10058"/>
                  </a:cubicBezTo>
                  <a:cubicBezTo>
                    <a:pt x="30302" y="10320"/>
                    <a:pt x="29742" y="10653"/>
                    <a:pt x="29254" y="11106"/>
                  </a:cubicBezTo>
                  <a:cubicBezTo>
                    <a:pt x="28480" y="11784"/>
                    <a:pt x="27742" y="12499"/>
                    <a:pt x="27051" y="13273"/>
                  </a:cubicBezTo>
                  <a:cubicBezTo>
                    <a:pt x="26849" y="13499"/>
                    <a:pt x="26623" y="13689"/>
                    <a:pt x="26337" y="13808"/>
                  </a:cubicBezTo>
                  <a:cubicBezTo>
                    <a:pt x="26206" y="13856"/>
                    <a:pt x="26075" y="13951"/>
                    <a:pt x="25932" y="14023"/>
                  </a:cubicBezTo>
                  <a:cubicBezTo>
                    <a:pt x="25897" y="14047"/>
                    <a:pt x="25849" y="14070"/>
                    <a:pt x="25754" y="14106"/>
                  </a:cubicBezTo>
                  <a:cubicBezTo>
                    <a:pt x="25956" y="13808"/>
                    <a:pt x="26135" y="13558"/>
                    <a:pt x="26289" y="13296"/>
                  </a:cubicBezTo>
                  <a:cubicBezTo>
                    <a:pt x="26670" y="12665"/>
                    <a:pt x="27051" y="12046"/>
                    <a:pt x="27421" y="11415"/>
                  </a:cubicBezTo>
                  <a:cubicBezTo>
                    <a:pt x="27528" y="11237"/>
                    <a:pt x="27623" y="11010"/>
                    <a:pt x="27742" y="10832"/>
                  </a:cubicBezTo>
                  <a:cubicBezTo>
                    <a:pt x="27956" y="10510"/>
                    <a:pt x="28194" y="10177"/>
                    <a:pt x="28456" y="9879"/>
                  </a:cubicBezTo>
                  <a:cubicBezTo>
                    <a:pt x="29004" y="9213"/>
                    <a:pt x="29588" y="8546"/>
                    <a:pt x="30040" y="7796"/>
                  </a:cubicBezTo>
                  <a:cubicBezTo>
                    <a:pt x="30445" y="7117"/>
                    <a:pt x="30838" y="6427"/>
                    <a:pt x="31219" y="5736"/>
                  </a:cubicBezTo>
                  <a:cubicBezTo>
                    <a:pt x="31814" y="4641"/>
                    <a:pt x="32290" y="3498"/>
                    <a:pt x="32624" y="2295"/>
                  </a:cubicBezTo>
                  <a:cubicBezTo>
                    <a:pt x="32719" y="1902"/>
                    <a:pt x="32778" y="1521"/>
                    <a:pt x="32766" y="1128"/>
                  </a:cubicBezTo>
                  <a:cubicBezTo>
                    <a:pt x="32755" y="878"/>
                    <a:pt x="32707" y="640"/>
                    <a:pt x="32600" y="414"/>
                  </a:cubicBezTo>
                  <a:cubicBezTo>
                    <a:pt x="32469" y="143"/>
                    <a:pt x="32273" y="0"/>
                    <a:pt x="32028"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9"/>
            <p:cNvSpPr/>
            <p:nvPr/>
          </p:nvSpPr>
          <p:spPr>
            <a:xfrm>
              <a:off x="4329700" y="1984000"/>
              <a:ext cx="172950" cy="397100"/>
            </a:xfrm>
            <a:custGeom>
              <a:avLst/>
              <a:gdLst/>
              <a:ahLst/>
              <a:cxnLst/>
              <a:rect l="l" t="t" r="r" b="b"/>
              <a:pathLst>
                <a:path w="6918" h="15884" extrusionOk="0">
                  <a:moveTo>
                    <a:pt x="1048" y="1"/>
                  </a:moveTo>
                  <a:lnTo>
                    <a:pt x="1048" y="1"/>
                  </a:lnTo>
                  <a:cubicBezTo>
                    <a:pt x="1072" y="48"/>
                    <a:pt x="1120" y="84"/>
                    <a:pt x="1167" y="108"/>
                  </a:cubicBezTo>
                  <a:cubicBezTo>
                    <a:pt x="1298" y="179"/>
                    <a:pt x="1465" y="227"/>
                    <a:pt x="1584" y="334"/>
                  </a:cubicBezTo>
                  <a:cubicBezTo>
                    <a:pt x="2179" y="810"/>
                    <a:pt x="2644" y="1394"/>
                    <a:pt x="3025" y="2037"/>
                  </a:cubicBezTo>
                  <a:cubicBezTo>
                    <a:pt x="3596" y="2977"/>
                    <a:pt x="3977" y="3989"/>
                    <a:pt x="4287" y="5037"/>
                  </a:cubicBezTo>
                  <a:cubicBezTo>
                    <a:pt x="4691" y="6371"/>
                    <a:pt x="5013" y="7740"/>
                    <a:pt x="5299" y="9109"/>
                  </a:cubicBezTo>
                  <a:cubicBezTo>
                    <a:pt x="5644" y="10752"/>
                    <a:pt x="5953" y="12371"/>
                    <a:pt x="6287" y="14002"/>
                  </a:cubicBezTo>
                  <a:cubicBezTo>
                    <a:pt x="6299" y="14038"/>
                    <a:pt x="6287" y="14074"/>
                    <a:pt x="6287" y="14098"/>
                  </a:cubicBezTo>
                  <a:cubicBezTo>
                    <a:pt x="6239" y="14038"/>
                    <a:pt x="6203" y="13979"/>
                    <a:pt x="6180" y="13919"/>
                  </a:cubicBezTo>
                  <a:cubicBezTo>
                    <a:pt x="5299" y="11669"/>
                    <a:pt x="4525" y="9395"/>
                    <a:pt x="3822" y="7109"/>
                  </a:cubicBezTo>
                  <a:cubicBezTo>
                    <a:pt x="3275" y="5287"/>
                    <a:pt x="2632" y="3489"/>
                    <a:pt x="1774" y="1775"/>
                  </a:cubicBezTo>
                  <a:cubicBezTo>
                    <a:pt x="1584" y="1370"/>
                    <a:pt x="1370" y="1001"/>
                    <a:pt x="1143" y="608"/>
                  </a:cubicBezTo>
                  <a:cubicBezTo>
                    <a:pt x="1024" y="417"/>
                    <a:pt x="869" y="251"/>
                    <a:pt x="655" y="155"/>
                  </a:cubicBezTo>
                  <a:lnTo>
                    <a:pt x="655" y="155"/>
                  </a:lnTo>
                  <a:cubicBezTo>
                    <a:pt x="679" y="179"/>
                    <a:pt x="691" y="215"/>
                    <a:pt x="715" y="239"/>
                  </a:cubicBezTo>
                  <a:cubicBezTo>
                    <a:pt x="953" y="453"/>
                    <a:pt x="1120" y="703"/>
                    <a:pt x="1274" y="965"/>
                  </a:cubicBezTo>
                  <a:cubicBezTo>
                    <a:pt x="2179" y="2668"/>
                    <a:pt x="2905" y="4418"/>
                    <a:pt x="3477" y="6251"/>
                  </a:cubicBezTo>
                  <a:cubicBezTo>
                    <a:pt x="4168" y="8502"/>
                    <a:pt x="4882" y="10752"/>
                    <a:pt x="5715" y="12967"/>
                  </a:cubicBezTo>
                  <a:cubicBezTo>
                    <a:pt x="5739" y="13014"/>
                    <a:pt x="5739" y="13050"/>
                    <a:pt x="5751" y="13098"/>
                  </a:cubicBezTo>
                  <a:cubicBezTo>
                    <a:pt x="5572" y="12836"/>
                    <a:pt x="5418" y="12550"/>
                    <a:pt x="5263" y="12276"/>
                  </a:cubicBezTo>
                  <a:cubicBezTo>
                    <a:pt x="4537" y="11085"/>
                    <a:pt x="3822" y="9919"/>
                    <a:pt x="3108" y="8740"/>
                  </a:cubicBezTo>
                  <a:cubicBezTo>
                    <a:pt x="2191" y="7180"/>
                    <a:pt x="1322" y="5585"/>
                    <a:pt x="715" y="3870"/>
                  </a:cubicBezTo>
                  <a:cubicBezTo>
                    <a:pt x="477" y="3203"/>
                    <a:pt x="274" y="2537"/>
                    <a:pt x="167" y="1834"/>
                  </a:cubicBezTo>
                  <a:cubicBezTo>
                    <a:pt x="96" y="1358"/>
                    <a:pt x="36" y="894"/>
                    <a:pt x="238" y="429"/>
                  </a:cubicBezTo>
                  <a:lnTo>
                    <a:pt x="215" y="405"/>
                  </a:lnTo>
                  <a:cubicBezTo>
                    <a:pt x="107" y="513"/>
                    <a:pt x="60" y="644"/>
                    <a:pt x="48" y="798"/>
                  </a:cubicBezTo>
                  <a:cubicBezTo>
                    <a:pt x="0" y="1275"/>
                    <a:pt x="48" y="1739"/>
                    <a:pt x="155" y="2203"/>
                  </a:cubicBezTo>
                  <a:cubicBezTo>
                    <a:pt x="512" y="3787"/>
                    <a:pt x="1108" y="5263"/>
                    <a:pt x="1846" y="6668"/>
                  </a:cubicBezTo>
                  <a:cubicBezTo>
                    <a:pt x="2560" y="8037"/>
                    <a:pt x="3370" y="9347"/>
                    <a:pt x="4168" y="10657"/>
                  </a:cubicBezTo>
                  <a:cubicBezTo>
                    <a:pt x="4870" y="11788"/>
                    <a:pt x="5572" y="12943"/>
                    <a:pt x="6156" y="14133"/>
                  </a:cubicBezTo>
                  <a:cubicBezTo>
                    <a:pt x="6346" y="14514"/>
                    <a:pt x="6513" y="14919"/>
                    <a:pt x="6656" y="15324"/>
                  </a:cubicBezTo>
                  <a:cubicBezTo>
                    <a:pt x="6727" y="15514"/>
                    <a:pt x="6811" y="15693"/>
                    <a:pt x="6894" y="15872"/>
                  </a:cubicBezTo>
                  <a:cubicBezTo>
                    <a:pt x="6897" y="15872"/>
                    <a:pt x="6902" y="15871"/>
                    <a:pt x="6906" y="15870"/>
                  </a:cubicBezTo>
                  <a:lnTo>
                    <a:pt x="6906" y="15870"/>
                  </a:lnTo>
                  <a:cubicBezTo>
                    <a:pt x="6906" y="15874"/>
                    <a:pt x="6906" y="15879"/>
                    <a:pt x="6906" y="15884"/>
                  </a:cubicBezTo>
                  <a:cubicBezTo>
                    <a:pt x="6918" y="15872"/>
                    <a:pt x="6918" y="15869"/>
                    <a:pt x="6913" y="15869"/>
                  </a:cubicBezTo>
                  <a:cubicBezTo>
                    <a:pt x="6911" y="15869"/>
                    <a:pt x="6909" y="15869"/>
                    <a:pt x="6906" y="15870"/>
                  </a:cubicBezTo>
                  <a:lnTo>
                    <a:pt x="6906" y="15870"/>
                  </a:lnTo>
                  <a:cubicBezTo>
                    <a:pt x="6904" y="15817"/>
                    <a:pt x="6893" y="15772"/>
                    <a:pt x="6882" y="15717"/>
                  </a:cubicBezTo>
                  <a:cubicBezTo>
                    <a:pt x="6751" y="15300"/>
                    <a:pt x="6596" y="14907"/>
                    <a:pt x="6489" y="14491"/>
                  </a:cubicBezTo>
                  <a:cubicBezTo>
                    <a:pt x="6334" y="13800"/>
                    <a:pt x="6180" y="13086"/>
                    <a:pt x="6049" y="12383"/>
                  </a:cubicBezTo>
                  <a:cubicBezTo>
                    <a:pt x="5632" y="10145"/>
                    <a:pt x="5180" y="7906"/>
                    <a:pt x="4572" y="5704"/>
                  </a:cubicBezTo>
                  <a:cubicBezTo>
                    <a:pt x="4275" y="4620"/>
                    <a:pt x="3929" y="3549"/>
                    <a:pt x="3417" y="2549"/>
                  </a:cubicBezTo>
                  <a:cubicBezTo>
                    <a:pt x="2977" y="1715"/>
                    <a:pt x="2465" y="953"/>
                    <a:pt x="1751" y="346"/>
                  </a:cubicBezTo>
                  <a:cubicBezTo>
                    <a:pt x="1536" y="167"/>
                    <a:pt x="1298" y="84"/>
                    <a:pt x="104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9"/>
            <p:cNvSpPr/>
            <p:nvPr/>
          </p:nvSpPr>
          <p:spPr>
            <a:xfrm>
              <a:off x="4543125" y="2106900"/>
              <a:ext cx="448575" cy="258725"/>
            </a:xfrm>
            <a:custGeom>
              <a:avLst/>
              <a:gdLst/>
              <a:ahLst/>
              <a:cxnLst/>
              <a:rect l="l" t="t" r="r" b="b"/>
              <a:pathLst>
                <a:path w="17943" h="10349" extrusionOk="0">
                  <a:moveTo>
                    <a:pt x="15346" y="1"/>
                  </a:moveTo>
                  <a:cubicBezTo>
                    <a:pt x="15101" y="1"/>
                    <a:pt x="14855" y="14"/>
                    <a:pt x="14609" y="38"/>
                  </a:cubicBezTo>
                  <a:cubicBezTo>
                    <a:pt x="12133" y="300"/>
                    <a:pt x="9870" y="1145"/>
                    <a:pt x="7787" y="2455"/>
                  </a:cubicBezTo>
                  <a:cubicBezTo>
                    <a:pt x="6144" y="3479"/>
                    <a:pt x="4632" y="4717"/>
                    <a:pt x="3286" y="6110"/>
                  </a:cubicBezTo>
                  <a:cubicBezTo>
                    <a:pt x="2381" y="7050"/>
                    <a:pt x="1465" y="7979"/>
                    <a:pt x="714" y="9039"/>
                  </a:cubicBezTo>
                  <a:cubicBezTo>
                    <a:pt x="429" y="9432"/>
                    <a:pt x="119" y="9837"/>
                    <a:pt x="0" y="10348"/>
                  </a:cubicBezTo>
                  <a:cubicBezTo>
                    <a:pt x="8" y="10326"/>
                    <a:pt x="15" y="10318"/>
                    <a:pt x="23" y="10318"/>
                  </a:cubicBezTo>
                  <a:cubicBezTo>
                    <a:pt x="27" y="10318"/>
                    <a:pt x="31" y="10320"/>
                    <a:pt x="36" y="10325"/>
                  </a:cubicBezTo>
                  <a:cubicBezTo>
                    <a:pt x="95" y="10206"/>
                    <a:pt x="179" y="10075"/>
                    <a:pt x="250" y="9967"/>
                  </a:cubicBezTo>
                  <a:cubicBezTo>
                    <a:pt x="453" y="9682"/>
                    <a:pt x="667" y="9384"/>
                    <a:pt x="893" y="9122"/>
                  </a:cubicBezTo>
                  <a:cubicBezTo>
                    <a:pt x="1631" y="8193"/>
                    <a:pt x="2524" y="7408"/>
                    <a:pt x="3465" y="6693"/>
                  </a:cubicBezTo>
                  <a:cubicBezTo>
                    <a:pt x="4739" y="5717"/>
                    <a:pt x="6132" y="4919"/>
                    <a:pt x="7656" y="4383"/>
                  </a:cubicBezTo>
                  <a:cubicBezTo>
                    <a:pt x="8835" y="3991"/>
                    <a:pt x="10061" y="3729"/>
                    <a:pt x="11275" y="3538"/>
                  </a:cubicBezTo>
                  <a:cubicBezTo>
                    <a:pt x="12537" y="3348"/>
                    <a:pt x="13811" y="3181"/>
                    <a:pt x="15038" y="2883"/>
                  </a:cubicBezTo>
                  <a:cubicBezTo>
                    <a:pt x="15788" y="2705"/>
                    <a:pt x="16514" y="2478"/>
                    <a:pt x="17217" y="2205"/>
                  </a:cubicBezTo>
                  <a:cubicBezTo>
                    <a:pt x="17443" y="2109"/>
                    <a:pt x="17645" y="1966"/>
                    <a:pt x="17859" y="1847"/>
                  </a:cubicBezTo>
                  <a:cubicBezTo>
                    <a:pt x="17943" y="1788"/>
                    <a:pt x="17943" y="1788"/>
                    <a:pt x="17943" y="1669"/>
                  </a:cubicBezTo>
                  <a:lnTo>
                    <a:pt x="17943" y="1669"/>
                  </a:lnTo>
                  <a:cubicBezTo>
                    <a:pt x="17645" y="1907"/>
                    <a:pt x="17324" y="2086"/>
                    <a:pt x="16967" y="2205"/>
                  </a:cubicBezTo>
                  <a:cubicBezTo>
                    <a:pt x="16645" y="2324"/>
                    <a:pt x="16335" y="2419"/>
                    <a:pt x="16026" y="2514"/>
                  </a:cubicBezTo>
                  <a:cubicBezTo>
                    <a:pt x="14919" y="2836"/>
                    <a:pt x="13811" y="3050"/>
                    <a:pt x="12680" y="3229"/>
                  </a:cubicBezTo>
                  <a:cubicBezTo>
                    <a:pt x="11763" y="3371"/>
                    <a:pt x="10847" y="3514"/>
                    <a:pt x="9942" y="3693"/>
                  </a:cubicBezTo>
                  <a:cubicBezTo>
                    <a:pt x="8549" y="3955"/>
                    <a:pt x="7215" y="4372"/>
                    <a:pt x="5965" y="5014"/>
                  </a:cubicBezTo>
                  <a:cubicBezTo>
                    <a:pt x="4298" y="5860"/>
                    <a:pt x="2822" y="6979"/>
                    <a:pt x="1500" y="8301"/>
                  </a:cubicBezTo>
                  <a:lnTo>
                    <a:pt x="1322" y="8479"/>
                  </a:lnTo>
                  <a:cubicBezTo>
                    <a:pt x="1310" y="8432"/>
                    <a:pt x="1334" y="8408"/>
                    <a:pt x="1346" y="8372"/>
                  </a:cubicBezTo>
                  <a:cubicBezTo>
                    <a:pt x="1703" y="7955"/>
                    <a:pt x="2048" y="7562"/>
                    <a:pt x="2417" y="7158"/>
                  </a:cubicBezTo>
                  <a:cubicBezTo>
                    <a:pt x="3655" y="5836"/>
                    <a:pt x="4965" y="4562"/>
                    <a:pt x="6441" y="3490"/>
                  </a:cubicBezTo>
                  <a:cubicBezTo>
                    <a:pt x="7584" y="2657"/>
                    <a:pt x="8763" y="1931"/>
                    <a:pt x="10049" y="1371"/>
                  </a:cubicBezTo>
                  <a:cubicBezTo>
                    <a:pt x="11573" y="716"/>
                    <a:pt x="13145" y="264"/>
                    <a:pt x="14811" y="121"/>
                  </a:cubicBezTo>
                  <a:cubicBezTo>
                    <a:pt x="15011" y="99"/>
                    <a:pt x="15209" y="89"/>
                    <a:pt x="15406" y="89"/>
                  </a:cubicBezTo>
                  <a:cubicBezTo>
                    <a:pt x="16080" y="89"/>
                    <a:pt x="16739" y="212"/>
                    <a:pt x="17383" y="442"/>
                  </a:cubicBezTo>
                  <a:cubicBezTo>
                    <a:pt x="17407" y="454"/>
                    <a:pt x="17431" y="454"/>
                    <a:pt x="17467" y="454"/>
                  </a:cubicBezTo>
                  <a:cubicBezTo>
                    <a:pt x="17276" y="276"/>
                    <a:pt x="17014" y="240"/>
                    <a:pt x="16800" y="181"/>
                  </a:cubicBezTo>
                  <a:cubicBezTo>
                    <a:pt x="16324" y="54"/>
                    <a:pt x="15837" y="1"/>
                    <a:pt x="1534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9"/>
            <p:cNvSpPr/>
            <p:nvPr/>
          </p:nvSpPr>
          <p:spPr>
            <a:xfrm>
              <a:off x="4486275" y="2571875"/>
              <a:ext cx="295000" cy="252425"/>
            </a:xfrm>
            <a:custGeom>
              <a:avLst/>
              <a:gdLst/>
              <a:ahLst/>
              <a:cxnLst/>
              <a:rect l="l" t="t" r="r" b="b"/>
              <a:pathLst>
                <a:path w="11800" h="10097" extrusionOk="0">
                  <a:moveTo>
                    <a:pt x="11585" y="0"/>
                  </a:moveTo>
                  <a:lnTo>
                    <a:pt x="11585" y="0"/>
                  </a:lnTo>
                  <a:cubicBezTo>
                    <a:pt x="11704" y="215"/>
                    <a:pt x="11632" y="393"/>
                    <a:pt x="11525" y="584"/>
                  </a:cubicBezTo>
                  <a:cubicBezTo>
                    <a:pt x="11418" y="715"/>
                    <a:pt x="11311" y="834"/>
                    <a:pt x="11192" y="953"/>
                  </a:cubicBezTo>
                  <a:cubicBezTo>
                    <a:pt x="10525" y="1644"/>
                    <a:pt x="9763" y="2239"/>
                    <a:pt x="8977" y="2787"/>
                  </a:cubicBezTo>
                  <a:cubicBezTo>
                    <a:pt x="7608" y="3775"/>
                    <a:pt x="6227" y="4727"/>
                    <a:pt x="4846" y="5692"/>
                  </a:cubicBezTo>
                  <a:cubicBezTo>
                    <a:pt x="3620" y="6537"/>
                    <a:pt x="2417" y="7406"/>
                    <a:pt x="1334" y="8418"/>
                  </a:cubicBezTo>
                  <a:cubicBezTo>
                    <a:pt x="1310" y="8430"/>
                    <a:pt x="1286" y="8442"/>
                    <a:pt x="1274" y="8454"/>
                  </a:cubicBezTo>
                  <a:cubicBezTo>
                    <a:pt x="1274" y="8394"/>
                    <a:pt x="1298" y="8359"/>
                    <a:pt x="1334" y="8311"/>
                  </a:cubicBezTo>
                  <a:cubicBezTo>
                    <a:pt x="1655" y="7894"/>
                    <a:pt x="1988" y="7466"/>
                    <a:pt x="2322" y="7061"/>
                  </a:cubicBezTo>
                  <a:cubicBezTo>
                    <a:pt x="3536" y="5632"/>
                    <a:pt x="4798" y="4275"/>
                    <a:pt x="6227" y="3072"/>
                  </a:cubicBezTo>
                  <a:cubicBezTo>
                    <a:pt x="7620" y="1905"/>
                    <a:pt x="9108" y="870"/>
                    <a:pt x="10775" y="84"/>
                  </a:cubicBezTo>
                  <a:cubicBezTo>
                    <a:pt x="10799" y="60"/>
                    <a:pt x="10823" y="48"/>
                    <a:pt x="10835" y="36"/>
                  </a:cubicBezTo>
                  <a:cubicBezTo>
                    <a:pt x="10815" y="17"/>
                    <a:pt x="10799" y="8"/>
                    <a:pt x="10785" y="8"/>
                  </a:cubicBezTo>
                  <a:cubicBezTo>
                    <a:pt x="10773" y="8"/>
                    <a:pt x="10762" y="14"/>
                    <a:pt x="10751" y="24"/>
                  </a:cubicBezTo>
                  <a:cubicBezTo>
                    <a:pt x="10501" y="120"/>
                    <a:pt x="10239" y="215"/>
                    <a:pt x="10001" y="346"/>
                  </a:cubicBezTo>
                  <a:cubicBezTo>
                    <a:pt x="8394" y="1191"/>
                    <a:pt x="6941" y="2251"/>
                    <a:pt x="5596" y="3453"/>
                  </a:cubicBezTo>
                  <a:cubicBezTo>
                    <a:pt x="4084" y="4811"/>
                    <a:pt x="2727" y="6311"/>
                    <a:pt x="1476" y="7918"/>
                  </a:cubicBezTo>
                  <a:cubicBezTo>
                    <a:pt x="988" y="8549"/>
                    <a:pt x="512" y="9168"/>
                    <a:pt x="95" y="9847"/>
                  </a:cubicBezTo>
                  <a:cubicBezTo>
                    <a:pt x="60" y="9906"/>
                    <a:pt x="0" y="9978"/>
                    <a:pt x="36" y="10097"/>
                  </a:cubicBezTo>
                  <a:cubicBezTo>
                    <a:pt x="83" y="10037"/>
                    <a:pt x="95" y="10002"/>
                    <a:pt x="107" y="9978"/>
                  </a:cubicBezTo>
                  <a:cubicBezTo>
                    <a:pt x="119" y="9942"/>
                    <a:pt x="143" y="9906"/>
                    <a:pt x="167" y="9871"/>
                  </a:cubicBezTo>
                  <a:cubicBezTo>
                    <a:pt x="643" y="9156"/>
                    <a:pt x="1226" y="8549"/>
                    <a:pt x="1881" y="8001"/>
                  </a:cubicBezTo>
                  <a:cubicBezTo>
                    <a:pt x="2881" y="7168"/>
                    <a:pt x="3917" y="6394"/>
                    <a:pt x="4989" y="5644"/>
                  </a:cubicBezTo>
                  <a:cubicBezTo>
                    <a:pt x="6417" y="4644"/>
                    <a:pt x="7870" y="3632"/>
                    <a:pt x="9299" y="2620"/>
                  </a:cubicBezTo>
                  <a:cubicBezTo>
                    <a:pt x="10037" y="2084"/>
                    <a:pt x="10751" y="1513"/>
                    <a:pt x="11394" y="822"/>
                  </a:cubicBezTo>
                  <a:cubicBezTo>
                    <a:pt x="11430" y="762"/>
                    <a:pt x="11478" y="715"/>
                    <a:pt x="11549" y="643"/>
                  </a:cubicBezTo>
                  <a:lnTo>
                    <a:pt x="11549" y="643"/>
                  </a:lnTo>
                  <a:cubicBezTo>
                    <a:pt x="11537" y="691"/>
                    <a:pt x="11537" y="715"/>
                    <a:pt x="11537" y="739"/>
                  </a:cubicBezTo>
                  <a:cubicBezTo>
                    <a:pt x="11430" y="1155"/>
                    <a:pt x="11168" y="1465"/>
                    <a:pt x="10870" y="1751"/>
                  </a:cubicBezTo>
                  <a:cubicBezTo>
                    <a:pt x="9870" y="2715"/>
                    <a:pt x="8799" y="3572"/>
                    <a:pt x="7656" y="4334"/>
                  </a:cubicBezTo>
                  <a:cubicBezTo>
                    <a:pt x="6298" y="5239"/>
                    <a:pt x="4953" y="6120"/>
                    <a:pt x="3596" y="7013"/>
                  </a:cubicBezTo>
                  <a:cubicBezTo>
                    <a:pt x="3381" y="7144"/>
                    <a:pt x="3191" y="7299"/>
                    <a:pt x="3000" y="7430"/>
                  </a:cubicBezTo>
                  <a:cubicBezTo>
                    <a:pt x="3009" y="7432"/>
                    <a:pt x="3018" y="7433"/>
                    <a:pt x="3026" y="7433"/>
                  </a:cubicBezTo>
                  <a:cubicBezTo>
                    <a:pt x="3062" y="7433"/>
                    <a:pt x="3091" y="7416"/>
                    <a:pt x="3119" y="7406"/>
                  </a:cubicBezTo>
                  <a:cubicBezTo>
                    <a:pt x="4667" y="6406"/>
                    <a:pt x="6215" y="5406"/>
                    <a:pt x="7751" y="4394"/>
                  </a:cubicBezTo>
                  <a:cubicBezTo>
                    <a:pt x="8870" y="3632"/>
                    <a:pt x="9942" y="2787"/>
                    <a:pt x="10918" y="1822"/>
                  </a:cubicBezTo>
                  <a:cubicBezTo>
                    <a:pt x="11240" y="1489"/>
                    <a:pt x="11537" y="1132"/>
                    <a:pt x="11644" y="655"/>
                  </a:cubicBezTo>
                  <a:cubicBezTo>
                    <a:pt x="11680" y="572"/>
                    <a:pt x="11680" y="465"/>
                    <a:pt x="11716" y="393"/>
                  </a:cubicBezTo>
                  <a:cubicBezTo>
                    <a:pt x="11799" y="227"/>
                    <a:pt x="11716" y="108"/>
                    <a:pt x="1158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9"/>
            <p:cNvSpPr/>
            <p:nvPr/>
          </p:nvSpPr>
          <p:spPr>
            <a:xfrm>
              <a:off x="4756825" y="1866125"/>
              <a:ext cx="234875" cy="128025"/>
            </a:xfrm>
            <a:custGeom>
              <a:avLst/>
              <a:gdLst/>
              <a:ahLst/>
              <a:cxnLst/>
              <a:rect l="l" t="t" r="r" b="b"/>
              <a:pathLst>
                <a:path w="9395" h="5121" extrusionOk="0">
                  <a:moveTo>
                    <a:pt x="9252" y="60"/>
                  </a:moveTo>
                  <a:cubicBezTo>
                    <a:pt x="9311" y="215"/>
                    <a:pt x="9252" y="298"/>
                    <a:pt x="9192" y="394"/>
                  </a:cubicBezTo>
                  <a:cubicBezTo>
                    <a:pt x="8930" y="775"/>
                    <a:pt x="8609" y="1072"/>
                    <a:pt x="8240" y="1346"/>
                  </a:cubicBezTo>
                  <a:cubicBezTo>
                    <a:pt x="7526" y="1870"/>
                    <a:pt x="6716" y="2263"/>
                    <a:pt x="5882" y="2561"/>
                  </a:cubicBezTo>
                  <a:cubicBezTo>
                    <a:pt x="5001" y="2870"/>
                    <a:pt x="4132" y="3156"/>
                    <a:pt x="3239" y="3454"/>
                  </a:cubicBezTo>
                  <a:cubicBezTo>
                    <a:pt x="2489" y="3692"/>
                    <a:pt x="1775" y="3978"/>
                    <a:pt x="1108" y="4359"/>
                  </a:cubicBezTo>
                  <a:cubicBezTo>
                    <a:pt x="1072" y="4394"/>
                    <a:pt x="1037" y="4406"/>
                    <a:pt x="1001" y="4418"/>
                  </a:cubicBezTo>
                  <a:cubicBezTo>
                    <a:pt x="1751" y="3739"/>
                    <a:pt x="2430" y="2989"/>
                    <a:pt x="3323" y="2513"/>
                  </a:cubicBezTo>
                  <a:cubicBezTo>
                    <a:pt x="3751" y="2275"/>
                    <a:pt x="4216" y="2073"/>
                    <a:pt x="4692" y="1918"/>
                  </a:cubicBezTo>
                  <a:cubicBezTo>
                    <a:pt x="5871" y="1561"/>
                    <a:pt x="7002" y="1049"/>
                    <a:pt x="8121" y="537"/>
                  </a:cubicBezTo>
                  <a:cubicBezTo>
                    <a:pt x="8490" y="370"/>
                    <a:pt x="8859" y="227"/>
                    <a:pt x="9252" y="60"/>
                  </a:cubicBezTo>
                  <a:close/>
                  <a:moveTo>
                    <a:pt x="9264" y="1"/>
                  </a:moveTo>
                  <a:cubicBezTo>
                    <a:pt x="9145" y="37"/>
                    <a:pt x="9026" y="60"/>
                    <a:pt x="8907" y="108"/>
                  </a:cubicBezTo>
                  <a:cubicBezTo>
                    <a:pt x="8526" y="251"/>
                    <a:pt x="8157" y="406"/>
                    <a:pt x="7799" y="572"/>
                  </a:cubicBezTo>
                  <a:cubicBezTo>
                    <a:pt x="6764" y="1060"/>
                    <a:pt x="5692" y="1501"/>
                    <a:pt x="4585" y="1846"/>
                  </a:cubicBezTo>
                  <a:cubicBezTo>
                    <a:pt x="3632" y="2144"/>
                    <a:pt x="2775" y="2632"/>
                    <a:pt x="2025" y="3311"/>
                  </a:cubicBezTo>
                  <a:cubicBezTo>
                    <a:pt x="1406" y="3870"/>
                    <a:pt x="775" y="4418"/>
                    <a:pt x="156" y="4978"/>
                  </a:cubicBezTo>
                  <a:cubicBezTo>
                    <a:pt x="108" y="5001"/>
                    <a:pt x="60" y="5049"/>
                    <a:pt x="1" y="5120"/>
                  </a:cubicBezTo>
                  <a:cubicBezTo>
                    <a:pt x="191" y="5061"/>
                    <a:pt x="346" y="5013"/>
                    <a:pt x="489" y="4954"/>
                  </a:cubicBezTo>
                  <a:cubicBezTo>
                    <a:pt x="1465" y="4585"/>
                    <a:pt x="2453" y="4299"/>
                    <a:pt x="3454" y="4061"/>
                  </a:cubicBezTo>
                  <a:cubicBezTo>
                    <a:pt x="4525" y="3811"/>
                    <a:pt x="5585" y="3477"/>
                    <a:pt x="6609" y="3085"/>
                  </a:cubicBezTo>
                  <a:cubicBezTo>
                    <a:pt x="7383" y="2763"/>
                    <a:pt x="8097" y="2358"/>
                    <a:pt x="8680" y="1739"/>
                  </a:cubicBezTo>
                  <a:cubicBezTo>
                    <a:pt x="8811" y="1596"/>
                    <a:pt x="8930" y="1441"/>
                    <a:pt x="9050" y="1299"/>
                  </a:cubicBezTo>
                  <a:cubicBezTo>
                    <a:pt x="9038" y="1287"/>
                    <a:pt x="9038" y="1287"/>
                    <a:pt x="9026" y="1287"/>
                  </a:cubicBezTo>
                  <a:lnTo>
                    <a:pt x="8847" y="1465"/>
                  </a:lnTo>
                  <a:cubicBezTo>
                    <a:pt x="8740" y="1584"/>
                    <a:pt x="8621" y="1703"/>
                    <a:pt x="8502" y="1822"/>
                  </a:cubicBezTo>
                  <a:cubicBezTo>
                    <a:pt x="7966" y="2323"/>
                    <a:pt x="7335" y="2692"/>
                    <a:pt x="6656" y="2977"/>
                  </a:cubicBezTo>
                  <a:cubicBezTo>
                    <a:pt x="5823" y="3323"/>
                    <a:pt x="4966" y="3608"/>
                    <a:pt x="4085" y="3823"/>
                  </a:cubicBezTo>
                  <a:cubicBezTo>
                    <a:pt x="2930" y="4120"/>
                    <a:pt x="1787" y="4382"/>
                    <a:pt x="691" y="4811"/>
                  </a:cubicBezTo>
                  <a:cubicBezTo>
                    <a:pt x="679" y="4811"/>
                    <a:pt x="656" y="4799"/>
                    <a:pt x="608" y="4799"/>
                  </a:cubicBezTo>
                  <a:cubicBezTo>
                    <a:pt x="691" y="4751"/>
                    <a:pt x="727" y="4716"/>
                    <a:pt x="775" y="4692"/>
                  </a:cubicBezTo>
                  <a:cubicBezTo>
                    <a:pt x="1703" y="4108"/>
                    <a:pt x="2680" y="3727"/>
                    <a:pt x="3704" y="3430"/>
                  </a:cubicBezTo>
                  <a:cubicBezTo>
                    <a:pt x="4870" y="3073"/>
                    <a:pt x="6013" y="2680"/>
                    <a:pt x="7097" y="2144"/>
                  </a:cubicBezTo>
                  <a:cubicBezTo>
                    <a:pt x="7716" y="1846"/>
                    <a:pt x="8276" y="1489"/>
                    <a:pt x="8764" y="1013"/>
                  </a:cubicBezTo>
                  <a:cubicBezTo>
                    <a:pt x="8942" y="834"/>
                    <a:pt x="9109" y="608"/>
                    <a:pt x="9264" y="406"/>
                  </a:cubicBezTo>
                  <a:cubicBezTo>
                    <a:pt x="9335" y="287"/>
                    <a:pt x="9395" y="156"/>
                    <a:pt x="926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9"/>
            <p:cNvSpPr/>
            <p:nvPr/>
          </p:nvSpPr>
          <p:spPr>
            <a:xfrm>
              <a:off x="4424950" y="2471775"/>
              <a:ext cx="215825" cy="307900"/>
            </a:xfrm>
            <a:custGeom>
              <a:avLst/>
              <a:gdLst/>
              <a:ahLst/>
              <a:cxnLst/>
              <a:rect l="l" t="t" r="r" b="b"/>
              <a:pathLst>
                <a:path w="8633" h="12316" extrusionOk="0">
                  <a:moveTo>
                    <a:pt x="8606" y="1"/>
                  </a:moveTo>
                  <a:cubicBezTo>
                    <a:pt x="8571" y="1"/>
                    <a:pt x="8542" y="18"/>
                    <a:pt x="8513" y="28"/>
                  </a:cubicBezTo>
                  <a:cubicBezTo>
                    <a:pt x="6596" y="1242"/>
                    <a:pt x="4882" y="2683"/>
                    <a:pt x="3441" y="4421"/>
                  </a:cubicBezTo>
                  <a:cubicBezTo>
                    <a:pt x="2870" y="5124"/>
                    <a:pt x="2334" y="5850"/>
                    <a:pt x="1882" y="6624"/>
                  </a:cubicBezTo>
                  <a:cubicBezTo>
                    <a:pt x="1679" y="6957"/>
                    <a:pt x="1489" y="7291"/>
                    <a:pt x="1310" y="7636"/>
                  </a:cubicBezTo>
                  <a:cubicBezTo>
                    <a:pt x="1131" y="7993"/>
                    <a:pt x="941" y="8350"/>
                    <a:pt x="786" y="8731"/>
                  </a:cubicBezTo>
                  <a:cubicBezTo>
                    <a:pt x="584" y="9267"/>
                    <a:pt x="393" y="9803"/>
                    <a:pt x="262" y="10362"/>
                  </a:cubicBezTo>
                  <a:cubicBezTo>
                    <a:pt x="143" y="10886"/>
                    <a:pt x="36" y="11386"/>
                    <a:pt x="24" y="11922"/>
                  </a:cubicBezTo>
                  <a:cubicBezTo>
                    <a:pt x="0" y="12053"/>
                    <a:pt x="36" y="12184"/>
                    <a:pt x="36" y="12315"/>
                  </a:cubicBezTo>
                  <a:lnTo>
                    <a:pt x="60" y="12315"/>
                  </a:lnTo>
                  <a:cubicBezTo>
                    <a:pt x="60" y="12315"/>
                    <a:pt x="72" y="12303"/>
                    <a:pt x="72" y="12279"/>
                  </a:cubicBezTo>
                  <a:cubicBezTo>
                    <a:pt x="60" y="11196"/>
                    <a:pt x="358" y="10172"/>
                    <a:pt x="703" y="9172"/>
                  </a:cubicBezTo>
                  <a:cubicBezTo>
                    <a:pt x="869" y="8731"/>
                    <a:pt x="1084" y="8315"/>
                    <a:pt x="1286" y="7874"/>
                  </a:cubicBezTo>
                  <a:cubicBezTo>
                    <a:pt x="1584" y="7243"/>
                    <a:pt x="1941" y="6624"/>
                    <a:pt x="2334" y="6052"/>
                  </a:cubicBezTo>
                  <a:cubicBezTo>
                    <a:pt x="3275" y="4659"/>
                    <a:pt x="4358" y="3421"/>
                    <a:pt x="5608" y="2314"/>
                  </a:cubicBezTo>
                  <a:cubicBezTo>
                    <a:pt x="6442" y="1564"/>
                    <a:pt x="7358" y="909"/>
                    <a:pt x="8263" y="278"/>
                  </a:cubicBezTo>
                  <a:cubicBezTo>
                    <a:pt x="8382" y="183"/>
                    <a:pt x="8513" y="99"/>
                    <a:pt x="8632" y="4"/>
                  </a:cubicBezTo>
                  <a:cubicBezTo>
                    <a:pt x="8623" y="2"/>
                    <a:pt x="8615" y="1"/>
                    <a:pt x="860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9"/>
            <p:cNvSpPr/>
            <p:nvPr/>
          </p:nvSpPr>
          <p:spPr>
            <a:xfrm>
              <a:off x="4548175" y="1770575"/>
              <a:ext cx="62525" cy="339650"/>
            </a:xfrm>
            <a:custGeom>
              <a:avLst/>
              <a:gdLst/>
              <a:ahLst/>
              <a:cxnLst/>
              <a:rect l="l" t="t" r="r" b="b"/>
              <a:pathLst>
                <a:path w="2501" h="13586" extrusionOk="0">
                  <a:moveTo>
                    <a:pt x="12" y="1"/>
                  </a:moveTo>
                  <a:cubicBezTo>
                    <a:pt x="1" y="49"/>
                    <a:pt x="1" y="60"/>
                    <a:pt x="1" y="72"/>
                  </a:cubicBezTo>
                  <a:cubicBezTo>
                    <a:pt x="24" y="132"/>
                    <a:pt x="48" y="203"/>
                    <a:pt x="72" y="263"/>
                  </a:cubicBezTo>
                  <a:cubicBezTo>
                    <a:pt x="858" y="2370"/>
                    <a:pt x="1453" y="4537"/>
                    <a:pt x="1858" y="6752"/>
                  </a:cubicBezTo>
                  <a:cubicBezTo>
                    <a:pt x="2167" y="8478"/>
                    <a:pt x="2382" y="10228"/>
                    <a:pt x="2382" y="11990"/>
                  </a:cubicBezTo>
                  <a:cubicBezTo>
                    <a:pt x="2382" y="12467"/>
                    <a:pt x="2346" y="12931"/>
                    <a:pt x="2334" y="13407"/>
                  </a:cubicBezTo>
                  <a:cubicBezTo>
                    <a:pt x="2334" y="13455"/>
                    <a:pt x="2298" y="13538"/>
                    <a:pt x="2406" y="13586"/>
                  </a:cubicBezTo>
                  <a:cubicBezTo>
                    <a:pt x="2429" y="13503"/>
                    <a:pt x="2441" y="13419"/>
                    <a:pt x="2441" y="13395"/>
                  </a:cubicBezTo>
                  <a:cubicBezTo>
                    <a:pt x="2453" y="12800"/>
                    <a:pt x="2501" y="12217"/>
                    <a:pt x="2489" y="11633"/>
                  </a:cubicBezTo>
                  <a:cubicBezTo>
                    <a:pt x="2453" y="9466"/>
                    <a:pt x="2132" y="7323"/>
                    <a:pt x="1655" y="5204"/>
                  </a:cubicBezTo>
                  <a:cubicBezTo>
                    <a:pt x="1263" y="3513"/>
                    <a:pt x="774" y="1846"/>
                    <a:pt x="120" y="227"/>
                  </a:cubicBezTo>
                  <a:cubicBezTo>
                    <a:pt x="84" y="168"/>
                    <a:pt x="60" y="84"/>
                    <a:pt x="1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a:off x="4110925" y="2379875"/>
              <a:ext cx="358400" cy="98850"/>
            </a:xfrm>
            <a:custGeom>
              <a:avLst/>
              <a:gdLst/>
              <a:ahLst/>
              <a:cxnLst/>
              <a:rect l="l" t="t" r="r" b="b"/>
              <a:pathLst>
                <a:path w="14336" h="3954" extrusionOk="0">
                  <a:moveTo>
                    <a:pt x="3767" y="0"/>
                  </a:moveTo>
                  <a:cubicBezTo>
                    <a:pt x="2701" y="0"/>
                    <a:pt x="1667" y="123"/>
                    <a:pt x="655" y="441"/>
                  </a:cubicBezTo>
                  <a:cubicBezTo>
                    <a:pt x="441" y="501"/>
                    <a:pt x="226" y="596"/>
                    <a:pt x="0" y="692"/>
                  </a:cubicBezTo>
                  <a:cubicBezTo>
                    <a:pt x="0" y="703"/>
                    <a:pt x="0" y="715"/>
                    <a:pt x="24" y="751"/>
                  </a:cubicBezTo>
                  <a:cubicBezTo>
                    <a:pt x="143" y="703"/>
                    <a:pt x="274" y="656"/>
                    <a:pt x="393" y="608"/>
                  </a:cubicBezTo>
                  <a:cubicBezTo>
                    <a:pt x="1238" y="311"/>
                    <a:pt x="2120" y="156"/>
                    <a:pt x="3013" y="108"/>
                  </a:cubicBezTo>
                  <a:cubicBezTo>
                    <a:pt x="3261" y="97"/>
                    <a:pt x="3510" y="91"/>
                    <a:pt x="3759" y="91"/>
                  </a:cubicBezTo>
                  <a:cubicBezTo>
                    <a:pt x="4800" y="91"/>
                    <a:pt x="5847" y="183"/>
                    <a:pt x="6894" y="299"/>
                  </a:cubicBezTo>
                  <a:cubicBezTo>
                    <a:pt x="7930" y="418"/>
                    <a:pt x="8954" y="703"/>
                    <a:pt x="9930" y="1061"/>
                  </a:cubicBezTo>
                  <a:cubicBezTo>
                    <a:pt x="10740" y="1358"/>
                    <a:pt x="11514" y="1715"/>
                    <a:pt x="12228" y="2192"/>
                  </a:cubicBezTo>
                  <a:cubicBezTo>
                    <a:pt x="12919" y="2656"/>
                    <a:pt x="13550" y="3180"/>
                    <a:pt x="14145" y="3751"/>
                  </a:cubicBezTo>
                  <a:cubicBezTo>
                    <a:pt x="14204" y="3811"/>
                    <a:pt x="14240" y="3894"/>
                    <a:pt x="14312" y="3954"/>
                  </a:cubicBezTo>
                  <a:lnTo>
                    <a:pt x="14335" y="3918"/>
                  </a:lnTo>
                  <a:cubicBezTo>
                    <a:pt x="14264" y="3847"/>
                    <a:pt x="14204" y="3740"/>
                    <a:pt x="14133" y="3668"/>
                  </a:cubicBezTo>
                  <a:cubicBezTo>
                    <a:pt x="13907" y="3442"/>
                    <a:pt x="13681" y="3228"/>
                    <a:pt x="13442" y="3025"/>
                  </a:cubicBezTo>
                  <a:cubicBezTo>
                    <a:pt x="12585" y="2287"/>
                    <a:pt x="11645" y="1692"/>
                    <a:pt x="10585" y="1251"/>
                  </a:cubicBezTo>
                  <a:cubicBezTo>
                    <a:pt x="10097" y="1049"/>
                    <a:pt x="9609" y="858"/>
                    <a:pt x="9085" y="703"/>
                  </a:cubicBezTo>
                  <a:cubicBezTo>
                    <a:pt x="8668" y="584"/>
                    <a:pt x="8239" y="441"/>
                    <a:pt x="7799" y="358"/>
                  </a:cubicBezTo>
                  <a:cubicBezTo>
                    <a:pt x="6525" y="144"/>
                    <a:pt x="5227" y="25"/>
                    <a:pt x="3917" y="1"/>
                  </a:cubicBezTo>
                  <a:cubicBezTo>
                    <a:pt x="3867" y="0"/>
                    <a:pt x="3817" y="0"/>
                    <a:pt x="3767"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9"/>
            <p:cNvSpPr/>
            <p:nvPr/>
          </p:nvSpPr>
          <p:spPr>
            <a:xfrm>
              <a:off x="4772900" y="2155150"/>
              <a:ext cx="221475" cy="88725"/>
            </a:xfrm>
            <a:custGeom>
              <a:avLst/>
              <a:gdLst/>
              <a:ahLst/>
              <a:cxnLst/>
              <a:rect l="l" t="t" r="r" b="b"/>
              <a:pathLst>
                <a:path w="8859" h="3549" extrusionOk="0">
                  <a:moveTo>
                    <a:pt x="8799" y="1"/>
                  </a:moveTo>
                  <a:cubicBezTo>
                    <a:pt x="8597" y="346"/>
                    <a:pt x="8383" y="656"/>
                    <a:pt x="8073" y="894"/>
                  </a:cubicBezTo>
                  <a:cubicBezTo>
                    <a:pt x="7728" y="1156"/>
                    <a:pt x="7371" y="1394"/>
                    <a:pt x="7014" y="1608"/>
                  </a:cubicBezTo>
                  <a:cubicBezTo>
                    <a:pt x="5704" y="2406"/>
                    <a:pt x="4287" y="2942"/>
                    <a:pt x="2799" y="3275"/>
                  </a:cubicBezTo>
                  <a:cubicBezTo>
                    <a:pt x="2156" y="3430"/>
                    <a:pt x="1501" y="3477"/>
                    <a:pt x="846" y="3477"/>
                  </a:cubicBezTo>
                  <a:cubicBezTo>
                    <a:pt x="572" y="3477"/>
                    <a:pt x="286" y="3489"/>
                    <a:pt x="1" y="3489"/>
                  </a:cubicBezTo>
                  <a:cubicBezTo>
                    <a:pt x="72" y="3537"/>
                    <a:pt x="167" y="3549"/>
                    <a:pt x="239" y="3549"/>
                  </a:cubicBezTo>
                  <a:cubicBezTo>
                    <a:pt x="632" y="3549"/>
                    <a:pt x="1001" y="3549"/>
                    <a:pt x="1370" y="3537"/>
                  </a:cubicBezTo>
                  <a:cubicBezTo>
                    <a:pt x="1680" y="3513"/>
                    <a:pt x="2025" y="3501"/>
                    <a:pt x="2334" y="3442"/>
                  </a:cubicBezTo>
                  <a:cubicBezTo>
                    <a:pt x="4275" y="3084"/>
                    <a:pt x="6061" y="2370"/>
                    <a:pt x="7692" y="1299"/>
                  </a:cubicBezTo>
                  <a:cubicBezTo>
                    <a:pt x="8145" y="1001"/>
                    <a:pt x="8502" y="632"/>
                    <a:pt x="8788" y="179"/>
                  </a:cubicBezTo>
                  <a:cubicBezTo>
                    <a:pt x="8811" y="144"/>
                    <a:pt x="8823" y="84"/>
                    <a:pt x="8859" y="25"/>
                  </a:cubicBezTo>
                  <a:cubicBezTo>
                    <a:pt x="8847" y="1"/>
                    <a:pt x="8823" y="1"/>
                    <a:pt x="879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9"/>
            <p:cNvSpPr/>
            <p:nvPr/>
          </p:nvSpPr>
          <p:spPr>
            <a:xfrm>
              <a:off x="4290100" y="2673975"/>
              <a:ext cx="107200" cy="217600"/>
            </a:xfrm>
            <a:custGeom>
              <a:avLst/>
              <a:gdLst/>
              <a:ahLst/>
              <a:cxnLst/>
              <a:rect l="l" t="t" r="r" b="b"/>
              <a:pathLst>
                <a:path w="4288" h="8704" extrusionOk="0">
                  <a:moveTo>
                    <a:pt x="25" y="0"/>
                  </a:moveTo>
                  <a:cubicBezTo>
                    <a:pt x="25" y="0"/>
                    <a:pt x="13" y="0"/>
                    <a:pt x="1" y="12"/>
                  </a:cubicBezTo>
                  <a:cubicBezTo>
                    <a:pt x="1" y="60"/>
                    <a:pt x="13" y="84"/>
                    <a:pt x="25" y="131"/>
                  </a:cubicBezTo>
                  <a:cubicBezTo>
                    <a:pt x="191" y="584"/>
                    <a:pt x="334" y="1036"/>
                    <a:pt x="501" y="1489"/>
                  </a:cubicBezTo>
                  <a:cubicBezTo>
                    <a:pt x="1168" y="3382"/>
                    <a:pt x="1965" y="5227"/>
                    <a:pt x="2989" y="6954"/>
                  </a:cubicBezTo>
                  <a:cubicBezTo>
                    <a:pt x="3299" y="7466"/>
                    <a:pt x="3668" y="7966"/>
                    <a:pt x="4013" y="8466"/>
                  </a:cubicBezTo>
                  <a:cubicBezTo>
                    <a:pt x="4085" y="8561"/>
                    <a:pt x="4180" y="8632"/>
                    <a:pt x="4251" y="8704"/>
                  </a:cubicBezTo>
                  <a:cubicBezTo>
                    <a:pt x="4251" y="8692"/>
                    <a:pt x="4263" y="8692"/>
                    <a:pt x="4287" y="8680"/>
                  </a:cubicBezTo>
                  <a:cubicBezTo>
                    <a:pt x="4263" y="8656"/>
                    <a:pt x="4251" y="8632"/>
                    <a:pt x="4239" y="8620"/>
                  </a:cubicBezTo>
                  <a:cubicBezTo>
                    <a:pt x="4013" y="8323"/>
                    <a:pt x="3775" y="8025"/>
                    <a:pt x="3573" y="7704"/>
                  </a:cubicBezTo>
                  <a:cubicBezTo>
                    <a:pt x="2715" y="6418"/>
                    <a:pt x="2025" y="5013"/>
                    <a:pt x="1430" y="3584"/>
                  </a:cubicBezTo>
                  <a:cubicBezTo>
                    <a:pt x="965" y="2453"/>
                    <a:pt x="548" y="1310"/>
                    <a:pt x="96" y="179"/>
                  </a:cubicBezTo>
                  <a:cubicBezTo>
                    <a:pt x="84" y="119"/>
                    <a:pt x="60" y="60"/>
                    <a:pt x="2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9"/>
            <p:cNvSpPr/>
            <p:nvPr/>
          </p:nvSpPr>
          <p:spPr>
            <a:xfrm>
              <a:off x="4768450" y="1718500"/>
              <a:ext cx="82175" cy="219400"/>
            </a:xfrm>
            <a:custGeom>
              <a:avLst/>
              <a:gdLst/>
              <a:ahLst/>
              <a:cxnLst/>
              <a:rect l="l" t="t" r="r" b="b"/>
              <a:pathLst>
                <a:path w="3287" h="8776" extrusionOk="0">
                  <a:moveTo>
                    <a:pt x="3286" y="0"/>
                  </a:moveTo>
                  <a:lnTo>
                    <a:pt x="3286" y="0"/>
                  </a:lnTo>
                  <a:cubicBezTo>
                    <a:pt x="3012" y="584"/>
                    <a:pt x="2715" y="1143"/>
                    <a:pt x="2477" y="1703"/>
                  </a:cubicBezTo>
                  <a:cubicBezTo>
                    <a:pt x="2000" y="2822"/>
                    <a:pt x="1488" y="3929"/>
                    <a:pt x="1131" y="5084"/>
                  </a:cubicBezTo>
                  <a:cubicBezTo>
                    <a:pt x="965" y="5608"/>
                    <a:pt x="774" y="6132"/>
                    <a:pt x="607" y="6668"/>
                  </a:cubicBezTo>
                  <a:cubicBezTo>
                    <a:pt x="417" y="7275"/>
                    <a:pt x="238" y="7882"/>
                    <a:pt x="60" y="8489"/>
                  </a:cubicBezTo>
                  <a:cubicBezTo>
                    <a:pt x="36" y="8585"/>
                    <a:pt x="12" y="8668"/>
                    <a:pt x="0" y="8763"/>
                  </a:cubicBezTo>
                  <a:cubicBezTo>
                    <a:pt x="12" y="8763"/>
                    <a:pt x="36" y="8775"/>
                    <a:pt x="48" y="8775"/>
                  </a:cubicBezTo>
                  <a:cubicBezTo>
                    <a:pt x="95" y="8692"/>
                    <a:pt x="143" y="8597"/>
                    <a:pt x="179" y="8501"/>
                  </a:cubicBezTo>
                  <a:cubicBezTo>
                    <a:pt x="262" y="8228"/>
                    <a:pt x="345" y="7942"/>
                    <a:pt x="417" y="7680"/>
                  </a:cubicBezTo>
                  <a:cubicBezTo>
                    <a:pt x="536" y="7263"/>
                    <a:pt x="643" y="6858"/>
                    <a:pt x="774" y="6442"/>
                  </a:cubicBezTo>
                  <a:cubicBezTo>
                    <a:pt x="893" y="6061"/>
                    <a:pt x="1024" y="5680"/>
                    <a:pt x="1155" y="5299"/>
                  </a:cubicBezTo>
                  <a:cubicBezTo>
                    <a:pt x="1334" y="4751"/>
                    <a:pt x="1524" y="4179"/>
                    <a:pt x="1738" y="3632"/>
                  </a:cubicBezTo>
                  <a:cubicBezTo>
                    <a:pt x="2119" y="2703"/>
                    <a:pt x="2536" y="1786"/>
                    <a:pt x="2917" y="858"/>
                  </a:cubicBezTo>
                  <a:cubicBezTo>
                    <a:pt x="3048" y="584"/>
                    <a:pt x="3167" y="286"/>
                    <a:pt x="328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9"/>
            <p:cNvSpPr/>
            <p:nvPr/>
          </p:nvSpPr>
          <p:spPr>
            <a:xfrm>
              <a:off x="4500250" y="2818625"/>
              <a:ext cx="197075" cy="53600"/>
            </a:xfrm>
            <a:custGeom>
              <a:avLst/>
              <a:gdLst/>
              <a:ahLst/>
              <a:cxnLst/>
              <a:rect l="l" t="t" r="r" b="b"/>
              <a:pathLst>
                <a:path w="7883" h="2144" extrusionOk="0">
                  <a:moveTo>
                    <a:pt x="7859" y="1"/>
                  </a:moveTo>
                  <a:cubicBezTo>
                    <a:pt x="7763" y="13"/>
                    <a:pt x="7656" y="25"/>
                    <a:pt x="7573" y="48"/>
                  </a:cubicBezTo>
                  <a:cubicBezTo>
                    <a:pt x="5585" y="358"/>
                    <a:pt x="3596" y="810"/>
                    <a:pt x="1679" y="1453"/>
                  </a:cubicBezTo>
                  <a:cubicBezTo>
                    <a:pt x="1191" y="1620"/>
                    <a:pt x="715" y="1787"/>
                    <a:pt x="227" y="1965"/>
                  </a:cubicBezTo>
                  <a:cubicBezTo>
                    <a:pt x="143" y="2001"/>
                    <a:pt x="72" y="2037"/>
                    <a:pt x="1" y="2072"/>
                  </a:cubicBezTo>
                  <a:cubicBezTo>
                    <a:pt x="13" y="2096"/>
                    <a:pt x="13" y="2108"/>
                    <a:pt x="24" y="2144"/>
                  </a:cubicBezTo>
                  <a:cubicBezTo>
                    <a:pt x="2572" y="1156"/>
                    <a:pt x="5204" y="489"/>
                    <a:pt x="7883" y="48"/>
                  </a:cubicBezTo>
                  <a:cubicBezTo>
                    <a:pt x="7871" y="36"/>
                    <a:pt x="7871" y="13"/>
                    <a:pt x="785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9"/>
            <p:cNvSpPr/>
            <p:nvPr/>
          </p:nvSpPr>
          <p:spPr>
            <a:xfrm>
              <a:off x="4091575" y="2390475"/>
              <a:ext cx="193500" cy="27525"/>
            </a:xfrm>
            <a:custGeom>
              <a:avLst/>
              <a:gdLst/>
              <a:ahLst/>
              <a:cxnLst/>
              <a:rect l="l" t="t" r="r" b="b"/>
              <a:pathLst>
                <a:path w="7740" h="1101" extrusionOk="0">
                  <a:moveTo>
                    <a:pt x="5766" y="0"/>
                  </a:moveTo>
                  <a:cubicBezTo>
                    <a:pt x="5063" y="0"/>
                    <a:pt x="4360" y="80"/>
                    <a:pt x="3667" y="232"/>
                  </a:cubicBezTo>
                  <a:cubicBezTo>
                    <a:pt x="3155" y="351"/>
                    <a:pt x="2667" y="494"/>
                    <a:pt x="2167" y="613"/>
                  </a:cubicBezTo>
                  <a:cubicBezTo>
                    <a:pt x="1453" y="791"/>
                    <a:pt x="739" y="982"/>
                    <a:pt x="0" y="1089"/>
                  </a:cubicBezTo>
                  <a:cubicBezTo>
                    <a:pt x="48" y="1089"/>
                    <a:pt x="84" y="1101"/>
                    <a:pt x="96" y="1101"/>
                  </a:cubicBezTo>
                  <a:cubicBezTo>
                    <a:pt x="393" y="1053"/>
                    <a:pt x="703" y="1041"/>
                    <a:pt x="1000" y="958"/>
                  </a:cubicBezTo>
                  <a:cubicBezTo>
                    <a:pt x="1810" y="779"/>
                    <a:pt x="2608" y="577"/>
                    <a:pt x="3417" y="387"/>
                  </a:cubicBezTo>
                  <a:cubicBezTo>
                    <a:pt x="4215" y="194"/>
                    <a:pt x="5012" y="78"/>
                    <a:pt x="5819" y="78"/>
                  </a:cubicBezTo>
                  <a:cubicBezTo>
                    <a:pt x="6109" y="78"/>
                    <a:pt x="6399" y="93"/>
                    <a:pt x="6692" y="125"/>
                  </a:cubicBezTo>
                  <a:cubicBezTo>
                    <a:pt x="7049" y="160"/>
                    <a:pt x="7382" y="172"/>
                    <a:pt x="7739" y="208"/>
                  </a:cubicBezTo>
                  <a:cubicBezTo>
                    <a:pt x="7692" y="172"/>
                    <a:pt x="7656" y="148"/>
                    <a:pt x="7608" y="148"/>
                  </a:cubicBezTo>
                  <a:cubicBezTo>
                    <a:pt x="7394" y="113"/>
                    <a:pt x="7180" y="101"/>
                    <a:pt x="6954" y="77"/>
                  </a:cubicBezTo>
                  <a:cubicBezTo>
                    <a:pt x="6559" y="26"/>
                    <a:pt x="6162" y="0"/>
                    <a:pt x="576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9"/>
            <p:cNvSpPr/>
            <p:nvPr/>
          </p:nvSpPr>
          <p:spPr>
            <a:xfrm>
              <a:off x="4460075" y="2501025"/>
              <a:ext cx="125325" cy="145875"/>
            </a:xfrm>
            <a:custGeom>
              <a:avLst/>
              <a:gdLst/>
              <a:ahLst/>
              <a:cxnLst/>
              <a:rect l="l" t="t" r="r" b="b"/>
              <a:pathLst>
                <a:path w="5013" h="5835" extrusionOk="0">
                  <a:moveTo>
                    <a:pt x="4965" y="1"/>
                  </a:moveTo>
                  <a:cubicBezTo>
                    <a:pt x="4953" y="13"/>
                    <a:pt x="4941" y="13"/>
                    <a:pt x="4929" y="25"/>
                  </a:cubicBezTo>
                  <a:cubicBezTo>
                    <a:pt x="3929" y="799"/>
                    <a:pt x="2989" y="1632"/>
                    <a:pt x="2155" y="2596"/>
                  </a:cubicBezTo>
                  <a:cubicBezTo>
                    <a:pt x="1560" y="3299"/>
                    <a:pt x="1024" y="4025"/>
                    <a:pt x="548" y="4799"/>
                  </a:cubicBezTo>
                  <a:cubicBezTo>
                    <a:pt x="346" y="5120"/>
                    <a:pt x="179" y="5478"/>
                    <a:pt x="0" y="5799"/>
                  </a:cubicBezTo>
                  <a:cubicBezTo>
                    <a:pt x="12" y="5811"/>
                    <a:pt x="24" y="5811"/>
                    <a:pt x="48" y="5835"/>
                  </a:cubicBezTo>
                  <a:cubicBezTo>
                    <a:pt x="1262" y="3525"/>
                    <a:pt x="2965" y="1620"/>
                    <a:pt x="5013" y="25"/>
                  </a:cubicBezTo>
                  <a:cubicBezTo>
                    <a:pt x="5001" y="13"/>
                    <a:pt x="4989" y="1"/>
                    <a:pt x="496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9"/>
            <p:cNvSpPr/>
            <p:nvPr/>
          </p:nvSpPr>
          <p:spPr>
            <a:xfrm>
              <a:off x="4577950" y="1839650"/>
              <a:ext cx="32450" cy="154200"/>
            </a:xfrm>
            <a:custGeom>
              <a:avLst/>
              <a:gdLst/>
              <a:ahLst/>
              <a:cxnLst/>
              <a:rect l="l" t="t" r="r" b="b"/>
              <a:pathLst>
                <a:path w="1298" h="6168" extrusionOk="0">
                  <a:moveTo>
                    <a:pt x="0" y="0"/>
                  </a:moveTo>
                  <a:lnTo>
                    <a:pt x="0" y="0"/>
                  </a:lnTo>
                  <a:cubicBezTo>
                    <a:pt x="643" y="2048"/>
                    <a:pt x="1060" y="4084"/>
                    <a:pt x="1286" y="6168"/>
                  </a:cubicBezTo>
                  <a:cubicBezTo>
                    <a:pt x="1298" y="4786"/>
                    <a:pt x="417" y="572"/>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9"/>
            <p:cNvSpPr/>
            <p:nvPr/>
          </p:nvSpPr>
          <p:spPr>
            <a:xfrm>
              <a:off x="4316000" y="2727850"/>
              <a:ext cx="48550" cy="105975"/>
            </a:xfrm>
            <a:custGeom>
              <a:avLst/>
              <a:gdLst/>
              <a:ahLst/>
              <a:cxnLst/>
              <a:rect l="l" t="t" r="r" b="b"/>
              <a:pathLst>
                <a:path w="1942" h="4239" extrusionOk="0">
                  <a:moveTo>
                    <a:pt x="1" y="0"/>
                  </a:moveTo>
                  <a:lnTo>
                    <a:pt x="1" y="0"/>
                  </a:lnTo>
                  <a:cubicBezTo>
                    <a:pt x="536" y="1465"/>
                    <a:pt x="1167" y="2894"/>
                    <a:pt x="1941" y="4239"/>
                  </a:cubicBezTo>
                  <a:cubicBezTo>
                    <a:pt x="1298" y="2834"/>
                    <a:pt x="644" y="1417"/>
                    <a:pt x="1"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9"/>
            <p:cNvSpPr/>
            <p:nvPr/>
          </p:nvSpPr>
          <p:spPr>
            <a:xfrm>
              <a:off x="4557100" y="2818075"/>
              <a:ext cx="108075" cy="29450"/>
            </a:xfrm>
            <a:custGeom>
              <a:avLst/>
              <a:gdLst/>
              <a:ahLst/>
              <a:cxnLst/>
              <a:rect l="l" t="t" r="r" b="b"/>
              <a:pathLst>
                <a:path w="4323" h="1178" extrusionOk="0">
                  <a:moveTo>
                    <a:pt x="4307" y="1"/>
                  </a:moveTo>
                  <a:cubicBezTo>
                    <a:pt x="4304" y="1"/>
                    <a:pt x="4304" y="5"/>
                    <a:pt x="4308" y="11"/>
                  </a:cubicBezTo>
                  <a:lnTo>
                    <a:pt x="4308" y="11"/>
                  </a:lnTo>
                  <a:cubicBezTo>
                    <a:pt x="4313" y="11"/>
                    <a:pt x="4318" y="11"/>
                    <a:pt x="4323" y="11"/>
                  </a:cubicBezTo>
                  <a:cubicBezTo>
                    <a:pt x="4315" y="3"/>
                    <a:pt x="4310" y="1"/>
                    <a:pt x="4307" y="1"/>
                  </a:cubicBezTo>
                  <a:close/>
                  <a:moveTo>
                    <a:pt x="4308" y="11"/>
                  </a:moveTo>
                  <a:lnTo>
                    <a:pt x="4308" y="11"/>
                  </a:lnTo>
                  <a:cubicBezTo>
                    <a:pt x="4267" y="11"/>
                    <a:pt x="4236" y="12"/>
                    <a:pt x="4204" y="23"/>
                  </a:cubicBezTo>
                  <a:cubicBezTo>
                    <a:pt x="3275" y="225"/>
                    <a:pt x="2334" y="428"/>
                    <a:pt x="1418" y="666"/>
                  </a:cubicBezTo>
                  <a:cubicBezTo>
                    <a:pt x="989" y="761"/>
                    <a:pt x="584" y="928"/>
                    <a:pt x="179" y="1059"/>
                  </a:cubicBezTo>
                  <a:cubicBezTo>
                    <a:pt x="108" y="1082"/>
                    <a:pt x="60" y="1118"/>
                    <a:pt x="1" y="1154"/>
                  </a:cubicBezTo>
                  <a:cubicBezTo>
                    <a:pt x="1" y="1154"/>
                    <a:pt x="13" y="1166"/>
                    <a:pt x="13" y="1178"/>
                  </a:cubicBezTo>
                  <a:cubicBezTo>
                    <a:pt x="1418" y="654"/>
                    <a:pt x="2870" y="356"/>
                    <a:pt x="4323" y="23"/>
                  </a:cubicBezTo>
                  <a:cubicBezTo>
                    <a:pt x="4316" y="19"/>
                    <a:pt x="4311" y="15"/>
                    <a:pt x="4308" y="1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9"/>
            <p:cNvSpPr/>
            <p:nvPr/>
          </p:nvSpPr>
          <p:spPr>
            <a:xfrm>
              <a:off x="4800000" y="1770575"/>
              <a:ext cx="35450" cy="85475"/>
            </a:xfrm>
            <a:custGeom>
              <a:avLst/>
              <a:gdLst/>
              <a:ahLst/>
              <a:cxnLst/>
              <a:rect l="l" t="t" r="r" b="b"/>
              <a:pathLst>
                <a:path w="1418" h="3419" extrusionOk="0">
                  <a:moveTo>
                    <a:pt x="1417" y="1"/>
                  </a:moveTo>
                  <a:lnTo>
                    <a:pt x="1417" y="1"/>
                  </a:lnTo>
                  <a:cubicBezTo>
                    <a:pt x="1322" y="168"/>
                    <a:pt x="1227" y="299"/>
                    <a:pt x="1167" y="465"/>
                  </a:cubicBezTo>
                  <a:cubicBezTo>
                    <a:pt x="786" y="1382"/>
                    <a:pt x="405" y="2323"/>
                    <a:pt x="36" y="3239"/>
                  </a:cubicBezTo>
                  <a:cubicBezTo>
                    <a:pt x="12" y="3299"/>
                    <a:pt x="12" y="3358"/>
                    <a:pt x="0" y="3418"/>
                  </a:cubicBezTo>
                  <a:lnTo>
                    <a:pt x="36" y="3418"/>
                  </a:lnTo>
                  <a:cubicBezTo>
                    <a:pt x="488" y="2275"/>
                    <a:pt x="953" y="1144"/>
                    <a:pt x="141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 name="Google Shape;209;p19"/>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2">
  <p:cSld name="CUSTOM_9">
    <p:spTree>
      <p:nvGrpSpPr>
        <p:cNvPr id="1" name="Shape 210"/>
        <p:cNvGrpSpPr/>
        <p:nvPr/>
      </p:nvGrpSpPr>
      <p:grpSpPr>
        <a:xfrm>
          <a:off x="0" y="0"/>
          <a:ext cx="0" cy="0"/>
          <a:chOff x="0" y="0"/>
          <a:chExt cx="0" cy="0"/>
        </a:xfrm>
      </p:grpSpPr>
      <p:sp>
        <p:nvSpPr>
          <p:cNvPr id="211" name="Google Shape;211;p20"/>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12" name="Google Shape;212;p20"/>
          <p:cNvPicPr preferRelativeResize="0"/>
          <p:nvPr/>
        </p:nvPicPr>
        <p:blipFill rotWithShape="1">
          <a:blip r:embed="rId2">
            <a:alphaModFix/>
          </a:blip>
          <a:srcRect l="37412" t="9009" r="30455" b="20771"/>
          <a:stretch/>
        </p:blipFill>
        <p:spPr>
          <a:xfrm>
            <a:off x="8343175" y="1437563"/>
            <a:ext cx="2210002" cy="27165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3">
  <p:cSld name="CUSTOM_10">
    <p:spTree>
      <p:nvGrpSpPr>
        <p:cNvPr id="1" name="Shape 213"/>
        <p:cNvGrpSpPr/>
        <p:nvPr/>
      </p:nvGrpSpPr>
      <p:grpSpPr>
        <a:xfrm>
          <a:off x="0" y="0"/>
          <a:ext cx="0" cy="0"/>
          <a:chOff x="0" y="0"/>
          <a:chExt cx="0" cy="0"/>
        </a:xfrm>
      </p:grpSpPr>
      <p:sp>
        <p:nvSpPr>
          <p:cNvPr id="214" name="Google Shape;214;p21"/>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5" name="Google Shape;215;p21"/>
          <p:cNvSpPr/>
          <p:nvPr/>
        </p:nvSpPr>
        <p:spPr>
          <a:xfrm rot="7544591" flipH="1">
            <a:off x="8050234" y="-1907585"/>
            <a:ext cx="1447708" cy="4544938"/>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6" name="Google Shape;216;p21"/>
          <p:cNvGrpSpPr/>
          <p:nvPr/>
        </p:nvGrpSpPr>
        <p:grpSpPr>
          <a:xfrm rot="739226">
            <a:off x="-1153927" y="2656509"/>
            <a:ext cx="1683160" cy="2875765"/>
            <a:chOff x="4084725" y="1655475"/>
            <a:chExt cx="916200" cy="1565375"/>
          </a:xfrm>
        </p:grpSpPr>
        <p:sp>
          <p:nvSpPr>
            <p:cNvPr id="217" name="Google Shape;217;p21"/>
            <p:cNvSpPr/>
            <p:nvPr/>
          </p:nvSpPr>
          <p:spPr>
            <a:xfrm>
              <a:off x="4084725" y="1655475"/>
              <a:ext cx="916200" cy="1565375"/>
            </a:xfrm>
            <a:custGeom>
              <a:avLst/>
              <a:gdLst/>
              <a:ahLst/>
              <a:cxnLst/>
              <a:rect l="l" t="t" r="r" b="b"/>
              <a:pathLst>
                <a:path w="36648" h="62615" extrusionOk="0">
                  <a:moveTo>
                    <a:pt x="32038" y="113"/>
                  </a:moveTo>
                  <a:cubicBezTo>
                    <a:pt x="32273" y="113"/>
                    <a:pt x="32434" y="295"/>
                    <a:pt x="32528" y="664"/>
                  </a:cubicBezTo>
                  <a:cubicBezTo>
                    <a:pt x="32647" y="1104"/>
                    <a:pt x="32600" y="1557"/>
                    <a:pt x="32505" y="1997"/>
                  </a:cubicBezTo>
                  <a:cubicBezTo>
                    <a:pt x="32255" y="2962"/>
                    <a:pt x="31933" y="3902"/>
                    <a:pt x="31469" y="4795"/>
                  </a:cubicBezTo>
                  <a:cubicBezTo>
                    <a:pt x="31064" y="5581"/>
                    <a:pt x="30635" y="6379"/>
                    <a:pt x="30207" y="7153"/>
                  </a:cubicBezTo>
                  <a:cubicBezTo>
                    <a:pt x="29766" y="7951"/>
                    <a:pt x="29195" y="8665"/>
                    <a:pt x="28611" y="9367"/>
                  </a:cubicBezTo>
                  <a:cubicBezTo>
                    <a:pt x="28278" y="9784"/>
                    <a:pt x="27956" y="10213"/>
                    <a:pt x="27635" y="10629"/>
                  </a:cubicBezTo>
                  <a:cubicBezTo>
                    <a:pt x="27635" y="10641"/>
                    <a:pt x="27623" y="10641"/>
                    <a:pt x="27587" y="10665"/>
                  </a:cubicBezTo>
                  <a:cubicBezTo>
                    <a:pt x="27575" y="10629"/>
                    <a:pt x="27575" y="10618"/>
                    <a:pt x="27563" y="10618"/>
                  </a:cubicBezTo>
                  <a:cubicBezTo>
                    <a:pt x="27647" y="9510"/>
                    <a:pt x="27718" y="8427"/>
                    <a:pt x="27825" y="7331"/>
                  </a:cubicBezTo>
                  <a:cubicBezTo>
                    <a:pt x="27885" y="6653"/>
                    <a:pt x="27980" y="5986"/>
                    <a:pt x="28135" y="5331"/>
                  </a:cubicBezTo>
                  <a:cubicBezTo>
                    <a:pt x="28349" y="4510"/>
                    <a:pt x="28671" y="3736"/>
                    <a:pt x="29076" y="3009"/>
                  </a:cubicBezTo>
                  <a:cubicBezTo>
                    <a:pt x="29540" y="2164"/>
                    <a:pt x="30135" y="1414"/>
                    <a:pt x="30861" y="795"/>
                  </a:cubicBezTo>
                  <a:cubicBezTo>
                    <a:pt x="31100" y="604"/>
                    <a:pt x="31338" y="402"/>
                    <a:pt x="31612" y="259"/>
                  </a:cubicBezTo>
                  <a:cubicBezTo>
                    <a:pt x="31774" y="162"/>
                    <a:pt x="31916" y="113"/>
                    <a:pt x="32038" y="113"/>
                  </a:cubicBezTo>
                  <a:close/>
                  <a:moveTo>
                    <a:pt x="36100" y="8486"/>
                  </a:moveTo>
                  <a:cubicBezTo>
                    <a:pt x="36350" y="8498"/>
                    <a:pt x="36457" y="8629"/>
                    <a:pt x="36386" y="8879"/>
                  </a:cubicBezTo>
                  <a:cubicBezTo>
                    <a:pt x="36338" y="9010"/>
                    <a:pt x="36291" y="9141"/>
                    <a:pt x="36219" y="9260"/>
                  </a:cubicBezTo>
                  <a:cubicBezTo>
                    <a:pt x="35684" y="10141"/>
                    <a:pt x="34993" y="10903"/>
                    <a:pt x="34207" y="11558"/>
                  </a:cubicBezTo>
                  <a:cubicBezTo>
                    <a:pt x="33826" y="11868"/>
                    <a:pt x="33374" y="12058"/>
                    <a:pt x="32909" y="12177"/>
                  </a:cubicBezTo>
                  <a:cubicBezTo>
                    <a:pt x="32219" y="12356"/>
                    <a:pt x="31516" y="12523"/>
                    <a:pt x="30802" y="12665"/>
                  </a:cubicBezTo>
                  <a:cubicBezTo>
                    <a:pt x="29790" y="12880"/>
                    <a:pt x="28766" y="13070"/>
                    <a:pt x="27754" y="13261"/>
                  </a:cubicBezTo>
                  <a:cubicBezTo>
                    <a:pt x="27540" y="13296"/>
                    <a:pt x="27349" y="13356"/>
                    <a:pt x="27135" y="13416"/>
                  </a:cubicBezTo>
                  <a:cubicBezTo>
                    <a:pt x="27135" y="13392"/>
                    <a:pt x="27123" y="13380"/>
                    <a:pt x="27123" y="13368"/>
                  </a:cubicBezTo>
                  <a:cubicBezTo>
                    <a:pt x="27421" y="13046"/>
                    <a:pt x="27718" y="12713"/>
                    <a:pt x="28028" y="12427"/>
                  </a:cubicBezTo>
                  <a:cubicBezTo>
                    <a:pt x="28492" y="11987"/>
                    <a:pt x="28968" y="11546"/>
                    <a:pt x="29445" y="11118"/>
                  </a:cubicBezTo>
                  <a:cubicBezTo>
                    <a:pt x="29873" y="10749"/>
                    <a:pt x="30350" y="10439"/>
                    <a:pt x="30873" y="10225"/>
                  </a:cubicBezTo>
                  <a:cubicBezTo>
                    <a:pt x="32219" y="9677"/>
                    <a:pt x="33552" y="9153"/>
                    <a:pt x="34933" y="8724"/>
                  </a:cubicBezTo>
                  <a:cubicBezTo>
                    <a:pt x="35219" y="8629"/>
                    <a:pt x="35505" y="8570"/>
                    <a:pt x="35791" y="8510"/>
                  </a:cubicBezTo>
                  <a:cubicBezTo>
                    <a:pt x="35886" y="8486"/>
                    <a:pt x="35993" y="8486"/>
                    <a:pt x="36100" y="8486"/>
                  </a:cubicBezTo>
                  <a:close/>
                  <a:moveTo>
                    <a:pt x="18131" y="849"/>
                  </a:moveTo>
                  <a:cubicBezTo>
                    <a:pt x="18269" y="849"/>
                    <a:pt x="18400" y="924"/>
                    <a:pt x="18539" y="1069"/>
                  </a:cubicBezTo>
                  <a:cubicBezTo>
                    <a:pt x="18610" y="1164"/>
                    <a:pt x="18693" y="1259"/>
                    <a:pt x="18753" y="1343"/>
                  </a:cubicBezTo>
                  <a:cubicBezTo>
                    <a:pt x="19193" y="1974"/>
                    <a:pt x="19598" y="2605"/>
                    <a:pt x="19896" y="3319"/>
                  </a:cubicBezTo>
                  <a:cubicBezTo>
                    <a:pt x="20384" y="4498"/>
                    <a:pt x="20896" y="5676"/>
                    <a:pt x="21384" y="6843"/>
                  </a:cubicBezTo>
                  <a:cubicBezTo>
                    <a:pt x="21801" y="7867"/>
                    <a:pt x="21979" y="8915"/>
                    <a:pt x="22146" y="9987"/>
                  </a:cubicBezTo>
                  <a:cubicBezTo>
                    <a:pt x="22301" y="11010"/>
                    <a:pt x="22349" y="12046"/>
                    <a:pt x="22206" y="13070"/>
                  </a:cubicBezTo>
                  <a:cubicBezTo>
                    <a:pt x="22087" y="13844"/>
                    <a:pt x="21884" y="14618"/>
                    <a:pt x="21646" y="15380"/>
                  </a:cubicBezTo>
                  <a:cubicBezTo>
                    <a:pt x="21503" y="15821"/>
                    <a:pt x="21325" y="16273"/>
                    <a:pt x="21170" y="16714"/>
                  </a:cubicBezTo>
                  <a:cubicBezTo>
                    <a:pt x="21098" y="16952"/>
                    <a:pt x="21039" y="17178"/>
                    <a:pt x="20967" y="17416"/>
                  </a:cubicBezTo>
                  <a:cubicBezTo>
                    <a:pt x="20955" y="17452"/>
                    <a:pt x="20932" y="17487"/>
                    <a:pt x="20920" y="17523"/>
                  </a:cubicBezTo>
                  <a:cubicBezTo>
                    <a:pt x="20908" y="17523"/>
                    <a:pt x="20872" y="17535"/>
                    <a:pt x="20860" y="17535"/>
                  </a:cubicBezTo>
                  <a:cubicBezTo>
                    <a:pt x="20848" y="17476"/>
                    <a:pt x="20848" y="17416"/>
                    <a:pt x="20848" y="17368"/>
                  </a:cubicBezTo>
                  <a:cubicBezTo>
                    <a:pt x="20622" y="16642"/>
                    <a:pt x="20313" y="15952"/>
                    <a:pt x="19943" y="15285"/>
                  </a:cubicBezTo>
                  <a:cubicBezTo>
                    <a:pt x="19658" y="14761"/>
                    <a:pt x="19360" y="14261"/>
                    <a:pt x="19050" y="13773"/>
                  </a:cubicBezTo>
                  <a:cubicBezTo>
                    <a:pt x="18122" y="12284"/>
                    <a:pt x="17515" y="10665"/>
                    <a:pt x="17169" y="8927"/>
                  </a:cubicBezTo>
                  <a:cubicBezTo>
                    <a:pt x="16824" y="7189"/>
                    <a:pt x="16669" y="5450"/>
                    <a:pt x="16812" y="3676"/>
                  </a:cubicBezTo>
                  <a:cubicBezTo>
                    <a:pt x="16872" y="3057"/>
                    <a:pt x="16991" y="2450"/>
                    <a:pt x="17217" y="1866"/>
                  </a:cubicBezTo>
                  <a:cubicBezTo>
                    <a:pt x="17300" y="1640"/>
                    <a:pt x="17443" y="1426"/>
                    <a:pt x="17562" y="1224"/>
                  </a:cubicBezTo>
                  <a:cubicBezTo>
                    <a:pt x="17598" y="1152"/>
                    <a:pt x="17657" y="1093"/>
                    <a:pt x="17741" y="1033"/>
                  </a:cubicBezTo>
                  <a:cubicBezTo>
                    <a:pt x="17881" y="909"/>
                    <a:pt x="18009" y="849"/>
                    <a:pt x="18131" y="849"/>
                  </a:cubicBezTo>
                  <a:close/>
                  <a:moveTo>
                    <a:pt x="26007" y="23434"/>
                  </a:moveTo>
                  <a:cubicBezTo>
                    <a:pt x="26186" y="23434"/>
                    <a:pt x="26368" y="23444"/>
                    <a:pt x="26551" y="23464"/>
                  </a:cubicBezTo>
                  <a:cubicBezTo>
                    <a:pt x="27004" y="23524"/>
                    <a:pt x="27468" y="23560"/>
                    <a:pt x="27933" y="23643"/>
                  </a:cubicBezTo>
                  <a:cubicBezTo>
                    <a:pt x="28647" y="23762"/>
                    <a:pt x="29373" y="23893"/>
                    <a:pt x="30099" y="24012"/>
                  </a:cubicBezTo>
                  <a:cubicBezTo>
                    <a:pt x="30415" y="24062"/>
                    <a:pt x="30730" y="24083"/>
                    <a:pt x="31046" y="24083"/>
                  </a:cubicBezTo>
                  <a:cubicBezTo>
                    <a:pt x="31183" y="24083"/>
                    <a:pt x="31320" y="24079"/>
                    <a:pt x="31457" y="24072"/>
                  </a:cubicBezTo>
                  <a:lnTo>
                    <a:pt x="31635" y="24072"/>
                  </a:lnTo>
                  <a:cubicBezTo>
                    <a:pt x="31635" y="24084"/>
                    <a:pt x="31647" y="24095"/>
                    <a:pt x="31647" y="24119"/>
                  </a:cubicBezTo>
                  <a:cubicBezTo>
                    <a:pt x="31576" y="24143"/>
                    <a:pt x="31504" y="24179"/>
                    <a:pt x="31421" y="24191"/>
                  </a:cubicBezTo>
                  <a:cubicBezTo>
                    <a:pt x="30457" y="24453"/>
                    <a:pt x="29457" y="24595"/>
                    <a:pt x="28468" y="24679"/>
                  </a:cubicBezTo>
                  <a:cubicBezTo>
                    <a:pt x="27492" y="24750"/>
                    <a:pt x="26516" y="24810"/>
                    <a:pt x="25551" y="24869"/>
                  </a:cubicBezTo>
                  <a:cubicBezTo>
                    <a:pt x="24456" y="24953"/>
                    <a:pt x="23384" y="25072"/>
                    <a:pt x="22349" y="25429"/>
                  </a:cubicBezTo>
                  <a:cubicBezTo>
                    <a:pt x="21979" y="25560"/>
                    <a:pt x="21622" y="25727"/>
                    <a:pt x="21289" y="25929"/>
                  </a:cubicBezTo>
                  <a:cubicBezTo>
                    <a:pt x="20991" y="26119"/>
                    <a:pt x="20694" y="26334"/>
                    <a:pt x="20396" y="26524"/>
                  </a:cubicBezTo>
                  <a:cubicBezTo>
                    <a:pt x="20348" y="26560"/>
                    <a:pt x="20301" y="26596"/>
                    <a:pt x="20241" y="26631"/>
                  </a:cubicBezTo>
                  <a:cubicBezTo>
                    <a:pt x="20241" y="26620"/>
                    <a:pt x="20217" y="26620"/>
                    <a:pt x="20217" y="26596"/>
                  </a:cubicBezTo>
                  <a:lnTo>
                    <a:pt x="20301" y="26524"/>
                  </a:lnTo>
                  <a:cubicBezTo>
                    <a:pt x="21241" y="25524"/>
                    <a:pt x="22301" y="24679"/>
                    <a:pt x="23539" y="24060"/>
                  </a:cubicBezTo>
                  <a:cubicBezTo>
                    <a:pt x="24328" y="23665"/>
                    <a:pt x="25142" y="23434"/>
                    <a:pt x="26007" y="23434"/>
                  </a:cubicBezTo>
                  <a:close/>
                  <a:moveTo>
                    <a:pt x="32275" y="17767"/>
                  </a:moveTo>
                  <a:cubicBezTo>
                    <a:pt x="32407" y="17767"/>
                    <a:pt x="32539" y="17769"/>
                    <a:pt x="32671" y="17773"/>
                  </a:cubicBezTo>
                  <a:cubicBezTo>
                    <a:pt x="33362" y="17785"/>
                    <a:pt x="34040" y="17880"/>
                    <a:pt x="34695" y="18071"/>
                  </a:cubicBezTo>
                  <a:cubicBezTo>
                    <a:pt x="35029" y="18178"/>
                    <a:pt x="35350" y="18309"/>
                    <a:pt x="35648" y="18488"/>
                  </a:cubicBezTo>
                  <a:cubicBezTo>
                    <a:pt x="36219" y="18833"/>
                    <a:pt x="36422" y="19440"/>
                    <a:pt x="36231" y="20083"/>
                  </a:cubicBezTo>
                  <a:cubicBezTo>
                    <a:pt x="36124" y="20464"/>
                    <a:pt x="35922" y="20797"/>
                    <a:pt x="35684" y="21119"/>
                  </a:cubicBezTo>
                  <a:cubicBezTo>
                    <a:pt x="34969" y="22107"/>
                    <a:pt x="34076" y="22881"/>
                    <a:pt x="33052" y="23500"/>
                  </a:cubicBezTo>
                  <a:cubicBezTo>
                    <a:pt x="32766" y="23679"/>
                    <a:pt x="32445" y="23786"/>
                    <a:pt x="32112" y="23845"/>
                  </a:cubicBezTo>
                  <a:cubicBezTo>
                    <a:pt x="31790" y="23896"/>
                    <a:pt x="31471" y="23918"/>
                    <a:pt x="31153" y="23918"/>
                  </a:cubicBezTo>
                  <a:cubicBezTo>
                    <a:pt x="30646" y="23918"/>
                    <a:pt x="30145" y="23862"/>
                    <a:pt x="29647" y="23774"/>
                  </a:cubicBezTo>
                  <a:cubicBezTo>
                    <a:pt x="28599" y="23583"/>
                    <a:pt x="27540" y="23381"/>
                    <a:pt x="26492" y="23298"/>
                  </a:cubicBezTo>
                  <a:cubicBezTo>
                    <a:pt x="26327" y="23282"/>
                    <a:pt x="26164" y="23275"/>
                    <a:pt x="26002" y="23275"/>
                  </a:cubicBezTo>
                  <a:cubicBezTo>
                    <a:pt x="25168" y="23275"/>
                    <a:pt x="24368" y="23477"/>
                    <a:pt x="23611" y="23845"/>
                  </a:cubicBezTo>
                  <a:cubicBezTo>
                    <a:pt x="22360" y="24453"/>
                    <a:pt x="21289" y="25286"/>
                    <a:pt x="20324" y="26262"/>
                  </a:cubicBezTo>
                  <a:cubicBezTo>
                    <a:pt x="19836" y="26751"/>
                    <a:pt x="19348" y="27215"/>
                    <a:pt x="18848" y="27691"/>
                  </a:cubicBezTo>
                  <a:cubicBezTo>
                    <a:pt x="18812" y="27727"/>
                    <a:pt x="18753" y="27774"/>
                    <a:pt x="18705" y="27822"/>
                  </a:cubicBezTo>
                  <a:lnTo>
                    <a:pt x="18669" y="27786"/>
                  </a:lnTo>
                  <a:cubicBezTo>
                    <a:pt x="18812" y="27548"/>
                    <a:pt x="18943" y="27298"/>
                    <a:pt x="19086" y="27048"/>
                  </a:cubicBezTo>
                  <a:cubicBezTo>
                    <a:pt x="20813" y="24214"/>
                    <a:pt x="23015" y="21857"/>
                    <a:pt x="25682" y="19916"/>
                  </a:cubicBezTo>
                  <a:cubicBezTo>
                    <a:pt x="27647" y="18493"/>
                    <a:pt x="29858" y="17767"/>
                    <a:pt x="32275" y="17767"/>
                  </a:cubicBezTo>
                  <a:close/>
                  <a:moveTo>
                    <a:pt x="11058" y="13217"/>
                  </a:moveTo>
                  <a:cubicBezTo>
                    <a:pt x="11163" y="13217"/>
                    <a:pt x="11271" y="13231"/>
                    <a:pt x="11383" y="13261"/>
                  </a:cubicBezTo>
                  <a:cubicBezTo>
                    <a:pt x="11681" y="13356"/>
                    <a:pt x="11931" y="13499"/>
                    <a:pt x="12169" y="13701"/>
                  </a:cubicBezTo>
                  <a:cubicBezTo>
                    <a:pt x="12478" y="13951"/>
                    <a:pt x="12728" y="14237"/>
                    <a:pt x="12966" y="14547"/>
                  </a:cubicBezTo>
                  <a:cubicBezTo>
                    <a:pt x="13967" y="15856"/>
                    <a:pt x="14717" y="17297"/>
                    <a:pt x="15193" y="18880"/>
                  </a:cubicBezTo>
                  <a:cubicBezTo>
                    <a:pt x="15883" y="21178"/>
                    <a:pt x="16288" y="23560"/>
                    <a:pt x="16407" y="25977"/>
                  </a:cubicBezTo>
                  <a:cubicBezTo>
                    <a:pt x="16443" y="26715"/>
                    <a:pt x="16479" y="27465"/>
                    <a:pt x="16526" y="28203"/>
                  </a:cubicBezTo>
                  <a:lnTo>
                    <a:pt x="16526" y="28536"/>
                  </a:lnTo>
                  <a:lnTo>
                    <a:pt x="16479" y="28536"/>
                  </a:lnTo>
                  <a:cubicBezTo>
                    <a:pt x="16395" y="28382"/>
                    <a:pt x="16312" y="28251"/>
                    <a:pt x="16217" y="28108"/>
                  </a:cubicBezTo>
                  <a:cubicBezTo>
                    <a:pt x="15848" y="27524"/>
                    <a:pt x="15383" y="27012"/>
                    <a:pt x="14883" y="26536"/>
                  </a:cubicBezTo>
                  <a:cubicBezTo>
                    <a:pt x="13895" y="25608"/>
                    <a:pt x="13050" y="24548"/>
                    <a:pt x="12288" y="23417"/>
                  </a:cubicBezTo>
                  <a:cubicBezTo>
                    <a:pt x="11823" y="22714"/>
                    <a:pt x="11454" y="21988"/>
                    <a:pt x="11180" y="21214"/>
                  </a:cubicBezTo>
                  <a:cubicBezTo>
                    <a:pt x="10549" y="19357"/>
                    <a:pt x="10014" y="17476"/>
                    <a:pt x="9752" y="15511"/>
                  </a:cubicBezTo>
                  <a:cubicBezTo>
                    <a:pt x="9728" y="15213"/>
                    <a:pt x="9692" y="14928"/>
                    <a:pt x="9680" y="14630"/>
                  </a:cubicBezTo>
                  <a:cubicBezTo>
                    <a:pt x="9668" y="14475"/>
                    <a:pt x="9668" y="14320"/>
                    <a:pt x="9692" y="14154"/>
                  </a:cubicBezTo>
                  <a:cubicBezTo>
                    <a:pt x="9740" y="13856"/>
                    <a:pt x="9895" y="13618"/>
                    <a:pt x="10168" y="13475"/>
                  </a:cubicBezTo>
                  <a:cubicBezTo>
                    <a:pt x="10462" y="13333"/>
                    <a:pt x="10748" y="13217"/>
                    <a:pt x="11058" y="13217"/>
                  </a:cubicBezTo>
                  <a:close/>
                  <a:moveTo>
                    <a:pt x="7125" y="29645"/>
                  </a:moveTo>
                  <a:cubicBezTo>
                    <a:pt x="7427" y="29645"/>
                    <a:pt x="7730" y="29660"/>
                    <a:pt x="8037" y="29691"/>
                  </a:cubicBezTo>
                  <a:cubicBezTo>
                    <a:pt x="9609" y="29894"/>
                    <a:pt x="11109" y="30346"/>
                    <a:pt x="12526" y="31096"/>
                  </a:cubicBezTo>
                  <a:cubicBezTo>
                    <a:pt x="12752" y="31215"/>
                    <a:pt x="12978" y="31346"/>
                    <a:pt x="13193" y="31477"/>
                  </a:cubicBezTo>
                  <a:cubicBezTo>
                    <a:pt x="13252" y="31513"/>
                    <a:pt x="13312" y="31573"/>
                    <a:pt x="13359" y="31620"/>
                  </a:cubicBezTo>
                  <a:cubicBezTo>
                    <a:pt x="10751" y="30642"/>
                    <a:pt x="8068" y="30279"/>
                    <a:pt x="5326" y="30279"/>
                  </a:cubicBezTo>
                  <a:cubicBezTo>
                    <a:pt x="4764" y="30279"/>
                    <a:pt x="4199" y="30294"/>
                    <a:pt x="3632" y="30322"/>
                  </a:cubicBezTo>
                  <a:cubicBezTo>
                    <a:pt x="4773" y="29885"/>
                    <a:pt x="5929" y="29645"/>
                    <a:pt x="7125" y="29645"/>
                  </a:cubicBezTo>
                  <a:close/>
                  <a:moveTo>
                    <a:pt x="5900" y="28785"/>
                  </a:moveTo>
                  <a:cubicBezTo>
                    <a:pt x="6981" y="28785"/>
                    <a:pt x="8063" y="28903"/>
                    <a:pt x="9144" y="29132"/>
                  </a:cubicBezTo>
                  <a:cubicBezTo>
                    <a:pt x="10145" y="29334"/>
                    <a:pt x="11097" y="29632"/>
                    <a:pt x="12026" y="30072"/>
                  </a:cubicBezTo>
                  <a:cubicBezTo>
                    <a:pt x="12824" y="30453"/>
                    <a:pt x="13574" y="30906"/>
                    <a:pt x="14228" y="31501"/>
                  </a:cubicBezTo>
                  <a:cubicBezTo>
                    <a:pt x="14538" y="31775"/>
                    <a:pt x="14788" y="32108"/>
                    <a:pt x="15026" y="32454"/>
                  </a:cubicBezTo>
                  <a:cubicBezTo>
                    <a:pt x="15062" y="32489"/>
                    <a:pt x="15074" y="32537"/>
                    <a:pt x="15121" y="32608"/>
                  </a:cubicBezTo>
                  <a:cubicBezTo>
                    <a:pt x="14836" y="32406"/>
                    <a:pt x="14586" y="32215"/>
                    <a:pt x="14324" y="32037"/>
                  </a:cubicBezTo>
                  <a:cubicBezTo>
                    <a:pt x="13812" y="31692"/>
                    <a:pt x="13288" y="31334"/>
                    <a:pt x="12752" y="31025"/>
                  </a:cubicBezTo>
                  <a:cubicBezTo>
                    <a:pt x="12109" y="30644"/>
                    <a:pt x="11430" y="30370"/>
                    <a:pt x="10716" y="30132"/>
                  </a:cubicBezTo>
                  <a:cubicBezTo>
                    <a:pt x="9716" y="29787"/>
                    <a:pt x="8692" y="29572"/>
                    <a:pt x="7644" y="29501"/>
                  </a:cubicBezTo>
                  <a:cubicBezTo>
                    <a:pt x="7419" y="29485"/>
                    <a:pt x="7196" y="29477"/>
                    <a:pt x="6975" y="29477"/>
                  </a:cubicBezTo>
                  <a:cubicBezTo>
                    <a:pt x="6211" y="29477"/>
                    <a:pt x="5466" y="29574"/>
                    <a:pt x="4727" y="29787"/>
                  </a:cubicBezTo>
                  <a:cubicBezTo>
                    <a:pt x="4144" y="29953"/>
                    <a:pt x="3584" y="30132"/>
                    <a:pt x="3013" y="30275"/>
                  </a:cubicBezTo>
                  <a:cubicBezTo>
                    <a:pt x="2298" y="30465"/>
                    <a:pt x="1572" y="30513"/>
                    <a:pt x="834" y="30513"/>
                  </a:cubicBezTo>
                  <a:cubicBezTo>
                    <a:pt x="727" y="30513"/>
                    <a:pt x="608" y="30501"/>
                    <a:pt x="501" y="30465"/>
                  </a:cubicBezTo>
                  <a:cubicBezTo>
                    <a:pt x="429" y="30453"/>
                    <a:pt x="358" y="30406"/>
                    <a:pt x="298" y="30382"/>
                  </a:cubicBezTo>
                  <a:cubicBezTo>
                    <a:pt x="262" y="30251"/>
                    <a:pt x="310" y="30168"/>
                    <a:pt x="381" y="30108"/>
                  </a:cubicBezTo>
                  <a:cubicBezTo>
                    <a:pt x="453" y="30049"/>
                    <a:pt x="536" y="30013"/>
                    <a:pt x="608" y="29965"/>
                  </a:cubicBezTo>
                  <a:cubicBezTo>
                    <a:pt x="1489" y="29501"/>
                    <a:pt x="2406" y="29156"/>
                    <a:pt x="3394" y="29001"/>
                  </a:cubicBezTo>
                  <a:cubicBezTo>
                    <a:pt x="4229" y="28856"/>
                    <a:pt x="5064" y="28785"/>
                    <a:pt x="5900" y="28785"/>
                  </a:cubicBezTo>
                  <a:close/>
                  <a:moveTo>
                    <a:pt x="22417" y="30566"/>
                  </a:moveTo>
                  <a:cubicBezTo>
                    <a:pt x="22825" y="30566"/>
                    <a:pt x="23221" y="30666"/>
                    <a:pt x="23587" y="30882"/>
                  </a:cubicBezTo>
                  <a:cubicBezTo>
                    <a:pt x="23968" y="31108"/>
                    <a:pt x="24158" y="31465"/>
                    <a:pt x="24146" y="31930"/>
                  </a:cubicBezTo>
                  <a:cubicBezTo>
                    <a:pt x="24123" y="32418"/>
                    <a:pt x="23992" y="32882"/>
                    <a:pt x="23813" y="33323"/>
                  </a:cubicBezTo>
                  <a:cubicBezTo>
                    <a:pt x="23527" y="34025"/>
                    <a:pt x="23146" y="34680"/>
                    <a:pt x="22730" y="35311"/>
                  </a:cubicBezTo>
                  <a:cubicBezTo>
                    <a:pt x="21515" y="37180"/>
                    <a:pt x="19920" y="38704"/>
                    <a:pt x="18169" y="40050"/>
                  </a:cubicBezTo>
                  <a:cubicBezTo>
                    <a:pt x="17562" y="40514"/>
                    <a:pt x="16895" y="40967"/>
                    <a:pt x="16288" y="41443"/>
                  </a:cubicBezTo>
                  <a:cubicBezTo>
                    <a:pt x="15788" y="41824"/>
                    <a:pt x="15324" y="42241"/>
                    <a:pt x="14848" y="42669"/>
                  </a:cubicBezTo>
                  <a:cubicBezTo>
                    <a:pt x="14550" y="42943"/>
                    <a:pt x="14300" y="43264"/>
                    <a:pt x="14097" y="43622"/>
                  </a:cubicBezTo>
                  <a:cubicBezTo>
                    <a:pt x="14086" y="43657"/>
                    <a:pt x="14062" y="43681"/>
                    <a:pt x="14026" y="43717"/>
                  </a:cubicBezTo>
                  <a:cubicBezTo>
                    <a:pt x="14014" y="43717"/>
                    <a:pt x="14002" y="43705"/>
                    <a:pt x="13990" y="43705"/>
                  </a:cubicBezTo>
                  <a:cubicBezTo>
                    <a:pt x="14074" y="43145"/>
                    <a:pt x="14145" y="42586"/>
                    <a:pt x="14205" y="42038"/>
                  </a:cubicBezTo>
                  <a:cubicBezTo>
                    <a:pt x="14502" y="40264"/>
                    <a:pt x="14859" y="38526"/>
                    <a:pt x="15288" y="36776"/>
                  </a:cubicBezTo>
                  <a:cubicBezTo>
                    <a:pt x="15491" y="36037"/>
                    <a:pt x="15681" y="35275"/>
                    <a:pt x="15860" y="34537"/>
                  </a:cubicBezTo>
                  <a:cubicBezTo>
                    <a:pt x="15883" y="34418"/>
                    <a:pt x="15943" y="34311"/>
                    <a:pt x="16038" y="34216"/>
                  </a:cubicBezTo>
                  <a:cubicBezTo>
                    <a:pt x="17336" y="32954"/>
                    <a:pt x="18789" y="31918"/>
                    <a:pt x="20408" y="31144"/>
                  </a:cubicBezTo>
                  <a:cubicBezTo>
                    <a:pt x="20884" y="30918"/>
                    <a:pt x="21384" y="30727"/>
                    <a:pt x="21884" y="30620"/>
                  </a:cubicBezTo>
                  <a:cubicBezTo>
                    <a:pt x="22063" y="30584"/>
                    <a:pt x="22242" y="30566"/>
                    <a:pt x="22417" y="30566"/>
                  </a:cubicBezTo>
                  <a:close/>
                  <a:moveTo>
                    <a:pt x="15657" y="34716"/>
                  </a:moveTo>
                  <a:cubicBezTo>
                    <a:pt x="14800" y="37990"/>
                    <a:pt x="14074" y="41276"/>
                    <a:pt x="13705" y="44634"/>
                  </a:cubicBezTo>
                  <a:lnTo>
                    <a:pt x="13645" y="44634"/>
                  </a:lnTo>
                  <a:cubicBezTo>
                    <a:pt x="13586" y="44407"/>
                    <a:pt x="13502" y="44193"/>
                    <a:pt x="13466" y="44003"/>
                  </a:cubicBezTo>
                  <a:cubicBezTo>
                    <a:pt x="13276" y="43122"/>
                    <a:pt x="13109" y="42229"/>
                    <a:pt x="13074" y="41336"/>
                  </a:cubicBezTo>
                  <a:cubicBezTo>
                    <a:pt x="13026" y="39752"/>
                    <a:pt x="13324" y="38252"/>
                    <a:pt x="14062" y="36835"/>
                  </a:cubicBezTo>
                  <a:cubicBezTo>
                    <a:pt x="14431" y="36097"/>
                    <a:pt x="14907" y="35442"/>
                    <a:pt x="15455" y="34847"/>
                  </a:cubicBezTo>
                  <a:lnTo>
                    <a:pt x="15574" y="34728"/>
                  </a:lnTo>
                  <a:cubicBezTo>
                    <a:pt x="15586" y="34716"/>
                    <a:pt x="15610" y="34716"/>
                    <a:pt x="15657" y="34716"/>
                  </a:cubicBezTo>
                  <a:close/>
                  <a:moveTo>
                    <a:pt x="27142" y="36639"/>
                  </a:moveTo>
                  <a:cubicBezTo>
                    <a:pt x="27246" y="36639"/>
                    <a:pt x="27351" y="36654"/>
                    <a:pt x="27456" y="36680"/>
                  </a:cubicBezTo>
                  <a:cubicBezTo>
                    <a:pt x="27730" y="36740"/>
                    <a:pt x="27873" y="36895"/>
                    <a:pt x="27825" y="37180"/>
                  </a:cubicBezTo>
                  <a:cubicBezTo>
                    <a:pt x="27778" y="37454"/>
                    <a:pt x="27694" y="37716"/>
                    <a:pt x="27587" y="37966"/>
                  </a:cubicBezTo>
                  <a:cubicBezTo>
                    <a:pt x="27337" y="38609"/>
                    <a:pt x="26897" y="39133"/>
                    <a:pt x="26385" y="39574"/>
                  </a:cubicBezTo>
                  <a:cubicBezTo>
                    <a:pt x="25599" y="40252"/>
                    <a:pt x="24730" y="40800"/>
                    <a:pt x="23837" y="41288"/>
                  </a:cubicBezTo>
                  <a:cubicBezTo>
                    <a:pt x="22634" y="41955"/>
                    <a:pt x="21408" y="42633"/>
                    <a:pt x="20193" y="43288"/>
                  </a:cubicBezTo>
                  <a:cubicBezTo>
                    <a:pt x="18729" y="44062"/>
                    <a:pt x="17479" y="45086"/>
                    <a:pt x="16383" y="46301"/>
                  </a:cubicBezTo>
                  <a:lnTo>
                    <a:pt x="16253" y="46443"/>
                  </a:lnTo>
                  <a:cubicBezTo>
                    <a:pt x="16229" y="46455"/>
                    <a:pt x="16217" y="46455"/>
                    <a:pt x="16181" y="46467"/>
                  </a:cubicBezTo>
                  <a:cubicBezTo>
                    <a:pt x="16372" y="46039"/>
                    <a:pt x="16526" y="45622"/>
                    <a:pt x="16705" y="45217"/>
                  </a:cubicBezTo>
                  <a:cubicBezTo>
                    <a:pt x="16931" y="44753"/>
                    <a:pt x="17169" y="44312"/>
                    <a:pt x="17407" y="43848"/>
                  </a:cubicBezTo>
                  <a:cubicBezTo>
                    <a:pt x="18193" y="42348"/>
                    <a:pt x="19336" y="41157"/>
                    <a:pt x="20753" y="40252"/>
                  </a:cubicBezTo>
                  <a:cubicBezTo>
                    <a:pt x="22432" y="39181"/>
                    <a:pt x="24146" y="38180"/>
                    <a:pt x="25849" y="37157"/>
                  </a:cubicBezTo>
                  <a:cubicBezTo>
                    <a:pt x="26123" y="36978"/>
                    <a:pt x="26444" y="36859"/>
                    <a:pt x="26754" y="36716"/>
                  </a:cubicBezTo>
                  <a:cubicBezTo>
                    <a:pt x="26880" y="36663"/>
                    <a:pt x="27010" y="36639"/>
                    <a:pt x="27142" y="36639"/>
                  </a:cubicBezTo>
                  <a:close/>
                  <a:moveTo>
                    <a:pt x="23849" y="45360"/>
                  </a:moveTo>
                  <a:cubicBezTo>
                    <a:pt x="25027" y="45360"/>
                    <a:pt x="26206" y="45384"/>
                    <a:pt x="27385" y="45396"/>
                  </a:cubicBezTo>
                  <a:cubicBezTo>
                    <a:pt x="27635" y="45396"/>
                    <a:pt x="27873" y="45431"/>
                    <a:pt x="28111" y="45467"/>
                  </a:cubicBezTo>
                  <a:cubicBezTo>
                    <a:pt x="28492" y="45550"/>
                    <a:pt x="28611" y="45884"/>
                    <a:pt x="28397" y="46217"/>
                  </a:cubicBezTo>
                  <a:lnTo>
                    <a:pt x="28349" y="46253"/>
                  </a:lnTo>
                  <a:cubicBezTo>
                    <a:pt x="27361" y="47408"/>
                    <a:pt x="26170" y="48206"/>
                    <a:pt x="24670" y="48491"/>
                  </a:cubicBezTo>
                  <a:cubicBezTo>
                    <a:pt x="23603" y="48681"/>
                    <a:pt x="22542" y="48808"/>
                    <a:pt x="21467" y="48808"/>
                  </a:cubicBezTo>
                  <a:cubicBezTo>
                    <a:pt x="20994" y="48808"/>
                    <a:pt x="20519" y="48784"/>
                    <a:pt x="20039" y="48729"/>
                  </a:cubicBezTo>
                  <a:cubicBezTo>
                    <a:pt x="19282" y="48638"/>
                    <a:pt x="18498" y="48582"/>
                    <a:pt x="17717" y="48582"/>
                  </a:cubicBezTo>
                  <a:cubicBezTo>
                    <a:pt x="17478" y="48582"/>
                    <a:pt x="17240" y="48587"/>
                    <a:pt x="17003" y="48598"/>
                  </a:cubicBezTo>
                  <a:cubicBezTo>
                    <a:pt x="16979" y="48598"/>
                    <a:pt x="16943" y="48575"/>
                    <a:pt x="16907" y="48575"/>
                  </a:cubicBezTo>
                  <a:cubicBezTo>
                    <a:pt x="16921" y="48554"/>
                    <a:pt x="16927" y="48541"/>
                    <a:pt x="16929" y="48541"/>
                  </a:cubicBezTo>
                  <a:cubicBezTo>
                    <a:pt x="16931" y="48541"/>
                    <a:pt x="16931" y="48548"/>
                    <a:pt x="16931" y="48563"/>
                  </a:cubicBezTo>
                  <a:cubicBezTo>
                    <a:pt x="17693" y="48086"/>
                    <a:pt x="18360" y="47479"/>
                    <a:pt x="19074" y="46943"/>
                  </a:cubicBezTo>
                  <a:cubicBezTo>
                    <a:pt x="19408" y="46693"/>
                    <a:pt x="19729" y="46467"/>
                    <a:pt x="20074" y="46241"/>
                  </a:cubicBezTo>
                  <a:cubicBezTo>
                    <a:pt x="20551" y="45920"/>
                    <a:pt x="21086" y="45705"/>
                    <a:pt x="21646" y="45598"/>
                  </a:cubicBezTo>
                  <a:cubicBezTo>
                    <a:pt x="22372" y="45455"/>
                    <a:pt x="23111" y="45360"/>
                    <a:pt x="23849" y="45360"/>
                  </a:cubicBezTo>
                  <a:close/>
                  <a:moveTo>
                    <a:pt x="7136" y="36210"/>
                  </a:moveTo>
                  <a:cubicBezTo>
                    <a:pt x="7207" y="36210"/>
                    <a:pt x="7282" y="36227"/>
                    <a:pt x="7359" y="36264"/>
                  </a:cubicBezTo>
                  <a:cubicBezTo>
                    <a:pt x="7478" y="36323"/>
                    <a:pt x="7620" y="36406"/>
                    <a:pt x="7704" y="36502"/>
                  </a:cubicBezTo>
                  <a:cubicBezTo>
                    <a:pt x="7871" y="36656"/>
                    <a:pt x="8037" y="36823"/>
                    <a:pt x="8156" y="37014"/>
                  </a:cubicBezTo>
                  <a:cubicBezTo>
                    <a:pt x="9121" y="38538"/>
                    <a:pt x="10026" y="40085"/>
                    <a:pt x="10573" y="41812"/>
                  </a:cubicBezTo>
                  <a:cubicBezTo>
                    <a:pt x="10966" y="43026"/>
                    <a:pt x="11157" y="44300"/>
                    <a:pt x="11288" y="45562"/>
                  </a:cubicBezTo>
                  <a:cubicBezTo>
                    <a:pt x="11371" y="46324"/>
                    <a:pt x="11454" y="47074"/>
                    <a:pt x="11704" y="47813"/>
                  </a:cubicBezTo>
                  <a:cubicBezTo>
                    <a:pt x="11823" y="48146"/>
                    <a:pt x="11978" y="48491"/>
                    <a:pt x="12109" y="48837"/>
                  </a:cubicBezTo>
                  <a:cubicBezTo>
                    <a:pt x="12145" y="48908"/>
                    <a:pt x="12204" y="48968"/>
                    <a:pt x="12240" y="49039"/>
                  </a:cubicBezTo>
                  <a:cubicBezTo>
                    <a:pt x="12228" y="49039"/>
                    <a:pt x="12204" y="49063"/>
                    <a:pt x="12181" y="49075"/>
                  </a:cubicBezTo>
                  <a:cubicBezTo>
                    <a:pt x="12164" y="49066"/>
                    <a:pt x="12142" y="49053"/>
                    <a:pt x="12118" y="49053"/>
                  </a:cubicBezTo>
                  <a:cubicBezTo>
                    <a:pt x="12107" y="49053"/>
                    <a:pt x="12096" y="49055"/>
                    <a:pt x="12085" y="49063"/>
                  </a:cubicBezTo>
                  <a:cubicBezTo>
                    <a:pt x="11157" y="48253"/>
                    <a:pt x="10240" y="47420"/>
                    <a:pt x="9383" y="46527"/>
                  </a:cubicBezTo>
                  <a:cubicBezTo>
                    <a:pt x="8775" y="45884"/>
                    <a:pt x="8252" y="45193"/>
                    <a:pt x="7823" y="44407"/>
                  </a:cubicBezTo>
                  <a:cubicBezTo>
                    <a:pt x="7382" y="43645"/>
                    <a:pt x="7109" y="42800"/>
                    <a:pt x="6978" y="41931"/>
                  </a:cubicBezTo>
                  <a:cubicBezTo>
                    <a:pt x="6751" y="40455"/>
                    <a:pt x="6608" y="38966"/>
                    <a:pt x="6561" y="37478"/>
                  </a:cubicBezTo>
                  <a:cubicBezTo>
                    <a:pt x="6561" y="37264"/>
                    <a:pt x="6573" y="37049"/>
                    <a:pt x="6608" y="36835"/>
                  </a:cubicBezTo>
                  <a:cubicBezTo>
                    <a:pt x="6632" y="36704"/>
                    <a:pt x="6680" y="36585"/>
                    <a:pt x="6739" y="36466"/>
                  </a:cubicBezTo>
                  <a:cubicBezTo>
                    <a:pt x="6830" y="36301"/>
                    <a:pt x="6973" y="36210"/>
                    <a:pt x="7136" y="36210"/>
                  </a:cubicBezTo>
                  <a:close/>
                  <a:moveTo>
                    <a:pt x="12776" y="56397"/>
                  </a:moveTo>
                  <a:cubicBezTo>
                    <a:pt x="12800" y="56457"/>
                    <a:pt x="12800" y="56516"/>
                    <a:pt x="12776" y="56599"/>
                  </a:cubicBezTo>
                  <a:cubicBezTo>
                    <a:pt x="12693" y="58183"/>
                    <a:pt x="12752" y="59743"/>
                    <a:pt x="12812" y="61314"/>
                  </a:cubicBezTo>
                  <a:cubicBezTo>
                    <a:pt x="12824" y="61600"/>
                    <a:pt x="12812" y="61886"/>
                    <a:pt x="12800" y="62172"/>
                  </a:cubicBezTo>
                  <a:cubicBezTo>
                    <a:pt x="12800" y="62267"/>
                    <a:pt x="12776" y="62374"/>
                    <a:pt x="12681" y="62469"/>
                  </a:cubicBezTo>
                  <a:cubicBezTo>
                    <a:pt x="12585" y="62410"/>
                    <a:pt x="12609" y="62326"/>
                    <a:pt x="12609" y="62255"/>
                  </a:cubicBezTo>
                  <a:cubicBezTo>
                    <a:pt x="12609" y="61636"/>
                    <a:pt x="12609" y="61029"/>
                    <a:pt x="12633" y="60397"/>
                  </a:cubicBezTo>
                  <a:cubicBezTo>
                    <a:pt x="12645" y="59278"/>
                    <a:pt x="12681" y="58147"/>
                    <a:pt x="12693" y="57028"/>
                  </a:cubicBezTo>
                  <a:cubicBezTo>
                    <a:pt x="12693" y="56849"/>
                    <a:pt x="12704" y="56695"/>
                    <a:pt x="12716" y="56516"/>
                  </a:cubicBezTo>
                  <a:cubicBezTo>
                    <a:pt x="12716" y="56468"/>
                    <a:pt x="12740" y="56433"/>
                    <a:pt x="12752" y="56397"/>
                  </a:cubicBezTo>
                  <a:close/>
                  <a:moveTo>
                    <a:pt x="32028" y="0"/>
                  </a:moveTo>
                  <a:cubicBezTo>
                    <a:pt x="31939" y="0"/>
                    <a:pt x="31844" y="19"/>
                    <a:pt x="31743" y="57"/>
                  </a:cubicBezTo>
                  <a:cubicBezTo>
                    <a:pt x="31612" y="104"/>
                    <a:pt x="31457" y="176"/>
                    <a:pt x="31338" y="271"/>
                  </a:cubicBezTo>
                  <a:cubicBezTo>
                    <a:pt x="31028" y="509"/>
                    <a:pt x="30695" y="747"/>
                    <a:pt x="30421" y="1009"/>
                  </a:cubicBezTo>
                  <a:cubicBezTo>
                    <a:pt x="29730" y="1664"/>
                    <a:pt x="29195" y="2426"/>
                    <a:pt x="28766" y="3260"/>
                  </a:cubicBezTo>
                  <a:cubicBezTo>
                    <a:pt x="28421" y="3926"/>
                    <a:pt x="28135" y="4629"/>
                    <a:pt x="27956" y="5355"/>
                  </a:cubicBezTo>
                  <a:cubicBezTo>
                    <a:pt x="27742" y="6212"/>
                    <a:pt x="27659" y="7070"/>
                    <a:pt x="27587" y="7939"/>
                  </a:cubicBezTo>
                  <a:cubicBezTo>
                    <a:pt x="27516" y="8844"/>
                    <a:pt x="27456" y="9737"/>
                    <a:pt x="27385" y="10641"/>
                  </a:cubicBezTo>
                  <a:cubicBezTo>
                    <a:pt x="27337" y="11118"/>
                    <a:pt x="27182" y="11570"/>
                    <a:pt x="26921" y="11963"/>
                  </a:cubicBezTo>
                  <a:cubicBezTo>
                    <a:pt x="26313" y="12892"/>
                    <a:pt x="25718" y="13808"/>
                    <a:pt x="25087" y="14725"/>
                  </a:cubicBezTo>
                  <a:cubicBezTo>
                    <a:pt x="23646" y="16773"/>
                    <a:pt x="22360" y="18928"/>
                    <a:pt x="21110" y="21119"/>
                  </a:cubicBezTo>
                  <a:cubicBezTo>
                    <a:pt x="21027" y="21286"/>
                    <a:pt x="20920" y="21428"/>
                    <a:pt x="20836" y="21595"/>
                  </a:cubicBezTo>
                  <a:cubicBezTo>
                    <a:pt x="20848" y="21226"/>
                    <a:pt x="20920" y="20881"/>
                    <a:pt x="20932" y="20524"/>
                  </a:cubicBezTo>
                  <a:cubicBezTo>
                    <a:pt x="20979" y="19809"/>
                    <a:pt x="20991" y="19107"/>
                    <a:pt x="21015" y="18416"/>
                  </a:cubicBezTo>
                  <a:cubicBezTo>
                    <a:pt x="21015" y="17821"/>
                    <a:pt x="21110" y="17249"/>
                    <a:pt x="21336" y="16714"/>
                  </a:cubicBezTo>
                  <a:cubicBezTo>
                    <a:pt x="21646" y="15952"/>
                    <a:pt x="21908" y="15178"/>
                    <a:pt x="22098" y="14392"/>
                  </a:cubicBezTo>
                  <a:cubicBezTo>
                    <a:pt x="22349" y="13427"/>
                    <a:pt x="22503" y="12463"/>
                    <a:pt x="22444" y="11463"/>
                  </a:cubicBezTo>
                  <a:cubicBezTo>
                    <a:pt x="22337" y="9665"/>
                    <a:pt x="22027" y="7891"/>
                    <a:pt x="21289" y="6224"/>
                  </a:cubicBezTo>
                  <a:cubicBezTo>
                    <a:pt x="21194" y="5998"/>
                    <a:pt x="21098" y="5772"/>
                    <a:pt x="21015" y="5557"/>
                  </a:cubicBezTo>
                  <a:cubicBezTo>
                    <a:pt x="20634" y="4688"/>
                    <a:pt x="20277" y="3831"/>
                    <a:pt x="19896" y="2962"/>
                  </a:cubicBezTo>
                  <a:cubicBezTo>
                    <a:pt x="19586" y="2259"/>
                    <a:pt x="19170" y="1628"/>
                    <a:pt x="18693" y="1033"/>
                  </a:cubicBezTo>
                  <a:cubicBezTo>
                    <a:pt x="18510" y="801"/>
                    <a:pt x="18310" y="688"/>
                    <a:pt x="18107" y="688"/>
                  </a:cubicBezTo>
                  <a:cubicBezTo>
                    <a:pt x="17914" y="688"/>
                    <a:pt x="17717" y="789"/>
                    <a:pt x="17526" y="985"/>
                  </a:cubicBezTo>
                  <a:cubicBezTo>
                    <a:pt x="17503" y="1033"/>
                    <a:pt x="17455" y="1069"/>
                    <a:pt x="17419" y="1116"/>
                  </a:cubicBezTo>
                  <a:cubicBezTo>
                    <a:pt x="17324" y="1295"/>
                    <a:pt x="17181" y="1462"/>
                    <a:pt x="17110" y="1652"/>
                  </a:cubicBezTo>
                  <a:cubicBezTo>
                    <a:pt x="16812" y="2355"/>
                    <a:pt x="16669" y="3081"/>
                    <a:pt x="16610" y="3843"/>
                  </a:cubicBezTo>
                  <a:cubicBezTo>
                    <a:pt x="16467" y="5617"/>
                    <a:pt x="16634" y="7355"/>
                    <a:pt x="16991" y="9082"/>
                  </a:cubicBezTo>
                  <a:cubicBezTo>
                    <a:pt x="17348" y="10772"/>
                    <a:pt x="17955" y="12368"/>
                    <a:pt x="18872" y="13856"/>
                  </a:cubicBezTo>
                  <a:cubicBezTo>
                    <a:pt x="19420" y="14761"/>
                    <a:pt x="19979" y="15678"/>
                    <a:pt x="20384" y="16666"/>
                  </a:cubicBezTo>
                  <a:cubicBezTo>
                    <a:pt x="20610" y="17237"/>
                    <a:pt x="20848" y="17785"/>
                    <a:pt x="20848" y="18392"/>
                  </a:cubicBezTo>
                  <a:cubicBezTo>
                    <a:pt x="20848" y="19488"/>
                    <a:pt x="20813" y="20559"/>
                    <a:pt x="20634" y="21631"/>
                  </a:cubicBezTo>
                  <a:cubicBezTo>
                    <a:pt x="20598" y="21881"/>
                    <a:pt x="20551" y="22131"/>
                    <a:pt x="20420" y="22357"/>
                  </a:cubicBezTo>
                  <a:cubicBezTo>
                    <a:pt x="20265" y="22595"/>
                    <a:pt x="20134" y="22845"/>
                    <a:pt x="20003" y="23095"/>
                  </a:cubicBezTo>
                  <a:cubicBezTo>
                    <a:pt x="19443" y="24107"/>
                    <a:pt x="18955" y="25143"/>
                    <a:pt x="18491" y="26179"/>
                  </a:cubicBezTo>
                  <a:cubicBezTo>
                    <a:pt x="17955" y="27405"/>
                    <a:pt x="17479" y="28655"/>
                    <a:pt x="17086" y="29929"/>
                  </a:cubicBezTo>
                  <a:cubicBezTo>
                    <a:pt x="17050" y="29977"/>
                    <a:pt x="17038" y="30037"/>
                    <a:pt x="16991" y="30120"/>
                  </a:cubicBezTo>
                  <a:cubicBezTo>
                    <a:pt x="16884" y="29668"/>
                    <a:pt x="16788" y="29275"/>
                    <a:pt x="16693" y="28870"/>
                  </a:cubicBezTo>
                  <a:cubicBezTo>
                    <a:pt x="16669" y="28751"/>
                    <a:pt x="16669" y="28632"/>
                    <a:pt x="16669" y="28513"/>
                  </a:cubicBezTo>
                  <a:cubicBezTo>
                    <a:pt x="16645" y="28334"/>
                    <a:pt x="16669" y="28179"/>
                    <a:pt x="16645" y="28013"/>
                  </a:cubicBezTo>
                  <a:cubicBezTo>
                    <a:pt x="16622" y="27358"/>
                    <a:pt x="16586" y="26691"/>
                    <a:pt x="16562" y="26036"/>
                  </a:cubicBezTo>
                  <a:cubicBezTo>
                    <a:pt x="16455" y="23691"/>
                    <a:pt x="16074" y="21393"/>
                    <a:pt x="15431" y="19142"/>
                  </a:cubicBezTo>
                  <a:cubicBezTo>
                    <a:pt x="14955" y="17464"/>
                    <a:pt x="14193" y="15892"/>
                    <a:pt x="13133" y="14499"/>
                  </a:cubicBezTo>
                  <a:cubicBezTo>
                    <a:pt x="12895" y="14166"/>
                    <a:pt x="12621" y="13856"/>
                    <a:pt x="12288" y="13594"/>
                  </a:cubicBezTo>
                  <a:cubicBezTo>
                    <a:pt x="12002" y="13368"/>
                    <a:pt x="11704" y="13177"/>
                    <a:pt x="11347" y="13094"/>
                  </a:cubicBezTo>
                  <a:cubicBezTo>
                    <a:pt x="11248" y="13077"/>
                    <a:pt x="11150" y="13068"/>
                    <a:pt x="11054" y="13068"/>
                  </a:cubicBezTo>
                  <a:cubicBezTo>
                    <a:pt x="10623" y="13068"/>
                    <a:pt x="10229" y="13236"/>
                    <a:pt x="9859" y="13499"/>
                  </a:cubicBezTo>
                  <a:cubicBezTo>
                    <a:pt x="9776" y="13570"/>
                    <a:pt x="9716" y="13677"/>
                    <a:pt x="9656" y="13785"/>
                  </a:cubicBezTo>
                  <a:cubicBezTo>
                    <a:pt x="9525" y="14023"/>
                    <a:pt x="9490" y="14285"/>
                    <a:pt x="9502" y="14559"/>
                  </a:cubicBezTo>
                  <a:cubicBezTo>
                    <a:pt x="9537" y="14928"/>
                    <a:pt x="9561" y="15297"/>
                    <a:pt x="9609" y="15678"/>
                  </a:cubicBezTo>
                  <a:cubicBezTo>
                    <a:pt x="9823" y="17309"/>
                    <a:pt x="10264" y="18904"/>
                    <a:pt x="10752" y="20476"/>
                  </a:cubicBezTo>
                  <a:cubicBezTo>
                    <a:pt x="10978" y="21190"/>
                    <a:pt x="11228" y="21905"/>
                    <a:pt x="11609" y="22560"/>
                  </a:cubicBezTo>
                  <a:cubicBezTo>
                    <a:pt x="12335" y="23857"/>
                    <a:pt x="13216" y="25036"/>
                    <a:pt x="14240" y="26108"/>
                  </a:cubicBezTo>
                  <a:cubicBezTo>
                    <a:pt x="14669" y="26548"/>
                    <a:pt x="15121" y="26965"/>
                    <a:pt x="15514" y="27429"/>
                  </a:cubicBezTo>
                  <a:cubicBezTo>
                    <a:pt x="16145" y="28132"/>
                    <a:pt x="16622" y="28929"/>
                    <a:pt x="16812" y="29870"/>
                  </a:cubicBezTo>
                  <a:cubicBezTo>
                    <a:pt x="16884" y="30263"/>
                    <a:pt x="16872" y="30632"/>
                    <a:pt x="16753" y="31001"/>
                  </a:cubicBezTo>
                  <a:cubicBezTo>
                    <a:pt x="16526" y="31715"/>
                    <a:pt x="16324" y="32442"/>
                    <a:pt x="16098" y="33156"/>
                  </a:cubicBezTo>
                  <a:cubicBezTo>
                    <a:pt x="16050" y="33323"/>
                    <a:pt x="15991" y="33489"/>
                    <a:pt x="15955" y="33656"/>
                  </a:cubicBezTo>
                  <a:cubicBezTo>
                    <a:pt x="15919" y="33632"/>
                    <a:pt x="15895" y="33632"/>
                    <a:pt x="15895" y="33620"/>
                  </a:cubicBezTo>
                  <a:cubicBezTo>
                    <a:pt x="15848" y="33549"/>
                    <a:pt x="15812" y="33489"/>
                    <a:pt x="15788" y="33418"/>
                  </a:cubicBezTo>
                  <a:cubicBezTo>
                    <a:pt x="15371" y="32465"/>
                    <a:pt x="14776" y="31656"/>
                    <a:pt x="13955" y="31037"/>
                  </a:cubicBezTo>
                  <a:cubicBezTo>
                    <a:pt x="12978" y="30287"/>
                    <a:pt x="11871" y="29763"/>
                    <a:pt x="10716" y="29382"/>
                  </a:cubicBezTo>
                  <a:cubicBezTo>
                    <a:pt x="9430" y="28965"/>
                    <a:pt x="8132" y="28727"/>
                    <a:pt x="6799" y="28655"/>
                  </a:cubicBezTo>
                  <a:cubicBezTo>
                    <a:pt x="6479" y="28637"/>
                    <a:pt x="6161" y="28627"/>
                    <a:pt x="5844" y="28627"/>
                  </a:cubicBezTo>
                  <a:cubicBezTo>
                    <a:pt x="4730" y="28627"/>
                    <a:pt x="3630" y="28747"/>
                    <a:pt x="2537" y="29025"/>
                  </a:cubicBezTo>
                  <a:cubicBezTo>
                    <a:pt x="1810" y="29203"/>
                    <a:pt x="1143" y="29501"/>
                    <a:pt x="489" y="29846"/>
                  </a:cubicBezTo>
                  <a:cubicBezTo>
                    <a:pt x="370" y="29918"/>
                    <a:pt x="239" y="30001"/>
                    <a:pt x="155" y="30120"/>
                  </a:cubicBezTo>
                  <a:cubicBezTo>
                    <a:pt x="0" y="30346"/>
                    <a:pt x="96" y="30560"/>
                    <a:pt x="358" y="30620"/>
                  </a:cubicBezTo>
                  <a:cubicBezTo>
                    <a:pt x="477" y="30644"/>
                    <a:pt x="608" y="30680"/>
                    <a:pt x="739" y="30680"/>
                  </a:cubicBezTo>
                  <a:cubicBezTo>
                    <a:pt x="1048" y="30680"/>
                    <a:pt x="1370" y="30680"/>
                    <a:pt x="1679" y="30656"/>
                  </a:cubicBezTo>
                  <a:cubicBezTo>
                    <a:pt x="2501" y="30596"/>
                    <a:pt x="3310" y="30513"/>
                    <a:pt x="4132" y="30477"/>
                  </a:cubicBezTo>
                  <a:cubicBezTo>
                    <a:pt x="4590" y="30459"/>
                    <a:pt x="5048" y="30449"/>
                    <a:pt x="5504" y="30449"/>
                  </a:cubicBezTo>
                  <a:cubicBezTo>
                    <a:pt x="7451" y="30449"/>
                    <a:pt x="9375" y="30630"/>
                    <a:pt x="11276" y="31132"/>
                  </a:cubicBezTo>
                  <a:cubicBezTo>
                    <a:pt x="12121" y="31370"/>
                    <a:pt x="12954" y="31608"/>
                    <a:pt x="13752" y="31989"/>
                  </a:cubicBezTo>
                  <a:cubicBezTo>
                    <a:pt x="14288" y="32239"/>
                    <a:pt x="14776" y="32549"/>
                    <a:pt x="15205" y="32954"/>
                  </a:cubicBezTo>
                  <a:cubicBezTo>
                    <a:pt x="15502" y="33204"/>
                    <a:pt x="15633" y="33537"/>
                    <a:pt x="15741" y="33894"/>
                  </a:cubicBezTo>
                  <a:cubicBezTo>
                    <a:pt x="15800" y="34097"/>
                    <a:pt x="15752" y="34251"/>
                    <a:pt x="15598" y="34406"/>
                  </a:cubicBezTo>
                  <a:cubicBezTo>
                    <a:pt x="14907" y="35097"/>
                    <a:pt x="14324" y="35835"/>
                    <a:pt x="13895" y="36716"/>
                  </a:cubicBezTo>
                  <a:cubicBezTo>
                    <a:pt x="13586" y="37359"/>
                    <a:pt x="13312" y="38014"/>
                    <a:pt x="13157" y="38716"/>
                  </a:cubicBezTo>
                  <a:cubicBezTo>
                    <a:pt x="12835" y="40026"/>
                    <a:pt x="12812" y="41336"/>
                    <a:pt x="13038" y="42657"/>
                  </a:cubicBezTo>
                  <a:cubicBezTo>
                    <a:pt x="13157" y="43383"/>
                    <a:pt x="13300" y="44086"/>
                    <a:pt x="13490" y="44788"/>
                  </a:cubicBezTo>
                  <a:cubicBezTo>
                    <a:pt x="13550" y="44979"/>
                    <a:pt x="13597" y="45181"/>
                    <a:pt x="13586" y="45396"/>
                  </a:cubicBezTo>
                  <a:cubicBezTo>
                    <a:pt x="13478" y="47063"/>
                    <a:pt x="13359" y="48741"/>
                    <a:pt x="13240" y="50408"/>
                  </a:cubicBezTo>
                  <a:cubicBezTo>
                    <a:pt x="13228" y="50468"/>
                    <a:pt x="13228" y="50539"/>
                    <a:pt x="13216" y="50646"/>
                  </a:cubicBezTo>
                  <a:cubicBezTo>
                    <a:pt x="13181" y="50575"/>
                    <a:pt x="13157" y="50527"/>
                    <a:pt x="13133" y="50503"/>
                  </a:cubicBezTo>
                  <a:cubicBezTo>
                    <a:pt x="13014" y="50158"/>
                    <a:pt x="12835" y="49849"/>
                    <a:pt x="12633" y="49563"/>
                  </a:cubicBezTo>
                  <a:cubicBezTo>
                    <a:pt x="12573" y="49468"/>
                    <a:pt x="12514" y="49349"/>
                    <a:pt x="12466" y="49253"/>
                  </a:cubicBezTo>
                  <a:cubicBezTo>
                    <a:pt x="12383" y="49051"/>
                    <a:pt x="12300" y="48872"/>
                    <a:pt x="12228" y="48682"/>
                  </a:cubicBezTo>
                  <a:cubicBezTo>
                    <a:pt x="11883" y="47860"/>
                    <a:pt x="11645" y="47051"/>
                    <a:pt x="11550" y="46170"/>
                  </a:cubicBezTo>
                  <a:cubicBezTo>
                    <a:pt x="11442" y="45336"/>
                    <a:pt x="11347" y="44503"/>
                    <a:pt x="11216" y="43681"/>
                  </a:cubicBezTo>
                  <a:cubicBezTo>
                    <a:pt x="10990" y="42324"/>
                    <a:pt x="10609" y="41038"/>
                    <a:pt x="9978" y="39812"/>
                  </a:cubicBezTo>
                  <a:cubicBezTo>
                    <a:pt x="9561" y="38978"/>
                    <a:pt x="9085" y="38157"/>
                    <a:pt x="8633" y="37359"/>
                  </a:cubicBezTo>
                  <a:cubicBezTo>
                    <a:pt x="8454" y="37049"/>
                    <a:pt x="8216" y="36728"/>
                    <a:pt x="7978" y="36454"/>
                  </a:cubicBezTo>
                  <a:cubicBezTo>
                    <a:pt x="7859" y="36299"/>
                    <a:pt x="7680" y="36168"/>
                    <a:pt x="7501" y="36061"/>
                  </a:cubicBezTo>
                  <a:cubicBezTo>
                    <a:pt x="7386" y="35998"/>
                    <a:pt x="7270" y="35967"/>
                    <a:pt x="7159" y="35967"/>
                  </a:cubicBezTo>
                  <a:cubicBezTo>
                    <a:pt x="6937" y="35967"/>
                    <a:pt x="6735" y="36089"/>
                    <a:pt x="6608" y="36311"/>
                  </a:cubicBezTo>
                  <a:cubicBezTo>
                    <a:pt x="6549" y="36406"/>
                    <a:pt x="6501" y="36490"/>
                    <a:pt x="6489" y="36585"/>
                  </a:cubicBezTo>
                  <a:cubicBezTo>
                    <a:pt x="6442" y="36871"/>
                    <a:pt x="6394" y="37145"/>
                    <a:pt x="6394" y="37418"/>
                  </a:cubicBezTo>
                  <a:cubicBezTo>
                    <a:pt x="6442" y="38978"/>
                    <a:pt x="6585" y="40538"/>
                    <a:pt x="6858" y="42086"/>
                  </a:cubicBezTo>
                  <a:cubicBezTo>
                    <a:pt x="7037" y="43122"/>
                    <a:pt x="7418" y="44050"/>
                    <a:pt x="7978" y="44919"/>
                  </a:cubicBezTo>
                  <a:cubicBezTo>
                    <a:pt x="8418" y="45622"/>
                    <a:pt x="8942" y="46241"/>
                    <a:pt x="9525" y="46836"/>
                  </a:cubicBezTo>
                  <a:cubicBezTo>
                    <a:pt x="10276" y="47622"/>
                    <a:pt x="11097" y="48372"/>
                    <a:pt x="11931" y="49087"/>
                  </a:cubicBezTo>
                  <a:cubicBezTo>
                    <a:pt x="12514" y="49587"/>
                    <a:pt x="12895" y="50206"/>
                    <a:pt x="13133" y="50920"/>
                  </a:cubicBezTo>
                  <a:cubicBezTo>
                    <a:pt x="13181" y="51039"/>
                    <a:pt x="13216" y="51182"/>
                    <a:pt x="13193" y="51301"/>
                  </a:cubicBezTo>
                  <a:cubicBezTo>
                    <a:pt x="13121" y="52135"/>
                    <a:pt x="13038" y="52956"/>
                    <a:pt x="12919" y="53778"/>
                  </a:cubicBezTo>
                  <a:cubicBezTo>
                    <a:pt x="12764" y="54802"/>
                    <a:pt x="12585" y="55814"/>
                    <a:pt x="12526" y="56838"/>
                  </a:cubicBezTo>
                  <a:cubicBezTo>
                    <a:pt x="12419" y="58683"/>
                    <a:pt x="12478" y="60528"/>
                    <a:pt x="12454" y="62374"/>
                  </a:cubicBezTo>
                  <a:cubicBezTo>
                    <a:pt x="12454" y="62445"/>
                    <a:pt x="12478" y="62505"/>
                    <a:pt x="12478" y="62564"/>
                  </a:cubicBezTo>
                  <a:cubicBezTo>
                    <a:pt x="12561" y="62597"/>
                    <a:pt x="12629" y="62615"/>
                    <a:pt x="12686" y="62615"/>
                  </a:cubicBezTo>
                  <a:cubicBezTo>
                    <a:pt x="12792" y="62615"/>
                    <a:pt x="12856" y="62554"/>
                    <a:pt x="12895" y="62422"/>
                  </a:cubicBezTo>
                  <a:cubicBezTo>
                    <a:pt x="12954" y="62207"/>
                    <a:pt x="12990" y="61993"/>
                    <a:pt x="12990" y="61767"/>
                  </a:cubicBezTo>
                  <a:cubicBezTo>
                    <a:pt x="12978" y="61076"/>
                    <a:pt x="12931" y="60386"/>
                    <a:pt x="12931" y="59695"/>
                  </a:cubicBezTo>
                  <a:cubicBezTo>
                    <a:pt x="12931" y="58600"/>
                    <a:pt x="12931" y="57480"/>
                    <a:pt x="12954" y="56373"/>
                  </a:cubicBezTo>
                  <a:cubicBezTo>
                    <a:pt x="12990" y="55635"/>
                    <a:pt x="13002" y="54885"/>
                    <a:pt x="13074" y="54147"/>
                  </a:cubicBezTo>
                  <a:cubicBezTo>
                    <a:pt x="13157" y="53242"/>
                    <a:pt x="13288" y="52349"/>
                    <a:pt x="13407" y="51432"/>
                  </a:cubicBezTo>
                  <a:cubicBezTo>
                    <a:pt x="13419" y="51373"/>
                    <a:pt x="13419" y="51313"/>
                    <a:pt x="13455" y="51254"/>
                  </a:cubicBezTo>
                  <a:cubicBezTo>
                    <a:pt x="13645" y="50837"/>
                    <a:pt x="13847" y="50408"/>
                    <a:pt x="14050" y="49991"/>
                  </a:cubicBezTo>
                  <a:cubicBezTo>
                    <a:pt x="14240" y="49610"/>
                    <a:pt x="14538" y="49349"/>
                    <a:pt x="14919" y="49194"/>
                  </a:cubicBezTo>
                  <a:cubicBezTo>
                    <a:pt x="15133" y="49098"/>
                    <a:pt x="15336" y="49027"/>
                    <a:pt x="15550" y="48968"/>
                  </a:cubicBezTo>
                  <a:cubicBezTo>
                    <a:pt x="16026" y="48837"/>
                    <a:pt x="16514" y="48777"/>
                    <a:pt x="17003" y="48741"/>
                  </a:cubicBezTo>
                  <a:cubicBezTo>
                    <a:pt x="17245" y="48730"/>
                    <a:pt x="17488" y="48725"/>
                    <a:pt x="17729" y="48725"/>
                  </a:cubicBezTo>
                  <a:cubicBezTo>
                    <a:pt x="18519" y="48725"/>
                    <a:pt x="19302" y="48781"/>
                    <a:pt x="20086" y="48872"/>
                  </a:cubicBezTo>
                  <a:cubicBezTo>
                    <a:pt x="20567" y="48926"/>
                    <a:pt x="21048" y="48950"/>
                    <a:pt x="21526" y="48950"/>
                  </a:cubicBezTo>
                  <a:cubicBezTo>
                    <a:pt x="22647" y="48950"/>
                    <a:pt x="23760" y="48815"/>
                    <a:pt x="24861" y="48598"/>
                  </a:cubicBezTo>
                  <a:cubicBezTo>
                    <a:pt x="26373" y="48301"/>
                    <a:pt x="27540" y="47444"/>
                    <a:pt x="28516" y="46301"/>
                  </a:cubicBezTo>
                  <a:cubicBezTo>
                    <a:pt x="28837" y="45920"/>
                    <a:pt x="28718" y="45467"/>
                    <a:pt x="28230" y="45324"/>
                  </a:cubicBezTo>
                  <a:cubicBezTo>
                    <a:pt x="27992" y="45229"/>
                    <a:pt x="27718" y="45205"/>
                    <a:pt x="27468" y="45205"/>
                  </a:cubicBezTo>
                  <a:lnTo>
                    <a:pt x="24206" y="45158"/>
                  </a:lnTo>
                  <a:cubicBezTo>
                    <a:pt x="24151" y="45157"/>
                    <a:pt x="24097" y="45156"/>
                    <a:pt x="24043" y="45156"/>
                  </a:cubicBezTo>
                  <a:cubicBezTo>
                    <a:pt x="23349" y="45156"/>
                    <a:pt x="22664" y="45226"/>
                    <a:pt x="21979" y="45336"/>
                  </a:cubicBezTo>
                  <a:cubicBezTo>
                    <a:pt x="21206" y="45467"/>
                    <a:pt x="20479" y="45717"/>
                    <a:pt x="19824" y="46181"/>
                  </a:cubicBezTo>
                  <a:cubicBezTo>
                    <a:pt x="19539" y="46384"/>
                    <a:pt x="19253" y="46586"/>
                    <a:pt x="18967" y="46789"/>
                  </a:cubicBezTo>
                  <a:cubicBezTo>
                    <a:pt x="18515" y="47158"/>
                    <a:pt x="18062" y="47527"/>
                    <a:pt x="17598" y="47872"/>
                  </a:cubicBezTo>
                  <a:cubicBezTo>
                    <a:pt x="17288" y="48086"/>
                    <a:pt x="16967" y="48301"/>
                    <a:pt x="16645" y="48503"/>
                  </a:cubicBezTo>
                  <a:cubicBezTo>
                    <a:pt x="16514" y="48598"/>
                    <a:pt x="16372" y="48622"/>
                    <a:pt x="16217" y="48658"/>
                  </a:cubicBezTo>
                  <a:cubicBezTo>
                    <a:pt x="15681" y="48741"/>
                    <a:pt x="15145" y="48872"/>
                    <a:pt x="14669" y="49146"/>
                  </a:cubicBezTo>
                  <a:cubicBezTo>
                    <a:pt x="14625" y="49168"/>
                    <a:pt x="14571" y="49210"/>
                    <a:pt x="14535" y="49244"/>
                  </a:cubicBezTo>
                  <a:lnTo>
                    <a:pt x="14535" y="49244"/>
                  </a:lnTo>
                  <a:cubicBezTo>
                    <a:pt x="14551" y="49204"/>
                    <a:pt x="14555" y="49165"/>
                    <a:pt x="14586" y="49134"/>
                  </a:cubicBezTo>
                  <a:cubicBezTo>
                    <a:pt x="15002" y="48432"/>
                    <a:pt x="15455" y="47789"/>
                    <a:pt x="15967" y="47146"/>
                  </a:cubicBezTo>
                  <a:cubicBezTo>
                    <a:pt x="17145" y="45646"/>
                    <a:pt x="18574" y="44407"/>
                    <a:pt x="20265" y="43503"/>
                  </a:cubicBezTo>
                  <a:cubicBezTo>
                    <a:pt x="21587" y="42788"/>
                    <a:pt x="22920" y="42050"/>
                    <a:pt x="24242" y="41312"/>
                  </a:cubicBezTo>
                  <a:cubicBezTo>
                    <a:pt x="25039" y="40871"/>
                    <a:pt x="25813" y="40347"/>
                    <a:pt x="26516" y="39740"/>
                  </a:cubicBezTo>
                  <a:cubicBezTo>
                    <a:pt x="27159" y="39193"/>
                    <a:pt x="27635" y="38514"/>
                    <a:pt x="27897" y="37716"/>
                  </a:cubicBezTo>
                  <a:cubicBezTo>
                    <a:pt x="27944" y="37549"/>
                    <a:pt x="27992" y="37383"/>
                    <a:pt x="28004" y="37228"/>
                  </a:cubicBezTo>
                  <a:cubicBezTo>
                    <a:pt x="28040" y="36895"/>
                    <a:pt x="27861" y="36668"/>
                    <a:pt x="27540" y="36585"/>
                  </a:cubicBezTo>
                  <a:cubicBezTo>
                    <a:pt x="27410" y="36554"/>
                    <a:pt x="27284" y="36536"/>
                    <a:pt x="27160" y="36536"/>
                  </a:cubicBezTo>
                  <a:cubicBezTo>
                    <a:pt x="27001" y="36536"/>
                    <a:pt x="26843" y="36566"/>
                    <a:pt x="26682" y="36633"/>
                  </a:cubicBezTo>
                  <a:cubicBezTo>
                    <a:pt x="26373" y="36764"/>
                    <a:pt x="26075" y="36883"/>
                    <a:pt x="25789" y="37049"/>
                  </a:cubicBezTo>
                  <a:cubicBezTo>
                    <a:pt x="24075" y="38085"/>
                    <a:pt x="22349" y="39097"/>
                    <a:pt x="20670" y="40169"/>
                  </a:cubicBezTo>
                  <a:cubicBezTo>
                    <a:pt x="19027" y="41217"/>
                    <a:pt x="17812" y="42669"/>
                    <a:pt x="16967" y="44431"/>
                  </a:cubicBezTo>
                  <a:cubicBezTo>
                    <a:pt x="16645" y="45098"/>
                    <a:pt x="16348" y="45765"/>
                    <a:pt x="16074" y="46431"/>
                  </a:cubicBezTo>
                  <a:cubicBezTo>
                    <a:pt x="15907" y="46824"/>
                    <a:pt x="15729" y="47182"/>
                    <a:pt x="15479" y="47503"/>
                  </a:cubicBezTo>
                  <a:cubicBezTo>
                    <a:pt x="14800" y="48396"/>
                    <a:pt x="14228" y="49349"/>
                    <a:pt x="13716" y="50361"/>
                  </a:cubicBezTo>
                  <a:cubicBezTo>
                    <a:pt x="13645" y="50515"/>
                    <a:pt x="13574" y="50658"/>
                    <a:pt x="13466" y="50861"/>
                  </a:cubicBezTo>
                  <a:lnTo>
                    <a:pt x="13466" y="50658"/>
                  </a:lnTo>
                  <a:cubicBezTo>
                    <a:pt x="13586" y="48968"/>
                    <a:pt x="13705" y="47253"/>
                    <a:pt x="13824" y="45562"/>
                  </a:cubicBezTo>
                  <a:cubicBezTo>
                    <a:pt x="13847" y="45217"/>
                    <a:pt x="13895" y="44872"/>
                    <a:pt x="13967" y="44550"/>
                  </a:cubicBezTo>
                  <a:cubicBezTo>
                    <a:pt x="14133" y="43872"/>
                    <a:pt x="14526" y="43324"/>
                    <a:pt x="15014" y="42860"/>
                  </a:cubicBezTo>
                  <a:cubicBezTo>
                    <a:pt x="15479" y="42443"/>
                    <a:pt x="15931" y="42050"/>
                    <a:pt x="16431" y="41657"/>
                  </a:cubicBezTo>
                  <a:cubicBezTo>
                    <a:pt x="16991" y="41217"/>
                    <a:pt x="17586" y="40800"/>
                    <a:pt x="18169" y="40359"/>
                  </a:cubicBezTo>
                  <a:cubicBezTo>
                    <a:pt x="19610" y="39288"/>
                    <a:pt x="20908" y="38073"/>
                    <a:pt x="22039" y="36692"/>
                  </a:cubicBezTo>
                  <a:cubicBezTo>
                    <a:pt x="22872" y="35656"/>
                    <a:pt x="23551" y="34561"/>
                    <a:pt x="24063" y="33323"/>
                  </a:cubicBezTo>
                  <a:cubicBezTo>
                    <a:pt x="24230" y="32918"/>
                    <a:pt x="24325" y="32501"/>
                    <a:pt x="24361" y="32073"/>
                  </a:cubicBezTo>
                  <a:cubicBezTo>
                    <a:pt x="24384" y="31430"/>
                    <a:pt x="24087" y="30941"/>
                    <a:pt x="23492" y="30691"/>
                  </a:cubicBezTo>
                  <a:cubicBezTo>
                    <a:pt x="23152" y="30540"/>
                    <a:pt x="22799" y="30463"/>
                    <a:pt x="22441" y="30463"/>
                  </a:cubicBezTo>
                  <a:cubicBezTo>
                    <a:pt x="22209" y="30463"/>
                    <a:pt x="21975" y="30495"/>
                    <a:pt x="21741" y="30560"/>
                  </a:cubicBezTo>
                  <a:cubicBezTo>
                    <a:pt x="21170" y="30703"/>
                    <a:pt x="20634" y="30930"/>
                    <a:pt x="20122" y="31180"/>
                  </a:cubicBezTo>
                  <a:cubicBezTo>
                    <a:pt x="18693" y="31894"/>
                    <a:pt x="17407" y="32799"/>
                    <a:pt x="16253" y="33894"/>
                  </a:cubicBezTo>
                  <a:cubicBezTo>
                    <a:pt x="16205" y="33930"/>
                    <a:pt x="16145" y="33966"/>
                    <a:pt x="16098" y="34013"/>
                  </a:cubicBezTo>
                  <a:cubicBezTo>
                    <a:pt x="16086" y="33954"/>
                    <a:pt x="16086" y="33918"/>
                    <a:pt x="16098" y="33894"/>
                  </a:cubicBezTo>
                  <a:cubicBezTo>
                    <a:pt x="16455" y="32716"/>
                    <a:pt x="16800" y="31549"/>
                    <a:pt x="17169" y="30382"/>
                  </a:cubicBezTo>
                  <a:cubicBezTo>
                    <a:pt x="17229" y="30168"/>
                    <a:pt x="17336" y="29977"/>
                    <a:pt x="17443" y="29798"/>
                  </a:cubicBezTo>
                  <a:cubicBezTo>
                    <a:pt x="17753" y="29275"/>
                    <a:pt x="18110" y="28786"/>
                    <a:pt x="18539" y="28358"/>
                  </a:cubicBezTo>
                  <a:cubicBezTo>
                    <a:pt x="18777" y="28132"/>
                    <a:pt x="18991" y="27882"/>
                    <a:pt x="19241" y="27667"/>
                  </a:cubicBezTo>
                  <a:cubicBezTo>
                    <a:pt x="20003" y="27060"/>
                    <a:pt x="20789" y="26512"/>
                    <a:pt x="21610" y="26012"/>
                  </a:cubicBezTo>
                  <a:cubicBezTo>
                    <a:pt x="21860" y="25858"/>
                    <a:pt x="22146" y="25750"/>
                    <a:pt x="22420" y="25643"/>
                  </a:cubicBezTo>
                  <a:cubicBezTo>
                    <a:pt x="23456" y="25286"/>
                    <a:pt x="24527" y="25155"/>
                    <a:pt x="25611" y="25107"/>
                  </a:cubicBezTo>
                  <a:cubicBezTo>
                    <a:pt x="26825" y="25048"/>
                    <a:pt x="28052" y="24988"/>
                    <a:pt x="29254" y="24846"/>
                  </a:cubicBezTo>
                  <a:cubicBezTo>
                    <a:pt x="30147" y="24738"/>
                    <a:pt x="31028" y="24584"/>
                    <a:pt x="31874" y="24310"/>
                  </a:cubicBezTo>
                  <a:cubicBezTo>
                    <a:pt x="33314" y="23833"/>
                    <a:pt x="34469" y="22905"/>
                    <a:pt x="35457" y="21774"/>
                  </a:cubicBezTo>
                  <a:cubicBezTo>
                    <a:pt x="35803" y="21369"/>
                    <a:pt x="36112" y="20940"/>
                    <a:pt x="36326" y="20452"/>
                  </a:cubicBezTo>
                  <a:cubicBezTo>
                    <a:pt x="36648" y="19678"/>
                    <a:pt x="36529" y="18738"/>
                    <a:pt x="35505" y="18261"/>
                  </a:cubicBezTo>
                  <a:cubicBezTo>
                    <a:pt x="34862" y="17964"/>
                    <a:pt x="34195" y="17797"/>
                    <a:pt x="33517" y="17726"/>
                  </a:cubicBezTo>
                  <a:cubicBezTo>
                    <a:pt x="33095" y="17679"/>
                    <a:pt x="32678" y="17656"/>
                    <a:pt x="32264" y="17656"/>
                  </a:cubicBezTo>
                  <a:cubicBezTo>
                    <a:pt x="30460" y="17656"/>
                    <a:pt x="28734" y="18095"/>
                    <a:pt x="27087" y="18928"/>
                  </a:cubicBezTo>
                  <a:cubicBezTo>
                    <a:pt x="26087" y="19440"/>
                    <a:pt x="25206" y="20095"/>
                    <a:pt x="24361" y="20797"/>
                  </a:cubicBezTo>
                  <a:cubicBezTo>
                    <a:pt x="23039" y="21893"/>
                    <a:pt x="21860" y="23143"/>
                    <a:pt x="20753" y="24465"/>
                  </a:cubicBezTo>
                  <a:cubicBezTo>
                    <a:pt x="20086" y="25274"/>
                    <a:pt x="19479" y="26119"/>
                    <a:pt x="18955" y="27048"/>
                  </a:cubicBezTo>
                  <a:cubicBezTo>
                    <a:pt x="18634" y="27620"/>
                    <a:pt x="18288" y="28191"/>
                    <a:pt x="17943" y="28751"/>
                  </a:cubicBezTo>
                  <a:cubicBezTo>
                    <a:pt x="17824" y="28953"/>
                    <a:pt x="17681" y="29144"/>
                    <a:pt x="17538" y="29334"/>
                  </a:cubicBezTo>
                  <a:cubicBezTo>
                    <a:pt x="17526" y="29251"/>
                    <a:pt x="17538" y="29167"/>
                    <a:pt x="17574" y="29096"/>
                  </a:cubicBezTo>
                  <a:cubicBezTo>
                    <a:pt x="17931" y="28191"/>
                    <a:pt x="18253" y="27262"/>
                    <a:pt x="18646" y="26370"/>
                  </a:cubicBezTo>
                  <a:cubicBezTo>
                    <a:pt x="18955" y="25631"/>
                    <a:pt x="19312" y="24905"/>
                    <a:pt x="19682" y="24167"/>
                  </a:cubicBezTo>
                  <a:cubicBezTo>
                    <a:pt x="20039" y="23452"/>
                    <a:pt x="20444" y="22738"/>
                    <a:pt x="20836" y="22048"/>
                  </a:cubicBezTo>
                  <a:cubicBezTo>
                    <a:pt x="21253" y="21297"/>
                    <a:pt x="21682" y="20571"/>
                    <a:pt x="22110" y="19845"/>
                  </a:cubicBezTo>
                  <a:cubicBezTo>
                    <a:pt x="22563" y="19107"/>
                    <a:pt x="22980" y="18369"/>
                    <a:pt x="23432" y="17642"/>
                  </a:cubicBezTo>
                  <a:cubicBezTo>
                    <a:pt x="24027" y="16690"/>
                    <a:pt x="24670" y="15761"/>
                    <a:pt x="25277" y="14809"/>
                  </a:cubicBezTo>
                  <a:cubicBezTo>
                    <a:pt x="25492" y="14499"/>
                    <a:pt x="25742" y="14285"/>
                    <a:pt x="26051" y="14130"/>
                  </a:cubicBezTo>
                  <a:cubicBezTo>
                    <a:pt x="26135" y="14082"/>
                    <a:pt x="26206" y="14070"/>
                    <a:pt x="26278" y="14023"/>
                  </a:cubicBezTo>
                  <a:cubicBezTo>
                    <a:pt x="26813" y="13713"/>
                    <a:pt x="27409" y="13546"/>
                    <a:pt x="28004" y="13427"/>
                  </a:cubicBezTo>
                  <a:cubicBezTo>
                    <a:pt x="28933" y="13249"/>
                    <a:pt x="29849" y="13082"/>
                    <a:pt x="30778" y="12904"/>
                  </a:cubicBezTo>
                  <a:cubicBezTo>
                    <a:pt x="31564" y="12761"/>
                    <a:pt x="32350" y="12594"/>
                    <a:pt x="33124" y="12344"/>
                  </a:cubicBezTo>
                  <a:cubicBezTo>
                    <a:pt x="33588" y="12189"/>
                    <a:pt x="34029" y="11987"/>
                    <a:pt x="34410" y="11653"/>
                  </a:cubicBezTo>
                  <a:cubicBezTo>
                    <a:pt x="35183" y="10987"/>
                    <a:pt x="35850" y="10237"/>
                    <a:pt x="36374" y="9344"/>
                  </a:cubicBezTo>
                  <a:cubicBezTo>
                    <a:pt x="36457" y="9201"/>
                    <a:pt x="36517" y="9022"/>
                    <a:pt x="36553" y="8844"/>
                  </a:cubicBezTo>
                  <a:cubicBezTo>
                    <a:pt x="36588" y="8617"/>
                    <a:pt x="36505" y="8474"/>
                    <a:pt x="36279" y="8415"/>
                  </a:cubicBezTo>
                  <a:cubicBezTo>
                    <a:pt x="36192" y="8383"/>
                    <a:pt x="36088" y="8367"/>
                    <a:pt x="35987" y="8367"/>
                  </a:cubicBezTo>
                  <a:cubicBezTo>
                    <a:pt x="35936" y="8367"/>
                    <a:pt x="35886" y="8371"/>
                    <a:pt x="35838" y="8379"/>
                  </a:cubicBezTo>
                  <a:cubicBezTo>
                    <a:pt x="35517" y="8439"/>
                    <a:pt x="35207" y="8510"/>
                    <a:pt x="34898" y="8605"/>
                  </a:cubicBezTo>
                  <a:cubicBezTo>
                    <a:pt x="33540" y="9022"/>
                    <a:pt x="32219" y="9546"/>
                    <a:pt x="30909" y="10058"/>
                  </a:cubicBezTo>
                  <a:cubicBezTo>
                    <a:pt x="30302" y="10320"/>
                    <a:pt x="29742" y="10653"/>
                    <a:pt x="29254" y="11106"/>
                  </a:cubicBezTo>
                  <a:cubicBezTo>
                    <a:pt x="28480" y="11784"/>
                    <a:pt x="27742" y="12499"/>
                    <a:pt x="27051" y="13273"/>
                  </a:cubicBezTo>
                  <a:cubicBezTo>
                    <a:pt x="26849" y="13499"/>
                    <a:pt x="26623" y="13689"/>
                    <a:pt x="26337" y="13808"/>
                  </a:cubicBezTo>
                  <a:cubicBezTo>
                    <a:pt x="26206" y="13856"/>
                    <a:pt x="26075" y="13951"/>
                    <a:pt x="25932" y="14023"/>
                  </a:cubicBezTo>
                  <a:cubicBezTo>
                    <a:pt x="25897" y="14047"/>
                    <a:pt x="25849" y="14070"/>
                    <a:pt x="25754" y="14106"/>
                  </a:cubicBezTo>
                  <a:cubicBezTo>
                    <a:pt x="25956" y="13808"/>
                    <a:pt x="26135" y="13558"/>
                    <a:pt x="26289" y="13296"/>
                  </a:cubicBezTo>
                  <a:cubicBezTo>
                    <a:pt x="26670" y="12665"/>
                    <a:pt x="27051" y="12046"/>
                    <a:pt x="27421" y="11415"/>
                  </a:cubicBezTo>
                  <a:cubicBezTo>
                    <a:pt x="27528" y="11237"/>
                    <a:pt x="27623" y="11010"/>
                    <a:pt x="27742" y="10832"/>
                  </a:cubicBezTo>
                  <a:cubicBezTo>
                    <a:pt x="27956" y="10510"/>
                    <a:pt x="28194" y="10177"/>
                    <a:pt x="28456" y="9879"/>
                  </a:cubicBezTo>
                  <a:cubicBezTo>
                    <a:pt x="29004" y="9213"/>
                    <a:pt x="29588" y="8546"/>
                    <a:pt x="30040" y="7796"/>
                  </a:cubicBezTo>
                  <a:cubicBezTo>
                    <a:pt x="30445" y="7117"/>
                    <a:pt x="30838" y="6427"/>
                    <a:pt x="31219" y="5736"/>
                  </a:cubicBezTo>
                  <a:cubicBezTo>
                    <a:pt x="31814" y="4641"/>
                    <a:pt x="32290" y="3498"/>
                    <a:pt x="32624" y="2295"/>
                  </a:cubicBezTo>
                  <a:cubicBezTo>
                    <a:pt x="32719" y="1902"/>
                    <a:pt x="32778" y="1521"/>
                    <a:pt x="32766" y="1128"/>
                  </a:cubicBezTo>
                  <a:cubicBezTo>
                    <a:pt x="32755" y="878"/>
                    <a:pt x="32707" y="640"/>
                    <a:pt x="32600" y="414"/>
                  </a:cubicBezTo>
                  <a:cubicBezTo>
                    <a:pt x="32469" y="143"/>
                    <a:pt x="32273" y="0"/>
                    <a:pt x="32028"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1"/>
            <p:cNvSpPr/>
            <p:nvPr/>
          </p:nvSpPr>
          <p:spPr>
            <a:xfrm>
              <a:off x="4329700" y="1984000"/>
              <a:ext cx="172950" cy="397100"/>
            </a:xfrm>
            <a:custGeom>
              <a:avLst/>
              <a:gdLst/>
              <a:ahLst/>
              <a:cxnLst/>
              <a:rect l="l" t="t" r="r" b="b"/>
              <a:pathLst>
                <a:path w="6918" h="15884" extrusionOk="0">
                  <a:moveTo>
                    <a:pt x="1048" y="1"/>
                  </a:moveTo>
                  <a:lnTo>
                    <a:pt x="1048" y="1"/>
                  </a:lnTo>
                  <a:cubicBezTo>
                    <a:pt x="1072" y="48"/>
                    <a:pt x="1120" y="84"/>
                    <a:pt x="1167" y="108"/>
                  </a:cubicBezTo>
                  <a:cubicBezTo>
                    <a:pt x="1298" y="179"/>
                    <a:pt x="1465" y="227"/>
                    <a:pt x="1584" y="334"/>
                  </a:cubicBezTo>
                  <a:cubicBezTo>
                    <a:pt x="2179" y="810"/>
                    <a:pt x="2644" y="1394"/>
                    <a:pt x="3025" y="2037"/>
                  </a:cubicBezTo>
                  <a:cubicBezTo>
                    <a:pt x="3596" y="2977"/>
                    <a:pt x="3977" y="3989"/>
                    <a:pt x="4287" y="5037"/>
                  </a:cubicBezTo>
                  <a:cubicBezTo>
                    <a:pt x="4691" y="6371"/>
                    <a:pt x="5013" y="7740"/>
                    <a:pt x="5299" y="9109"/>
                  </a:cubicBezTo>
                  <a:cubicBezTo>
                    <a:pt x="5644" y="10752"/>
                    <a:pt x="5953" y="12371"/>
                    <a:pt x="6287" y="14002"/>
                  </a:cubicBezTo>
                  <a:cubicBezTo>
                    <a:pt x="6299" y="14038"/>
                    <a:pt x="6287" y="14074"/>
                    <a:pt x="6287" y="14098"/>
                  </a:cubicBezTo>
                  <a:cubicBezTo>
                    <a:pt x="6239" y="14038"/>
                    <a:pt x="6203" y="13979"/>
                    <a:pt x="6180" y="13919"/>
                  </a:cubicBezTo>
                  <a:cubicBezTo>
                    <a:pt x="5299" y="11669"/>
                    <a:pt x="4525" y="9395"/>
                    <a:pt x="3822" y="7109"/>
                  </a:cubicBezTo>
                  <a:cubicBezTo>
                    <a:pt x="3275" y="5287"/>
                    <a:pt x="2632" y="3489"/>
                    <a:pt x="1774" y="1775"/>
                  </a:cubicBezTo>
                  <a:cubicBezTo>
                    <a:pt x="1584" y="1370"/>
                    <a:pt x="1370" y="1001"/>
                    <a:pt x="1143" y="608"/>
                  </a:cubicBezTo>
                  <a:cubicBezTo>
                    <a:pt x="1024" y="417"/>
                    <a:pt x="869" y="251"/>
                    <a:pt x="655" y="155"/>
                  </a:cubicBezTo>
                  <a:lnTo>
                    <a:pt x="655" y="155"/>
                  </a:lnTo>
                  <a:cubicBezTo>
                    <a:pt x="679" y="179"/>
                    <a:pt x="691" y="215"/>
                    <a:pt x="715" y="239"/>
                  </a:cubicBezTo>
                  <a:cubicBezTo>
                    <a:pt x="953" y="453"/>
                    <a:pt x="1120" y="703"/>
                    <a:pt x="1274" y="965"/>
                  </a:cubicBezTo>
                  <a:cubicBezTo>
                    <a:pt x="2179" y="2668"/>
                    <a:pt x="2905" y="4418"/>
                    <a:pt x="3477" y="6251"/>
                  </a:cubicBezTo>
                  <a:cubicBezTo>
                    <a:pt x="4168" y="8502"/>
                    <a:pt x="4882" y="10752"/>
                    <a:pt x="5715" y="12967"/>
                  </a:cubicBezTo>
                  <a:cubicBezTo>
                    <a:pt x="5739" y="13014"/>
                    <a:pt x="5739" y="13050"/>
                    <a:pt x="5751" y="13098"/>
                  </a:cubicBezTo>
                  <a:cubicBezTo>
                    <a:pt x="5572" y="12836"/>
                    <a:pt x="5418" y="12550"/>
                    <a:pt x="5263" y="12276"/>
                  </a:cubicBezTo>
                  <a:cubicBezTo>
                    <a:pt x="4537" y="11085"/>
                    <a:pt x="3822" y="9919"/>
                    <a:pt x="3108" y="8740"/>
                  </a:cubicBezTo>
                  <a:cubicBezTo>
                    <a:pt x="2191" y="7180"/>
                    <a:pt x="1322" y="5585"/>
                    <a:pt x="715" y="3870"/>
                  </a:cubicBezTo>
                  <a:cubicBezTo>
                    <a:pt x="477" y="3203"/>
                    <a:pt x="274" y="2537"/>
                    <a:pt x="167" y="1834"/>
                  </a:cubicBezTo>
                  <a:cubicBezTo>
                    <a:pt x="96" y="1358"/>
                    <a:pt x="36" y="894"/>
                    <a:pt x="238" y="429"/>
                  </a:cubicBezTo>
                  <a:lnTo>
                    <a:pt x="215" y="405"/>
                  </a:lnTo>
                  <a:cubicBezTo>
                    <a:pt x="107" y="513"/>
                    <a:pt x="60" y="644"/>
                    <a:pt x="48" y="798"/>
                  </a:cubicBezTo>
                  <a:cubicBezTo>
                    <a:pt x="0" y="1275"/>
                    <a:pt x="48" y="1739"/>
                    <a:pt x="155" y="2203"/>
                  </a:cubicBezTo>
                  <a:cubicBezTo>
                    <a:pt x="512" y="3787"/>
                    <a:pt x="1108" y="5263"/>
                    <a:pt x="1846" y="6668"/>
                  </a:cubicBezTo>
                  <a:cubicBezTo>
                    <a:pt x="2560" y="8037"/>
                    <a:pt x="3370" y="9347"/>
                    <a:pt x="4168" y="10657"/>
                  </a:cubicBezTo>
                  <a:cubicBezTo>
                    <a:pt x="4870" y="11788"/>
                    <a:pt x="5572" y="12943"/>
                    <a:pt x="6156" y="14133"/>
                  </a:cubicBezTo>
                  <a:cubicBezTo>
                    <a:pt x="6346" y="14514"/>
                    <a:pt x="6513" y="14919"/>
                    <a:pt x="6656" y="15324"/>
                  </a:cubicBezTo>
                  <a:cubicBezTo>
                    <a:pt x="6727" y="15514"/>
                    <a:pt x="6811" y="15693"/>
                    <a:pt x="6894" y="15872"/>
                  </a:cubicBezTo>
                  <a:cubicBezTo>
                    <a:pt x="6897" y="15872"/>
                    <a:pt x="6902" y="15871"/>
                    <a:pt x="6906" y="15870"/>
                  </a:cubicBezTo>
                  <a:lnTo>
                    <a:pt x="6906" y="15870"/>
                  </a:lnTo>
                  <a:cubicBezTo>
                    <a:pt x="6906" y="15874"/>
                    <a:pt x="6906" y="15879"/>
                    <a:pt x="6906" y="15884"/>
                  </a:cubicBezTo>
                  <a:cubicBezTo>
                    <a:pt x="6918" y="15872"/>
                    <a:pt x="6918" y="15869"/>
                    <a:pt x="6913" y="15869"/>
                  </a:cubicBezTo>
                  <a:cubicBezTo>
                    <a:pt x="6911" y="15869"/>
                    <a:pt x="6909" y="15869"/>
                    <a:pt x="6906" y="15870"/>
                  </a:cubicBezTo>
                  <a:lnTo>
                    <a:pt x="6906" y="15870"/>
                  </a:lnTo>
                  <a:cubicBezTo>
                    <a:pt x="6904" y="15817"/>
                    <a:pt x="6893" y="15772"/>
                    <a:pt x="6882" y="15717"/>
                  </a:cubicBezTo>
                  <a:cubicBezTo>
                    <a:pt x="6751" y="15300"/>
                    <a:pt x="6596" y="14907"/>
                    <a:pt x="6489" y="14491"/>
                  </a:cubicBezTo>
                  <a:cubicBezTo>
                    <a:pt x="6334" y="13800"/>
                    <a:pt x="6180" y="13086"/>
                    <a:pt x="6049" y="12383"/>
                  </a:cubicBezTo>
                  <a:cubicBezTo>
                    <a:pt x="5632" y="10145"/>
                    <a:pt x="5180" y="7906"/>
                    <a:pt x="4572" y="5704"/>
                  </a:cubicBezTo>
                  <a:cubicBezTo>
                    <a:pt x="4275" y="4620"/>
                    <a:pt x="3929" y="3549"/>
                    <a:pt x="3417" y="2549"/>
                  </a:cubicBezTo>
                  <a:cubicBezTo>
                    <a:pt x="2977" y="1715"/>
                    <a:pt x="2465" y="953"/>
                    <a:pt x="1751" y="346"/>
                  </a:cubicBezTo>
                  <a:cubicBezTo>
                    <a:pt x="1536" y="167"/>
                    <a:pt x="1298" y="84"/>
                    <a:pt x="104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1"/>
            <p:cNvSpPr/>
            <p:nvPr/>
          </p:nvSpPr>
          <p:spPr>
            <a:xfrm>
              <a:off x="4543125" y="2106900"/>
              <a:ext cx="448575" cy="258725"/>
            </a:xfrm>
            <a:custGeom>
              <a:avLst/>
              <a:gdLst/>
              <a:ahLst/>
              <a:cxnLst/>
              <a:rect l="l" t="t" r="r" b="b"/>
              <a:pathLst>
                <a:path w="17943" h="10349" extrusionOk="0">
                  <a:moveTo>
                    <a:pt x="15346" y="1"/>
                  </a:moveTo>
                  <a:cubicBezTo>
                    <a:pt x="15101" y="1"/>
                    <a:pt x="14855" y="14"/>
                    <a:pt x="14609" y="38"/>
                  </a:cubicBezTo>
                  <a:cubicBezTo>
                    <a:pt x="12133" y="300"/>
                    <a:pt x="9870" y="1145"/>
                    <a:pt x="7787" y="2455"/>
                  </a:cubicBezTo>
                  <a:cubicBezTo>
                    <a:pt x="6144" y="3479"/>
                    <a:pt x="4632" y="4717"/>
                    <a:pt x="3286" y="6110"/>
                  </a:cubicBezTo>
                  <a:cubicBezTo>
                    <a:pt x="2381" y="7050"/>
                    <a:pt x="1465" y="7979"/>
                    <a:pt x="714" y="9039"/>
                  </a:cubicBezTo>
                  <a:cubicBezTo>
                    <a:pt x="429" y="9432"/>
                    <a:pt x="119" y="9837"/>
                    <a:pt x="0" y="10348"/>
                  </a:cubicBezTo>
                  <a:cubicBezTo>
                    <a:pt x="8" y="10326"/>
                    <a:pt x="15" y="10318"/>
                    <a:pt x="23" y="10318"/>
                  </a:cubicBezTo>
                  <a:cubicBezTo>
                    <a:pt x="27" y="10318"/>
                    <a:pt x="31" y="10320"/>
                    <a:pt x="36" y="10325"/>
                  </a:cubicBezTo>
                  <a:cubicBezTo>
                    <a:pt x="95" y="10206"/>
                    <a:pt x="179" y="10075"/>
                    <a:pt x="250" y="9967"/>
                  </a:cubicBezTo>
                  <a:cubicBezTo>
                    <a:pt x="453" y="9682"/>
                    <a:pt x="667" y="9384"/>
                    <a:pt x="893" y="9122"/>
                  </a:cubicBezTo>
                  <a:cubicBezTo>
                    <a:pt x="1631" y="8193"/>
                    <a:pt x="2524" y="7408"/>
                    <a:pt x="3465" y="6693"/>
                  </a:cubicBezTo>
                  <a:cubicBezTo>
                    <a:pt x="4739" y="5717"/>
                    <a:pt x="6132" y="4919"/>
                    <a:pt x="7656" y="4383"/>
                  </a:cubicBezTo>
                  <a:cubicBezTo>
                    <a:pt x="8835" y="3991"/>
                    <a:pt x="10061" y="3729"/>
                    <a:pt x="11275" y="3538"/>
                  </a:cubicBezTo>
                  <a:cubicBezTo>
                    <a:pt x="12537" y="3348"/>
                    <a:pt x="13811" y="3181"/>
                    <a:pt x="15038" y="2883"/>
                  </a:cubicBezTo>
                  <a:cubicBezTo>
                    <a:pt x="15788" y="2705"/>
                    <a:pt x="16514" y="2478"/>
                    <a:pt x="17217" y="2205"/>
                  </a:cubicBezTo>
                  <a:cubicBezTo>
                    <a:pt x="17443" y="2109"/>
                    <a:pt x="17645" y="1966"/>
                    <a:pt x="17859" y="1847"/>
                  </a:cubicBezTo>
                  <a:cubicBezTo>
                    <a:pt x="17943" y="1788"/>
                    <a:pt x="17943" y="1788"/>
                    <a:pt x="17943" y="1669"/>
                  </a:cubicBezTo>
                  <a:lnTo>
                    <a:pt x="17943" y="1669"/>
                  </a:lnTo>
                  <a:cubicBezTo>
                    <a:pt x="17645" y="1907"/>
                    <a:pt x="17324" y="2086"/>
                    <a:pt x="16967" y="2205"/>
                  </a:cubicBezTo>
                  <a:cubicBezTo>
                    <a:pt x="16645" y="2324"/>
                    <a:pt x="16335" y="2419"/>
                    <a:pt x="16026" y="2514"/>
                  </a:cubicBezTo>
                  <a:cubicBezTo>
                    <a:pt x="14919" y="2836"/>
                    <a:pt x="13811" y="3050"/>
                    <a:pt x="12680" y="3229"/>
                  </a:cubicBezTo>
                  <a:cubicBezTo>
                    <a:pt x="11763" y="3371"/>
                    <a:pt x="10847" y="3514"/>
                    <a:pt x="9942" y="3693"/>
                  </a:cubicBezTo>
                  <a:cubicBezTo>
                    <a:pt x="8549" y="3955"/>
                    <a:pt x="7215" y="4372"/>
                    <a:pt x="5965" y="5014"/>
                  </a:cubicBezTo>
                  <a:cubicBezTo>
                    <a:pt x="4298" y="5860"/>
                    <a:pt x="2822" y="6979"/>
                    <a:pt x="1500" y="8301"/>
                  </a:cubicBezTo>
                  <a:lnTo>
                    <a:pt x="1322" y="8479"/>
                  </a:lnTo>
                  <a:cubicBezTo>
                    <a:pt x="1310" y="8432"/>
                    <a:pt x="1334" y="8408"/>
                    <a:pt x="1346" y="8372"/>
                  </a:cubicBezTo>
                  <a:cubicBezTo>
                    <a:pt x="1703" y="7955"/>
                    <a:pt x="2048" y="7562"/>
                    <a:pt x="2417" y="7158"/>
                  </a:cubicBezTo>
                  <a:cubicBezTo>
                    <a:pt x="3655" y="5836"/>
                    <a:pt x="4965" y="4562"/>
                    <a:pt x="6441" y="3490"/>
                  </a:cubicBezTo>
                  <a:cubicBezTo>
                    <a:pt x="7584" y="2657"/>
                    <a:pt x="8763" y="1931"/>
                    <a:pt x="10049" y="1371"/>
                  </a:cubicBezTo>
                  <a:cubicBezTo>
                    <a:pt x="11573" y="716"/>
                    <a:pt x="13145" y="264"/>
                    <a:pt x="14811" y="121"/>
                  </a:cubicBezTo>
                  <a:cubicBezTo>
                    <a:pt x="15011" y="99"/>
                    <a:pt x="15209" y="89"/>
                    <a:pt x="15406" y="89"/>
                  </a:cubicBezTo>
                  <a:cubicBezTo>
                    <a:pt x="16080" y="89"/>
                    <a:pt x="16739" y="212"/>
                    <a:pt x="17383" y="442"/>
                  </a:cubicBezTo>
                  <a:cubicBezTo>
                    <a:pt x="17407" y="454"/>
                    <a:pt x="17431" y="454"/>
                    <a:pt x="17467" y="454"/>
                  </a:cubicBezTo>
                  <a:cubicBezTo>
                    <a:pt x="17276" y="276"/>
                    <a:pt x="17014" y="240"/>
                    <a:pt x="16800" y="181"/>
                  </a:cubicBezTo>
                  <a:cubicBezTo>
                    <a:pt x="16324" y="54"/>
                    <a:pt x="15837" y="1"/>
                    <a:pt x="1534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1"/>
            <p:cNvSpPr/>
            <p:nvPr/>
          </p:nvSpPr>
          <p:spPr>
            <a:xfrm>
              <a:off x="4486275" y="2571875"/>
              <a:ext cx="295000" cy="252425"/>
            </a:xfrm>
            <a:custGeom>
              <a:avLst/>
              <a:gdLst/>
              <a:ahLst/>
              <a:cxnLst/>
              <a:rect l="l" t="t" r="r" b="b"/>
              <a:pathLst>
                <a:path w="11800" h="10097" extrusionOk="0">
                  <a:moveTo>
                    <a:pt x="11585" y="0"/>
                  </a:moveTo>
                  <a:lnTo>
                    <a:pt x="11585" y="0"/>
                  </a:lnTo>
                  <a:cubicBezTo>
                    <a:pt x="11704" y="215"/>
                    <a:pt x="11632" y="393"/>
                    <a:pt x="11525" y="584"/>
                  </a:cubicBezTo>
                  <a:cubicBezTo>
                    <a:pt x="11418" y="715"/>
                    <a:pt x="11311" y="834"/>
                    <a:pt x="11192" y="953"/>
                  </a:cubicBezTo>
                  <a:cubicBezTo>
                    <a:pt x="10525" y="1644"/>
                    <a:pt x="9763" y="2239"/>
                    <a:pt x="8977" y="2787"/>
                  </a:cubicBezTo>
                  <a:cubicBezTo>
                    <a:pt x="7608" y="3775"/>
                    <a:pt x="6227" y="4727"/>
                    <a:pt x="4846" y="5692"/>
                  </a:cubicBezTo>
                  <a:cubicBezTo>
                    <a:pt x="3620" y="6537"/>
                    <a:pt x="2417" y="7406"/>
                    <a:pt x="1334" y="8418"/>
                  </a:cubicBezTo>
                  <a:cubicBezTo>
                    <a:pt x="1310" y="8430"/>
                    <a:pt x="1286" y="8442"/>
                    <a:pt x="1274" y="8454"/>
                  </a:cubicBezTo>
                  <a:cubicBezTo>
                    <a:pt x="1274" y="8394"/>
                    <a:pt x="1298" y="8359"/>
                    <a:pt x="1334" y="8311"/>
                  </a:cubicBezTo>
                  <a:cubicBezTo>
                    <a:pt x="1655" y="7894"/>
                    <a:pt x="1988" y="7466"/>
                    <a:pt x="2322" y="7061"/>
                  </a:cubicBezTo>
                  <a:cubicBezTo>
                    <a:pt x="3536" y="5632"/>
                    <a:pt x="4798" y="4275"/>
                    <a:pt x="6227" y="3072"/>
                  </a:cubicBezTo>
                  <a:cubicBezTo>
                    <a:pt x="7620" y="1905"/>
                    <a:pt x="9108" y="870"/>
                    <a:pt x="10775" y="84"/>
                  </a:cubicBezTo>
                  <a:cubicBezTo>
                    <a:pt x="10799" y="60"/>
                    <a:pt x="10823" y="48"/>
                    <a:pt x="10835" y="36"/>
                  </a:cubicBezTo>
                  <a:cubicBezTo>
                    <a:pt x="10815" y="17"/>
                    <a:pt x="10799" y="8"/>
                    <a:pt x="10785" y="8"/>
                  </a:cubicBezTo>
                  <a:cubicBezTo>
                    <a:pt x="10773" y="8"/>
                    <a:pt x="10762" y="14"/>
                    <a:pt x="10751" y="24"/>
                  </a:cubicBezTo>
                  <a:cubicBezTo>
                    <a:pt x="10501" y="120"/>
                    <a:pt x="10239" y="215"/>
                    <a:pt x="10001" y="346"/>
                  </a:cubicBezTo>
                  <a:cubicBezTo>
                    <a:pt x="8394" y="1191"/>
                    <a:pt x="6941" y="2251"/>
                    <a:pt x="5596" y="3453"/>
                  </a:cubicBezTo>
                  <a:cubicBezTo>
                    <a:pt x="4084" y="4811"/>
                    <a:pt x="2727" y="6311"/>
                    <a:pt x="1476" y="7918"/>
                  </a:cubicBezTo>
                  <a:cubicBezTo>
                    <a:pt x="988" y="8549"/>
                    <a:pt x="512" y="9168"/>
                    <a:pt x="95" y="9847"/>
                  </a:cubicBezTo>
                  <a:cubicBezTo>
                    <a:pt x="60" y="9906"/>
                    <a:pt x="0" y="9978"/>
                    <a:pt x="36" y="10097"/>
                  </a:cubicBezTo>
                  <a:cubicBezTo>
                    <a:pt x="83" y="10037"/>
                    <a:pt x="95" y="10002"/>
                    <a:pt x="107" y="9978"/>
                  </a:cubicBezTo>
                  <a:cubicBezTo>
                    <a:pt x="119" y="9942"/>
                    <a:pt x="143" y="9906"/>
                    <a:pt x="167" y="9871"/>
                  </a:cubicBezTo>
                  <a:cubicBezTo>
                    <a:pt x="643" y="9156"/>
                    <a:pt x="1226" y="8549"/>
                    <a:pt x="1881" y="8001"/>
                  </a:cubicBezTo>
                  <a:cubicBezTo>
                    <a:pt x="2881" y="7168"/>
                    <a:pt x="3917" y="6394"/>
                    <a:pt x="4989" y="5644"/>
                  </a:cubicBezTo>
                  <a:cubicBezTo>
                    <a:pt x="6417" y="4644"/>
                    <a:pt x="7870" y="3632"/>
                    <a:pt x="9299" y="2620"/>
                  </a:cubicBezTo>
                  <a:cubicBezTo>
                    <a:pt x="10037" y="2084"/>
                    <a:pt x="10751" y="1513"/>
                    <a:pt x="11394" y="822"/>
                  </a:cubicBezTo>
                  <a:cubicBezTo>
                    <a:pt x="11430" y="762"/>
                    <a:pt x="11478" y="715"/>
                    <a:pt x="11549" y="643"/>
                  </a:cubicBezTo>
                  <a:lnTo>
                    <a:pt x="11549" y="643"/>
                  </a:lnTo>
                  <a:cubicBezTo>
                    <a:pt x="11537" y="691"/>
                    <a:pt x="11537" y="715"/>
                    <a:pt x="11537" y="739"/>
                  </a:cubicBezTo>
                  <a:cubicBezTo>
                    <a:pt x="11430" y="1155"/>
                    <a:pt x="11168" y="1465"/>
                    <a:pt x="10870" y="1751"/>
                  </a:cubicBezTo>
                  <a:cubicBezTo>
                    <a:pt x="9870" y="2715"/>
                    <a:pt x="8799" y="3572"/>
                    <a:pt x="7656" y="4334"/>
                  </a:cubicBezTo>
                  <a:cubicBezTo>
                    <a:pt x="6298" y="5239"/>
                    <a:pt x="4953" y="6120"/>
                    <a:pt x="3596" y="7013"/>
                  </a:cubicBezTo>
                  <a:cubicBezTo>
                    <a:pt x="3381" y="7144"/>
                    <a:pt x="3191" y="7299"/>
                    <a:pt x="3000" y="7430"/>
                  </a:cubicBezTo>
                  <a:cubicBezTo>
                    <a:pt x="3009" y="7432"/>
                    <a:pt x="3018" y="7433"/>
                    <a:pt x="3026" y="7433"/>
                  </a:cubicBezTo>
                  <a:cubicBezTo>
                    <a:pt x="3062" y="7433"/>
                    <a:pt x="3091" y="7416"/>
                    <a:pt x="3119" y="7406"/>
                  </a:cubicBezTo>
                  <a:cubicBezTo>
                    <a:pt x="4667" y="6406"/>
                    <a:pt x="6215" y="5406"/>
                    <a:pt x="7751" y="4394"/>
                  </a:cubicBezTo>
                  <a:cubicBezTo>
                    <a:pt x="8870" y="3632"/>
                    <a:pt x="9942" y="2787"/>
                    <a:pt x="10918" y="1822"/>
                  </a:cubicBezTo>
                  <a:cubicBezTo>
                    <a:pt x="11240" y="1489"/>
                    <a:pt x="11537" y="1132"/>
                    <a:pt x="11644" y="655"/>
                  </a:cubicBezTo>
                  <a:cubicBezTo>
                    <a:pt x="11680" y="572"/>
                    <a:pt x="11680" y="465"/>
                    <a:pt x="11716" y="393"/>
                  </a:cubicBezTo>
                  <a:cubicBezTo>
                    <a:pt x="11799" y="227"/>
                    <a:pt x="11716" y="108"/>
                    <a:pt x="1158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1"/>
            <p:cNvSpPr/>
            <p:nvPr/>
          </p:nvSpPr>
          <p:spPr>
            <a:xfrm>
              <a:off x="4756825" y="1866125"/>
              <a:ext cx="234875" cy="128025"/>
            </a:xfrm>
            <a:custGeom>
              <a:avLst/>
              <a:gdLst/>
              <a:ahLst/>
              <a:cxnLst/>
              <a:rect l="l" t="t" r="r" b="b"/>
              <a:pathLst>
                <a:path w="9395" h="5121" extrusionOk="0">
                  <a:moveTo>
                    <a:pt x="9252" y="60"/>
                  </a:moveTo>
                  <a:cubicBezTo>
                    <a:pt x="9311" y="215"/>
                    <a:pt x="9252" y="298"/>
                    <a:pt x="9192" y="394"/>
                  </a:cubicBezTo>
                  <a:cubicBezTo>
                    <a:pt x="8930" y="775"/>
                    <a:pt x="8609" y="1072"/>
                    <a:pt x="8240" y="1346"/>
                  </a:cubicBezTo>
                  <a:cubicBezTo>
                    <a:pt x="7526" y="1870"/>
                    <a:pt x="6716" y="2263"/>
                    <a:pt x="5882" y="2561"/>
                  </a:cubicBezTo>
                  <a:cubicBezTo>
                    <a:pt x="5001" y="2870"/>
                    <a:pt x="4132" y="3156"/>
                    <a:pt x="3239" y="3454"/>
                  </a:cubicBezTo>
                  <a:cubicBezTo>
                    <a:pt x="2489" y="3692"/>
                    <a:pt x="1775" y="3978"/>
                    <a:pt x="1108" y="4359"/>
                  </a:cubicBezTo>
                  <a:cubicBezTo>
                    <a:pt x="1072" y="4394"/>
                    <a:pt x="1037" y="4406"/>
                    <a:pt x="1001" y="4418"/>
                  </a:cubicBezTo>
                  <a:cubicBezTo>
                    <a:pt x="1751" y="3739"/>
                    <a:pt x="2430" y="2989"/>
                    <a:pt x="3323" y="2513"/>
                  </a:cubicBezTo>
                  <a:cubicBezTo>
                    <a:pt x="3751" y="2275"/>
                    <a:pt x="4216" y="2073"/>
                    <a:pt x="4692" y="1918"/>
                  </a:cubicBezTo>
                  <a:cubicBezTo>
                    <a:pt x="5871" y="1561"/>
                    <a:pt x="7002" y="1049"/>
                    <a:pt x="8121" y="537"/>
                  </a:cubicBezTo>
                  <a:cubicBezTo>
                    <a:pt x="8490" y="370"/>
                    <a:pt x="8859" y="227"/>
                    <a:pt x="9252" y="60"/>
                  </a:cubicBezTo>
                  <a:close/>
                  <a:moveTo>
                    <a:pt x="9264" y="1"/>
                  </a:moveTo>
                  <a:cubicBezTo>
                    <a:pt x="9145" y="37"/>
                    <a:pt x="9026" y="60"/>
                    <a:pt x="8907" y="108"/>
                  </a:cubicBezTo>
                  <a:cubicBezTo>
                    <a:pt x="8526" y="251"/>
                    <a:pt x="8157" y="406"/>
                    <a:pt x="7799" y="572"/>
                  </a:cubicBezTo>
                  <a:cubicBezTo>
                    <a:pt x="6764" y="1060"/>
                    <a:pt x="5692" y="1501"/>
                    <a:pt x="4585" y="1846"/>
                  </a:cubicBezTo>
                  <a:cubicBezTo>
                    <a:pt x="3632" y="2144"/>
                    <a:pt x="2775" y="2632"/>
                    <a:pt x="2025" y="3311"/>
                  </a:cubicBezTo>
                  <a:cubicBezTo>
                    <a:pt x="1406" y="3870"/>
                    <a:pt x="775" y="4418"/>
                    <a:pt x="156" y="4978"/>
                  </a:cubicBezTo>
                  <a:cubicBezTo>
                    <a:pt x="108" y="5001"/>
                    <a:pt x="60" y="5049"/>
                    <a:pt x="1" y="5120"/>
                  </a:cubicBezTo>
                  <a:cubicBezTo>
                    <a:pt x="191" y="5061"/>
                    <a:pt x="346" y="5013"/>
                    <a:pt x="489" y="4954"/>
                  </a:cubicBezTo>
                  <a:cubicBezTo>
                    <a:pt x="1465" y="4585"/>
                    <a:pt x="2453" y="4299"/>
                    <a:pt x="3454" y="4061"/>
                  </a:cubicBezTo>
                  <a:cubicBezTo>
                    <a:pt x="4525" y="3811"/>
                    <a:pt x="5585" y="3477"/>
                    <a:pt x="6609" y="3085"/>
                  </a:cubicBezTo>
                  <a:cubicBezTo>
                    <a:pt x="7383" y="2763"/>
                    <a:pt x="8097" y="2358"/>
                    <a:pt x="8680" y="1739"/>
                  </a:cubicBezTo>
                  <a:cubicBezTo>
                    <a:pt x="8811" y="1596"/>
                    <a:pt x="8930" y="1441"/>
                    <a:pt x="9050" y="1299"/>
                  </a:cubicBezTo>
                  <a:cubicBezTo>
                    <a:pt x="9038" y="1287"/>
                    <a:pt x="9038" y="1287"/>
                    <a:pt x="9026" y="1287"/>
                  </a:cubicBezTo>
                  <a:lnTo>
                    <a:pt x="8847" y="1465"/>
                  </a:lnTo>
                  <a:cubicBezTo>
                    <a:pt x="8740" y="1584"/>
                    <a:pt x="8621" y="1703"/>
                    <a:pt x="8502" y="1822"/>
                  </a:cubicBezTo>
                  <a:cubicBezTo>
                    <a:pt x="7966" y="2323"/>
                    <a:pt x="7335" y="2692"/>
                    <a:pt x="6656" y="2977"/>
                  </a:cubicBezTo>
                  <a:cubicBezTo>
                    <a:pt x="5823" y="3323"/>
                    <a:pt x="4966" y="3608"/>
                    <a:pt x="4085" y="3823"/>
                  </a:cubicBezTo>
                  <a:cubicBezTo>
                    <a:pt x="2930" y="4120"/>
                    <a:pt x="1787" y="4382"/>
                    <a:pt x="691" y="4811"/>
                  </a:cubicBezTo>
                  <a:cubicBezTo>
                    <a:pt x="679" y="4811"/>
                    <a:pt x="656" y="4799"/>
                    <a:pt x="608" y="4799"/>
                  </a:cubicBezTo>
                  <a:cubicBezTo>
                    <a:pt x="691" y="4751"/>
                    <a:pt x="727" y="4716"/>
                    <a:pt x="775" y="4692"/>
                  </a:cubicBezTo>
                  <a:cubicBezTo>
                    <a:pt x="1703" y="4108"/>
                    <a:pt x="2680" y="3727"/>
                    <a:pt x="3704" y="3430"/>
                  </a:cubicBezTo>
                  <a:cubicBezTo>
                    <a:pt x="4870" y="3073"/>
                    <a:pt x="6013" y="2680"/>
                    <a:pt x="7097" y="2144"/>
                  </a:cubicBezTo>
                  <a:cubicBezTo>
                    <a:pt x="7716" y="1846"/>
                    <a:pt x="8276" y="1489"/>
                    <a:pt x="8764" y="1013"/>
                  </a:cubicBezTo>
                  <a:cubicBezTo>
                    <a:pt x="8942" y="834"/>
                    <a:pt x="9109" y="608"/>
                    <a:pt x="9264" y="406"/>
                  </a:cubicBezTo>
                  <a:cubicBezTo>
                    <a:pt x="9335" y="287"/>
                    <a:pt x="9395" y="156"/>
                    <a:pt x="926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1"/>
            <p:cNvSpPr/>
            <p:nvPr/>
          </p:nvSpPr>
          <p:spPr>
            <a:xfrm>
              <a:off x="4424950" y="2471775"/>
              <a:ext cx="215825" cy="307900"/>
            </a:xfrm>
            <a:custGeom>
              <a:avLst/>
              <a:gdLst/>
              <a:ahLst/>
              <a:cxnLst/>
              <a:rect l="l" t="t" r="r" b="b"/>
              <a:pathLst>
                <a:path w="8633" h="12316" extrusionOk="0">
                  <a:moveTo>
                    <a:pt x="8606" y="1"/>
                  </a:moveTo>
                  <a:cubicBezTo>
                    <a:pt x="8571" y="1"/>
                    <a:pt x="8542" y="18"/>
                    <a:pt x="8513" y="28"/>
                  </a:cubicBezTo>
                  <a:cubicBezTo>
                    <a:pt x="6596" y="1242"/>
                    <a:pt x="4882" y="2683"/>
                    <a:pt x="3441" y="4421"/>
                  </a:cubicBezTo>
                  <a:cubicBezTo>
                    <a:pt x="2870" y="5124"/>
                    <a:pt x="2334" y="5850"/>
                    <a:pt x="1882" y="6624"/>
                  </a:cubicBezTo>
                  <a:cubicBezTo>
                    <a:pt x="1679" y="6957"/>
                    <a:pt x="1489" y="7291"/>
                    <a:pt x="1310" y="7636"/>
                  </a:cubicBezTo>
                  <a:cubicBezTo>
                    <a:pt x="1131" y="7993"/>
                    <a:pt x="941" y="8350"/>
                    <a:pt x="786" y="8731"/>
                  </a:cubicBezTo>
                  <a:cubicBezTo>
                    <a:pt x="584" y="9267"/>
                    <a:pt x="393" y="9803"/>
                    <a:pt x="262" y="10362"/>
                  </a:cubicBezTo>
                  <a:cubicBezTo>
                    <a:pt x="143" y="10886"/>
                    <a:pt x="36" y="11386"/>
                    <a:pt x="24" y="11922"/>
                  </a:cubicBezTo>
                  <a:cubicBezTo>
                    <a:pt x="0" y="12053"/>
                    <a:pt x="36" y="12184"/>
                    <a:pt x="36" y="12315"/>
                  </a:cubicBezTo>
                  <a:lnTo>
                    <a:pt x="60" y="12315"/>
                  </a:lnTo>
                  <a:cubicBezTo>
                    <a:pt x="60" y="12315"/>
                    <a:pt x="72" y="12303"/>
                    <a:pt x="72" y="12279"/>
                  </a:cubicBezTo>
                  <a:cubicBezTo>
                    <a:pt x="60" y="11196"/>
                    <a:pt x="358" y="10172"/>
                    <a:pt x="703" y="9172"/>
                  </a:cubicBezTo>
                  <a:cubicBezTo>
                    <a:pt x="869" y="8731"/>
                    <a:pt x="1084" y="8315"/>
                    <a:pt x="1286" y="7874"/>
                  </a:cubicBezTo>
                  <a:cubicBezTo>
                    <a:pt x="1584" y="7243"/>
                    <a:pt x="1941" y="6624"/>
                    <a:pt x="2334" y="6052"/>
                  </a:cubicBezTo>
                  <a:cubicBezTo>
                    <a:pt x="3275" y="4659"/>
                    <a:pt x="4358" y="3421"/>
                    <a:pt x="5608" y="2314"/>
                  </a:cubicBezTo>
                  <a:cubicBezTo>
                    <a:pt x="6442" y="1564"/>
                    <a:pt x="7358" y="909"/>
                    <a:pt x="8263" y="278"/>
                  </a:cubicBezTo>
                  <a:cubicBezTo>
                    <a:pt x="8382" y="183"/>
                    <a:pt x="8513" y="99"/>
                    <a:pt x="8632" y="4"/>
                  </a:cubicBezTo>
                  <a:cubicBezTo>
                    <a:pt x="8623" y="2"/>
                    <a:pt x="8615" y="1"/>
                    <a:pt x="860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1"/>
            <p:cNvSpPr/>
            <p:nvPr/>
          </p:nvSpPr>
          <p:spPr>
            <a:xfrm>
              <a:off x="4548175" y="1770575"/>
              <a:ext cx="62525" cy="339650"/>
            </a:xfrm>
            <a:custGeom>
              <a:avLst/>
              <a:gdLst/>
              <a:ahLst/>
              <a:cxnLst/>
              <a:rect l="l" t="t" r="r" b="b"/>
              <a:pathLst>
                <a:path w="2501" h="13586" extrusionOk="0">
                  <a:moveTo>
                    <a:pt x="12" y="1"/>
                  </a:moveTo>
                  <a:cubicBezTo>
                    <a:pt x="1" y="49"/>
                    <a:pt x="1" y="60"/>
                    <a:pt x="1" y="72"/>
                  </a:cubicBezTo>
                  <a:cubicBezTo>
                    <a:pt x="24" y="132"/>
                    <a:pt x="48" y="203"/>
                    <a:pt x="72" y="263"/>
                  </a:cubicBezTo>
                  <a:cubicBezTo>
                    <a:pt x="858" y="2370"/>
                    <a:pt x="1453" y="4537"/>
                    <a:pt x="1858" y="6752"/>
                  </a:cubicBezTo>
                  <a:cubicBezTo>
                    <a:pt x="2167" y="8478"/>
                    <a:pt x="2382" y="10228"/>
                    <a:pt x="2382" y="11990"/>
                  </a:cubicBezTo>
                  <a:cubicBezTo>
                    <a:pt x="2382" y="12467"/>
                    <a:pt x="2346" y="12931"/>
                    <a:pt x="2334" y="13407"/>
                  </a:cubicBezTo>
                  <a:cubicBezTo>
                    <a:pt x="2334" y="13455"/>
                    <a:pt x="2298" y="13538"/>
                    <a:pt x="2406" y="13586"/>
                  </a:cubicBezTo>
                  <a:cubicBezTo>
                    <a:pt x="2429" y="13503"/>
                    <a:pt x="2441" y="13419"/>
                    <a:pt x="2441" y="13395"/>
                  </a:cubicBezTo>
                  <a:cubicBezTo>
                    <a:pt x="2453" y="12800"/>
                    <a:pt x="2501" y="12217"/>
                    <a:pt x="2489" y="11633"/>
                  </a:cubicBezTo>
                  <a:cubicBezTo>
                    <a:pt x="2453" y="9466"/>
                    <a:pt x="2132" y="7323"/>
                    <a:pt x="1655" y="5204"/>
                  </a:cubicBezTo>
                  <a:cubicBezTo>
                    <a:pt x="1263" y="3513"/>
                    <a:pt x="774" y="1846"/>
                    <a:pt x="120" y="227"/>
                  </a:cubicBezTo>
                  <a:cubicBezTo>
                    <a:pt x="84" y="168"/>
                    <a:pt x="60" y="84"/>
                    <a:pt x="1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1"/>
            <p:cNvSpPr/>
            <p:nvPr/>
          </p:nvSpPr>
          <p:spPr>
            <a:xfrm>
              <a:off x="4110925" y="2379875"/>
              <a:ext cx="358400" cy="98850"/>
            </a:xfrm>
            <a:custGeom>
              <a:avLst/>
              <a:gdLst/>
              <a:ahLst/>
              <a:cxnLst/>
              <a:rect l="l" t="t" r="r" b="b"/>
              <a:pathLst>
                <a:path w="14336" h="3954" extrusionOk="0">
                  <a:moveTo>
                    <a:pt x="3767" y="0"/>
                  </a:moveTo>
                  <a:cubicBezTo>
                    <a:pt x="2701" y="0"/>
                    <a:pt x="1667" y="123"/>
                    <a:pt x="655" y="441"/>
                  </a:cubicBezTo>
                  <a:cubicBezTo>
                    <a:pt x="441" y="501"/>
                    <a:pt x="226" y="596"/>
                    <a:pt x="0" y="692"/>
                  </a:cubicBezTo>
                  <a:cubicBezTo>
                    <a:pt x="0" y="703"/>
                    <a:pt x="0" y="715"/>
                    <a:pt x="24" y="751"/>
                  </a:cubicBezTo>
                  <a:cubicBezTo>
                    <a:pt x="143" y="703"/>
                    <a:pt x="274" y="656"/>
                    <a:pt x="393" y="608"/>
                  </a:cubicBezTo>
                  <a:cubicBezTo>
                    <a:pt x="1238" y="311"/>
                    <a:pt x="2120" y="156"/>
                    <a:pt x="3013" y="108"/>
                  </a:cubicBezTo>
                  <a:cubicBezTo>
                    <a:pt x="3261" y="97"/>
                    <a:pt x="3510" y="91"/>
                    <a:pt x="3759" y="91"/>
                  </a:cubicBezTo>
                  <a:cubicBezTo>
                    <a:pt x="4800" y="91"/>
                    <a:pt x="5847" y="183"/>
                    <a:pt x="6894" y="299"/>
                  </a:cubicBezTo>
                  <a:cubicBezTo>
                    <a:pt x="7930" y="418"/>
                    <a:pt x="8954" y="703"/>
                    <a:pt x="9930" y="1061"/>
                  </a:cubicBezTo>
                  <a:cubicBezTo>
                    <a:pt x="10740" y="1358"/>
                    <a:pt x="11514" y="1715"/>
                    <a:pt x="12228" y="2192"/>
                  </a:cubicBezTo>
                  <a:cubicBezTo>
                    <a:pt x="12919" y="2656"/>
                    <a:pt x="13550" y="3180"/>
                    <a:pt x="14145" y="3751"/>
                  </a:cubicBezTo>
                  <a:cubicBezTo>
                    <a:pt x="14204" y="3811"/>
                    <a:pt x="14240" y="3894"/>
                    <a:pt x="14312" y="3954"/>
                  </a:cubicBezTo>
                  <a:lnTo>
                    <a:pt x="14335" y="3918"/>
                  </a:lnTo>
                  <a:cubicBezTo>
                    <a:pt x="14264" y="3847"/>
                    <a:pt x="14204" y="3740"/>
                    <a:pt x="14133" y="3668"/>
                  </a:cubicBezTo>
                  <a:cubicBezTo>
                    <a:pt x="13907" y="3442"/>
                    <a:pt x="13681" y="3228"/>
                    <a:pt x="13442" y="3025"/>
                  </a:cubicBezTo>
                  <a:cubicBezTo>
                    <a:pt x="12585" y="2287"/>
                    <a:pt x="11645" y="1692"/>
                    <a:pt x="10585" y="1251"/>
                  </a:cubicBezTo>
                  <a:cubicBezTo>
                    <a:pt x="10097" y="1049"/>
                    <a:pt x="9609" y="858"/>
                    <a:pt x="9085" y="703"/>
                  </a:cubicBezTo>
                  <a:cubicBezTo>
                    <a:pt x="8668" y="584"/>
                    <a:pt x="8239" y="441"/>
                    <a:pt x="7799" y="358"/>
                  </a:cubicBezTo>
                  <a:cubicBezTo>
                    <a:pt x="6525" y="144"/>
                    <a:pt x="5227" y="25"/>
                    <a:pt x="3917" y="1"/>
                  </a:cubicBezTo>
                  <a:cubicBezTo>
                    <a:pt x="3867" y="0"/>
                    <a:pt x="3817" y="0"/>
                    <a:pt x="3767"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1"/>
            <p:cNvSpPr/>
            <p:nvPr/>
          </p:nvSpPr>
          <p:spPr>
            <a:xfrm>
              <a:off x="4772900" y="2155150"/>
              <a:ext cx="221475" cy="88725"/>
            </a:xfrm>
            <a:custGeom>
              <a:avLst/>
              <a:gdLst/>
              <a:ahLst/>
              <a:cxnLst/>
              <a:rect l="l" t="t" r="r" b="b"/>
              <a:pathLst>
                <a:path w="8859" h="3549" extrusionOk="0">
                  <a:moveTo>
                    <a:pt x="8799" y="1"/>
                  </a:moveTo>
                  <a:cubicBezTo>
                    <a:pt x="8597" y="346"/>
                    <a:pt x="8383" y="656"/>
                    <a:pt x="8073" y="894"/>
                  </a:cubicBezTo>
                  <a:cubicBezTo>
                    <a:pt x="7728" y="1156"/>
                    <a:pt x="7371" y="1394"/>
                    <a:pt x="7014" y="1608"/>
                  </a:cubicBezTo>
                  <a:cubicBezTo>
                    <a:pt x="5704" y="2406"/>
                    <a:pt x="4287" y="2942"/>
                    <a:pt x="2799" y="3275"/>
                  </a:cubicBezTo>
                  <a:cubicBezTo>
                    <a:pt x="2156" y="3430"/>
                    <a:pt x="1501" y="3477"/>
                    <a:pt x="846" y="3477"/>
                  </a:cubicBezTo>
                  <a:cubicBezTo>
                    <a:pt x="572" y="3477"/>
                    <a:pt x="286" y="3489"/>
                    <a:pt x="1" y="3489"/>
                  </a:cubicBezTo>
                  <a:cubicBezTo>
                    <a:pt x="72" y="3537"/>
                    <a:pt x="167" y="3549"/>
                    <a:pt x="239" y="3549"/>
                  </a:cubicBezTo>
                  <a:cubicBezTo>
                    <a:pt x="632" y="3549"/>
                    <a:pt x="1001" y="3549"/>
                    <a:pt x="1370" y="3537"/>
                  </a:cubicBezTo>
                  <a:cubicBezTo>
                    <a:pt x="1680" y="3513"/>
                    <a:pt x="2025" y="3501"/>
                    <a:pt x="2334" y="3442"/>
                  </a:cubicBezTo>
                  <a:cubicBezTo>
                    <a:pt x="4275" y="3084"/>
                    <a:pt x="6061" y="2370"/>
                    <a:pt x="7692" y="1299"/>
                  </a:cubicBezTo>
                  <a:cubicBezTo>
                    <a:pt x="8145" y="1001"/>
                    <a:pt x="8502" y="632"/>
                    <a:pt x="8788" y="179"/>
                  </a:cubicBezTo>
                  <a:cubicBezTo>
                    <a:pt x="8811" y="144"/>
                    <a:pt x="8823" y="84"/>
                    <a:pt x="8859" y="25"/>
                  </a:cubicBezTo>
                  <a:cubicBezTo>
                    <a:pt x="8847" y="1"/>
                    <a:pt x="8823" y="1"/>
                    <a:pt x="879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1"/>
            <p:cNvSpPr/>
            <p:nvPr/>
          </p:nvSpPr>
          <p:spPr>
            <a:xfrm>
              <a:off x="4290100" y="2673975"/>
              <a:ext cx="107200" cy="217600"/>
            </a:xfrm>
            <a:custGeom>
              <a:avLst/>
              <a:gdLst/>
              <a:ahLst/>
              <a:cxnLst/>
              <a:rect l="l" t="t" r="r" b="b"/>
              <a:pathLst>
                <a:path w="4288" h="8704" extrusionOk="0">
                  <a:moveTo>
                    <a:pt x="25" y="0"/>
                  </a:moveTo>
                  <a:cubicBezTo>
                    <a:pt x="25" y="0"/>
                    <a:pt x="13" y="0"/>
                    <a:pt x="1" y="12"/>
                  </a:cubicBezTo>
                  <a:cubicBezTo>
                    <a:pt x="1" y="60"/>
                    <a:pt x="13" y="84"/>
                    <a:pt x="25" y="131"/>
                  </a:cubicBezTo>
                  <a:cubicBezTo>
                    <a:pt x="191" y="584"/>
                    <a:pt x="334" y="1036"/>
                    <a:pt x="501" y="1489"/>
                  </a:cubicBezTo>
                  <a:cubicBezTo>
                    <a:pt x="1168" y="3382"/>
                    <a:pt x="1965" y="5227"/>
                    <a:pt x="2989" y="6954"/>
                  </a:cubicBezTo>
                  <a:cubicBezTo>
                    <a:pt x="3299" y="7466"/>
                    <a:pt x="3668" y="7966"/>
                    <a:pt x="4013" y="8466"/>
                  </a:cubicBezTo>
                  <a:cubicBezTo>
                    <a:pt x="4085" y="8561"/>
                    <a:pt x="4180" y="8632"/>
                    <a:pt x="4251" y="8704"/>
                  </a:cubicBezTo>
                  <a:cubicBezTo>
                    <a:pt x="4251" y="8692"/>
                    <a:pt x="4263" y="8692"/>
                    <a:pt x="4287" y="8680"/>
                  </a:cubicBezTo>
                  <a:cubicBezTo>
                    <a:pt x="4263" y="8656"/>
                    <a:pt x="4251" y="8632"/>
                    <a:pt x="4239" y="8620"/>
                  </a:cubicBezTo>
                  <a:cubicBezTo>
                    <a:pt x="4013" y="8323"/>
                    <a:pt x="3775" y="8025"/>
                    <a:pt x="3573" y="7704"/>
                  </a:cubicBezTo>
                  <a:cubicBezTo>
                    <a:pt x="2715" y="6418"/>
                    <a:pt x="2025" y="5013"/>
                    <a:pt x="1430" y="3584"/>
                  </a:cubicBezTo>
                  <a:cubicBezTo>
                    <a:pt x="965" y="2453"/>
                    <a:pt x="548" y="1310"/>
                    <a:pt x="96" y="179"/>
                  </a:cubicBezTo>
                  <a:cubicBezTo>
                    <a:pt x="84" y="119"/>
                    <a:pt x="60" y="60"/>
                    <a:pt x="2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1"/>
            <p:cNvSpPr/>
            <p:nvPr/>
          </p:nvSpPr>
          <p:spPr>
            <a:xfrm>
              <a:off x="4768450" y="1718500"/>
              <a:ext cx="82175" cy="219400"/>
            </a:xfrm>
            <a:custGeom>
              <a:avLst/>
              <a:gdLst/>
              <a:ahLst/>
              <a:cxnLst/>
              <a:rect l="l" t="t" r="r" b="b"/>
              <a:pathLst>
                <a:path w="3287" h="8776" extrusionOk="0">
                  <a:moveTo>
                    <a:pt x="3286" y="0"/>
                  </a:moveTo>
                  <a:lnTo>
                    <a:pt x="3286" y="0"/>
                  </a:lnTo>
                  <a:cubicBezTo>
                    <a:pt x="3012" y="584"/>
                    <a:pt x="2715" y="1143"/>
                    <a:pt x="2477" y="1703"/>
                  </a:cubicBezTo>
                  <a:cubicBezTo>
                    <a:pt x="2000" y="2822"/>
                    <a:pt x="1488" y="3929"/>
                    <a:pt x="1131" y="5084"/>
                  </a:cubicBezTo>
                  <a:cubicBezTo>
                    <a:pt x="965" y="5608"/>
                    <a:pt x="774" y="6132"/>
                    <a:pt x="607" y="6668"/>
                  </a:cubicBezTo>
                  <a:cubicBezTo>
                    <a:pt x="417" y="7275"/>
                    <a:pt x="238" y="7882"/>
                    <a:pt x="60" y="8489"/>
                  </a:cubicBezTo>
                  <a:cubicBezTo>
                    <a:pt x="36" y="8585"/>
                    <a:pt x="12" y="8668"/>
                    <a:pt x="0" y="8763"/>
                  </a:cubicBezTo>
                  <a:cubicBezTo>
                    <a:pt x="12" y="8763"/>
                    <a:pt x="36" y="8775"/>
                    <a:pt x="48" y="8775"/>
                  </a:cubicBezTo>
                  <a:cubicBezTo>
                    <a:pt x="95" y="8692"/>
                    <a:pt x="143" y="8597"/>
                    <a:pt x="179" y="8501"/>
                  </a:cubicBezTo>
                  <a:cubicBezTo>
                    <a:pt x="262" y="8228"/>
                    <a:pt x="345" y="7942"/>
                    <a:pt x="417" y="7680"/>
                  </a:cubicBezTo>
                  <a:cubicBezTo>
                    <a:pt x="536" y="7263"/>
                    <a:pt x="643" y="6858"/>
                    <a:pt x="774" y="6442"/>
                  </a:cubicBezTo>
                  <a:cubicBezTo>
                    <a:pt x="893" y="6061"/>
                    <a:pt x="1024" y="5680"/>
                    <a:pt x="1155" y="5299"/>
                  </a:cubicBezTo>
                  <a:cubicBezTo>
                    <a:pt x="1334" y="4751"/>
                    <a:pt x="1524" y="4179"/>
                    <a:pt x="1738" y="3632"/>
                  </a:cubicBezTo>
                  <a:cubicBezTo>
                    <a:pt x="2119" y="2703"/>
                    <a:pt x="2536" y="1786"/>
                    <a:pt x="2917" y="858"/>
                  </a:cubicBezTo>
                  <a:cubicBezTo>
                    <a:pt x="3048" y="584"/>
                    <a:pt x="3167" y="286"/>
                    <a:pt x="328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1"/>
            <p:cNvSpPr/>
            <p:nvPr/>
          </p:nvSpPr>
          <p:spPr>
            <a:xfrm>
              <a:off x="4500250" y="2818625"/>
              <a:ext cx="197075" cy="53600"/>
            </a:xfrm>
            <a:custGeom>
              <a:avLst/>
              <a:gdLst/>
              <a:ahLst/>
              <a:cxnLst/>
              <a:rect l="l" t="t" r="r" b="b"/>
              <a:pathLst>
                <a:path w="7883" h="2144" extrusionOk="0">
                  <a:moveTo>
                    <a:pt x="7859" y="1"/>
                  </a:moveTo>
                  <a:cubicBezTo>
                    <a:pt x="7763" y="13"/>
                    <a:pt x="7656" y="25"/>
                    <a:pt x="7573" y="48"/>
                  </a:cubicBezTo>
                  <a:cubicBezTo>
                    <a:pt x="5585" y="358"/>
                    <a:pt x="3596" y="810"/>
                    <a:pt x="1679" y="1453"/>
                  </a:cubicBezTo>
                  <a:cubicBezTo>
                    <a:pt x="1191" y="1620"/>
                    <a:pt x="715" y="1787"/>
                    <a:pt x="227" y="1965"/>
                  </a:cubicBezTo>
                  <a:cubicBezTo>
                    <a:pt x="143" y="2001"/>
                    <a:pt x="72" y="2037"/>
                    <a:pt x="1" y="2072"/>
                  </a:cubicBezTo>
                  <a:cubicBezTo>
                    <a:pt x="13" y="2096"/>
                    <a:pt x="13" y="2108"/>
                    <a:pt x="24" y="2144"/>
                  </a:cubicBezTo>
                  <a:cubicBezTo>
                    <a:pt x="2572" y="1156"/>
                    <a:pt x="5204" y="489"/>
                    <a:pt x="7883" y="48"/>
                  </a:cubicBezTo>
                  <a:cubicBezTo>
                    <a:pt x="7871" y="36"/>
                    <a:pt x="7871" y="13"/>
                    <a:pt x="785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1"/>
            <p:cNvSpPr/>
            <p:nvPr/>
          </p:nvSpPr>
          <p:spPr>
            <a:xfrm>
              <a:off x="4091575" y="2390475"/>
              <a:ext cx="193500" cy="27525"/>
            </a:xfrm>
            <a:custGeom>
              <a:avLst/>
              <a:gdLst/>
              <a:ahLst/>
              <a:cxnLst/>
              <a:rect l="l" t="t" r="r" b="b"/>
              <a:pathLst>
                <a:path w="7740" h="1101" extrusionOk="0">
                  <a:moveTo>
                    <a:pt x="5766" y="0"/>
                  </a:moveTo>
                  <a:cubicBezTo>
                    <a:pt x="5063" y="0"/>
                    <a:pt x="4360" y="80"/>
                    <a:pt x="3667" y="232"/>
                  </a:cubicBezTo>
                  <a:cubicBezTo>
                    <a:pt x="3155" y="351"/>
                    <a:pt x="2667" y="494"/>
                    <a:pt x="2167" y="613"/>
                  </a:cubicBezTo>
                  <a:cubicBezTo>
                    <a:pt x="1453" y="791"/>
                    <a:pt x="739" y="982"/>
                    <a:pt x="0" y="1089"/>
                  </a:cubicBezTo>
                  <a:cubicBezTo>
                    <a:pt x="48" y="1089"/>
                    <a:pt x="84" y="1101"/>
                    <a:pt x="96" y="1101"/>
                  </a:cubicBezTo>
                  <a:cubicBezTo>
                    <a:pt x="393" y="1053"/>
                    <a:pt x="703" y="1041"/>
                    <a:pt x="1000" y="958"/>
                  </a:cubicBezTo>
                  <a:cubicBezTo>
                    <a:pt x="1810" y="779"/>
                    <a:pt x="2608" y="577"/>
                    <a:pt x="3417" y="387"/>
                  </a:cubicBezTo>
                  <a:cubicBezTo>
                    <a:pt x="4215" y="194"/>
                    <a:pt x="5012" y="78"/>
                    <a:pt x="5819" y="78"/>
                  </a:cubicBezTo>
                  <a:cubicBezTo>
                    <a:pt x="6109" y="78"/>
                    <a:pt x="6399" y="93"/>
                    <a:pt x="6692" y="125"/>
                  </a:cubicBezTo>
                  <a:cubicBezTo>
                    <a:pt x="7049" y="160"/>
                    <a:pt x="7382" y="172"/>
                    <a:pt x="7739" y="208"/>
                  </a:cubicBezTo>
                  <a:cubicBezTo>
                    <a:pt x="7692" y="172"/>
                    <a:pt x="7656" y="148"/>
                    <a:pt x="7608" y="148"/>
                  </a:cubicBezTo>
                  <a:cubicBezTo>
                    <a:pt x="7394" y="113"/>
                    <a:pt x="7180" y="101"/>
                    <a:pt x="6954" y="77"/>
                  </a:cubicBezTo>
                  <a:cubicBezTo>
                    <a:pt x="6559" y="26"/>
                    <a:pt x="6162" y="0"/>
                    <a:pt x="576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1"/>
            <p:cNvSpPr/>
            <p:nvPr/>
          </p:nvSpPr>
          <p:spPr>
            <a:xfrm>
              <a:off x="4460075" y="2501025"/>
              <a:ext cx="125325" cy="145875"/>
            </a:xfrm>
            <a:custGeom>
              <a:avLst/>
              <a:gdLst/>
              <a:ahLst/>
              <a:cxnLst/>
              <a:rect l="l" t="t" r="r" b="b"/>
              <a:pathLst>
                <a:path w="5013" h="5835" extrusionOk="0">
                  <a:moveTo>
                    <a:pt x="4965" y="1"/>
                  </a:moveTo>
                  <a:cubicBezTo>
                    <a:pt x="4953" y="13"/>
                    <a:pt x="4941" y="13"/>
                    <a:pt x="4929" y="25"/>
                  </a:cubicBezTo>
                  <a:cubicBezTo>
                    <a:pt x="3929" y="799"/>
                    <a:pt x="2989" y="1632"/>
                    <a:pt x="2155" y="2596"/>
                  </a:cubicBezTo>
                  <a:cubicBezTo>
                    <a:pt x="1560" y="3299"/>
                    <a:pt x="1024" y="4025"/>
                    <a:pt x="548" y="4799"/>
                  </a:cubicBezTo>
                  <a:cubicBezTo>
                    <a:pt x="346" y="5120"/>
                    <a:pt x="179" y="5478"/>
                    <a:pt x="0" y="5799"/>
                  </a:cubicBezTo>
                  <a:cubicBezTo>
                    <a:pt x="12" y="5811"/>
                    <a:pt x="24" y="5811"/>
                    <a:pt x="48" y="5835"/>
                  </a:cubicBezTo>
                  <a:cubicBezTo>
                    <a:pt x="1262" y="3525"/>
                    <a:pt x="2965" y="1620"/>
                    <a:pt x="5013" y="25"/>
                  </a:cubicBezTo>
                  <a:cubicBezTo>
                    <a:pt x="5001" y="13"/>
                    <a:pt x="4989" y="1"/>
                    <a:pt x="496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1"/>
            <p:cNvSpPr/>
            <p:nvPr/>
          </p:nvSpPr>
          <p:spPr>
            <a:xfrm>
              <a:off x="4577950" y="1839650"/>
              <a:ext cx="32450" cy="154200"/>
            </a:xfrm>
            <a:custGeom>
              <a:avLst/>
              <a:gdLst/>
              <a:ahLst/>
              <a:cxnLst/>
              <a:rect l="l" t="t" r="r" b="b"/>
              <a:pathLst>
                <a:path w="1298" h="6168" extrusionOk="0">
                  <a:moveTo>
                    <a:pt x="0" y="0"/>
                  </a:moveTo>
                  <a:lnTo>
                    <a:pt x="0" y="0"/>
                  </a:lnTo>
                  <a:cubicBezTo>
                    <a:pt x="643" y="2048"/>
                    <a:pt x="1060" y="4084"/>
                    <a:pt x="1286" y="6168"/>
                  </a:cubicBezTo>
                  <a:cubicBezTo>
                    <a:pt x="1298" y="4786"/>
                    <a:pt x="417" y="572"/>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1"/>
            <p:cNvSpPr/>
            <p:nvPr/>
          </p:nvSpPr>
          <p:spPr>
            <a:xfrm>
              <a:off x="4316000" y="2727850"/>
              <a:ext cx="48550" cy="105975"/>
            </a:xfrm>
            <a:custGeom>
              <a:avLst/>
              <a:gdLst/>
              <a:ahLst/>
              <a:cxnLst/>
              <a:rect l="l" t="t" r="r" b="b"/>
              <a:pathLst>
                <a:path w="1942" h="4239" extrusionOk="0">
                  <a:moveTo>
                    <a:pt x="1" y="0"/>
                  </a:moveTo>
                  <a:lnTo>
                    <a:pt x="1" y="0"/>
                  </a:lnTo>
                  <a:cubicBezTo>
                    <a:pt x="536" y="1465"/>
                    <a:pt x="1167" y="2894"/>
                    <a:pt x="1941" y="4239"/>
                  </a:cubicBezTo>
                  <a:cubicBezTo>
                    <a:pt x="1298" y="2834"/>
                    <a:pt x="644" y="1417"/>
                    <a:pt x="1"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1"/>
            <p:cNvSpPr/>
            <p:nvPr/>
          </p:nvSpPr>
          <p:spPr>
            <a:xfrm>
              <a:off x="4557100" y="2818075"/>
              <a:ext cx="108075" cy="29450"/>
            </a:xfrm>
            <a:custGeom>
              <a:avLst/>
              <a:gdLst/>
              <a:ahLst/>
              <a:cxnLst/>
              <a:rect l="l" t="t" r="r" b="b"/>
              <a:pathLst>
                <a:path w="4323" h="1178" extrusionOk="0">
                  <a:moveTo>
                    <a:pt x="4307" y="1"/>
                  </a:moveTo>
                  <a:cubicBezTo>
                    <a:pt x="4304" y="1"/>
                    <a:pt x="4304" y="5"/>
                    <a:pt x="4308" y="11"/>
                  </a:cubicBezTo>
                  <a:lnTo>
                    <a:pt x="4308" y="11"/>
                  </a:lnTo>
                  <a:cubicBezTo>
                    <a:pt x="4313" y="11"/>
                    <a:pt x="4318" y="11"/>
                    <a:pt x="4323" y="11"/>
                  </a:cubicBezTo>
                  <a:cubicBezTo>
                    <a:pt x="4315" y="3"/>
                    <a:pt x="4310" y="1"/>
                    <a:pt x="4307" y="1"/>
                  </a:cubicBezTo>
                  <a:close/>
                  <a:moveTo>
                    <a:pt x="4308" y="11"/>
                  </a:moveTo>
                  <a:lnTo>
                    <a:pt x="4308" y="11"/>
                  </a:lnTo>
                  <a:cubicBezTo>
                    <a:pt x="4267" y="11"/>
                    <a:pt x="4236" y="12"/>
                    <a:pt x="4204" y="23"/>
                  </a:cubicBezTo>
                  <a:cubicBezTo>
                    <a:pt x="3275" y="225"/>
                    <a:pt x="2334" y="428"/>
                    <a:pt x="1418" y="666"/>
                  </a:cubicBezTo>
                  <a:cubicBezTo>
                    <a:pt x="989" y="761"/>
                    <a:pt x="584" y="928"/>
                    <a:pt x="179" y="1059"/>
                  </a:cubicBezTo>
                  <a:cubicBezTo>
                    <a:pt x="108" y="1082"/>
                    <a:pt x="60" y="1118"/>
                    <a:pt x="1" y="1154"/>
                  </a:cubicBezTo>
                  <a:cubicBezTo>
                    <a:pt x="1" y="1154"/>
                    <a:pt x="13" y="1166"/>
                    <a:pt x="13" y="1178"/>
                  </a:cubicBezTo>
                  <a:cubicBezTo>
                    <a:pt x="1418" y="654"/>
                    <a:pt x="2870" y="356"/>
                    <a:pt x="4323" y="23"/>
                  </a:cubicBezTo>
                  <a:cubicBezTo>
                    <a:pt x="4316" y="19"/>
                    <a:pt x="4311" y="15"/>
                    <a:pt x="4308" y="1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1"/>
            <p:cNvSpPr/>
            <p:nvPr/>
          </p:nvSpPr>
          <p:spPr>
            <a:xfrm>
              <a:off x="4800000" y="1770575"/>
              <a:ext cx="35450" cy="85475"/>
            </a:xfrm>
            <a:custGeom>
              <a:avLst/>
              <a:gdLst/>
              <a:ahLst/>
              <a:cxnLst/>
              <a:rect l="l" t="t" r="r" b="b"/>
              <a:pathLst>
                <a:path w="1418" h="3419" extrusionOk="0">
                  <a:moveTo>
                    <a:pt x="1417" y="1"/>
                  </a:moveTo>
                  <a:lnTo>
                    <a:pt x="1417" y="1"/>
                  </a:lnTo>
                  <a:cubicBezTo>
                    <a:pt x="1322" y="168"/>
                    <a:pt x="1227" y="299"/>
                    <a:pt x="1167" y="465"/>
                  </a:cubicBezTo>
                  <a:cubicBezTo>
                    <a:pt x="786" y="1382"/>
                    <a:pt x="405" y="2323"/>
                    <a:pt x="36" y="3239"/>
                  </a:cubicBezTo>
                  <a:cubicBezTo>
                    <a:pt x="12" y="3299"/>
                    <a:pt x="12" y="3358"/>
                    <a:pt x="0" y="3418"/>
                  </a:cubicBezTo>
                  <a:lnTo>
                    <a:pt x="36" y="3418"/>
                  </a:lnTo>
                  <a:cubicBezTo>
                    <a:pt x="488" y="2275"/>
                    <a:pt x="953" y="1144"/>
                    <a:pt x="141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5" name="Google Shape;235;p21"/>
          <p:cNvPicPr preferRelativeResize="0"/>
          <p:nvPr/>
        </p:nvPicPr>
        <p:blipFill rotWithShape="1">
          <a:blip r:embed="rId2">
            <a:alphaModFix amt="77000"/>
          </a:blip>
          <a:srcRect l="2217" t="17852" r="9074" b="32321"/>
          <a:stretch/>
        </p:blipFill>
        <p:spPr>
          <a:xfrm flipH="1">
            <a:off x="2780530" y="4930597"/>
            <a:ext cx="3524923" cy="1113674"/>
          </a:xfrm>
          <a:prstGeom prst="rect">
            <a:avLst/>
          </a:prstGeom>
          <a:noFill/>
          <a:ln>
            <a:noFill/>
          </a:ln>
        </p:spPr>
      </p:pic>
      <p:pic>
        <p:nvPicPr>
          <p:cNvPr id="236" name="Google Shape;236;p21"/>
          <p:cNvPicPr preferRelativeResize="0"/>
          <p:nvPr/>
        </p:nvPicPr>
        <p:blipFill rotWithShape="1">
          <a:blip r:embed="rId3">
            <a:alphaModFix/>
          </a:blip>
          <a:srcRect l="37412" t="9009" r="30455" b="20771"/>
          <a:stretch/>
        </p:blipFill>
        <p:spPr>
          <a:xfrm>
            <a:off x="8492525" y="825013"/>
            <a:ext cx="2210002" cy="27165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4">
  <p:cSld name="CUSTOM_15">
    <p:spTree>
      <p:nvGrpSpPr>
        <p:cNvPr id="1" name="Shape 237"/>
        <p:cNvGrpSpPr/>
        <p:nvPr/>
      </p:nvGrpSpPr>
      <p:grpSpPr>
        <a:xfrm>
          <a:off x="0" y="0"/>
          <a:ext cx="0" cy="0"/>
          <a:chOff x="0" y="0"/>
          <a:chExt cx="0" cy="0"/>
        </a:xfrm>
      </p:grpSpPr>
      <p:sp>
        <p:nvSpPr>
          <p:cNvPr id="238" name="Google Shape;238;p22"/>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39" name="Google Shape;239;p22"/>
          <p:cNvPicPr preferRelativeResize="0"/>
          <p:nvPr/>
        </p:nvPicPr>
        <p:blipFill rotWithShape="1">
          <a:blip r:embed="rId2">
            <a:alphaModFix amt="63000"/>
          </a:blip>
          <a:srcRect l="17536" t="30943" r="20804" b="36495"/>
          <a:stretch/>
        </p:blipFill>
        <p:spPr>
          <a:xfrm rot="2700002">
            <a:off x="-2390719" y="3892005"/>
            <a:ext cx="4824687" cy="143314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5">
  <p:cSld name="CUSTOM_16">
    <p:spTree>
      <p:nvGrpSpPr>
        <p:cNvPr id="1" name="Shape 240"/>
        <p:cNvGrpSpPr/>
        <p:nvPr/>
      </p:nvGrpSpPr>
      <p:grpSpPr>
        <a:xfrm>
          <a:off x="0" y="0"/>
          <a:ext cx="0" cy="0"/>
          <a:chOff x="0" y="0"/>
          <a:chExt cx="0" cy="0"/>
        </a:xfrm>
      </p:grpSpPr>
      <p:sp>
        <p:nvSpPr>
          <p:cNvPr id="241" name="Google Shape;241;p23"/>
          <p:cNvSpPr txBox="1">
            <a:spLocks noGrp="1"/>
          </p:cNvSpPr>
          <p:nvPr>
            <p:ph type="title"/>
          </p:nvPr>
        </p:nvSpPr>
        <p:spPr>
          <a:xfrm>
            <a:off x="713225" y="441475"/>
            <a:ext cx="7717500" cy="1233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42" name="Google Shape;242;p23"/>
          <p:cNvPicPr preferRelativeResize="0"/>
          <p:nvPr/>
        </p:nvPicPr>
        <p:blipFill rotWithShape="1">
          <a:blip r:embed="rId2">
            <a:alphaModFix/>
          </a:blip>
          <a:srcRect l="36305" t="26731" r="30909" b="23776"/>
          <a:stretch/>
        </p:blipFill>
        <p:spPr>
          <a:xfrm>
            <a:off x="-1900550" y="2571750"/>
            <a:ext cx="2714400" cy="2304950"/>
          </a:xfrm>
          <a:prstGeom prst="rect">
            <a:avLst/>
          </a:prstGeom>
          <a:noFill/>
          <a:ln>
            <a:noFill/>
          </a:ln>
        </p:spPr>
      </p:pic>
      <p:pic>
        <p:nvPicPr>
          <p:cNvPr id="243" name="Google Shape;243;p23"/>
          <p:cNvPicPr preferRelativeResize="0"/>
          <p:nvPr/>
        </p:nvPicPr>
        <p:blipFill rotWithShape="1">
          <a:blip r:embed="rId3">
            <a:alphaModFix amt="76000"/>
          </a:blip>
          <a:srcRect l="37412" t="9009" r="30455" b="20771"/>
          <a:stretch/>
        </p:blipFill>
        <p:spPr>
          <a:xfrm rot="-3236549">
            <a:off x="8133906" y="1225553"/>
            <a:ext cx="2101368" cy="2583074"/>
          </a:xfrm>
          <a:prstGeom prst="rect">
            <a:avLst/>
          </a:prstGeom>
          <a:noFill/>
          <a:ln>
            <a:noFill/>
          </a:ln>
        </p:spPr>
      </p:pic>
      <p:pic>
        <p:nvPicPr>
          <p:cNvPr id="244" name="Google Shape;244;p23"/>
          <p:cNvPicPr preferRelativeResize="0"/>
          <p:nvPr/>
        </p:nvPicPr>
        <p:blipFill rotWithShape="1">
          <a:blip r:embed="rId4">
            <a:alphaModFix amt="74000"/>
          </a:blip>
          <a:srcRect l="37807" t="9859" r="25038" b="24368"/>
          <a:stretch/>
        </p:blipFill>
        <p:spPr>
          <a:xfrm rot="10446839">
            <a:off x="-1804263" y="-416930"/>
            <a:ext cx="3011205" cy="2998648"/>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
  <p:cSld name="CUSTOM_3">
    <p:spTree>
      <p:nvGrpSpPr>
        <p:cNvPr id="1" name="Shape 245"/>
        <p:cNvGrpSpPr/>
        <p:nvPr/>
      </p:nvGrpSpPr>
      <p:grpSpPr>
        <a:xfrm>
          <a:off x="0" y="0"/>
          <a:ext cx="0" cy="0"/>
          <a:chOff x="0" y="0"/>
          <a:chExt cx="0" cy="0"/>
        </a:xfrm>
      </p:grpSpPr>
      <p:sp>
        <p:nvSpPr>
          <p:cNvPr id="246" name="Google Shape;246;p24"/>
          <p:cNvSpPr txBox="1">
            <a:spLocks noGrp="1"/>
          </p:cNvSpPr>
          <p:nvPr>
            <p:ph type="body" idx="1"/>
          </p:nvPr>
        </p:nvSpPr>
        <p:spPr>
          <a:xfrm>
            <a:off x="2554500" y="2324650"/>
            <a:ext cx="4035000" cy="977400"/>
          </a:xfrm>
          <a:prstGeom prst="rect">
            <a:avLst/>
          </a:prstGeom>
        </p:spPr>
        <p:txBody>
          <a:bodyPr spcFirstLastPara="1" wrap="square" lIns="91425" tIns="91425" rIns="91425" bIns="91425" anchor="t" anchorCtr="0">
            <a:noAutofit/>
          </a:bodyPr>
          <a:lstStyle>
            <a:lvl1pPr marL="457200" marR="38100" lvl="0" indent="-323850" algn="ctr" rtl="0">
              <a:spcBef>
                <a:spcPts val="0"/>
              </a:spcBef>
              <a:spcAft>
                <a:spcPts val="0"/>
              </a:spcAft>
              <a:buClr>
                <a:schemeClr val="lt2"/>
              </a:buClr>
              <a:buSzPts val="1500"/>
              <a:buFont typeface="Actor"/>
              <a:buChar char="●"/>
              <a:defRPr sz="1700"/>
            </a:lvl1pPr>
            <a:lvl2pPr marL="914400" lvl="1" indent="-323850" rtl="0">
              <a:spcBef>
                <a:spcPts val="0"/>
              </a:spcBef>
              <a:spcAft>
                <a:spcPts val="0"/>
              </a:spcAft>
              <a:buClr>
                <a:schemeClr val="lt2"/>
              </a:buClr>
              <a:buSzPts val="1500"/>
              <a:buFont typeface="Actor"/>
              <a:buChar char="○"/>
              <a:defRPr/>
            </a:lvl2pPr>
            <a:lvl3pPr marL="1371600" lvl="2" indent="-317500" rtl="0">
              <a:spcBef>
                <a:spcPts val="0"/>
              </a:spcBef>
              <a:spcAft>
                <a:spcPts val="0"/>
              </a:spcAft>
              <a:buClr>
                <a:schemeClr val="lt2"/>
              </a:buClr>
              <a:buSzPts val="1400"/>
              <a:buFont typeface="Actor"/>
              <a:buChar char="■"/>
              <a:defRPr/>
            </a:lvl3pPr>
            <a:lvl4pPr marL="1828800" lvl="3" indent="-317500" rtl="0">
              <a:spcBef>
                <a:spcPts val="0"/>
              </a:spcBef>
              <a:spcAft>
                <a:spcPts val="0"/>
              </a:spcAft>
              <a:buClr>
                <a:schemeClr val="lt2"/>
              </a:buClr>
              <a:buSzPts val="1400"/>
              <a:buFont typeface="Actor"/>
              <a:buChar char="●"/>
              <a:defRPr/>
            </a:lvl4pPr>
            <a:lvl5pPr marL="2286000" lvl="4" indent="-317500" rtl="0">
              <a:spcBef>
                <a:spcPts val="0"/>
              </a:spcBef>
              <a:spcAft>
                <a:spcPts val="0"/>
              </a:spcAft>
              <a:buClr>
                <a:schemeClr val="lt2"/>
              </a:buClr>
              <a:buSzPts val="1400"/>
              <a:buFont typeface="Actor"/>
              <a:buChar char="○"/>
              <a:defRPr/>
            </a:lvl5pPr>
            <a:lvl6pPr marL="2743200" lvl="5" indent="-317500" rtl="0">
              <a:spcBef>
                <a:spcPts val="0"/>
              </a:spcBef>
              <a:spcAft>
                <a:spcPts val="0"/>
              </a:spcAft>
              <a:buClr>
                <a:schemeClr val="lt2"/>
              </a:buClr>
              <a:buSzPts val="1400"/>
              <a:buFont typeface="Actor"/>
              <a:buChar char="■"/>
              <a:defRPr/>
            </a:lvl6pPr>
            <a:lvl7pPr marL="3200400" lvl="6" indent="-317500" rtl="0">
              <a:spcBef>
                <a:spcPts val="0"/>
              </a:spcBef>
              <a:spcAft>
                <a:spcPts val="0"/>
              </a:spcAft>
              <a:buClr>
                <a:schemeClr val="lt2"/>
              </a:buClr>
              <a:buSzPts val="1400"/>
              <a:buFont typeface="Actor"/>
              <a:buChar char="●"/>
              <a:defRPr/>
            </a:lvl7pPr>
            <a:lvl8pPr marL="3657600" lvl="7" indent="-317500" rtl="0">
              <a:spcBef>
                <a:spcPts val="0"/>
              </a:spcBef>
              <a:spcAft>
                <a:spcPts val="0"/>
              </a:spcAft>
              <a:buClr>
                <a:schemeClr val="lt2"/>
              </a:buClr>
              <a:buSzPts val="1400"/>
              <a:buFont typeface="Actor"/>
              <a:buChar char="○"/>
              <a:defRPr/>
            </a:lvl8pPr>
            <a:lvl9pPr marL="4114800" lvl="8" indent="-317500" rtl="0">
              <a:spcBef>
                <a:spcPts val="0"/>
              </a:spcBef>
              <a:spcAft>
                <a:spcPts val="0"/>
              </a:spcAft>
              <a:buClr>
                <a:schemeClr val="lt2"/>
              </a:buClr>
              <a:buSzPts val="1400"/>
              <a:buFont typeface="Actor"/>
              <a:buChar char="■"/>
              <a:defRPr/>
            </a:lvl9pPr>
          </a:lstStyle>
          <a:p>
            <a:endParaRPr/>
          </a:p>
        </p:txBody>
      </p:sp>
      <p:sp>
        <p:nvSpPr>
          <p:cNvPr id="247" name="Google Shape;247;p24"/>
          <p:cNvSpPr txBox="1">
            <a:spLocks noGrp="1"/>
          </p:cNvSpPr>
          <p:nvPr>
            <p:ph type="title"/>
          </p:nvPr>
        </p:nvSpPr>
        <p:spPr>
          <a:xfrm>
            <a:off x="713225" y="441475"/>
            <a:ext cx="7717500" cy="1173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48" name="Google Shape;248;p24"/>
          <p:cNvPicPr preferRelativeResize="0"/>
          <p:nvPr/>
        </p:nvPicPr>
        <p:blipFill rotWithShape="1">
          <a:blip r:embed="rId2">
            <a:alphaModFix amt="74000"/>
          </a:blip>
          <a:srcRect l="37807" t="9859" r="25038" b="24368"/>
          <a:stretch/>
        </p:blipFill>
        <p:spPr>
          <a:xfrm rot="1619442">
            <a:off x="784613" y="4226057"/>
            <a:ext cx="3011204" cy="2998648"/>
          </a:xfrm>
          <a:prstGeom prst="rect">
            <a:avLst/>
          </a:prstGeom>
          <a:noFill/>
          <a:ln>
            <a:noFill/>
          </a:ln>
        </p:spPr>
      </p:pic>
      <p:sp>
        <p:nvSpPr>
          <p:cNvPr id="249" name="Google Shape;249;p24"/>
          <p:cNvSpPr/>
          <p:nvPr/>
        </p:nvSpPr>
        <p:spPr>
          <a:xfrm rot="-3210908">
            <a:off x="8291338" y="-1225189"/>
            <a:ext cx="1041207" cy="3268768"/>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0" name="Google Shape;250;p24"/>
          <p:cNvPicPr preferRelativeResize="0"/>
          <p:nvPr/>
        </p:nvPicPr>
        <p:blipFill rotWithShape="1">
          <a:blip r:embed="rId3">
            <a:alphaModFix amt="76000"/>
          </a:blip>
          <a:srcRect l="37412" t="9009" r="30455" b="20771"/>
          <a:stretch/>
        </p:blipFill>
        <p:spPr>
          <a:xfrm>
            <a:off x="7689188" y="1195525"/>
            <a:ext cx="1912402" cy="235075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1">
  <p:cSld name="CUSTOM_12">
    <p:spTree>
      <p:nvGrpSpPr>
        <p:cNvPr id="1" name="Shape 251"/>
        <p:cNvGrpSpPr/>
        <p:nvPr/>
      </p:nvGrpSpPr>
      <p:grpSpPr>
        <a:xfrm>
          <a:off x="0" y="0"/>
          <a:ext cx="0" cy="0"/>
          <a:chOff x="0" y="0"/>
          <a:chExt cx="0" cy="0"/>
        </a:xfrm>
      </p:grpSpPr>
      <p:sp>
        <p:nvSpPr>
          <p:cNvPr id="252" name="Google Shape;252;p25"/>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3" name="Google Shape;253;p25"/>
          <p:cNvSpPr txBox="1">
            <a:spLocks noGrp="1"/>
          </p:cNvSpPr>
          <p:nvPr>
            <p:ph type="body" idx="1"/>
          </p:nvPr>
        </p:nvSpPr>
        <p:spPr>
          <a:xfrm>
            <a:off x="2202900" y="1634250"/>
            <a:ext cx="4738200" cy="22215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chemeClr val="lt2"/>
              </a:buClr>
              <a:buSzPts val="1800"/>
              <a:buChar char="●"/>
              <a:defRPr sz="1400"/>
            </a:lvl1pPr>
            <a:lvl2pPr marL="914400" lvl="1" indent="-317500" rtl="0">
              <a:spcBef>
                <a:spcPts val="0"/>
              </a:spcBef>
              <a:spcAft>
                <a:spcPts val="0"/>
              </a:spcAft>
              <a:buClr>
                <a:schemeClr val="lt2"/>
              </a:buClr>
              <a:buSzPts val="1400"/>
              <a:buChar char="○"/>
              <a:defRPr/>
            </a:lvl2pPr>
            <a:lvl3pPr marL="1371600" lvl="2" indent="-317500" rtl="0">
              <a:spcBef>
                <a:spcPts val="0"/>
              </a:spcBef>
              <a:spcAft>
                <a:spcPts val="0"/>
              </a:spcAft>
              <a:buClr>
                <a:schemeClr val="lt2"/>
              </a:buClr>
              <a:buSzPts val="1400"/>
              <a:buChar char="■"/>
              <a:defRPr/>
            </a:lvl3pPr>
            <a:lvl4pPr marL="1828800" lvl="3" indent="-317500" rtl="0">
              <a:spcBef>
                <a:spcPts val="0"/>
              </a:spcBef>
              <a:spcAft>
                <a:spcPts val="0"/>
              </a:spcAft>
              <a:buClr>
                <a:schemeClr val="lt2"/>
              </a:buClr>
              <a:buSzPts val="1400"/>
              <a:buChar char="●"/>
              <a:defRPr/>
            </a:lvl4pPr>
            <a:lvl5pPr marL="2286000" lvl="4" indent="-317500" rtl="0">
              <a:spcBef>
                <a:spcPts val="0"/>
              </a:spcBef>
              <a:spcAft>
                <a:spcPts val="0"/>
              </a:spcAft>
              <a:buClr>
                <a:schemeClr val="lt2"/>
              </a:buClr>
              <a:buSzPts val="1400"/>
              <a:buChar char="○"/>
              <a:defRPr/>
            </a:lvl5pPr>
            <a:lvl6pPr marL="2743200" lvl="5" indent="-317500" rtl="0">
              <a:spcBef>
                <a:spcPts val="0"/>
              </a:spcBef>
              <a:spcAft>
                <a:spcPts val="0"/>
              </a:spcAft>
              <a:buClr>
                <a:schemeClr val="lt2"/>
              </a:buClr>
              <a:buSzPts val="1400"/>
              <a:buChar char="■"/>
              <a:defRPr/>
            </a:lvl6pPr>
            <a:lvl7pPr marL="3200400" lvl="6" indent="-317500" rtl="0">
              <a:spcBef>
                <a:spcPts val="0"/>
              </a:spcBef>
              <a:spcAft>
                <a:spcPts val="0"/>
              </a:spcAft>
              <a:buClr>
                <a:schemeClr val="lt2"/>
              </a:buClr>
              <a:buSzPts val="1400"/>
              <a:buChar char="●"/>
              <a:defRPr/>
            </a:lvl7pPr>
            <a:lvl8pPr marL="3657600" lvl="7" indent="-317500" rtl="0">
              <a:spcBef>
                <a:spcPts val="0"/>
              </a:spcBef>
              <a:spcAft>
                <a:spcPts val="0"/>
              </a:spcAft>
              <a:buClr>
                <a:schemeClr val="lt2"/>
              </a:buClr>
              <a:buSzPts val="1400"/>
              <a:buChar char="○"/>
              <a:defRPr/>
            </a:lvl8pPr>
            <a:lvl9pPr marL="4114800" lvl="8" indent="-317500" rtl="0">
              <a:spcBef>
                <a:spcPts val="0"/>
              </a:spcBef>
              <a:spcAft>
                <a:spcPts val="0"/>
              </a:spcAft>
              <a:buClr>
                <a:schemeClr val="lt2"/>
              </a:buClr>
              <a:buSzPts val="1400"/>
              <a:buChar char="■"/>
              <a:defRPr/>
            </a:lvl9pPr>
          </a:lstStyle>
          <a:p>
            <a:endParaRPr/>
          </a:p>
        </p:txBody>
      </p:sp>
      <p:pic>
        <p:nvPicPr>
          <p:cNvPr id="254" name="Google Shape;254;p25"/>
          <p:cNvPicPr preferRelativeResize="0"/>
          <p:nvPr/>
        </p:nvPicPr>
        <p:blipFill rotWithShape="1">
          <a:blip r:embed="rId2">
            <a:alphaModFix amt="74000"/>
          </a:blip>
          <a:srcRect l="37807" t="9859" r="25038" b="24368"/>
          <a:stretch/>
        </p:blipFill>
        <p:spPr>
          <a:xfrm rot="-353161">
            <a:off x="7843462" y="-225555"/>
            <a:ext cx="3011205" cy="2998648"/>
          </a:xfrm>
          <a:prstGeom prst="rect">
            <a:avLst/>
          </a:prstGeom>
          <a:noFill/>
          <a:ln>
            <a:noFill/>
          </a:ln>
        </p:spPr>
      </p:pic>
      <p:pic>
        <p:nvPicPr>
          <p:cNvPr id="255" name="Google Shape;255;p25"/>
          <p:cNvPicPr preferRelativeResize="0"/>
          <p:nvPr/>
        </p:nvPicPr>
        <p:blipFill rotWithShape="1">
          <a:blip r:embed="rId3">
            <a:alphaModFix/>
          </a:blip>
          <a:srcRect l="37412" t="9009" r="30455" b="20771"/>
          <a:stretch/>
        </p:blipFill>
        <p:spPr>
          <a:xfrm>
            <a:off x="-1496775" y="2876400"/>
            <a:ext cx="2210002" cy="27165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2">
  <p:cSld name="CUSTOM_13">
    <p:spTree>
      <p:nvGrpSpPr>
        <p:cNvPr id="1" name="Shape 256"/>
        <p:cNvGrpSpPr/>
        <p:nvPr/>
      </p:nvGrpSpPr>
      <p:grpSpPr>
        <a:xfrm>
          <a:off x="0" y="0"/>
          <a:ext cx="0" cy="0"/>
          <a:chOff x="0" y="0"/>
          <a:chExt cx="0" cy="0"/>
        </a:xfrm>
      </p:grpSpPr>
      <p:sp>
        <p:nvSpPr>
          <p:cNvPr id="257" name="Google Shape;257;p26"/>
          <p:cNvSpPr txBox="1">
            <a:spLocks noGrp="1"/>
          </p:cNvSpPr>
          <p:nvPr>
            <p:ph type="title"/>
          </p:nvPr>
        </p:nvSpPr>
        <p:spPr>
          <a:xfrm>
            <a:off x="713250" y="438763"/>
            <a:ext cx="7717500" cy="60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8" name="Google Shape;258;p26"/>
          <p:cNvSpPr txBox="1">
            <a:spLocks noGrp="1"/>
          </p:cNvSpPr>
          <p:nvPr>
            <p:ph type="subTitle" idx="1"/>
          </p:nvPr>
        </p:nvSpPr>
        <p:spPr>
          <a:xfrm>
            <a:off x="713250" y="1993650"/>
            <a:ext cx="3802800" cy="1194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7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pic>
        <p:nvPicPr>
          <p:cNvPr id="259" name="Google Shape;259;p26"/>
          <p:cNvPicPr preferRelativeResize="0"/>
          <p:nvPr/>
        </p:nvPicPr>
        <p:blipFill rotWithShape="1">
          <a:blip r:embed="rId2">
            <a:alphaModFix amt="74000"/>
          </a:blip>
          <a:srcRect l="37807" t="9859" r="25038" b="24368"/>
          <a:stretch/>
        </p:blipFill>
        <p:spPr>
          <a:xfrm rot="-353161">
            <a:off x="-1094013" y="3045595"/>
            <a:ext cx="3011205" cy="2998648"/>
          </a:xfrm>
          <a:prstGeom prst="rect">
            <a:avLst/>
          </a:prstGeom>
          <a:noFill/>
          <a:ln>
            <a:noFill/>
          </a:ln>
        </p:spPr>
      </p:pic>
      <p:pic>
        <p:nvPicPr>
          <p:cNvPr id="260" name="Google Shape;260;p26"/>
          <p:cNvPicPr preferRelativeResize="0"/>
          <p:nvPr/>
        </p:nvPicPr>
        <p:blipFill rotWithShape="1">
          <a:blip r:embed="rId3">
            <a:alphaModFix amt="76000"/>
          </a:blip>
          <a:srcRect l="37412" t="9009" r="30455" b="20771"/>
          <a:stretch/>
        </p:blipFill>
        <p:spPr>
          <a:xfrm>
            <a:off x="8140250" y="1563200"/>
            <a:ext cx="1834123" cy="2254524"/>
          </a:xfrm>
          <a:prstGeom prst="rect">
            <a:avLst/>
          </a:prstGeom>
          <a:noFill/>
          <a:ln>
            <a:noFill/>
          </a:ln>
        </p:spPr>
      </p:pic>
      <p:pic>
        <p:nvPicPr>
          <p:cNvPr id="261" name="Google Shape;261;p26"/>
          <p:cNvPicPr preferRelativeResize="0"/>
          <p:nvPr/>
        </p:nvPicPr>
        <p:blipFill rotWithShape="1">
          <a:blip r:embed="rId4">
            <a:alphaModFix amt="63000"/>
          </a:blip>
          <a:srcRect l="53150" t="21324" r="10379" b="61757"/>
          <a:stretch/>
        </p:blipFill>
        <p:spPr>
          <a:xfrm>
            <a:off x="-538425" y="4884898"/>
            <a:ext cx="3503899" cy="91425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hree columns">
  <p:cSld name="CUSTOM_8">
    <p:spTree>
      <p:nvGrpSpPr>
        <p:cNvPr id="1" name="Shape 270"/>
        <p:cNvGrpSpPr/>
        <p:nvPr/>
      </p:nvGrpSpPr>
      <p:grpSpPr>
        <a:xfrm>
          <a:off x="0" y="0"/>
          <a:ext cx="0" cy="0"/>
          <a:chOff x="0" y="0"/>
          <a:chExt cx="0" cy="0"/>
        </a:xfrm>
      </p:grpSpPr>
      <p:sp>
        <p:nvSpPr>
          <p:cNvPr id="271" name="Google Shape;271;p29"/>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2" name="Google Shape;272;p29"/>
          <p:cNvSpPr txBox="1">
            <a:spLocks noGrp="1"/>
          </p:cNvSpPr>
          <p:nvPr>
            <p:ph type="subTitle" idx="1"/>
          </p:nvPr>
        </p:nvSpPr>
        <p:spPr>
          <a:xfrm>
            <a:off x="713226" y="2571750"/>
            <a:ext cx="24075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3" name="Google Shape;273;p29"/>
          <p:cNvSpPr txBox="1">
            <a:spLocks noGrp="1"/>
          </p:cNvSpPr>
          <p:nvPr>
            <p:ph type="subTitle" idx="2"/>
          </p:nvPr>
        </p:nvSpPr>
        <p:spPr>
          <a:xfrm>
            <a:off x="3368213" y="2571750"/>
            <a:ext cx="24075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4" name="Google Shape;274;p29"/>
          <p:cNvSpPr txBox="1">
            <a:spLocks noGrp="1"/>
          </p:cNvSpPr>
          <p:nvPr>
            <p:ph type="subTitle" idx="3"/>
          </p:nvPr>
        </p:nvSpPr>
        <p:spPr>
          <a:xfrm>
            <a:off x="713244" y="2995375"/>
            <a:ext cx="2407500" cy="8043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5" name="Google Shape;275;p29"/>
          <p:cNvSpPr txBox="1">
            <a:spLocks noGrp="1"/>
          </p:cNvSpPr>
          <p:nvPr>
            <p:ph type="subTitle" idx="4"/>
          </p:nvPr>
        </p:nvSpPr>
        <p:spPr>
          <a:xfrm>
            <a:off x="3368233" y="2995375"/>
            <a:ext cx="2407500" cy="8043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6" name="Google Shape;276;p29"/>
          <p:cNvSpPr txBox="1">
            <a:spLocks noGrp="1"/>
          </p:cNvSpPr>
          <p:nvPr>
            <p:ph type="subTitle" idx="5"/>
          </p:nvPr>
        </p:nvSpPr>
        <p:spPr>
          <a:xfrm>
            <a:off x="6023201" y="2571750"/>
            <a:ext cx="24075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7" name="Google Shape;277;p29"/>
          <p:cNvSpPr txBox="1">
            <a:spLocks noGrp="1"/>
          </p:cNvSpPr>
          <p:nvPr>
            <p:ph type="subTitle" idx="6"/>
          </p:nvPr>
        </p:nvSpPr>
        <p:spPr>
          <a:xfrm>
            <a:off x="6023221" y="2995376"/>
            <a:ext cx="2407500" cy="8043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pic>
        <p:nvPicPr>
          <p:cNvPr id="278" name="Google Shape;278;p29"/>
          <p:cNvPicPr preferRelativeResize="0"/>
          <p:nvPr/>
        </p:nvPicPr>
        <p:blipFill rotWithShape="1">
          <a:blip r:embed="rId2">
            <a:alphaModFix amt="47000"/>
          </a:blip>
          <a:srcRect l="36305" t="26731" r="30909" b="23776"/>
          <a:stretch/>
        </p:blipFill>
        <p:spPr>
          <a:xfrm flipH="1">
            <a:off x="7680761" y="141221"/>
            <a:ext cx="2772552" cy="2354324"/>
          </a:xfrm>
          <a:prstGeom prst="rect">
            <a:avLst/>
          </a:prstGeom>
          <a:noFill/>
          <a:ln>
            <a:noFill/>
          </a:ln>
        </p:spPr>
      </p:pic>
      <p:sp>
        <p:nvSpPr>
          <p:cNvPr id="279" name="Google Shape;279;p29"/>
          <p:cNvSpPr/>
          <p:nvPr/>
        </p:nvSpPr>
        <p:spPr>
          <a:xfrm rot="-7589001" flipH="1">
            <a:off x="7193297" y="3104242"/>
            <a:ext cx="1447690" cy="4544882"/>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0" name="Google Shape;280;p29"/>
          <p:cNvPicPr preferRelativeResize="0"/>
          <p:nvPr/>
        </p:nvPicPr>
        <p:blipFill rotWithShape="1">
          <a:blip r:embed="rId3">
            <a:alphaModFix amt="63000"/>
          </a:blip>
          <a:srcRect l="53150" t="21324" r="10379" b="61757"/>
          <a:stretch/>
        </p:blipFill>
        <p:spPr>
          <a:xfrm flipH="1">
            <a:off x="6092078" y="-590612"/>
            <a:ext cx="4267248" cy="1113426"/>
          </a:xfrm>
          <a:prstGeom prst="rect">
            <a:avLst/>
          </a:prstGeom>
          <a:noFill/>
          <a:ln>
            <a:noFill/>
          </a:ln>
        </p:spPr>
      </p:pic>
      <p:grpSp>
        <p:nvGrpSpPr>
          <p:cNvPr id="281" name="Google Shape;281;p29"/>
          <p:cNvGrpSpPr/>
          <p:nvPr/>
        </p:nvGrpSpPr>
        <p:grpSpPr>
          <a:xfrm rot="-2867155">
            <a:off x="-836908" y="3442924"/>
            <a:ext cx="1716658" cy="1859863"/>
            <a:chOff x="5032175" y="2294450"/>
            <a:chExt cx="1144500" cy="1239975"/>
          </a:xfrm>
        </p:grpSpPr>
        <p:sp>
          <p:nvSpPr>
            <p:cNvPr id="282" name="Google Shape;282;p29"/>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9"/>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9"/>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9"/>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Shape 286"/>
        <p:cNvGrpSpPr/>
        <p:nvPr/>
      </p:nvGrpSpPr>
      <p:grpSpPr>
        <a:xfrm>
          <a:off x="0" y="0"/>
          <a:ext cx="0" cy="0"/>
          <a:chOff x="0" y="0"/>
          <a:chExt cx="0" cy="0"/>
        </a:xfrm>
      </p:grpSpPr>
      <p:sp>
        <p:nvSpPr>
          <p:cNvPr id="287" name="Google Shape;287;p30"/>
          <p:cNvSpPr txBox="1">
            <a:spLocks noGrp="1"/>
          </p:cNvSpPr>
          <p:nvPr>
            <p:ph type="subTitle" idx="1"/>
          </p:nvPr>
        </p:nvSpPr>
        <p:spPr>
          <a:xfrm>
            <a:off x="2132900" y="1496950"/>
            <a:ext cx="20229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8" name="Google Shape;288;p30"/>
          <p:cNvSpPr txBox="1">
            <a:spLocks noGrp="1"/>
          </p:cNvSpPr>
          <p:nvPr>
            <p:ph type="subTitle" idx="2"/>
          </p:nvPr>
        </p:nvSpPr>
        <p:spPr>
          <a:xfrm>
            <a:off x="2132900" y="1845447"/>
            <a:ext cx="20229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89" name="Google Shape;289;p30"/>
          <p:cNvSpPr txBox="1">
            <a:spLocks noGrp="1"/>
          </p:cNvSpPr>
          <p:nvPr>
            <p:ph type="title"/>
          </p:nvPr>
        </p:nvSpPr>
        <p:spPr>
          <a:xfrm>
            <a:off x="713225" y="441475"/>
            <a:ext cx="7717500" cy="6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0" name="Google Shape;290;p30"/>
          <p:cNvSpPr txBox="1">
            <a:spLocks noGrp="1"/>
          </p:cNvSpPr>
          <p:nvPr>
            <p:ph type="subTitle" idx="3"/>
          </p:nvPr>
        </p:nvSpPr>
        <p:spPr>
          <a:xfrm>
            <a:off x="4988125" y="1496950"/>
            <a:ext cx="20229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91" name="Google Shape;291;p30"/>
          <p:cNvSpPr txBox="1">
            <a:spLocks noGrp="1"/>
          </p:cNvSpPr>
          <p:nvPr>
            <p:ph type="subTitle" idx="4"/>
          </p:nvPr>
        </p:nvSpPr>
        <p:spPr>
          <a:xfrm>
            <a:off x="4988125" y="1845447"/>
            <a:ext cx="20229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92" name="Google Shape;292;p30"/>
          <p:cNvSpPr txBox="1">
            <a:spLocks noGrp="1"/>
          </p:cNvSpPr>
          <p:nvPr>
            <p:ph type="subTitle" idx="5"/>
          </p:nvPr>
        </p:nvSpPr>
        <p:spPr>
          <a:xfrm>
            <a:off x="2132900" y="2823350"/>
            <a:ext cx="20229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93" name="Google Shape;293;p30"/>
          <p:cNvSpPr txBox="1">
            <a:spLocks noGrp="1"/>
          </p:cNvSpPr>
          <p:nvPr>
            <p:ph type="subTitle" idx="6"/>
          </p:nvPr>
        </p:nvSpPr>
        <p:spPr>
          <a:xfrm>
            <a:off x="2132900" y="3171847"/>
            <a:ext cx="20229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94" name="Google Shape;294;p30"/>
          <p:cNvSpPr txBox="1">
            <a:spLocks noGrp="1"/>
          </p:cNvSpPr>
          <p:nvPr>
            <p:ph type="subTitle" idx="7"/>
          </p:nvPr>
        </p:nvSpPr>
        <p:spPr>
          <a:xfrm>
            <a:off x="4988125" y="2823350"/>
            <a:ext cx="20229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95" name="Google Shape;295;p30"/>
          <p:cNvSpPr txBox="1">
            <a:spLocks noGrp="1"/>
          </p:cNvSpPr>
          <p:nvPr>
            <p:ph type="subTitle" idx="8"/>
          </p:nvPr>
        </p:nvSpPr>
        <p:spPr>
          <a:xfrm>
            <a:off x="4988125" y="3171847"/>
            <a:ext cx="20229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pic>
        <p:nvPicPr>
          <p:cNvPr id="296" name="Google Shape;296;p30"/>
          <p:cNvPicPr preferRelativeResize="0"/>
          <p:nvPr/>
        </p:nvPicPr>
        <p:blipFill rotWithShape="1">
          <a:blip r:embed="rId2">
            <a:alphaModFix amt="76000"/>
          </a:blip>
          <a:srcRect l="37412" t="9009" r="30455" b="20771"/>
          <a:stretch/>
        </p:blipFill>
        <p:spPr>
          <a:xfrm rot="10800000" flipH="1">
            <a:off x="-674625" y="1772891"/>
            <a:ext cx="1834123" cy="2254524"/>
          </a:xfrm>
          <a:prstGeom prst="rect">
            <a:avLst/>
          </a:prstGeom>
          <a:noFill/>
          <a:ln>
            <a:noFill/>
          </a:ln>
        </p:spPr>
      </p:pic>
      <p:pic>
        <p:nvPicPr>
          <p:cNvPr id="297" name="Google Shape;297;p30"/>
          <p:cNvPicPr preferRelativeResize="0"/>
          <p:nvPr/>
        </p:nvPicPr>
        <p:blipFill rotWithShape="1">
          <a:blip r:embed="rId3">
            <a:alphaModFix amt="77000"/>
          </a:blip>
          <a:srcRect l="2217" t="17852" r="9074" b="32321"/>
          <a:stretch/>
        </p:blipFill>
        <p:spPr>
          <a:xfrm rot="10800000" flipH="1">
            <a:off x="-1246888" y="-999723"/>
            <a:ext cx="4759008" cy="1503576"/>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CUSTOM_14">
    <p:spTree>
      <p:nvGrpSpPr>
        <p:cNvPr id="1" name="Shape 298"/>
        <p:cNvGrpSpPr/>
        <p:nvPr/>
      </p:nvGrpSpPr>
      <p:grpSpPr>
        <a:xfrm>
          <a:off x="0" y="0"/>
          <a:ext cx="0" cy="0"/>
          <a:chOff x="0" y="0"/>
          <a:chExt cx="0" cy="0"/>
        </a:xfrm>
      </p:grpSpPr>
      <p:sp>
        <p:nvSpPr>
          <p:cNvPr id="299" name="Google Shape;299;p31"/>
          <p:cNvSpPr txBox="1">
            <a:spLocks noGrp="1"/>
          </p:cNvSpPr>
          <p:nvPr>
            <p:ph type="subTitle" idx="1"/>
          </p:nvPr>
        </p:nvSpPr>
        <p:spPr>
          <a:xfrm>
            <a:off x="1010100" y="1826200"/>
            <a:ext cx="20229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0" name="Google Shape;300;p31"/>
          <p:cNvSpPr txBox="1">
            <a:spLocks noGrp="1"/>
          </p:cNvSpPr>
          <p:nvPr>
            <p:ph type="subTitle" idx="2"/>
          </p:nvPr>
        </p:nvSpPr>
        <p:spPr>
          <a:xfrm>
            <a:off x="1010100" y="2174697"/>
            <a:ext cx="20229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1" name="Google Shape;301;p31"/>
          <p:cNvSpPr txBox="1">
            <a:spLocks noGrp="1"/>
          </p:cNvSpPr>
          <p:nvPr>
            <p:ph type="title"/>
          </p:nvPr>
        </p:nvSpPr>
        <p:spPr>
          <a:xfrm>
            <a:off x="713225" y="441475"/>
            <a:ext cx="7717500" cy="117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2" name="Google Shape;302;p31"/>
          <p:cNvSpPr txBox="1">
            <a:spLocks noGrp="1"/>
          </p:cNvSpPr>
          <p:nvPr>
            <p:ph type="subTitle" idx="3"/>
          </p:nvPr>
        </p:nvSpPr>
        <p:spPr>
          <a:xfrm>
            <a:off x="3560525" y="1826200"/>
            <a:ext cx="20229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3" name="Google Shape;303;p31"/>
          <p:cNvSpPr txBox="1">
            <a:spLocks noGrp="1"/>
          </p:cNvSpPr>
          <p:nvPr>
            <p:ph type="subTitle" idx="4"/>
          </p:nvPr>
        </p:nvSpPr>
        <p:spPr>
          <a:xfrm>
            <a:off x="3560525" y="2174697"/>
            <a:ext cx="20229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4" name="Google Shape;304;p31"/>
          <p:cNvSpPr txBox="1">
            <a:spLocks noGrp="1"/>
          </p:cNvSpPr>
          <p:nvPr>
            <p:ph type="subTitle" idx="5"/>
          </p:nvPr>
        </p:nvSpPr>
        <p:spPr>
          <a:xfrm>
            <a:off x="6110950" y="1826200"/>
            <a:ext cx="20229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5" name="Google Shape;305;p31"/>
          <p:cNvSpPr txBox="1">
            <a:spLocks noGrp="1"/>
          </p:cNvSpPr>
          <p:nvPr>
            <p:ph type="subTitle" idx="6"/>
          </p:nvPr>
        </p:nvSpPr>
        <p:spPr>
          <a:xfrm>
            <a:off x="6110950" y="2174697"/>
            <a:ext cx="20229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6" name="Google Shape;306;p31"/>
          <p:cNvSpPr txBox="1">
            <a:spLocks noGrp="1"/>
          </p:cNvSpPr>
          <p:nvPr>
            <p:ph type="subTitle" idx="7"/>
          </p:nvPr>
        </p:nvSpPr>
        <p:spPr>
          <a:xfrm>
            <a:off x="1010100" y="3076400"/>
            <a:ext cx="20229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7" name="Google Shape;307;p31"/>
          <p:cNvSpPr txBox="1">
            <a:spLocks noGrp="1"/>
          </p:cNvSpPr>
          <p:nvPr>
            <p:ph type="subTitle" idx="8"/>
          </p:nvPr>
        </p:nvSpPr>
        <p:spPr>
          <a:xfrm>
            <a:off x="1010100" y="3424897"/>
            <a:ext cx="20229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8" name="Google Shape;308;p31"/>
          <p:cNvSpPr txBox="1">
            <a:spLocks noGrp="1"/>
          </p:cNvSpPr>
          <p:nvPr>
            <p:ph type="subTitle" idx="9"/>
          </p:nvPr>
        </p:nvSpPr>
        <p:spPr>
          <a:xfrm>
            <a:off x="3560525" y="3076400"/>
            <a:ext cx="20229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9" name="Google Shape;309;p31"/>
          <p:cNvSpPr txBox="1">
            <a:spLocks noGrp="1"/>
          </p:cNvSpPr>
          <p:nvPr>
            <p:ph type="subTitle" idx="13"/>
          </p:nvPr>
        </p:nvSpPr>
        <p:spPr>
          <a:xfrm>
            <a:off x="3560525" y="3424897"/>
            <a:ext cx="20229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10" name="Google Shape;310;p31"/>
          <p:cNvSpPr txBox="1">
            <a:spLocks noGrp="1"/>
          </p:cNvSpPr>
          <p:nvPr>
            <p:ph type="subTitle" idx="14"/>
          </p:nvPr>
        </p:nvSpPr>
        <p:spPr>
          <a:xfrm>
            <a:off x="6110950" y="3076400"/>
            <a:ext cx="2022900" cy="485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300">
                <a:latin typeface="Cantata One"/>
                <a:ea typeface="Cantata One"/>
                <a:cs typeface="Cantata One"/>
                <a:sym typeface="Cantat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1" name="Google Shape;311;p31"/>
          <p:cNvSpPr txBox="1">
            <a:spLocks noGrp="1"/>
          </p:cNvSpPr>
          <p:nvPr>
            <p:ph type="subTitle" idx="15"/>
          </p:nvPr>
        </p:nvSpPr>
        <p:spPr>
          <a:xfrm>
            <a:off x="6110950" y="3424897"/>
            <a:ext cx="2022900" cy="612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pic>
        <p:nvPicPr>
          <p:cNvPr id="312" name="Google Shape;312;p31"/>
          <p:cNvPicPr preferRelativeResize="0"/>
          <p:nvPr/>
        </p:nvPicPr>
        <p:blipFill rotWithShape="1">
          <a:blip r:embed="rId2">
            <a:alphaModFix/>
          </a:blip>
          <a:srcRect l="36305" t="26731" r="30909" b="23776"/>
          <a:stretch/>
        </p:blipFill>
        <p:spPr>
          <a:xfrm>
            <a:off x="8294700" y="1983500"/>
            <a:ext cx="2714400" cy="2304950"/>
          </a:xfrm>
          <a:prstGeom prst="rect">
            <a:avLst/>
          </a:prstGeom>
          <a:noFill/>
          <a:ln>
            <a:noFill/>
          </a:ln>
        </p:spPr>
      </p:pic>
      <p:pic>
        <p:nvPicPr>
          <p:cNvPr id="313" name="Google Shape;313;p31"/>
          <p:cNvPicPr preferRelativeResize="0"/>
          <p:nvPr/>
        </p:nvPicPr>
        <p:blipFill rotWithShape="1">
          <a:blip r:embed="rId3">
            <a:alphaModFix amt="65000"/>
          </a:blip>
          <a:srcRect l="11472" t="21324" r="10378" b="61757"/>
          <a:stretch/>
        </p:blipFill>
        <p:spPr>
          <a:xfrm flipH="1">
            <a:off x="5121950" y="4888600"/>
            <a:ext cx="4499827" cy="547925"/>
          </a:xfrm>
          <a:prstGeom prst="rect">
            <a:avLst/>
          </a:prstGeom>
          <a:noFill/>
          <a:ln>
            <a:noFill/>
          </a:ln>
        </p:spPr>
      </p:pic>
      <p:pic>
        <p:nvPicPr>
          <p:cNvPr id="314" name="Google Shape;314;p31"/>
          <p:cNvPicPr preferRelativeResize="0"/>
          <p:nvPr/>
        </p:nvPicPr>
        <p:blipFill rotWithShape="1">
          <a:blip r:embed="rId4">
            <a:alphaModFix amt="79000"/>
          </a:blip>
          <a:srcRect l="21247" t="43688" r="45967" b="20070"/>
          <a:stretch/>
        </p:blipFill>
        <p:spPr>
          <a:xfrm rot="5400000">
            <a:off x="-1998473" y="1669677"/>
            <a:ext cx="3758602" cy="2337001"/>
          </a:xfrm>
          <a:prstGeom prst="rect">
            <a:avLst/>
          </a:prstGeom>
          <a:noFill/>
          <a:ln>
            <a:noFill/>
          </a:ln>
        </p:spPr>
      </p:pic>
      <p:sp>
        <p:nvSpPr>
          <p:cNvPr id="315" name="Google Shape;315;p31"/>
          <p:cNvSpPr/>
          <p:nvPr/>
        </p:nvSpPr>
        <p:spPr>
          <a:xfrm rot="-7863968">
            <a:off x="-843038" y="-1412048"/>
            <a:ext cx="1447727" cy="4544998"/>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6" name="Google Shape;316;p31"/>
          <p:cNvPicPr preferRelativeResize="0"/>
          <p:nvPr/>
        </p:nvPicPr>
        <p:blipFill rotWithShape="1">
          <a:blip r:embed="rId5">
            <a:alphaModFix/>
          </a:blip>
          <a:srcRect l="28680" t="19555" r="23804" b="32703"/>
          <a:stretch/>
        </p:blipFill>
        <p:spPr>
          <a:xfrm rot="204534">
            <a:off x="8315209" y="3272334"/>
            <a:ext cx="1287877" cy="727828"/>
          </a:xfrm>
          <a:prstGeom prst="rect">
            <a:avLst/>
          </a:prstGeom>
          <a:noFill/>
          <a:ln>
            <a:noFill/>
          </a:ln>
        </p:spPr>
      </p:pic>
      <p:pic>
        <p:nvPicPr>
          <p:cNvPr id="317" name="Google Shape;317;p31"/>
          <p:cNvPicPr preferRelativeResize="0"/>
          <p:nvPr/>
        </p:nvPicPr>
        <p:blipFill rotWithShape="1">
          <a:blip r:embed="rId6">
            <a:alphaModFix/>
          </a:blip>
          <a:srcRect l="45691" t="12052" r="18787" b="20159"/>
          <a:stretch/>
        </p:blipFill>
        <p:spPr>
          <a:xfrm>
            <a:off x="8222625" y="1269127"/>
            <a:ext cx="1366949" cy="1467299"/>
          </a:xfrm>
          <a:prstGeom prst="rect">
            <a:avLst/>
          </a:prstGeom>
          <a:noFill/>
          <a:ln>
            <a:noFill/>
          </a:ln>
        </p:spPr>
      </p:pic>
      <p:grpSp>
        <p:nvGrpSpPr>
          <p:cNvPr id="318" name="Google Shape;318;p31"/>
          <p:cNvGrpSpPr/>
          <p:nvPr/>
        </p:nvGrpSpPr>
        <p:grpSpPr>
          <a:xfrm rot="-704396">
            <a:off x="-671196" y="2467103"/>
            <a:ext cx="1716724" cy="1859935"/>
            <a:chOff x="5032175" y="2294450"/>
            <a:chExt cx="1144500" cy="1239975"/>
          </a:xfrm>
        </p:grpSpPr>
        <p:sp>
          <p:nvSpPr>
            <p:cNvPr id="319" name="Google Shape;319;p31"/>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1"/>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1"/>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1"/>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CUSTOM_19">
    <p:spTree>
      <p:nvGrpSpPr>
        <p:cNvPr id="1" name="Shape 323"/>
        <p:cNvGrpSpPr/>
        <p:nvPr/>
      </p:nvGrpSpPr>
      <p:grpSpPr>
        <a:xfrm>
          <a:off x="0" y="0"/>
          <a:ext cx="0" cy="0"/>
          <a:chOff x="0" y="0"/>
          <a:chExt cx="0" cy="0"/>
        </a:xfrm>
      </p:grpSpPr>
      <p:sp>
        <p:nvSpPr>
          <p:cNvPr id="324" name="Google Shape;324;p32"/>
          <p:cNvSpPr txBox="1">
            <a:spLocks noGrp="1"/>
          </p:cNvSpPr>
          <p:nvPr>
            <p:ph type="title"/>
          </p:nvPr>
        </p:nvSpPr>
        <p:spPr>
          <a:xfrm>
            <a:off x="2774850" y="365275"/>
            <a:ext cx="3594300" cy="108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7200"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5" name="Google Shape;325;p32"/>
          <p:cNvSpPr txBox="1">
            <a:spLocks noGrp="1"/>
          </p:cNvSpPr>
          <p:nvPr>
            <p:ph type="subTitle" idx="1"/>
          </p:nvPr>
        </p:nvSpPr>
        <p:spPr>
          <a:xfrm>
            <a:off x="2774850" y="1447950"/>
            <a:ext cx="3594300" cy="795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pic>
        <p:nvPicPr>
          <p:cNvPr id="326" name="Google Shape;326;p32"/>
          <p:cNvPicPr preferRelativeResize="0"/>
          <p:nvPr/>
        </p:nvPicPr>
        <p:blipFill rotWithShape="1">
          <a:blip r:embed="rId2">
            <a:alphaModFix/>
          </a:blip>
          <a:srcRect l="3061" t="37780" r="11424" b="34639"/>
          <a:stretch/>
        </p:blipFill>
        <p:spPr>
          <a:xfrm>
            <a:off x="6583025" y="365275"/>
            <a:ext cx="3073373" cy="557526"/>
          </a:xfrm>
          <a:prstGeom prst="rect">
            <a:avLst/>
          </a:prstGeom>
          <a:noFill/>
          <a:ln>
            <a:noFill/>
          </a:ln>
        </p:spPr>
      </p:pic>
      <p:pic>
        <p:nvPicPr>
          <p:cNvPr id="327" name="Google Shape;327;p32"/>
          <p:cNvPicPr preferRelativeResize="0"/>
          <p:nvPr/>
        </p:nvPicPr>
        <p:blipFill rotWithShape="1">
          <a:blip r:embed="rId3">
            <a:alphaModFix amt="76000"/>
          </a:blip>
          <a:srcRect l="37412" t="9009" r="30455" b="20771"/>
          <a:stretch/>
        </p:blipFill>
        <p:spPr>
          <a:xfrm>
            <a:off x="8154162" y="1181900"/>
            <a:ext cx="2164526" cy="2660675"/>
          </a:xfrm>
          <a:prstGeom prst="rect">
            <a:avLst/>
          </a:prstGeom>
          <a:noFill/>
          <a:ln>
            <a:noFill/>
          </a:ln>
        </p:spPr>
      </p:pic>
      <p:pic>
        <p:nvPicPr>
          <p:cNvPr id="328" name="Google Shape;328;p32"/>
          <p:cNvPicPr preferRelativeResize="0"/>
          <p:nvPr/>
        </p:nvPicPr>
        <p:blipFill rotWithShape="1">
          <a:blip r:embed="rId4">
            <a:alphaModFix amt="63000"/>
          </a:blip>
          <a:srcRect l="53150" t="21324" r="10379" b="61757"/>
          <a:stretch/>
        </p:blipFill>
        <p:spPr>
          <a:xfrm flipH="1">
            <a:off x="6559063" y="-181015"/>
            <a:ext cx="3503899" cy="914250"/>
          </a:xfrm>
          <a:prstGeom prst="rect">
            <a:avLst/>
          </a:prstGeom>
          <a:noFill/>
          <a:ln>
            <a:noFill/>
          </a:ln>
        </p:spPr>
      </p:pic>
      <p:sp>
        <p:nvSpPr>
          <p:cNvPr id="329" name="Google Shape;329;p32"/>
          <p:cNvSpPr txBox="1"/>
          <p:nvPr/>
        </p:nvSpPr>
        <p:spPr>
          <a:xfrm>
            <a:off x="2101200" y="3396550"/>
            <a:ext cx="4941600" cy="485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000">
                <a:solidFill>
                  <a:schemeClr val="dk1"/>
                </a:solidFill>
                <a:latin typeface="Catamaran"/>
                <a:ea typeface="Catamaran"/>
                <a:cs typeface="Catamaran"/>
                <a:sym typeface="Catamaran"/>
              </a:rPr>
              <a:t>CRÉDITS: Ce modèle de présentation a été créé par </a:t>
            </a:r>
            <a:r>
              <a:rPr lang="en" sz="1000" b="1">
                <a:solidFill>
                  <a:schemeClr val="dk1"/>
                </a:solidFill>
                <a:uFill>
                  <a:noFill/>
                </a:uFill>
                <a:latin typeface="Catamaran"/>
                <a:ea typeface="Catamaran"/>
                <a:cs typeface="Catamaran"/>
                <a:sym typeface="Catamaran"/>
                <a:hlinkClick r:id="rId5">
                  <a:extLst>
                    <a:ext uri="{A12FA001-AC4F-418D-AE19-62706E023703}">
                      <ahyp:hlinkClr xmlns:ahyp="http://schemas.microsoft.com/office/drawing/2018/hyperlinkcolor" val="tx"/>
                    </a:ext>
                  </a:extLst>
                </a:hlinkClick>
              </a:rPr>
              <a:t>Slidesgo</a:t>
            </a:r>
            <a:r>
              <a:rPr lang="en" sz="1000">
                <a:solidFill>
                  <a:schemeClr val="dk1"/>
                </a:solidFill>
                <a:latin typeface="Catamaran"/>
                <a:ea typeface="Catamaran"/>
                <a:cs typeface="Catamaran"/>
                <a:sym typeface="Catamaran"/>
              </a:rPr>
              <a:t>, comprenant des icônes de </a:t>
            </a:r>
            <a:r>
              <a:rPr lang="en" sz="1000" b="1">
                <a:solidFill>
                  <a:schemeClr val="dk1"/>
                </a:solidFill>
                <a:uFill>
                  <a:noFill/>
                </a:uFill>
                <a:latin typeface="Catamaran"/>
                <a:ea typeface="Catamaran"/>
                <a:cs typeface="Catamaran"/>
                <a:sym typeface="Catamaran"/>
                <a:hlinkClick r:id="rId6">
                  <a:extLst>
                    <a:ext uri="{A12FA001-AC4F-418D-AE19-62706E023703}">
                      <ahyp:hlinkClr xmlns:ahyp="http://schemas.microsoft.com/office/drawing/2018/hyperlinkcolor" val="tx"/>
                    </a:ext>
                  </a:extLst>
                </a:hlinkClick>
              </a:rPr>
              <a:t>Flaticon</a:t>
            </a:r>
            <a:r>
              <a:rPr lang="en" sz="1000">
                <a:solidFill>
                  <a:schemeClr val="dk1"/>
                </a:solidFill>
                <a:latin typeface="Catamaran"/>
                <a:ea typeface="Catamaran"/>
                <a:cs typeface="Catamaran"/>
                <a:sym typeface="Catamaran"/>
              </a:rPr>
              <a:t>, des infographies et des images de </a:t>
            </a:r>
            <a:r>
              <a:rPr lang="en" sz="1000" b="1">
                <a:solidFill>
                  <a:schemeClr val="dk1"/>
                </a:solidFill>
                <a:uFill>
                  <a:noFill/>
                </a:uFill>
                <a:latin typeface="Catamaran"/>
                <a:ea typeface="Catamaran"/>
                <a:cs typeface="Catamaran"/>
                <a:sym typeface="Catamaran"/>
                <a:hlinkClick r:id="rId7">
                  <a:extLst>
                    <a:ext uri="{A12FA001-AC4F-418D-AE19-62706E023703}">
                      <ahyp:hlinkClr xmlns:ahyp="http://schemas.microsoft.com/office/drawing/2018/hyperlinkcolor" val="tx"/>
                    </a:ext>
                  </a:extLst>
                </a:hlinkClick>
              </a:rPr>
              <a:t>Freepik</a:t>
            </a:r>
            <a:r>
              <a:rPr lang="en" sz="1000">
                <a:solidFill>
                  <a:schemeClr val="dk1"/>
                </a:solidFill>
                <a:latin typeface="Catamaran"/>
                <a:ea typeface="Catamaran"/>
                <a:cs typeface="Catamaran"/>
                <a:sym typeface="Catamaran"/>
              </a:rPr>
              <a:t> et des illustrations de</a:t>
            </a:r>
            <a:r>
              <a:rPr lang="en" sz="1000" b="1">
                <a:solidFill>
                  <a:schemeClr val="dk1"/>
                </a:solidFill>
                <a:latin typeface="Catamaran"/>
                <a:ea typeface="Catamaran"/>
                <a:cs typeface="Catamaran"/>
                <a:sym typeface="Catamaran"/>
              </a:rPr>
              <a:t> </a:t>
            </a:r>
            <a:r>
              <a:rPr lang="en" sz="1000" b="1">
                <a:solidFill>
                  <a:schemeClr val="dk1"/>
                </a:solidFill>
                <a:uFill>
                  <a:noFill/>
                </a:uFill>
                <a:latin typeface="Catamaran"/>
                <a:ea typeface="Catamaran"/>
                <a:cs typeface="Catamaran"/>
                <a:sym typeface="Catamaran"/>
                <a:hlinkClick r:id="rId8">
                  <a:extLst>
                    <a:ext uri="{A12FA001-AC4F-418D-AE19-62706E023703}">
                      <ahyp:hlinkClr xmlns:ahyp="http://schemas.microsoft.com/office/drawing/2018/hyperlinkcolor" val="tx"/>
                    </a:ext>
                  </a:extLst>
                </a:hlinkClick>
              </a:rPr>
              <a:t>Storyset</a:t>
            </a:r>
            <a:endParaRPr sz="1000" b="1">
              <a:solidFill>
                <a:schemeClr val="dk1"/>
              </a:solidFill>
              <a:latin typeface="Catamaran"/>
              <a:ea typeface="Catamaran"/>
              <a:cs typeface="Catamaran"/>
              <a:sym typeface="Catamaran"/>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CUSTOM_4">
    <p:spTree>
      <p:nvGrpSpPr>
        <p:cNvPr id="1" name="Shape 330"/>
        <p:cNvGrpSpPr/>
        <p:nvPr/>
      </p:nvGrpSpPr>
      <p:grpSpPr>
        <a:xfrm>
          <a:off x="0" y="0"/>
          <a:ext cx="0" cy="0"/>
          <a:chOff x="0" y="0"/>
          <a:chExt cx="0" cy="0"/>
        </a:xfrm>
      </p:grpSpPr>
      <p:pic>
        <p:nvPicPr>
          <p:cNvPr id="331" name="Google Shape;331;p33"/>
          <p:cNvPicPr preferRelativeResize="0"/>
          <p:nvPr/>
        </p:nvPicPr>
        <p:blipFill rotWithShape="1">
          <a:blip r:embed="rId2">
            <a:alphaModFix amt="67000"/>
          </a:blip>
          <a:srcRect l="36305" t="26731" r="30909" b="23776"/>
          <a:stretch/>
        </p:blipFill>
        <p:spPr>
          <a:xfrm>
            <a:off x="7774750" y="-386575"/>
            <a:ext cx="2714400" cy="2304950"/>
          </a:xfrm>
          <a:prstGeom prst="rect">
            <a:avLst/>
          </a:prstGeom>
          <a:noFill/>
          <a:ln>
            <a:noFill/>
          </a:ln>
        </p:spPr>
      </p:pic>
      <p:pic>
        <p:nvPicPr>
          <p:cNvPr id="332" name="Google Shape;332;p33"/>
          <p:cNvPicPr preferRelativeResize="0"/>
          <p:nvPr/>
        </p:nvPicPr>
        <p:blipFill rotWithShape="1">
          <a:blip r:embed="rId3">
            <a:alphaModFix amt="74000"/>
          </a:blip>
          <a:srcRect l="37807" t="9859" r="25038" b="24368"/>
          <a:stretch/>
        </p:blipFill>
        <p:spPr>
          <a:xfrm rot="6308173">
            <a:off x="-1828438" y="2753131"/>
            <a:ext cx="3011201" cy="2998651"/>
          </a:xfrm>
          <a:prstGeom prst="rect">
            <a:avLst/>
          </a:prstGeom>
          <a:noFill/>
          <a:ln>
            <a:noFill/>
          </a:ln>
        </p:spPr>
      </p:pic>
      <p:pic>
        <p:nvPicPr>
          <p:cNvPr id="333" name="Google Shape;333;p33"/>
          <p:cNvPicPr preferRelativeResize="0"/>
          <p:nvPr/>
        </p:nvPicPr>
        <p:blipFill rotWithShape="1">
          <a:blip r:embed="rId4">
            <a:alphaModFix amt="62000"/>
          </a:blip>
          <a:srcRect l="60047" t="21324" r="10380" b="61757"/>
          <a:stretch/>
        </p:blipFill>
        <p:spPr>
          <a:xfrm>
            <a:off x="-430275" y="4459425"/>
            <a:ext cx="2679082" cy="862075"/>
          </a:xfrm>
          <a:prstGeom prst="rect">
            <a:avLst/>
          </a:prstGeom>
          <a:noFill/>
          <a:ln>
            <a:noFill/>
          </a:ln>
        </p:spPr>
      </p:pic>
      <p:pic>
        <p:nvPicPr>
          <p:cNvPr id="334" name="Google Shape;334;p33"/>
          <p:cNvPicPr preferRelativeResize="0"/>
          <p:nvPr/>
        </p:nvPicPr>
        <p:blipFill rotWithShape="1">
          <a:blip r:embed="rId5">
            <a:alphaModFix amt="63000"/>
          </a:blip>
          <a:srcRect l="17536" t="30943" r="20804" b="36495"/>
          <a:stretch/>
        </p:blipFill>
        <p:spPr>
          <a:xfrm rot="2699998">
            <a:off x="6880532" y="3237854"/>
            <a:ext cx="4824687" cy="1433140"/>
          </a:xfrm>
          <a:prstGeom prst="rect">
            <a:avLst/>
          </a:prstGeom>
          <a:noFill/>
          <a:ln>
            <a:noFill/>
          </a:ln>
        </p:spPr>
      </p:pic>
      <p:pic>
        <p:nvPicPr>
          <p:cNvPr id="335" name="Google Shape;335;p33"/>
          <p:cNvPicPr preferRelativeResize="0"/>
          <p:nvPr/>
        </p:nvPicPr>
        <p:blipFill rotWithShape="1">
          <a:blip r:embed="rId6">
            <a:alphaModFix amt="77000"/>
          </a:blip>
          <a:srcRect l="2217" t="17852" r="9074" b="32321"/>
          <a:stretch/>
        </p:blipFill>
        <p:spPr>
          <a:xfrm>
            <a:off x="-2702338" y="-547488"/>
            <a:ext cx="4759008" cy="1503576"/>
          </a:xfrm>
          <a:prstGeom prst="rect">
            <a:avLst/>
          </a:prstGeom>
          <a:noFill/>
          <a:ln>
            <a:noFill/>
          </a:ln>
        </p:spPr>
      </p:pic>
      <p:pic>
        <p:nvPicPr>
          <p:cNvPr id="336" name="Google Shape;336;p33"/>
          <p:cNvPicPr preferRelativeResize="0"/>
          <p:nvPr/>
        </p:nvPicPr>
        <p:blipFill rotWithShape="1">
          <a:blip r:embed="rId7">
            <a:alphaModFix amt="82000"/>
          </a:blip>
          <a:srcRect l="50645" t="40792" r="22239" b="43575"/>
          <a:stretch/>
        </p:blipFill>
        <p:spPr>
          <a:xfrm flipH="1">
            <a:off x="7171840" y="1264322"/>
            <a:ext cx="2446373" cy="793376"/>
          </a:xfrm>
          <a:prstGeom prst="rect">
            <a:avLst/>
          </a:prstGeom>
          <a:noFill/>
          <a:ln>
            <a:noFill/>
          </a:ln>
        </p:spPr>
      </p:pic>
      <p:sp>
        <p:nvSpPr>
          <p:cNvPr id="337" name="Google Shape;337;p33"/>
          <p:cNvSpPr/>
          <p:nvPr/>
        </p:nvSpPr>
        <p:spPr>
          <a:xfrm>
            <a:off x="398388" y="-474649"/>
            <a:ext cx="477279" cy="5796145"/>
          </a:xfrm>
          <a:custGeom>
            <a:avLst/>
            <a:gdLst/>
            <a:ahLst/>
            <a:cxnLst/>
            <a:rect l="l" t="t" r="r" b="b"/>
            <a:pathLst>
              <a:path w="7860" h="95453" extrusionOk="0">
                <a:moveTo>
                  <a:pt x="3582" y="28084"/>
                </a:moveTo>
                <a:cubicBezTo>
                  <a:pt x="3748" y="28084"/>
                  <a:pt x="3914" y="28121"/>
                  <a:pt x="4037" y="28254"/>
                </a:cubicBezTo>
                <a:cubicBezTo>
                  <a:pt x="4049" y="28265"/>
                  <a:pt x="4061" y="28301"/>
                  <a:pt x="4061" y="28313"/>
                </a:cubicBezTo>
                <a:cubicBezTo>
                  <a:pt x="4120" y="28361"/>
                  <a:pt x="4132" y="28432"/>
                  <a:pt x="4132" y="28504"/>
                </a:cubicBezTo>
                <a:cubicBezTo>
                  <a:pt x="4156" y="28599"/>
                  <a:pt x="4132" y="28682"/>
                  <a:pt x="4120" y="28754"/>
                </a:cubicBezTo>
                <a:cubicBezTo>
                  <a:pt x="4025" y="29182"/>
                  <a:pt x="3728" y="29575"/>
                  <a:pt x="3454" y="29920"/>
                </a:cubicBezTo>
                <a:cubicBezTo>
                  <a:pt x="2966" y="30540"/>
                  <a:pt x="2335" y="31075"/>
                  <a:pt x="1620" y="31409"/>
                </a:cubicBezTo>
                <a:cubicBezTo>
                  <a:pt x="1471" y="31483"/>
                  <a:pt x="1249" y="31573"/>
                  <a:pt x="1045" y="31573"/>
                </a:cubicBezTo>
                <a:cubicBezTo>
                  <a:pt x="891" y="31573"/>
                  <a:pt x="748" y="31522"/>
                  <a:pt x="656" y="31373"/>
                </a:cubicBezTo>
                <a:cubicBezTo>
                  <a:pt x="549" y="31218"/>
                  <a:pt x="584" y="30980"/>
                  <a:pt x="632" y="30802"/>
                </a:cubicBezTo>
                <a:cubicBezTo>
                  <a:pt x="644" y="30706"/>
                  <a:pt x="691" y="30635"/>
                  <a:pt x="715" y="30563"/>
                </a:cubicBezTo>
                <a:cubicBezTo>
                  <a:pt x="846" y="30004"/>
                  <a:pt x="1180" y="29504"/>
                  <a:pt x="1549" y="29099"/>
                </a:cubicBezTo>
                <a:cubicBezTo>
                  <a:pt x="2049" y="28563"/>
                  <a:pt x="2751" y="28135"/>
                  <a:pt x="3501" y="28087"/>
                </a:cubicBezTo>
                <a:cubicBezTo>
                  <a:pt x="3528" y="28085"/>
                  <a:pt x="3555" y="28084"/>
                  <a:pt x="3582" y="28084"/>
                </a:cubicBezTo>
                <a:close/>
                <a:moveTo>
                  <a:pt x="4752" y="0"/>
                </a:moveTo>
                <a:cubicBezTo>
                  <a:pt x="3799" y="893"/>
                  <a:pt x="3085" y="1953"/>
                  <a:pt x="2442" y="3084"/>
                </a:cubicBezTo>
                <a:cubicBezTo>
                  <a:pt x="2311" y="3143"/>
                  <a:pt x="2251" y="3250"/>
                  <a:pt x="2204" y="3381"/>
                </a:cubicBezTo>
                <a:cubicBezTo>
                  <a:pt x="2120" y="3727"/>
                  <a:pt x="1882" y="3989"/>
                  <a:pt x="1715" y="4298"/>
                </a:cubicBezTo>
                <a:cubicBezTo>
                  <a:pt x="1084" y="5525"/>
                  <a:pt x="608" y="6787"/>
                  <a:pt x="525" y="8156"/>
                </a:cubicBezTo>
                <a:cubicBezTo>
                  <a:pt x="418" y="9775"/>
                  <a:pt x="1013" y="11192"/>
                  <a:pt x="1834" y="12537"/>
                </a:cubicBezTo>
                <a:cubicBezTo>
                  <a:pt x="3037" y="14538"/>
                  <a:pt x="4275" y="16538"/>
                  <a:pt x="5133" y="18740"/>
                </a:cubicBezTo>
                <a:cubicBezTo>
                  <a:pt x="5573" y="19860"/>
                  <a:pt x="5906" y="21003"/>
                  <a:pt x="5990" y="22205"/>
                </a:cubicBezTo>
                <a:cubicBezTo>
                  <a:pt x="6061" y="22717"/>
                  <a:pt x="6061" y="23217"/>
                  <a:pt x="5990" y="23729"/>
                </a:cubicBezTo>
                <a:cubicBezTo>
                  <a:pt x="6025" y="23979"/>
                  <a:pt x="5930" y="24217"/>
                  <a:pt x="5895" y="24455"/>
                </a:cubicBezTo>
                <a:cubicBezTo>
                  <a:pt x="5775" y="25551"/>
                  <a:pt x="5430" y="26587"/>
                  <a:pt x="4978" y="27575"/>
                </a:cubicBezTo>
                <a:cubicBezTo>
                  <a:pt x="4902" y="27727"/>
                  <a:pt x="4826" y="27801"/>
                  <a:pt x="4719" y="27801"/>
                </a:cubicBezTo>
                <a:cubicBezTo>
                  <a:pt x="4658" y="27801"/>
                  <a:pt x="4588" y="27777"/>
                  <a:pt x="4501" y="27730"/>
                </a:cubicBezTo>
                <a:cubicBezTo>
                  <a:pt x="4183" y="27544"/>
                  <a:pt x="3851" y="27479"/>
                  <a:pt x="3507" y="27479"/>
                </a:cubicBezTo>
                <a:cubicBezTo>
                  <a:pt x="3299" y="27479"/>
                  <a:pt x="3086" y="27503"/>
                  <a:pt x="2870" y="27539"/>
                </a:cubicBezTo>
                <a:cubicBezTo>
                  <a:pt x="1418" y="27789"/>
                  <a:pt x="96" y="29480"/>
                  <a:pt x="49" y="30932"/>
                </a:cubicBezTo>
                <a:cubicBezTo>
                  <a:pt x="1" y="31123"/>
                  <a:pt x="1" y="31325"/>
                  <a:pt x="49" y="31540"/>
                </a:cubicBezTo>
                <a:cubicBezTo>
                  <a:pt x="188" y="32078"/>
                  <a:pt x="478" y="32357"/>
                  <a:pt x="918" y="32357"/>
                </a:cubicBezTo>
                <a:cubicBezTo>
                  <a:pt x="1003" y="32357"/>
                  <a:pt x="1095" y="32347"/>
                  <a:pt x="1192" y="32325"/>
                </a:cubicBezTo>
                <a:cubicBezTo>
                  <a:pt x="1501" y="32254"/>
                  <a:pt x="1799" y="32147"/>
                  <a:pt x="2085" y="31968"/>
                </a:cubicBezTo>
                <a:cubicBezTo>
                  <a:pt x="3216" y="31242"/>
                  <a:pt x="3990" y="30170"/>
                  <a:pt x="4740" y="29087"/>
                </a:cubicBezTo>
                <a:cubicBezTo>
                  <a:pt x="4864" y="28907"/>
                  <a:pt x="4962" y="28811"/>
                  <a:pt x="5066" y="28811"/>
                </a:cubicBezTo>
                <a:cubicBezTo>
                  <a:pt x="5162" y="28811"/>
                  <a:pt x="5263" y="28892"/>
                  <a:pt x="5394" y="29063"/>
                </a:cubicBezTo>
                <a:cubicBezTo>
                  <a:pt x="5704" y="29480"/>
                  <a:pt x="6025" y="29885"/>
                  <a:pt x="6264" y="30361"/>
                </a:cubicBezTo>
                <a:cubicBezTo>
                  <a:pt x="6764" y="31373"/>
                  <a:pt x="7180" y="32421"/>
                  <a:pt x="7240" y="33564"/>
                </a:cubicBezTo>
                <a:cubicBezTo>
                  <a:pt x="7299" y="33945"/>
                  <a:pt x="7311" y="34338"/>
                  <a:pt x="7240" y="34719"/>
                </a:cubicBezTo>
                <a:cubicBezTo>
                  <a:pt x="7240" y="35540"/>
                  <a:pt x="7026" y="36314"/>
                  <a:pt x="6764" y="37076"/>
                </a:cubicBezTo>
                <a:cubicBezTo>
                  <a:pt x="6299" y="38445"/>
                  <a:pt x="5537" y="39695"/>
                  <a:pt x="5002" y="41029"/>
                </a:cubicBezTo>
                <a:cubicBezTo>
                  <a:pt x="4466" y="42374"/>
                  <a:pt x="3847" y="43684"/>
                  <a:pt x="3454" y="45077"/>
                </a:cubicBezTo>
                <a:cubicBezTo>
                  <a:pt x="2906" y="47006"/>
                  <a:pt x="2442" y="48935"/>
                  <a:pt x="1894" y="50852"/>
                </a:cubicBezTo>
                <a:cubicBezTo>
                  <a:pt x="1263" y="53078"/>
                  <a:pt x="846" y="55316"/>
                  <a:pt x="703" y="57626"/>
                </a:cubicBezTo>
                <a:cubicBezTo>
                  <a:pt x="632" y="57793"/>
                  <a:pt x="727" y="57995"/>
                  <a:pt x="632" y="58162"/>
                </a:cubicBezTo>
                <a:cubicBezTo>
                  <a:pt x="608" y="59269"/>
                  <a:pt x="549" y="60365"/>
                  <a:pt x="894" y="61424"/>
                </a:cubicBezTo>
                <a:cubicBezTo>
                  <a:pt x="1251" y="62544"/>
                  <a:pt x="1775" y="63532"/>
                  <a:pt x="3108" y="63734"/>
                </a:cubicBezTo>
                <a:cubicBezTo>
                  <a:pt x="3142" y="63738"/>
                  <a:pt x="3176" y="63739"/>
                  <a:pt x="3210" y="63739"/>
                </a:cubicBezTo>
                <a:cubicBezTo>
                  <a:pt x="3411" y="63739"/>
                  <a:pt x="3605" y="63686"/>
                  <a:pt x="3799" y="63686"/>
                </a:cubicBezTo>
                <a:cubicBezTo>
                  <a:pt x="4061" y="63686"/>
                  <a:pt x="4120" y="63758"/>
                  <a:pt x="4037" y="64008"/>
                </a:cubicBezTo>
                <a:cubicBezTo>
                  <a:pt x="3228" y="66068"/>
                  <a:pt x="2894" y="68223"/>
                  <a:pt x="2727" y="70402"/>
                </a:cubicBezTo>
                <a:cubicBezTo>
                  <a:pt x="2656" y="70533"/>
                  <a:pt x="2739" y="70711"/>
                  <a:pt x="2656" y="70842"/>
                </a:cubicBezTo>
                <a:lnTo>
                  <a:pt x="2656" y="72688"/>
                </a:lnTo>
                <a:cubicBezTo>
                  <a:pt x="2632" y="73890"/>
                  <a:pt x="2727" y="75069"/>
                  <a:pt x="3085" y="76236"/>
                </a:cubicBezTo>
                <a:cubicBezTo>
                  <a:pt x="3382" y="77212"/>
                  <a:pt x="3870" y="78105"/>
                  <a:pt x="4275" y="79046"/>
                </a:cubicBezTo>
                <a:cubicBezTo>
                  <a:pt x="4775" y="80260"/>
                  <a:pt x="5228" y="81486"/>
                  <a:pt x="5299" y="82808"/>
                </a:cubicBezTo>
                <a:cubicBezTo>
                  <a:pt x="5406" y="84749"/>
                  <a:pt x="4775" y="86511"/>
                  <a:pt x="4025" y="88261"/>
                </a:cubicBezTo>
                <a:cubicBezTo>
                  <a:pt x="3335" y="89809"/>
                  <a:pt x="2477" y="91261"/>
                  <a:pt x="1501" y="92642"/>
                </a:cubicBezTo>
                <a:cubicBezTo>
                  <a:pt x="1072" y="93273"/>
                  <a:pt x="763" y="93976"/>
                  <a:pt x="715" y="94762"/>
                </a:cubicBezTo>
                <a:cubicBezTo>
                  <a:pt x="703" y="95107"/>
                  <a:pt x="822" y="95321"/>
                  <a:pt x="1144" y="95417"/>
                </a:cubicBezTo>
                <a:cubicBezTo>
                  <a:pt x="1221" y="95440"/>
                  <a:pt x="1293" y="95452"/>
                  <a:pt x="1364" y="95452"/>
                </a:cubicBezTo>
                <a:cubicBezTo>
                  <a:pt x="1436" y="95452"/>
                  <a:pt x="1507" y="95440"/>
                  <a:pt x="1584" y="95417"/>
                </a:cubicBezTo>
                <a:cubicBezTo>
                  <a:pt x="1775" y="95369"/>
                  <a:pt x="1977" y="95345"/>
                  <a:pt x="2180" y="95298"/>
                </a:cubicBezTo>
                <a:cubicBezTo>
                  <a:pt x="2323" y="95250"/>
                  <a:pt x="2382" y="95131"/>
                  <a:pt x="2358" y="94988"/>
                </a:cubicBezTo>
                <a:cubicBezTo>
                  <a:pt x="2323" y="94845"/>
                  <a:pt x="2239" y="94786"/>
                  <a:pt x="2096" y="94774"/>
                </a:cubicBezTo>
                <a:cubicBezTo>
                  <a:pt x="2009" y="94774"/>
                  <a:pt x="1922" y="94768"/>
                  <a:pt x="1834" y="94768"/>
                </a:cubicBezTo>
                <a:cubicBezTo>
                  <a:pt x="1791" y="94768"/>
                  <a:pt x="1747" y="94770"/>
                  <a:pt x="1704" y="94774"/>
                </a:cubicBezTo>
                <a:cubicBezTo>
                  <a:pt x="1652" y="94780"/>
                  <a:pt x="1606" y="94783"/>
                  <a:pt x="1564" y="94783"/>
                </a:cubicBezTo>
                <a:cubicBezTo>
                  <a:pt x="1364" y="94783"/>
                  <a:pt x="1281" y="94698"/>
                  <a:pt x="1370" y="94393"/>
                </a:cubicBezTo>
                <a:cubicBezTo>
                  <a:pt x="1501" y="93869"/>
                  <a:pt x="1727" y="93393"/>
                  <a:pt x="2013" y="92964"/>
                </a:cubicBezTo>
                <a:cubicBezTo>
                  <a:pt x="2954" y="91571"/>
                  <a:pt x="3811" y="90166"/>
                  <a:pt x="4501" y="88630"/>
                </a:cubicBezTo>
                <a:cubicBezTo>
                  <a:pt x="5180" y="87070"/>
                  <a:pt x="5644" y="85439"/>
                  <a:pt x="5811" y="83748"/>
                </a:cubicBezTo>
                <a:cubicBezTo>
                  <a:pt x="5847" y="83463"/>
                  <a:pt x="5847" y="83165"/>
                  <a:pt x="5811" y="82879"/>
                </a:cubicBezTo>
                <a:cubicBezTo>
                  <a:pt x="5728" y="81379"/>
                  <a:pt x="5240" y="80010"/>
                  <a:pt x="4644" y="78641"/>
                </a:cubicBezTo>
                <a:cubicBezTo>
                  <a:pt x="4204" y="77629"/>
                  <a:pt x="3680" y="76652"/>
                  <a:pt x="3406" y="75557"/>
                </a:cubicBezTo>
                <a:cubicBezTo>
                  <a:pt x="3025" y="74009"/>
                  <a:pt x="3156" y="72449"/>
                  <a:pt x="3156" y="70890"/>
                </a:cubicBezTo>
                <a:cubicBezTo>
                  <a:pt x="3228" y="70759"/>
                  <a:pt x="3132" y="70580"/>
                  <a:pt x="3228" y="70437"/>
                </a:cubicBezTo>
                <a:cubicBezTo>
                  <a:pt x="3216" y="69866"/>
                  <a:pt x="3335" y="69282"/>
                  <a:pt x="3406" y="68699"/>
                </a:cubicBezTo>
                <a:cubicBezTo>
                  <a:pt x="3573" y="67306"/>
                  <a:pt x="3859" y="65949"/>
                  <a:pt x="4323" y="64627"/>
                </a:cubicBezTo>
                <a:cubicBezTo>
                  <a:pt x="4561" y="63925"/>
                  <a:pt x="4835" y="63294"/>
                  <a:pt x="5633" y="62913"/>
                </a:cubicBezTo>
                <a:cubicBezTo>
                  <a:pt x="6406" y="62544"/>
                  <a:pt x="6942" y="61805"/>
                  <a:pt x="7276" y="60996"/>
                </a:cubicBezTo>
                <a:cubicBezTo>
                  <a:pt x="7419" y="60662"/>
                  <a:pt x="7716" y="60293"/>
                  <a:pt x="7276" y="59960"/>
                </a:cubicBezTo>
                <a:cubicBezTo>
                  <a:pt x="7198" y="59900"/>
                  <a:pt x="7109" y="59870"/>
                  <a:pt x="7012" y="59870"/>
                </a:cubicBezTo>
                <a:cubicBezTo>
                  <a:pt x="6782" y="59870"/>
                  <a:pt x="6508" y="60038"/>
                  <a:pt x="6240" y="60365"/>
                </a:cubicBezTo>
                <a:cubicBezTo>
                  <a:pt x="5644" y="61079"/>
                  <a:pt x="5037" y="61793"/>
                  <a:pt x="4644" y="62639"/>
                </a:cubicBezTo>
                <a:cubicBezTo>
                  <a:pt x="4561" y="62817"/>
                  <a:pt x="4442" y="62924"/>
                  <a:pt x="4228" y="62996"/>
                </a:cubicBezTo>
                <a:cubicBezTo>
                  <a:pt x="3936" y="63090"/>
                  <a:pt x="3660" y="63137"/>
                  <a:pt x="3402" y="63137"/>
                </a:cubicBezTo>
                <a:cubicBezTo>
                  <a:pt x="2554" y="63137"/>
                  <a:pt x="1902" y="62635"/>
                  <a:pt x="1537" y="61686"/>
                </a:cubicBezTo>
                <a:cubicBezTo>
                  <a:pt x="1120" y="60591"/>
                  <a:pt x="1084" y="59448"/>
                  <a:pt x="1132" y="58281"/>
                </a:cubicBezTo>
                <a:cubicBezTo>
                  <a:pt x="1227" y="58114"/>
                  <a:pt x="1108" y="57912"/>
                  <a:pt x="1203" y="57745"/>
                </a:cubicBezTo>
                <a:cubicBezTo>
                  <a:pt x="1192" y="56388"/>
                  <a:pt x="1465" y="55078"/>
                  <a:pt x="1715" y="53757"/>
                </a:cubicBezTo>
                <a:cubicBezTo>
                  <a:pt x="2073" y="51911"/>
                  <a:pt x="2680" y="50125"/>
                  <a:pt x="3132" y="48292"/>
                </a:cubicBezTo>
                <a:cubicBezTo>
                  <a:pt x="3930" y="45006"/>
                  <a:pt x="5097" y="41850"/>
                  <a:pt x="6597" y="38814"/>
                </a:cubicBezTo>
                <a:cubicBezTo>
                  <a:pt x="7216" y="37540"/>
                  <a:pt x="7633" y="36183"/>
                  <a:pt x="7728" y="34754"/>
                </a:cubicBezTo>
                <a:cubicBezTo>
                  <a:pt x="7800" y="34588"/>
                  <a:pt x="7692" y="34385"/>
                  <a:pt x="7800" y="34219"/>
                </a:cubicBezTo>
                <a:cubicBezTo>
                  <a:pt x="7847" y="34207"/>
                  <a:pt x="7847" y="34159"/>
                  <a:pt x="7847" y="34100"/>
                </a:cubicBezTo>
                <a:cubicBezTo>
                  <a:pt x="7740" y="33909"/>
                  <a:pt x="7859" y="33683"/>
                  <a:pt x="7776" y="33468"/>
                </a:cubicBezTo>
                <a:cubicBezTo>
                  <a:pt x="7549" y="31540"/>
                  <a:pt x="6907" y="29778"/>
                  <a:pt x="5514" y="28373"/>
                </a:cubicBezTo>
                <a:cubicBezTo>
                  <a:pt x="5359" y="28206"/>
                  <a:pt x="5311" y="28099"/>
                  <a:pt x="5418" y="27896"/>
                </a:cubicBezTo>
                <a:cubicBezTo>
                  <a:pt x="6061" y="26432"/>
                  <a:pt x="6502" y="24944"/>
                  <a:pt x="6537" y="23336"/>
                </a:cubicBezTo>
                <a:cubicBezTo>
                  <a:pt x="6585" y="23134"/>
                  <a:pt x="6585" y="22931"/>
                  <a:pt x="6537" y="22729"/>
                </a:cubicBezTo>
                <a:cubicBezTo>
                  <a:pt x="6537" y="21705"/>
                  <a:pt x="6323" y="20705"/>
                  <a:pt x="6025" y="19717"/>
                </a:cubicBezTo>
                <a:cubicBezTo>
                  <a:pt x="5287" y="17300"/>
                  <a:pt x="4037" y="15121"/>
                  <a:pt x="2716" y="12978"/>
                </a:cubicBezTo>
                <a:cubicBezTo>
                  <a:pt x="2120" y="12025"/>
                  <a:pt x="1525" y="11061"/>
                  <a:pt x="1239" y="9954"/>
                </a:cubicBezTo>
                <a:cubicBezTo>
                  <a:pt x="727" y="8037"/>
                  <a:pt x="1227" y="6251"/>
                  <a:pt x="2096" y="4560"/>
                </a:cubicBezTo>
                <a:cubicBezTo>
                  <a:pt x="2882" y="3024"/>
                  <a:pt x="3739" y="1524"/>
                  <a:pt x="4835" y="179"/>
                </a:cubicBezTo>
                <a:cubicBezTo>
                  <a:pt x="4882" y="72"/>
                  <a:pt x="4823" y="36"/>
                  <a:pt x="4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8" name="Google Shape;338;p33"/>
          <p:cNvGrpSpPr/>
          <p:nvPr/>
        </p:nvGrpSpPr>
        <p:grpSpPr>
          <a:xfrm rot="-743451" flipH="1">
            <a:off x="6839955" y="3124304"/>
            <a:ext cx="2335622" cy="2530461"/>
            <a:chOff x="5032175" y="2294450"/>
            <a:chExt cx="1144500" cy="1239975"/>
          </a:xfrm>
        </p:grpSpPr>
        <p:sp>
          <p:nvSpPr>
            <p:cNvPr id="339" name="Google Shape;339;p33"/>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3"/>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3"/>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3"/>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43" name="Google Shape;343;p33"/>
          <p:cNvPicPr preferRelativeResize="0"/>
          <p:nvPr/>
        </p:nvPicPr>
        <p:blipFill rotWithShape="1">
          <a:blip r:embed="rId8">
            <a:alphaModFix/>
          </a:blip>
          <a:srcRect l="28680" t="19555" r="23804" b="32703"/>
          <a:stretch/>
        </p:blipFill>
        <p:spPr>
          <a:xfrm rot="1294285">
            <a:off x="7137198" y="2400358"/>
            <a:ext cx="1287875" cy="727827"/>
          </a:xfrm>
          <a:prstGeom prst="rect">
            <a:avLst/>
          </a:prstGeom>
          <a:noFill/>
          <a:ln>
            <a:noFill/>
          </a:ln>
        </p:spPr>
      </p:pic>
      <p:pic>
        <p:nvPicPr>
          <p:cNvPr id="344" name="Google Shape;344;p33"/>
          <p:cNvPicPr preferRelativeResize="0"/>
          <p:nvPr/>
        </p:nvPicPr>
        <p:blipFill rotWithShape="1">
          <a:blip r:embed="rId9">
            <a:alphaModFix amt="76000"/>
          </a:blip>
          <a:srcRect l="37412" t="9009" r="30455" b="20771"/>
          <a:stretch/>
        </p:blipFill>
        <p:spPr>
          <a:xfrm>
            <a:off x="3489737" y="-1427775"/>
            <a:ext cx="2164526" cy="2660675"/>
          </a:xfrm>
          <a:prstGeom prst="rect">
            <a:avLst/>
          </a:prstGeom>
          <a:noFill/>
          <a:ln>
            <a:noFill/>
          </a:ln>
        </p:spPr>
      </p:pic>
      <p:pic>
        <p:nvPicPr>
          <p:cNvPr id="345" name="Google Shape;345;p33"/>
          <p:cNvPicPr preferRelativeResize="0"/>
          <p:nvPr/>
        </p:nvPicPr>
        <p:blipFill rotWithShape="1">
          <a:blip r:embed="rId8">
            <a:alphaModFix/>
          </a:blip>
          <a:srcRect l="28680" t="19555" r="23804" b="32703"/>
          <a:stretch/>
        </p:blipFill>
        <p:spPr>
          <a:xfrm rot="-1761291">
            <a:off x="4595648" y="171009"/>
            <a:ext cx="1287877" cy="727827"/>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CUSTOM_4_1">
    <p:spTree>
      <p:nvGrpSpPr>
        <p:cNvPr id="1" name="Shape 346"/>
        <p:cNvGrpSpPr/>
        <p:nvPr/>
      </p:nvGrpSpPr>
      <p:grpSpPr>
        <a:xfrm>
          <a:off x="0" y="0"/>
          <a:ext cx="0" cy="0"/>
          <a:chOff x="0" y="0"/>
          <a:chExt cx="0" cy="0"/>
        </a:xfrm>
      </p:grpSpPr>
      <p:pic>
        <p:nvPicPr>
          <p:cNvPr id="347" name="Google Shape;347;p34"/>
          <p:cNvPicPr preferRelativeResize="0"/>
          <p:nvPr/>
        </p:nvPicPr>
        <p:blipFill rotWithShape="1">
          <a:blip r:embed="rId2">
            <a:alphaModFix amt="76000"/>
          </a:blip>
          <a:srcRect l="37412" t="9009" r="30455" b="20771"/>
          <a:stretch/>
        </p:blipFill>
        <p:spPr>
          <a:xfrm>
            <a:off x="-461550" y="-25700"/>
            <a:ext cx="1834123" cy="2254524"/>
          </a:xfrm>
          <a:prstGeom prst="rect">
            <a:avLst/>
          </a:prstGeom>
          <a:noFill/>
          <a:ln>
            <a:noFill/>
          </a:ln>
        </p:spPr>
      </p:pic>
      <p:pic>
        <p:nvPicPr>
          <p:cNvPr id="348" name="Google Shape;348;p34"/>
          <p:cNvPicPr preferRelativeResize="0"/>
          <p:nvPr/>
        </p:nvPicPr>
        <p:blipFill rotWithShape="1">
          <a:blip r:embed="rId3">
            <a:alphaModFix amt="62000"/>
          </a:blip>
          <a:srcRect l="11472" t="21324" r="10378" b="61757"/>
          <a:stretch/>
        </p:blipFill>
        <p:spPr>
          <a:xfrm>
            <a:off x="-369475" y="225751"/>
            <a:ext cx="5077949" cy="618324"/>
          </a:xfrm>
          <a:prstGeom prst="rect">
            <a:avLst/>
          </a:prstGeom>
          <a:noFill/>
          <a:ln>
            <a:noFill/>
          </a:ln>
        </p:spPr>
      </p:pic>
      <p:pic>
        <p:nvPicPr>
          <p:cNvPr id="349" name="Google Shape;349;p34"/>
          <p:cNvPicPr preferRelativeResize="0"/>
          <p:nvPr/>
        </p:nvPicPr>
        <p:blipFill rotWithShape="1">
          <a:blip r:embed="rId4">
            <a:alphaModFix amt="92000"/>
          </a:blip>
          <a:srcRect l="35653" t="26726" r="33387" b="27688"/>
          <a:stretch/>
        </p:blipFill>
        <p:spPr>
          <a:xfrm rot="5165263">
            <a:off x="6889710" y="2952988"/>
            <a:ext cx="3373756" cy="2794050"/>
          </a:xfrm>
          <a:prstGeom prst="rect">
            <a:avLst/>
          </a:prstGeom>
          <a:noFill/>
          <a:ln>
            <a:noFill/>
          </a:ln>
        </p:spPr>
      </p:pic>
      <p:sp>
        <p:nvSpPr>
          <p:cNvPr id="350" name="Google Shape;350;p34"/>
          <p:cNvSpPr/>
          <p:nvPr/>
        </p:nvSpPr>
        <p:spPr>
          <a:xfrm rot="-3210999">
            <a:off x="7543709" y="-1668058"/>
            <a:ext cx="1447690" cy="4544882"/>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1" name="Google Shape;351;p34"/>
          <p:cNvPicPr preferRelativeResize="0"/>
          <p:nvPr/>
        </p:nvPicPr>
        <p:blipFill rotWithShape="1">
          <a:blip r:embed="rId5">
            <a:alphaModFix amt="74000"/>
          </a:blip>
          <a:srcRect l="37807" t="9859" r="25038" b="24368"/>
          <a:stretch/>
        </p:blipFill>
        <p:spPr>
          <a:xfrm rot="2949503">
            <a:off x="219937" y="3637871"/>
            <a:ext cx="3011204" cy="2998649"/>
          </a:xfrm>
          <a:prstGeom prst="rect">
            <a:avLst/>
          </a:prstGeom>
          <a:noFill/>
          <a:ln>
            <a:noFill/>
          </a:ln>
        </p:spPr>
      </p:pic>
      <p:pic>
        <p:nvPicPr>
          <p:cNvPr id="352" name="Google Shape;352;p34"/>
          <p:cNvPicPr preferRelativeResize="0"/>
          <p:nvPr/>
        </p:nvPicPr>
        <p:blipFill rotWithShape="1">
          <a:blip r:embed="rId6">
            <a:alphaModFix amt="77000"/>
          </a:blip>
          <a:srcRect l="2217" t="17852" r="9074" b="32321"/>
          <a:stretch/>
        </p:blipFill>
        <p:spPr>
          <a:xfrm>
            <a:off x="-1051563" y="4692012"/>
            <a:ext cx="4759008" cy="1503576"/>
          </a:xfrm>
          <a:prstGeom prst="rect">
            <a:avLst/>
          </a:prstGeom>
          <a:noFill/>
          <a:ln>
            <a:noFill/>
          </a:ln>
        </p:spPr>
      </p:pic>
      <p:grpSp>
        <p:nvGrpSpPr>
          <p:cNvPr id="353" name="Google Shape;353;p34"/>
          <p:cNvGrpSpPr/>
          <p:nvPr/>
        </p:nvGrpSpPr>
        <p:grpSpPr>
          <a:xfrm rot="-6958614" flipH="1">
            <a:off x="124494" y="1596995"/>
            <a:ext cx="1500822" cy="2830782"/>
            <a:chOff x="2145200" y="1846500"/>
            <a:chExt cx="1056700" cy="1993100"/>
          </a:xfrm>
        </p:grpSpPr>
        <p:sp>
          <p:nvSpPr>
            <p:cNvPr id="354" name="Google Shape;354;p34"/>
            <p:cNvSpPr/>
            <p:nvPr/>
          </p:nvSpPr>
          <p:spPr>
            <a:xfrm>
              <a:off x="2145200" y="1846500"/>
              <a:ext cx="1056700" cy="1993100"/>
            </a:xfrm>
            <a:custGeom>
              <a:avLst/>
              <a:gdLst/>
              <a:ahLst/>
              <a:cxnLst/>
              <a:rect l="l" t="t" r="r" b="b"/>
              <a:pathLst>
                <a:path w="42268" h="79724" extrusionOk="0">
                  <a:moveTo>
                    <a:pt x="31397" y="417"/>
                  </a:moveTo>
                  <a:cubicBezTo>
                    <a:pt x="31635" y="2676"/>
                    <a:pt x="31873" y="4936"/>
                    <a:pt x="31980" y="7208"/>
                  </a:cubicBezTo>
                  <a:lnTo>
                    <a:pt x="31980" y="7208"/>
                  </a:lnTo>
                  <a:cubicBezTo>
                    <a:pt x="31977" y="7176"/>
                    <a:pt x="31957" y="7153"/>
                    <a:pt x="31957" y="7120"/>
                  </a:cubicBezTo>
                  <a:cubicBezTo>
                    <a:pt x="31742" y="5179"/>
                    <a:pt x="31504" y="3239"/>
                    <a:pt x="31278" y="1286"/>
                  </a:cubicBezTo>
                  <a:cubicBezTo>
                    <a:pt x="31242" y="1072"/>
                    <a:pt x="31266" y="833"/>
                    <a:pt x="31266" y="595"/>
                  </a:cubicBezTo>
                  <a:cubicBezTo>
                    <a:pt x="31266" y="536"/>
                    <a:pt x="31302" y="476"/>
                    <a:pt x="31326" y="417"/>
                  </a:cubicBezTo>
                  <a:close/>
                  <a:moveTo>
                    <a:pt x="32397" y="16573"/>
                  </a:moveTo>
                  <a:cubicBezTo>
                    <a:pt x="32421" y="16573"/>
                    <a:pt x="32457" y="16597"/>
                    <a:pt x="32493" y="16609"/>
                  </a:cubicBezTo>
                  <a:cubicBezTo>
                    <a:pt x="32731" y="21300"/>
                    <a:pt x="32242" y="25920"/>
                    <a:pt x="31040" y="30539"/>
                  </a:cubicBezTo>
                  <a:cubicBezTo>
                    <a:pt x="30921" y="30480"/>
                    <a:pt x="30838" y="30444"/>
                    <a:pt x="30766" y="30420"/>
                  </a:cubicBezTo>
                  <a:cubicBezTo>
                    <a:pt x="29635" y="30028"/>
                    <a:pt x="28599" y="29480"/>
                    <a:pt x="27670" y="28706"/>
                  </a:cubicBezTo>
                  <a:cubicBezTo>
                    <a:pt x="26575" y="27801"/>
                    <a:pt x="25742" y="26682"/>
                    <a:pt x="25337" y="25301"/>
                  </a:cubicBezTo>
                  <a:cubicBezTo>
                    <a:pt x="24801" y="23467"/>
                    <a:pt x="24980" y="21669"/>
                    <a:pt x="25658" y="19895"/>
                  </a:cubicBezTo>
                  <a:cubicBezTo>
                    <a:pt x="25920" y="19276"/>
                    <a:pt x="26254" y="18681"/>
                    <a:pt x="26718" y="18181"/>
                  </a:cubicBezTo>
                  <a:cubicBezTo>
                    <a:pt x="27492" y="17371"/>
                    <a:pt x="28444" y="16859"/>
                    <a:pt x="29575" y="16740"/>
                  </a:cubicBezTo>
                  <a:cubicBezTo>
                    <a:pt x="30516" y="16633"/>
                    <a:pt x="31457" y="16621"/>
                    <a:pt x="32397" y="16573"/>
                  </a:cubicBezTo>
                  <a:close/>
                  <a:moveTo>
                    <a:pt x="36362" y="16388"/>
                  </a:moveTo>
                  <a:cubicBezTo>
                    <a:pt x="36678" y="16388"/>
                    <a:pt x="36993" y="16399"/>
                    <a:pt x="37303" y="16431"/>
                  </a:cubicBezTo>
                  <a:cubicBezTo>
                    <a:pt x="38374" y="16514"/>
                    <a:pt x="39291" y="16966"/>
                    <a:pt x="40053" y="17740"/>
                  </a:cubicBezTo>
                  <a:cubicBezTo>
                    <a:pt x="40553" y="18240"/>
                    <a:pt x="40922" y="18836"/>
                    <a:pt x="41184" y="19479"/>
                  </a:cubicBezTo>
                  <a:cubicBezTo>
                    <a:pt x="42053" y="21574"/>
                    <a:pt x="42137" y="23705"/>
                    <a:pt x="41339" y="25848"/>
                  </a:cubicBezTo>
                  <a:cubicBezTo>
                    <a:pt x="40922" y="26956"/>
                    <a:pt x="40386" y="27980"/>
                    <a:pt x="39481" y="28765"/>
                  </a:cubicBezTo>
                  <a:cubicBezTo>
                    <a:pt x="39184" y="29039"/>
                    <a:pt x="38862" y="29289"/>
                    <a:pt x="38541" y="29516"/>
                  </a:cubicBezTo>
                  <a:cubicBezTo>
                    <a:pt x="37422" y="30266"/>
                    <a:pt x="36231" y="30837"/>
                    <a:pt x="34874" y="30980"/>
                  </a:cubicBezTo>
                  <a:cubicBezTo>
                    <a:pt x="34612" y="31009"/>
                    <a:pt x="34351" y="31022"/>
                    <a:pt x="34091" y="31022"/>
                  </a:cubicBezTo>
                  <a:cubicBezTo>
                    <a:pt x="33380" y="31022"/>
                    <a:pt x="32671" y="30923"/>
                    <a:pt x="31957" y="30766"/>
                  </a:cubicBezTo>
                  <a:cubicBezTo>
                    <a:pt x="31742" y="30706"/>
                    <a:pt x="31528" y="30647"/>
                    <a:pt x="31278" y="30539"/>
                  </a:cubicBezTo>
                  <a:cubicBezTo>
                    <a:pt x="32481" y="25944"/>
                    <a:pt x="32969" y="21288"/>
                    <a:pt x="32766" y="16550"/>
                  </a:cubicBezTo>
                  <a:cubicBezTo>
                    <a:pt x="32909" y="16538"/>
                    <a:pt x="33004" y="16514"/>
                    <a:pt x="33100" y="16514"/>
                  </a:cubicBezTo>
                  <a:cubicBezTo>
                    <a:pt x="34028" y="16478"/>
                    <a:pt x="34969" y="16431"/>
                    <a:pt x="35886" y="16395"/>
                  </a:cubicBezTo>
                  <a:cubicBezTo>
                    <a:pt x="36045" y="16391"/>
                    <a:pt x="36203" y="16388"/>
                    <a:pt x="36362" y="16388"/>
                  </a:cubicBezTo>
                  <a:close/>
                  <a:moveTo>
                    <a:pt x="24908" y="21622"/>
                  </a:moveTo>
                  <a:lnTo>
                    <a:pt x="24908" y="21622"/>
                  </a:lnTo>
                  <a:cubicBezTo>
                    <a:pt x="24742" y="22765"/>
                    <a:pt x="24730" y="23884"/>
                    <a:pt x="24992" y="24991"/>
                  </a:cubicBezTo>
                  <a:cubicBezTo>
                    <a:pt x="25265" y="26098"/>
                    <a:pt x="25813" y="27075"/>
                    <a:pt x="26527" y="27980"/>
                  </a:cubicBezTo>
                  <a:cubicBezTo>
                    <a:pt x="26492" y="28039"/>
                    <a:pt x="26480" y="28063"/>
                    <a:pt x="26468" y="28087"/>
                  </a:cubicBezTo>
                  <a:cubicBezTo>
                    <a:pt x="26444" y="28123"/>
                    <a:pt x="26397" y="28170"/>
                    <a:pt x="26349" y="28218"/>
                  </a:cubicBezTo>
                  <a:cubicBezTo>
                    <a:pt x="25754" y="28813"/>
                    <a:pt x="25099" y="29301"/>
                    <a:pt x="24372" y="29706"/>
                  </a:cubicBezTo>
                  <a:cubicBezTo>
                    <a:pt x="23087" y="30409"/>
                    <a:pt x="21741" y="30920"/>
                    <a:pt x="20289" y="31254"/>
                  </a:cubicBezTo>
                  <a:cubicBezTo>
                    <a:pt x="18783" y="31584"/>
                    <a:pt x="17268" y="31664"/>
                    <a:pt x="15737" y="31664"/>
                  </a:cubicBezTo>
                  <a:cubicBezTo>
                    <a:pt x="15500" y="31664"/>
                    <a:pt x="15263" y="31662"/>
                    <a:pt x="15026" y="31659"/>
                  </a:cubicBezTo>
                  <a:cubicBezTo>
                    <a:pt x="14752" y="31659"/>
                    <a:pt x="14490" y="31623"/>
                    <a:pt x="14240" y="31552"/>
                  </a:cubicBezTo>
                  <a:cubicBezTo>
                    <a:pt x="13859" y="31432"/>
                    <a:pt x="13478" y="31313"/>
                    <a:pt x="13133" y="31123"/>
                  </a:cubicBezTo>
                  <a:cubicBezTo>
                    <a:pt x="12728" y="30897"/>
                    <a:pt x="12645" y="30599"/>
                    <a:pt x="12823" y="30182"/>
                  </a:cubicBezTo>
                  <a:cubicBezTo>
                    <a:pt x="12954" y="29873"/>
                    <a:pt x="13121" y="29575"/>
                    <a:pt x="13312" y="29301"/>
                  </a:cubicBezTo>
                  <a:cubicBezTo>
                    <a:pt x="13800" y="28634"/>
                    <a:pt x="14324" y="27968"/>
                    <a:pt x="14859" y="27325"/>
                  </a:cubicBezTo>
                  <a:cubicBezTo>
                    <a:pt x="16110" y="25825"/>
                    <a:pt x="17598" y="24586"/>
                    <a:pt x="19336" y="23705"/>
                  </a:cubicBezTo>
                  <a:cubicBezTo>
                    <a:pt x="19991" y="23360"/>
                    <a:pt x="20670" y="23062"/>
                    <a:pt x="21336" y="22765"/>
                  </a:cubicBezTo>
                  <a:cubicBezTo>
                    <a:pt x="22408" y="22312"/>
                    <a:pt x="23491" y="21919"/>
                    <a:pt x="24634" y="21669"/>
                  </a:cubicBezTo>
                  <a:cubicBezTo>
                    <a:pt x="24718" y="21657"/>
                    <a:pt x="24789" y="21634"/>
                    <a:pt x="24908" y="21622"/>
                  </a:cubicBezTo>
                  <a:close/>
                  <a:moveTo>
                    <a:pt x="11168" y="32742"/>
                  </a:moveTo>
                  <a:lnTo>
                    <a:pt x="11168" y="32742"/>
                  </a:lnTo>
                  <a:cubicBezTo>
                    <a:pt x="11299" y="32778"/>
                    <a:pt x="11407" y="32814"/>
                    <a:pt x="11514" y="32861"/>
                  </a:cubicBezTo>
                  <a:cubicBezTo>
                    <a:pt x="12228" y="33147"/>
                    <a:pt x="12942" y="33409"/>
                    <a:pt x="13645" y="33718"/>
                  </a:cubicBezTo>
                  <a:cubicBezTo>
                    <a:pt x="15586" y="34564"/>
                    <a:pt x="17526" y="35457"/>
                    <a:pt x="19491" y="36314"/>
                  </a:cubicBezTo>
                  <a:cubicBezTo>
                    <a:pt x="20217" y="36635"/>
                    <a:pt x="20991" y="36874"/>
                    <a:pt x="21753" y="37159"/>
                  </a:cubicBezTo>
                  <a:cubicBezTo>
                    <a:pt x="21801" y="37171"/>
                    <a:pt x="21836" y="37207"/>
                    <a:pt x="21896" y="37219"/>
                  </a:cubicBezTo>
                  <a:cubicBezTo>
                    <a:pt x="21896" y="37231"/>
                    <a:pt x="21884" y="37243"/>
                    <a:pt x="21884" y="37266"/>
                  </a:cubicBezTo>
                  <a:cubicBezTo>
                    <a:pt x="21825" y="37266"/>
                    <a:pt x="21777" y="37278"/>
                    <a:pt x="21741" y="37278"/>
                  </a:cubicBezTo>
                  <a:cubicBezTo>
                    <a:pt x="20503" y="37278"/>
                    <a:pt x="19265" y="37278"/>
                    <a:pt x="18026" y="37112"/>
                  </a:cubicBezTo>
                  <a:cubicBezTo>
                    <a:pt x="16836" y="36969"/>
                    <a:pt x="15729" y="36576"/>
                    <a:pt x="14740" y="35873"/>
                  </a:cubicBezTo>
                  <a:cubicBezTo>
                    <a:pt x="14181" y="35457"/>
                    <a:pt x="13645" y="35016"/>
                    <a:pt x="13109" y="34552"/>
                  </a:cubicBezTo>
                  <a:cubicBezTo>
                    <a:pt x="12466" y="34004"/>
                    <a:pt x="11835" y="33421"/>
                    <a:pt x="11216" y="32861"/>
                  </a:cubicBezTo>
                  <a:cubicBezTo>
                    <a:pt x="11204" y="32837"/>
                    <a:pt x="11204" y="32802"/>
                    <a:pt x="11168" y="32742"/>
                  </a:cubicBezTo>
                  <a:close/>
                  <a:moveTo>
                    <a:pt x="7748" y="32018"/>
                  </a:moveTo>
                  <a:cubicBezTo>
                    <a:pt x="9270" y="32018"/>
                    <a:pt x="10668" y="32537"/>
                    <a:pt x="11919" y="33754"/>
                  </a:cubicBezTo>
                  <a:cubicBezTo>
                    <a:pt x="12454" y="34278"/>
                    <a:pt x="12990" y="34778"/>
                    <a:pt x="13550" y="35266"/>
                  </a:cubicBezTo>
                  <a:cubicBezTo>
                    <a:pt x="14443" y="36040"/>
                    <a:pt x="15419" y="36683"/>
                    <a:pt x="16574" y="37040"/>
                  </a:cubicBezTo>
                  <a:cubicBezTo>
                    <a:pt x="17348" y="37278"/>
                    <a:pt x="18145" y="37397"/>
                    <a:pt x="18955" y="37445"/>
                  </a:cubicBezTo>
                  <a:cubicBezTo>
                    <a:pt x="19592" y="37476"/>
                    <a:pt x="20231" y="37497"/>
                    <a:pt x="20873" y="37497"/>
                  </a:cubicBezTo>
                  <a:cubicBezTo>
                    <a:pt x="21467" y="37497"/>
                    <a:pt x="22062" y="37479"/>
                    <a:pt x="22658" y="37433"/>
                  </a:cubicBezTo>
                  <a:cubicBezTo>
                    <a:pt x="22777" y="37421"/>
                    <a:pt x="22896" y="37417"/>
                    <a:pt x="23015" y="37417"/>
                  </a:cubicBezTo>
                  <a:cubicBezTo>
                    <a:pt x="23253" y="37417"/>
                    <a:pt x="23491" y="37433"/>
                    <a:pt x="23730" y="37433"/>
                  </a:cubicBezTo>
                  <a:lnTo>
                    <a:pt x="23730" y="37493"/>
                  </a:lnTo>
                  <a:cubicBezTo>
                    <a:pt x="23658" y="37517"/>
                    <a:pt x="23599" y="37552"/>
                    <a:pt x="23539" y="37564"/>
                  </a:cubicBezTo>
                  <a:cubicBezTo>
                    <a:pt x="22703" y="37799"/>
                    <a:pt x="21852" y="37893"/>
                    <a:pt x="20987" y="37893"/>
                  </a:cubicBezTo>
                  <a:cubicBezTo>
                    <a:pt x="20755" y="37893"/>
                    <a:pt x="20522" y="37886"/>
                    <a:pt x="20289" y="37874"/>
                  </a:cubicBezTo>
                  <a:cubicBezTo>
                    <a:pt x="19241" y="37814"/>
                    <a:pt x="18193" y="37636"/>
                    <a:pt x="17169" y="37409"/>
                  </a:cubicBezTo>
                  <a:cubicBezTo>
                    <a:pt x="14026" y="36743"/>
                    <a:pt x="10918" y="36040"/>
                    <a:pt x="7763" y="35492"/>
                  </a:cubicBezTo>
                  <a:cubicBezTo>
                    <a:pt x="7180" y="35385"/>
                    <a:pt x="6620" y="35231"/>
                    <a:pt x="6049" y="35052"/>
                  </a:cubicBezTo>
                  <a:cubicBezTo>
                    <a:pt x="5561" y="34897"/>
                    <a:pt x="5108" y="34671"/>
                    <a:pt x="4715" y="34373"/>
                  </a:cubicBezTo>
                  <a:cubicBezTo>
                    <a:pt x="4572" y="34254"/>
                    <a:pt x="4441" y="34123"/>
                    <a:pt x="4322" y="33992"/>
                  </a:cubicBezTo>
                  <a:cubicBezTo>
                    <a:pt x="4156" y="33778"/>
                    <a:pt x="4132" y="33540"/>
                    <a:pt x="4251" y="33326"/>
                  </a:cubicBezTo>
                  <a:cubicBezTo>
                    <a:pt x="4322" y="33171"/>
                    <a:pt x="4429" y="33028"/>
                    <a:pt x="4549" y="32909"/>
                  </a:cubicBezTo>
                  <a:cubicBezTo>
                    <a:pt x="4846" y="32587"/>
                    <a:pt x="5227" y="32409"/>
                    <a:pt x="5632" y="32314"/>
                  </a:cubicBezTo>
                  <a:cubicBezTo>
                    <a:pt x="6361" y="32122"/>
                    <a:pt x="7067" y="32018"/>
                    <a:pt x="7748" y="32018"/>
                  </a:cubicBezTo>
                  <a:close/>
                  <a:moveTo>
                    <a:pt x="27813" y="51899"/>
                  </a:moveTo>
                  <a:cubicBezTo>
                    <a:pt x="27790" y="51911"/>
                    <a:pt x="27790" y="51923"/>
                    <a:pt x="27790" y="51935"/>
                  </a:cubicBezTo>
                  <a:cubicBezTo>
                    <a:pt x="27492" y="52054"/>
                    <a:pt x="27182" y="52173"/>
                    <a:pt x="26873" y="52316"/>
                  </a:cubicBezTo>
                  <a:cubicBezTo>
                    <a:pt x="26504" y="52471"/>
                    <a:pt x="26123" y="52673"/>
                    <a:pt x="25754" y="52816"/>
                  </a:cubicBezTo>
                  <a:cubicBezTo>
                    <a:pt x="25116" y="53071"/>
                    <a:pt x="24472" y="53229"/>
                    <a:pt x="23809" y="53229"/>
                  </a:cubicBezTo>
                  <a:cubicBezTo>
                    <a:pt x="23544" y="53229"/>
                    <a:pt x="23275" y="53204"/>
                    <a:pt x="23003" y="53149"/>
                  </a:cubicBezTo>
                  <a:cubicBezTo>
                    <a:pt x="22587" y="53054"/>
                    <a:pt x="22170" y="52947"/>
                    <a:pt x="21753" y="52864"/>
                  </a:cubicBezTo>
                  <a:cubicBezTo>
                    <a:pt x="21384" y="52792"/>
                    <a:pt x="21003" y="52733"/>
                    <a:pt x="20634" y="52673"/>
                  </a:cubicBezTo>
                  <a:cubicBezTo>
                    <a:pt x="20562" y="52649"/>
                    <a:pt x="20491" y="52649"/>
                    <a:pt x="20408" y="52637"/>
                  </a:cubicBezTo>
                  <a:cubicBezTo>
                    <a:pt x="20610" y="52530"/>
                    <a:pt x="20801" y="52471"/>
                    <a:pt x="20991" y="52459"/>
                  </a:cubicBezTo>
                  <a:cubicBezTo>
                    <a:pt x="21563" y="52411"/>
                    <a:pt x="22134" y="52399"/>
                    <a:pt x="22706" y="52352"/>
                  </a:cubicBezTo>
                  <a:cubicBezTo>
                    <a:pt x="23134" y="52340"/>
                    <a:pt x="23551" y="52304"/>
                    <a:pt x="23980" y="52268"/>
                  </a:cubicBezTo>
                  <a:cubicBezTo>
                    <a:pt x="24968" y="52161"/>
                    <a:pt x="25944" y="52030"/>
                    <a:pt x="26932" y="51923"/>
                  </a:cubicBezTo>
                  <a:cubicBezTo>
                    <a:pt x="27230" y="51899"/>
                    <a:pt x="27528" y="51911"/>
                    <a:pt x="27813" y="51899"/>
                  </a:cubicBezTo>
                  <a:close/>
                  <a:moveTo>
                    <a:pt x="10735" y="42923"/>
                  </a:moveTo>
                  <a:cubicBezTo>
                    <a:pt x="11859" y="42923"/>
                    <a:pt x="12976" y="43087"/>
                    <a:pt x="14085" y="43398"/>
                  </a:cubicBezTo>
                  <a:cubicBezTo>
                    <a:pt x="16562" y="44077"/>
                    <a:pt x="18860" y="45125"/>
                    <a:pt x="21003" y="46541"/>
                  </a:cubicBezTo>
                  <a:cubicBezTo>
                    <a:pt x="21694" y="46982"/>
                    <a:pt x="22372" y="47458"/>
                    <a:pt x="23241" y="47661"/>
                  </a:cubicBezTo>
                  <a:cubicBezTo>
                    <a:pt x="23170" y="47780"/>
                    <a:pt x="23122" y="47875"/>
                    <a:pt x="23063" y="47958"/>
                  </a:cubicBezTo>
                  <a:cubicBezTo>
                    <a:pt x="21860" y="49792"/>
                    <a:pt x="20289" y="51256"/>
                    <a:pt x="18372" y="52352"/>
                  </a:cubicBezTo>
                  <a:cubicBezTo>
                    <a:pt x="16883" y="53197"/>
                    <a:pt x="15288" y="53709"/>
                    <a:pt x="13573" y="53780"/>
                  </a:cubicBezTo>
                  <a:cubicBezTo>
                    <a:pt x="12002" y="53840"/>
                    <a:pt x="10442" y="53899"/>
                    <a:pt x="8859" y="53947"/>
                  </a:cubicBezTo>
                  <a:cubicBezTo>
                    <a:pt x="8764" y="53950"/>
                    <a:pt x="8670" y="53951"/>
                    <a:pt x="8575" y="53951"/>
                  </a:cubicBezTo>
                  <a:cubicBezTo>
                    <a:pt x="7824" y="53951"/>
                    <a:pt x="7075" y="53868"/>
                    <a:pt x="6334" y="53709"/>
                  </a:cubicBezTo>
                  <a:cubicBezTo>
                    <a:pt x="5811" y="53590"/>
                    <a:pt x="5322" y="53423"/>
                    <a:pt x="4870" y="53161"/>
                  </a:cubicBezTo>
                  <a:cubicBezTo>
                    <a:pt x="3798" y="52506"/>
                    <a:pt x="3179" y="51566"/>
                    <a:pt x="3120" y="50280"/>
                  </a:cubicBezTo>
                  <a:cubicBezTo>
                    <a:pt x="3084" y="49863"/>
                    <a:pt x="3108" y="49447"/>
                    <a:pt x="3179" y="49030"/>
                  </a:cubicBezTo>
                  <a:cubicBezTo>
                    <a:pt x="3382" y="47756"/>
                    <a:pt x="3894" y="46577"/>
                    <a:pt x="4632" y="45518"/>
                  </a:cubicBezTo>
                  <a:cubicBezTo>
                    <a:pt x="5168" y="44767"/>
                    <a:pt x="5834" y="44172"/>
                    <a:pt x="6680" y="43755"/>
                  </a:cubicBezTo>
                  <a:cubicBezTo>
                    <a:pt x="7227" y="43470"/>
                    <a:pt x="7823" y="43279"/>
                    <a:pt x="8418" y="43160"/>
                  </a:cubicBezTo>
                  <a:cubicBezTo>
                    <a:pt x="9193" y="43000"/>
                    <a:pt x="9965" y="42923"/>
                    <a:pt x="10735" y="42923"/>
                  </a:cubicBezTo>
                  <a:close/>
                  <a:moveTo>
                    <a:pt x="30980" y="36433"/>
                  </a:moveTo>
                  <a:cubicBezTo>
                    <a:pt x="31028" y="36469"/>
                    <a:pt x="31064" y="36516"/>
                    <a:pt x="31111" y="36576"/>
                  </a:cubicBezTo>
                  <a:cubicBezTo>
                    <a:pt x="31266" y="36755"/>
                    <a:pt x="31397" y="36945"/>
                    <a:pt x="31540" y="37124"/>
                  </a:cubicBezTo>
                  <a:cubicBezTo>
                    <a:pt x="32302" y="38040"/>
                    <a:pt x="33171" y="38850"/>
                    <a:pt x="34028" y="39660"/>
                  </a:cubicBezTo>
                  <a:cubicBezTo>
                    <a:pt x="35160" y="40719"/>
                    <a:pt x="36291" y="41743"/>
                    <a:pt x="37291" y="42934"/>
                  </a:cubicBezTo>
                  <a:cubicBezTo>
                    <a:pt x="38172" y="43970"/>
                    <a:pt x="38827" y="45125"/>
                    <a:pt x="39160" y="46446"/>
                  </a:cubicBezTo>
                  <a:cubicBezTo>
                    <a:pt x="39422" y="47399"/>
                    <a:pt x="39422" y="48363"/>
                    <a:pt x="39386" y="49328"/>
                  </a:cubicBezTo>
                  <a:cubicBezTo>
                    <a:pt x="39315" y="51102"/>
                    <a:pt x="38743" y="52709"/>
                    <a:pt x="37874" y="54233"/>
                  </a:cubicBezTo>
                  <a:cubicBezTo>
                    <a:pt x="37648" y="54650"/>
                    <a:pt x="37315" y="54971"/>
                    <a:pt x="36934" y="55221"/>
                  </a:cubicBezTo>
                  <a:cubicBezTo>
                    <a:pt x="36601" y="55441"/>
                    <a:pt x="36272" y="55545"/>
                    <a:pt x="35961" y="55545"/>
                  </a:cubicBezTo>
                  <a:cubicBezTo>
                    <a:pt x="35550" y="55545"/>
                    <a:pt x="35169" y="55363"/>
                    <a:pt x="34850" y="55031"/>
                  </a:cubicBezTo>
                  <a:cubicBezTo>
                    <a:pt x="34779" y="54959"/>
                    <a:pt x="34695" y="54888"/>
                    <a:pt x="34636" y="54816"/>
                  </a:cubicBezTo>
                  <a:cubicBezTo>
                    <a:pt x="34159" y="54221"/>
                    <a:pt x="33778" y="53542"/>
                    <a:pt x="33433" y="52864"/>
                  </a:cubicBezTo>
                  <a:cubicBezTo>
                    <a:pt x="32993" y="51971"/>
                    <a:pt x="32540" y="51054"/>
                    <a:pt x="32076" y="50149"/>
                  </a:cubicBezTo>
                  <a:cubicBezTo>
                    <a:pt x="31421" y="48851"/>
                    <a:pt x="30849" y="47542"/>
                    <a:pt x="30349" y="46196"/>
                  </a:cubicBezTo>
                  <a:cubicBezTo>
                    <a:pt x="29683" y="44351"/>
                    <a:pt x="29516" y="42470"/>
                    <a:pt x="29980" y="40553"/>
                  </a:cubicBezTo>
                  <a:cubicBezTo>
                    <a:pt x="30147" y="39826"/>
                    <a:pt x="30373" y="39112"/>
                    <a:pt x="30576" y="38398"/>
                  </a:cubicBezTo>
                  <a:cubicBezTo>
                    <a:pt x="30754" y="37767"/>
                    <a:pt x="30933" y="37147"/>
                    <a:pt x="30933" y="36469"/>
                  </a:cubicBezTo>
                  <a:cubicBezTo>
                    <a:pt x="30933" y="36457"/>
                    <a:pt x="30969" y="36445"/>
                    <a:pt x="30980" y="36433"/>
                  </a:cubicBezTo>
                  <a:close/>
                  <a:moveTo>
                    <a:pt x="28370" y="52134"/>
                  </a:moveTo>
                  <a:cubicBezTo>
                    <a:pt x="28631" y="52134"/>
                    <a:pt x="28844" y="52240"/>
                    <a:pt x="29028" y="52435"/>
                  </a:cubicBezTo>
                  <a:cubicBezTo>
                    <a:pt x="29433" y="52816"/>
                    <a:pt x="29671" y="53292"/>
                    <a:pt x="29849" y="53816"/>
                  </a:cubicBezTo>
                  <a:cubicBezTo>
                    <a:pt x="30373" y="55352"/>
                    <a:pt x="30373" y="56900"/>
                    <a:pt x="29897" y="58424"/>
                  </a:cubicBezTo>
                  <a:cubicBezTo>
                    <a:pt x="29183" y="60686"/>
                    <a:pt x="27754" y="62412"/>
                    <a:pt x="25754" y="63686"/>
                  </a:cubicBezTo>
                  <a:cubicBezTo>
                    <a:pt x="24789" y="64294"/>
                    <a:pt x="23706" y="64675"/>
                    <a:pt x="22587" y="64937"/>
                  </a:cubicBezTo>
                  <a:cubicBezTo>
                    <a:pt x="21923" y="65078"/>
                    <a:pt x="21269" y="65190"/>
                    <a:pt x="20589" y="65190"/>
                  </a:cubicBezTo>
                  <a:cubicBezTo>
                    <a:pt x="20525" y="65190"/>
                    <a:pt x="20460" y="65189"/>
                    <a:pt x="20396" y="65187"/>
                  </a:cubicBezTo>
                  <a:cubicBezTo>
                    <a:pt x="19729" y="65175"/>
                    <a:pt x="19122" y="64960"/>
                    <a:pt x="18538" y="64591"/>
                  </a:cubicBezTo>
                  <a:cubicBezTo>
                    <a:pt x="17526" y="63936"/>
                    <a:pt x="16717" y="63067"/>
                    <a:pt x="16252" y="62281"/>
                  </a:cubicBezTo>
                  <a:cubicBezTo>
                    <a:pt x="15752" y="61365"/>
                    <a:pt x="15443" y="60686"/>
                    <a:pt x="15252" y="59960"/>
                  </a:cubicBezTo>
                  <a:cubicBezTo>
                    <a:pt x="14800" y="58245"/>
                    <a:pt x="15086" y="56709"/>
                    <a:pt x="16288" y="55388"/>
                  </a:cubicBezTo>
                  <a:cubicBezTo>
                    <a:pt x="16657" y="54983"/>
                    <a:pt x="17050" y="54590"/>
                    <a:pt x="17431" y="54197"/>
                  </a:cubicBezTo>
                  <a:cubicBezTo>
                    <a:pt x="17872" y="53780"/>
                    <a:pt x="18360" y="53471"/>
                    <a:pt x="18907" y="53233"/>
                  </a:cubicBezTo>
                  <a:cubicBezTo>
                    <a:pt x="19408" y="53024"/>
                    <a:pt x="19914" y="52898"/>
                    <a:pt x="20438" y="52898"/>
                  </a:cubicBezTo>
                  <a:cubicBezTo>
                    <a:pt x="20662" y="52898"/>
                    <a:pt x="20890" y="52921"/>
                    <a:pt x="21122" y="52971"/>
                  </a:cubicBezTo>
                  <a:cubicBezTo>
                    <a:pt x="21467" y="53042"/>
                    <a:pt x="21825" y="53126"/>
                    <a:pt x="22170" y="53221"/>
                  </a:cubicBezTo>
                  <a:cubicBezTo>
                    <a:pt x="22717" y="53370"/>
                    <a:pt x="23265" y="53456"/>
                    <a:pt x="23810" y="53456"/>
                  </a:cubicBezTo>
                  <a:cubicBezTo>
                    <a:pt x="24355" y="53456"/>
                    <a:pt x="24896" y="53370"/>
                    <a:pt x="25432" y="53173"/>
                  </a:cubicBezTo>
                  <a:cubicBezTo>
                    <a:pt x="25968" y="52983"/>
                    <a:pt x="26468" y="52733"/>
                    <a:pt x="26992" y="52471"/>
                  </a:cubicBezTo>
                  <a:cubicBezTo>
                    <a:pt x="27409" y="52268"/>
                    <a:pt x="27825" y="52137"/>
                    <a:pt x="28290" y="52137"/>
                  </a:cubicBezTo>
                  <a:cubicBezTo>
                    <a:pt x="28317" y="52135"/>
                    <a:pt x="28344" y="52134"/>
                    <a:pt x="28370" y="52134"/>
                  </a:cubicBezTo>
                  <a:close/>
                  <a:moveTo>
                    <a:pt x="9549" y="66484"/>
                  </a:moveTo>
                  <a:cubicBezTo>
                    <a:pt x="9513" y="66556"/>
                    <a:pt x="9502" y="66580"/>
                    <a:pt x="9490" y="66603"/>
                  </a:cubicBezTo>
                  <a:cubicBezTo>
                    <a:pt x="8728" y="67318"/>
                    <a:pt x="7870" y="67877"/>
                    <a:pt x="6882" y="68282"/>
                  </a:cubicBezTo>
                  <a:cubicBezTo>
                    <a:pt x="6168" y="68580"/>
                    <a:pt x="5406" y="68723"/>
                    <a:pt x="4632" y="68830"/>
                  </a:cubicBezTo>
                  <a:cubicBezTo>
                    <a:pt x="3953" y="68925"/>
                    <a:pt x="3286" y="69056"/>
                    <a:pt x="2655" y="69318"/>
                  </a:cubicBezTo>
                  <a:cubicBezTo>
                    <a:pt x="3382" y="68806"/>
                    <a:pt x="4203" y="68449"/>
                    <a:pt x="5049" y="68175"/>
                  </a:cubicBezTo>
                  <a:cubicBezTo>
                    <a:pt x="6227" y="67806"/>
                    <a:pt x="7394" y="67401"/>
                    <a:pt x="8525" y="66901"/>
                  </a:cubicBezTo>
                  <a:cubicBezTo>
                    <a:pt x="8847" y="66746"/>
                    <a:pt x="9180" y="66627"/>
                    <a:pt x="9549" y="66484"/>
                  </a:cubicBezTo>
                  <a:close/>
                  <a:moveTo>
                    <a:pt x="6799" y="72711"/>
                  </a:moveTo>
                  <a:cubicBezTo>
                    <a:pt x="6811" y="72735"/>
                    <a:pt x="6823" y="72759"/>
                    <a:pt x="6835" y="72771"/>
                  </a:cubicBezTo>
                  <a:cubicBezTo>
                    <a:pt x="5751" y="73961"/>
                    <a:pt x="4334" y="74712"/>
                    <a:pt x="3048" y="75616"/>
                  </a:cubicBezTo>
                  <a:cubicBezTo>
                    <a:pt x="3048" y="75605"/>
                    <a:pt x="3025" y="75569"/>
                    <a:pt x="3013" y="75557"/>
                  </a:cubicBezTo>
                  <a:cubicBezTo>
                    <a:pt x="3310" y="75212"/>
                    <a:pt x="3620" y="74878"/>
                    <a:pt x="3918" y="74533"/>
                  </a:cubicBezTo>
                  <a:cubicBezTo>
                    <a:pt x="4275" y="74116"/>
                    <a:pt x="4727" y="73807"/>
                    <a:pt x="5227" y="73569"/>
                  </a:cubicBezTo>
                  <a:cubicBezTo>
                    <a:pt x="5620" y="73390"/>
                    <a:pt x="6001" y="73188"/>
                    <a:pt x="6382" y="72997"/>
                  </a:cubicBezTo>
                  <a:cubicBezTo>
                    <a:pt x="6525" y="72926"/>
                    <a:pt x="6656" y="72807"/>
                    <a:pt x="6799" y="72711"/>
                  </a:cubicBezTo>
                  <a:close/>
                  <a:moveTo>
                    <a:pt x="9394" y="67032"/>
                  </a:moveTo>
                  <a:lnTo>
                    <a:pt x="9394" y="67032"/>
                  </a:lnTo>
                  <a:cubicBezTo>
                    <a:pt x="9335" y="67151"/>
                    <a:pt x="9323" y="67211"/>
                    <a:pt x="9299" y="67270"/>
                  </a:cubicBezTo>
                  <a:cubicBezTo>
                    <a:pt x="9109" y="67651"/>
                    <a:pt x="8918" y="68032"/>
                    <a:pt x="8775" y="68413"/>
                  </a:cubicBezTo>
                  <a:cubicBezTo>
                    <a:pt x="8537" y="69056"/>
                    <a:pt x="8347" y="69711"/>
                    <a:pt x="8109" y="70354"/>
                  </a:cubicBezTo>
                  <a:cubicBezTo>
                    <a:pt x="7930" y="70806"/>
                    <a:pt x="7728" y="71283"/>
                    <a:pt x="7525" y="71735"/>
                  </a:cubicBezTo>
                  <a:cubicBezTo>
                    <a:pt x="7454" y="71914"/>
                    <a:pt x="7311" y="72056"/>
                    <a:pt x="7180" y="72199"/>
                  </a:cubicBezTo>
                  <a:cubicBezTo>
                    <a:pt x="6692" y="72652"/>
                    <a:pt x="6108" y="72949"/>
                    <a:pt x="5513" y="73223"/>
                  </a:cubicBezTo>
                  <a:cubicBezTo>
                    <a:pt x="4846" y="73521"/>
                    <a:pt x="4203" y="73878"/>
                    <a:pt x="3727" y="74473"/>
                  </a:cubicBezTo>
                  <a:cubicBezTo>
                    <a:pt x="3525" y="74735"/>
                    <a:pt x="3298" y="74997"/>
                    <a:pt x="3072" y="75247"/>
                  </a:cubicBezTo>
                  <a:cubicBezTo>
                    <a:pt x="2775" y="75569"/>
                    <a:pt x="2453" y="75890"/>
                    <a:pt x="2036" y="76081"/>
                  </a:cubicBezTo>
                  <a:cubicBezTo>
                    <a:pt x="1832" y="76171"/>
                    <a:pt x="1610" y="76227"/>
                    <a:pt x="1396" y="76227"/>
                  </a:cubicBezTo>
                  <a:cubicBezTo>
                    <a:pt x="988" y="76227"/>
                    <a:pt x="613" y="76021"/>
                    <a:pt x="465" y="75450"/>
                  </a:cubicBezTo>
                  <a:cubicBezTo>
                    <a:pt x="381" y="75116"/>
                    <a:pt x="322" y="74759"/>
                    <a:pt x="322" y="74402"/>
                  </a:cubicBezTo>
                  <a:cubicBezTo>
                    <a:pt x="310" y="73509"/>
                    <a:pt x="489" y="72640"/>
                    <a:pt x="762" y="71806"/>
                  </a:cubicBezTo>
                  <a:cubicBezTo>
                    <a:pt x="941" y="71306"/>
                    <a:pt x="1215" y="70830"/>
                    <a:pt x="1524" y="70378"/>
                  </a:cubicBezTo>
                  <a:cubicBezTo>
                    <a:pt x="1762" y="70021"/>
                    <a:pt x="2072" y="69759"/>
                    <a:pt x="2477" y="69592"/>
                  </a:cubicBezTo>
                  <a:cubicBezTo>
                    <a:pt x="2655" y="69520"/>
                    <a:pt x="2846" y="69437"/>
                    <a:pt x="3048" y="69366"/>
                  </a:cubicBezTo>
                  <a:cubicBezTo>
                    <a:pt x="3548" y="69175"/>
                    <a:pt x="4084" y="69104"/>
                    <a:pt x="4620" y="69044"/>
                  </a:cubicBezTo>
                  <a:cubicBezTo>
                    <a:pt x="6049" y="68878"/>
                    <a:pt x="7394" y="68425"/>
                    <a:pt x="8585" y="67615"/>
                  </a:cubicBezTo>
                  <a:cubicBezTo>
                    <a:pt x="8835" y="67437"/>
                    <a:pt x="9073" y="67258"/>
                    <a:pt x="9394" y="67032"/>
                  </a:cubicBezTo>
                  <a:close/>
                  <a:moveTo>
                    <a:pt x="13240" y="66639"/>
                  </a:moveTo>
                  <a:cubicBezTo>
                    <a:pt x="13276" y="66925"/>
                    <a:pt x="13335" y="67223"/>
                    <a:pt x="13383" y="67508"/>
                  </a:cubicBezTo>
                  <a:cubicBezTo>
                    <a:pt x="13609" y="68842"/>
                    <a:pt x="13859" y="70175"/>
                    <a:pt x="14074" y="71497"/>
                  </a:cubicBezTo>
                  <a:cubicBezTo>
                    <a:pt x="14264" y="72807"/>
                    <a:pt x="14205" y="74092"/>
                    <a:pt x="13669" y="75343"/>
                  </a:cubicBezTo>
                  <a:cubicBezTo>
                    <a:pt x="13240" y="76378"/>
                    <a:pt x="12597" y="77271"/>
                    <a:pt x="11823" y="78069"/>
                  </a:cubicBezTo>
                  <a:cubicBezTo>
                    <a:pt x="11335" y="78581"/>
                    <a:pt x="10823" y="79069"/>
                    <a:pt x="10204" y="79415"/>
                  </a:cubicBezTo>
                  <a:cubicBezTo>
                    <a:pt x="9978" y="79533"/>
                    <a:pt x="9773" y="79592"/>
                    <a:pt x="9590" y="79592"/>
                  </a:cubicBezTo>
                  <a:cubicBezTo>
                    <a:pt x="9205" y="79592"/>
                    <a:pt x="8917" y="79332"/>
                    <a:pt x="8740" y="78831"/>
                  </a:cubicBezTo>
                  <a:cubicBezTo>
                    <a:pt x="8728" y="78748"/>
                    <a:pt x="8680" y="78653"/>
                    <a:pt x="8668" y="78557"/>
                  </a:cubicBezTo>
                  <a:cubicBezTo>
                    <a:pt x="8537" y="77950"/>
                    <a:pt x="8382" y="77343"/>
                    <a:pt x="8275" y="76736"/>
                  </a:cubicBezTo>
                  <a:cubicBezTo>
                    <a:pt x="7894" y="74521"/>
                    <a:pt x="8466" y="72580"/>
                    <a:pt x="10025" y="70961"/>
                  </a:cubicBezTo>
                  <a:cubicBezTo>
                    <a:pt x="10549" y="70425"/>
                    <a:pt x="11061" y="69890"/>
                    <a:pt x="11597" y="69366"/>
                  </a:cubicBezTo>
                  <a:cubicBezTo>
                    <a:pt x="12347" y="68651"/>
                    <a:pt x="12823" y="67770"/>
                    <a:pt x="13133" y="66794"/>
                  </a:cubicBezTo>
                  <a:cubicBezTo>
                    <a:pt x="13145" y="66734"/>
                    <a:pt x="13181" y="66687"/>
                    <a:pt x="13192" y="66639"/>
                  </a:cubicBezTo>
                  <a:close/>
                  <a:moveTo>
                    <a:pt x="31350" y="0"/>
                  </a:moveTo>
                  <a:cubicBezTo>
                    <a:pt x="31123" y="83"/>
                    <a:pt x="31040" y="274"/>
                    <a:pt x="31040" y="500"/>
                  </a:cubicBezTo>
                  <a:cubicBezTo>
                    <a:pt x="31016" y="833"/>
                    <a:pt x="31016" y="1155"/>
                    <a:pt x="31064" y="1488"/>
                  </a:cubicBezTo>
                  <a:cubicBezTo>
                    <a:pt x="31278" y="3179"/>
                    <a:pt x="31457" y="4882"/>
                    <a:pt x="31695" y="6560"/>
                  </a:cubicBezTo>
                  <a:cubicBezTo>
                    <a:pt x="32135" y="9692"/>
                    <a:pt x="32326" y="12823"/>
                    <a:pt x="32433" y="15966"/>
                  </a:cubicBezTo>
                  <a:lnTo>
                    <a:pt x="32433" y="16300"/>
                  </a:lnTo>
                  <a:cubicBezTo>
                    <a:pt x="32266" y="16312"/>
                    <a:pt x="32147" y="16323"/>
                    <a:pt x="32016" y="16323"/>
                  </a:cubicBezTo>
                  <a:cubicBezTo>
                    <a:pt x="31230" y="16371"/>
                    <a:pt x="30457" y="16383"/>
                    <a:pt x="29671" y="16454"/>
                  </a:cubicBezTo>
                  <a:cubicBezTo>
                    <a:pt x="28432" y="16585"/>
                    <a:pt x="27361" y="17097"/>
                    <a:pt x="26492" y="18014"/>
                  </a:cubicBezTo>
                  <a:cubicBezTo>
                    <a:pt x="25873" y="18693"/>
                    <a:pt x="25480" y="19491"/>
                    <a:pt x="25206" y="20360"/>
                  </a:cubicBezTo>
                  <a:cubicBezTo>
                    <a:pt x="25099" y="20657"/>
                    <a:pt x="25027" y="20967"/>
                    <a:pt x="24932" y="21288"/>
                  </a:cubicBezTo>
                  <a:cubicBezTo>
                    <a:pt x="24849" y="21312"/>
                    <a:pt x="24742" y="21348"/>
                    <a:pt x="24658" y="21372"/>
                  </a:cubicBezTo>
                  <a:cubicBezTo>
                    <a:pt x="23301" y="21669"/>
                    <a:pt x="21991" y="22146"/>
                    <a:pt x="20717" y="22729"/>
                  </a:cubicBezTo>
                  <a:cubicBezTo>
                    <a:pt x="20086" y="23027"/>
                    <a:pt x="19455" y="23336"/>
                    <a:pt x="18836" y="23658"/>
                  </a:cubicBezTo>
                  <a:cubicBezTo>
                    <a:pt x="17300" y="24467"/>
                    <a:pt x="15990" y="25551"/>
                    <a:pt x="14871" y="26860"/>
                  </a:cubicBezTo>
                  <a:cubicBezTo>
                    <a:pt x="14252" y="27587"/>
                    <a:pt x="13657" y="28349"/>
                    <a:pt x="13073" y="29111"/>
                  </a:cubicBezTo>
                  <a:cubicBezTo>
                    <a:pt x="12859" y="29396"/>
                    <a:pt x="12681" y="29718"/>
                    <a:pt x="12550" y="30051"/>
                  </a:cubicBezTo>
                  <a:cubicBezTo>
                    <a:pt x="12323" y="30551"/>
                    <a:pt x="12478" y="30968"/>
                    <a:pt x="12954" y="31278"/>
                  </a:cubicBezTo>
                  <a:cubicBezTo>
                    <a:pt x="13383" y="31563"/>
                    <a:pt x="13859" y="31718"/>
                    <a:pt x="14347" y="31802"/>
                  </a:cubicBezTo>
                  <a:cubicBezTo>
                    <a:pt x="14562" y="31849"/>
                    <a:pt x="14788" y="31873"/>
                    <a:pt x="14990" y="31873"/>
                  </a:cubicBezTo>
                  <a:cubicBezTo>
                    <a:pt x="15272" y="31877"/>
                    <a:pt x="15555" y="31880"/>
                    <a:pt x="15837" y="31880"/>
                  </a:cubicBezTo>
                  <a:cubicBezTo>
                    <a:pt x="17177" y="31880"/>
                    <a:pt x="18521" y="31819"/>
                    <a:pt x="19848" y="31563"/>
                  </a:cubicBezTo>
                  <a:cubicBezTo>
                    <a:pt x="21372" y="31278"/>
                    <a:pt x="22837" y="30742"/>
                    <a:pt x="24218" y="30028"/>
                  </a:cubicBezTo>
                  <a:cubicBezTo>
                    <a:pt x="25051" y="29599"/>
                    <a:pt x="25801" y="29051"/>
                    <a:pt x="26468" y="28396"/>
                  </a:cubicBezTo>
                  <a:cubicBezTo>
                    <a:pt x="26539" y="28325"/>
                    <a:pt x="26611" y="28265"/>
                    <a:pt x="26706" y="28170"/>
                  </a:cubicBezTo>
                  <a:cubicBezTo>
                    <a:pt x="27301" y="28777"/>
                    <a:pt x="27944" y="29301"/>
                    <a:pt x="28659" y="29718"/>
                  </a:cubicBezTo>
                  <a:cubicBezTo>
                    <a:pt x="29361" y="30135"/>
                    <a:pt x="30099" y="30468"/>
                    <a:pt x="30921" y="30730"/>
                  </a:cubicBezTo>
                  <a:cubicBezTo>
                    <a:pt x="30885" y="30861"/>
                    <a:pt x="30861" y="31004"/>
                    <a:pt x="30826" y="31123"/>
                  </a:cubicBezTo>
                  <a:cubicBezTo>
                    <a:pt x="30516" y="32266"/>
                    <a:pt x="30528" y="32266"/>
                    <a:pt x="29766" y="33171"/>
                  </a:cubicBezTo>
                  <a:cubicBezTo>
                    <a:pt x="28552" y="34635"/>
                    <a:pt x="27135" y="35826"/>
                    <a:pt x="25492" y="36743"/>
                  </a:cubicBezTo>
                  <a:cubicBezTo>
                    <a:pt x="24980" y="37028"/>
                    <a:pt x="24432" y="37171"/>
                    <a:pt x="23849" y="37195"/>
                  </a:cubicBezTo>
                  <a:cubicBezTo>
                    <a:pt x="23791" y="37196"/>
                    <a:pt x="23733" y="37197"/>
                    <a:pt x="23676" y="37197"/>
                  </a:cubicBezTo>
                  <a:cubicBezTo>
                    <a:pt x="22760" y="37197"/>
                    <a:pt x="21866" y="37019"/>
                    <a:pt x="21003" y="36683"/>
                  </a:cubicBezTo>
                  <a:cubicBezTo>
                    <a:pt x="19824" y="36219"/>
                    <a:pt x="18669" y="35719"/>
                    <a:pt x="17503" y="35207"/>
                  </a:cubicBezTo>
                  <a:cubicBezTo>
                    <a:pt x="15681" y="34421"/>
                    <a:pt x="13859" y="33599"/>
                    <a:pt x="12038" y="32825"/>
                  </a:cubicBezTo>
                  <a:cubicBezTo>
                    <a:pt x="10954" y="32373"/>
                    <a:pt x="9823" y="32040"/>
                    <a:pt x="8656" y="31873"/>
                  </a:cubicBezTo>
                  <a:cubicBezTo>
                    <a:pt x="8268" y="31821"/>
                    <a:pt x="7880" y="31791"/>
                    <a:pt x="7494" y="31791"/>
                  </a:cubicBezTo>
                  <a:cubicBezTo>
                    <a:pt x="6827" y="31791"/>
                    <a:pt x="6166" y="31880"/>
                    <a:pt x="5525" y="32099"/>
                  </a:cubicBezTo>
                  <a:cubicBezTo>
                    <a:pt x="5144" y="32230"/>
                    <a:pt x="4763" y="32385"/>
                    <a:pt x="4453" y="32671"/>
                  </a:cubicBezTo>
                  <a:cubicBezTo>
                    <a:pt x="4346" y="32766"/>
                    <a:pt x="4251" y="32861"/>
                    <a:pt x="4156" y="32980"/>
                  </a:cubicBezTo>
                  <a:cubicBezTo>
                    <a:pt x="3834" y="33421"/>
                    <a:pt x="3858" y="33897"/>
                    <a:pt x="4263" y="34278"/>
                  </a:cubicBezTo>
                  <a:cubicBezTo>
                    <a:pt x="4549" y="34516"/>
                    <a:pt x="4858" y="34719"/>
                    <a:pt x="5168" y="34897"/>
                  </a:cubicBezTo>
                  <a:cubicBezTo>
                    <a:pt x="5811" y="35254"/>
                    <a:pt x="6513" y="35445"/>
                    <a:pt x="7227" y="35600"/>
                  </a:cubicBezTo>
                  <a:cubicBezTo>
                    <a:pt x="8442" y="35850"/>
                    <a:pt x="9668" y="36064"/>
                    <a:pt x="10871" y="36314"/>
                  </a:cubicBezTo>
                  <a:cubicBezTo>
                    <a:pt x="13192" y="36802"/>
                    <a:pt x="15502" y="37314"/>
                    <a:pt x="17800" y="37790"/>
                  </a:cubicBezTo>
                  <a:cubicBezTo>
                    <a:pt x="18839" y="38000"/>
                    <a:pt x="19878" y="38126"/>
                    <a:pt x="20923" y="38126"/>
                  </a:cubicBezTo>
                  <a:cubicBezTo>
                    <a:pt x="21124" y="38126"/>
                    <a:pt x="21325" y="38121"/>
                    <a:pt x="21527" y="38112"/>
                  </a:cubicBezTo>
                  <a:cubicBezTo>
                    <a:pt x="23432" y="38028"/>
                    <a:pt x="25134" y="37386"/>
                    <a:pt x="26694" y="36314"/>
                  </a:cubicBezTo>
                  <a:cubicBezTo>
                    <a:pt x="28016" y="35409"/>
                    <a:pt x="29194" y="34338"/>
                    <a:pt x="30159" y="33052"/>
                  </a:cubicBezTo>
                  <a:lnTo>
                    <a:pt x="30236" y="32975"/>
                  </a:lnTo>
                  <a:lnTo>
                    <a:pt x="30236" y="32975"/>
                  </a:lnTo>
                  <a:cubicBezTo>
                    <a:pt x="30149" y="33233"/>
                    <a:pt x="30054" y="33498"/>
                    <a:pt x="29968" y="33754"/>
                  </a:cubicBezTo>
                  <a:cubicBezTo>
                    <a:pt x="29492" y="35016"/>
                    <a:pt x="28897" y="36243"/>
                    <a:pt x="28218" y="37433"/>
                  </a:cubicBezTo>
                  <a:cubicBezTo>
                    <a:pt x="26778" y="40017"/>
                    <a:pt x="25480" y="42696"/>
                    <a:pt x="24313" y="45434"/>
                  </a:cubicBezTo>
                  <a:cubicBezTo>
                    <a:pt x="24075" y="46006"/>
                    <a:pt x="23753" y="46518"/>
                    <a:pt x="23491" y="47053"/>
                  </a:cubicBezTo>
                  <a:cubicBezTo>
                    <a:pt x="23409" y="47210"/>
                    <a:pt x="23312" y="47288"/>
                    <a:pt x="23184" y="47288"/>
                  </a:cubicBezTo>
                  <a:cubicBezTo>
                    <a:pt x="23146" y="47288"/>
                    <a:pt x="23106" y="47281"/>
                    <a:pt x="23063" y="47268"/>
                  </a:cubicBezTo>
                  <a:cubicBezTo>
                    <a:pt x="22801" y="47196"/>
                    <a:pt x="22539" y="47113"/>
                    <a:pt x="22313" y="46982"/>
                  </a:cubicBezTo>
                  <a:cubicBezTo>
                    <a:pt x="21539" y="46518"/>
                    <a:pt x="20777" y="46041"/>
                    <a:pt x="20003" y="45589"/>
                  </a:cubicBezTo>
                  <a:cubicBezTo>
                    <a:pt x="17776" y="44220"/>
                    <a:pt x="15359" y="43279"/>
                    <a:pt x="12788" y="42767"/>
                  </a:cubicBezTo>
                  <a:cubicBezTo>
                    <a:pt x="12065" y="42633"/>
                    <a:pt x="11342" y="42563"/>
                    <a:pt x="10621" y="42563"/>
                  </a:cubicBezTo>
                  <a:cubicBezTo>
                    <a:pt x="9549" y="42563"/>
                    <a:pt x="8483" y="42718"/>
                    <a:pt x="7430" y="43053"/>
                  </a:cubicBezTo>
                  <a:cubicBezTo>
                    <a:pt x="6227" y="43446"/>
                    <a:pt x="5227" y="44124"/>
                    <a:pt x="4489" y="45148"/>
                  </a:cubicBezTo>
                  <a:cubicBezTo>
                    <a:pt x="3596" y="46387"/>
                    <a:pt x="3013" y="47744"/>
                    <a:pt x="2834" y="49256"/>
                  </a:cubicBezTo>
                  <a:cubicBezTo>
                    <a:pt x="2739" y="49959"/>
                    <a:pt x="2786" y="50673"/>
                    <a:pt x="3036" y="51340"/>
                  </a:cubicBezTo>
                  <a:cubicBezTo>
                    <a:pt x="3370" y="52268"/>
                    <a:pt x="4013" y="52887"/>
                    <a:pt x="4846" y="53352"/>
                  </a:cubicBezTo>
                  <a:cubicBezTo>
                    <a:pt x="5334" y="53626"/>
                    <a:pt x="5882" y="53780"/>
                    <a:pt x="6430" y="53888"/>
                  </a:cubicBezTo>
                  <a:cubicBezTo>
                    <a:pt x="7062" y="54004"/>
                    <a:pt x="7713" y="54082"/>
                    <a:pt x="8366" y="54082"/>
                  </a:cubicBezTo>
                  <a:cubicBezTo>
                    <a:pt x="8451" y="54082"/>
                    <a:pt x="8536" y="54081"/>
                    <a:pt x="8620" y="54078"/>
                  </a:cubicBezTo>
                  <a:cubicBezTo>
                    <a:pt x="10287" y="54042"/>
                    <a:pt x="11966" y="53995"/>
                    <a:pt x="13633" y="53899"/>
                  </a:cubicBezTo>
                  <a:cubicBezTo>
                    <a:pt x="15300" y="53816"/>
                    <a:pt x="16848" y="53328"/>
                    <a:pt x="18300" y="52506"/>
                  </a:cubicBezTo>
                  <a:cubicBezTo>
                    <a:pt x="20039" y="51518"/>
                    <a:pt x="21515" y="50256"/>
                    <a:pt x="22682" y="48649"/>
                  </a:cubicBezTo>
                  <a:cubicBezTo>
                    <a:pt x="22729" y="48577"/>
                    <a:pt x="22801" y="48506"/>
                    <a:pt x="22860" y="48423"/>
                  </a:cubicBezTo>
                  <a:cubicBezTo>
                    <a:pt x="22896" y="48423"/>
                    <a:pt x="22908" y="48446"/>
                    <a:pt x="22920" y="48458"/>
                  </a:cubicBezTo>
                  <a:cubicBezTo>
                    <a:pt x="22313" y="49661"/>
                    <a:pt x="21717" y="50887"/>
                    <a:pt x="21122" y="52090"/>
                  </a:cubicBezTo>
                  <a:cubicBezTo>
                    <a:pt x="20479" y="52173"/>
                    <a:pt x="19884" y="52387"/>
                    <a:pt x="19312" y="52614"/>
                  </a:cubicBezTo>
                  <a:cubicBezTo>
                    <a:pt x="18384" y="52983"/>
                    <a:pt x="17562" y="53542"/>
                    <a:pt x="16872" y="54257"/>
                  </a:cubicBezTo>
                  <a:cubicBezTo>
                    <a:pt x="16276" y="54876"/>
                    <a:pt x="15693" y="55495"/>
                    <a:pt x="15276" y="56269"/>
                  </a:cubicBezTo>
                  <a:cubicBezTo>
                    <a:pt x="14883" y="56995"/>
                    <a:pt x="14705" y="57757"/>
                    <a:pt x="14764" y="58579"/>
                  </a:cubicBezTo>
                  <a:cubicBezTo>
                    <a:pt x="14812" y="59186"/>
                    <a:pt x="14907" y="59793"/>
                    <a:pt x="15109" y="60376"/>
                  </a:cubicBezTo>
                  <a:cubicBezTo>
                    <a:pt x="15145" y="60448"/>
                    <a:pt x="15157" y="60507"/>
                    <a:pt x="15169" y="60603"/>
                  </a:cubicBezTo>
                  <a:cubicBezTo>
                    <a:pt x="15109" y="60674"/>
                    <a:pt x="15050" y="60746"/>
                    <a:pt x="14978" y="60829"/>
                  </a:cubicBezTo>
                  <a:cubicBezTo>
                    <a:pt x="13633" y="62234"/>
                    <a:pt x="12311" y="63651"/>
                    <a:pt x="10978" y="65056"/>
                  </a:cubicBezTo>
                  <a:cubicBezTo>
                    <a:pt x="10383" y="65675"/>
                    <a:pt x="9668" y="66127"/>
                    <a:pt x="8835" y="66401"/>
                  </a:cubicBezTo>
                  <a:cubicBezTo>
                    <a:pt x="8144" y="66627"/>
                    <a:pt x="7489" y="66937"/>
                    <a:pt x="6811" y="67199"/>
                  </a:cubicBezTo>
                  <a:cubicBezTo>
                    <a:pt x="6108" y="67449"/>
                    <a:pt x="5382" y="67675"/>
                    <a:pt x="4668" y="67925"/>
                  </a:cubicBezTo>
                  <a:cubicBezTo>
                    <a:pt x="3787" y="68235"/>
                    <a:pt x="2953" y="68627"/>
                    <a:pt x="2191" y="69187"/>
                  </a:cubicBezTo>
                  <a:cubicBezTo>
                    <a:pt x="1405" y="69770"/>
                    <a:pt x="870" y="70544"/>
                    <a:pt x="524" y="71449"/>
                  </a:cubicBezTo>
                  <a:cubicBezTo>
                    <a:pt x="167" y="72402"/>
                    <a:pt x="0" y="73390"/>
                    <a:pt x="0" y="74402"/>
                  </a:cubicBezTo>
                  <a:cubicBezTo>
                    <a:pt x="0" y="74878"/>
                    <a:pt x="84" y="75355"/>
                    <a:pt x="322" y="75783"/>
                  </a:cubicBezTo>
                  <a:cubicBezTo>
                    <a:pt x="524" y="76152"/>
                    <a:pt x="834" y="76331"/>
                    <a:pt x="1274" y="76343"/>
                  </a:cubicBezTo>
                  <a:cubicBezTo>
                    <a:pt x="1307" y="76344"/>
                    <a:pt x="1340" y="76345"/>
                    <a:pt x="1373" y="76345"/>
                  </a:cubicBezTo>
                  <a:cubicBezTo>
                    <a:pt x="1825" y="76345"/>
                    <a:pt x="2255" y="76196"/>
                    <a:pt x="2644" y="75974"/>
                  </a:cubicBezTo>
                  <a:cubicBezTo>
                    <a:pt x="3120" y="75712"/>
                    <a:pt x="3608" y="75414"/>
                    <a:pt x="4072" y="75093"/>
                  </a:cubicBezTo>
                  <a:cubicBezTo>
                    <a:pt x="4691" y="74676"/>
                    <a:pt x="5322" y="74235"/>
                    <a:pt x="5942" y="73783"/>
                  </a:cubicBezTo>
                  <a:cubicBezTo>
                    <a:pt x="6989" y="73057"/>
                    <a:pt x="7620" y="72033"/>
                    <a:pt x="8061" y="70854"/>
                  </a:cubicBezTo>
                  <a:cubicBezTo>
                    <a:pt x="8239" y="70366"/>
                    <a:pt x="8382" y="69890"/>
                    <a:pt x="8549" y="69401"/>
                  </a:cubicBezTo>
                  <a:cubicBezTo>
                    <a:pt x="8632" y="69116"/>
                    <a:pt x="8740" y="68830"/>
                    <a:pt x="8847" y="68532"/>
                  </a:cubicBezTo>
                  <a:cubicBezTo>
                    <a:pt x="9192" y="67520"/>
                    <a:pt x="9740" y="66663"/>
                    <a:pt x="10478" y="65901"/>
                  </a:cubicBezTo>
                  <a:cubicBezTo>
                    <a:pt x="11371" y="64996"/>
                    <a:pt x="12228" y="64056"/>
                    <a:pt x="13085" y="63127"/>
                  </a:cubicBezTo>
                  <a:cubicBezTo>
                    <a:pt x="13181" y="63032"/>
                    <a:pt x="13276" y="62936"/>
                    <a:pt x="13419" y="62877"/>
                  </a:cubicBezTo>
                  <a:lnTo>
                    <a:pt x="13419" y="62877"/>
                  </a:lnTo>
                  <a:cubicBezTo>
                    <a:pt x="13395" y="62948"/>
                    <a:pt x="13395" y="63008"/>
                    <a:pt x="13383" y="63067"/>
                  </a:cubicBezTo>
                  <a:cubicBezTo>
                    <a:pt x="13133" y="63889"/>
                    <a:pt x="13026" y="64722"/>
                    <a:pt x="13085" y="65591"/>
                  </a:cubicBezTo>
                  <a:cubicBezTo>
                    <a:pt x="13121" y="66068"/>
                    <a:pt x="12942" y="66496"/>
                    <a:pt x="12788" y="66925"/>
                  </a:cubicBezTo>
                  <a:cubicBezTo>
                    <a:pt x="12442" y="67925"/>
                    <a:pt x="11823" y="68723"/>
                    <a:pt x="11061" y="69425"/>
                  </a:cubicBezTo>
                  <a:cubicBezTo>
                    <a:pt x="10621" y="69830"/>
                    <a:pt x="10180" y="70271"/>
                    <a:pt x="9763" y="70723"/>
                  </a:cubicBezTo>
                  <a:cubicBezTo>
                    <a:pt x="9525" y="70973"/>
                    <a:pt x="9323" y="71247"/>
                    <a:pt x="9109" y="71521"/>
                  </a:cubicBezTo>
                  <a:cubicBezTo>
                    <a:pt x="8180" y="72735"/>
                    <a:pt x="7823" y="74128"/>
                    <a:pt x="7882" y="75628"/>
                  </a:cubicBezTo>
                  <a:cubicBezTo>
                    <a:pt x="7906" y="76724"/>
                    <a:pt x="8180" y="77748"/>
                    <a:pt x="8454" y="78784"/>
                  </a:cubicBezTo>
                  <a:cubicBezTo>
                    <a:pt x="8478" y="78819"/>
                    <a:pt x="8478" y="78843"/>
                    <a:pt x="8490" y="78879"/>
                  </a:cubicBezTo>
                  <a:cubicBezTo>
                    <a:pt x="8716" y="79390"/>
                    <a:pt x="9036" y="79724"/>
                    <a:pt x="9517" y="79724"/>
                  </a:cubicBezTo>
                  <a:cubicBezTo>
                    <a:pt x="9720" y="79724"/>
                    <a:pt x="9951" y="79664"/>
                    <a:pt x="10216" y="79534"/>
                  </a:cubicBezTo>
                  <a:cubicBezTo>
                    <a:pt x="10680" y="79307"/>
                    <a:pt x="11061" y="78962"/>
                    <a:pt x="11430" y="78629"/>
                  </a:cubicBezTo>
                  <a:cubicBezTo>
                    <a:pt x="12121" y="77998"/>
                    <a:pt x="12728" y="77295"/>
                    <a:pt x="13240" y="76509"/>
                  </a:cubicBezTo>
                  <a:cubicBezTo>
                    <a:pt x="14228" y="74974"/>
                    <a:pt x="14550" y="73307"/>
                    <a:pt x="14288" y="71521"/>
                  </a:cubicBezTo>
                  <a:cubicBezTo>
                    <a:pt x="14097" y="70199"/>
                    <a:pt x="13859" y="68901"/>
                    <a:pt x="13609" y="67592"/>
                  </a:cubicBezTo>
                  <a:cubicBezTo>
                    <a:pt x="13443" y="66687"/>
                    <a:pt x="13312" y="65794"/>
                    <a:pt x="13312" y="64889"/>
                  </a:cubicBezTo>
                  <a:cubicBezTo>
                    <a:pt x="13312" y="64056"/>
                    <a:pt x="13478" y="63246"/>
                    <a:pt x="13812" y="62472"/>
                  </a:cubicBezTo>
                  <a:cubicBezTo>
                    <a:pt x="13847" y="62389"/>
                    <a:pt x="13907" y="62293"/>
                    <a:pt x="13978" y="62222"/>
                  </a:cubicBezTo>
                  <a:cubicBezTo>
                    <a:pt x="14371" y="61817"/>
                    <a:pt x="14752" y="61400"/>
                    <a:pt x="15145" y="61008"/>
                  </a:cubicBezTo>
                  <a:cubicBezTo>
                    <a:pt x="15181" y="60960"/>
                    <a:pt x="15228" y="60924"/>
                    <a:pt x="15300" y="60865"/>
                  </a:cubicBezTo>
                  <a:cubicBezTo>
                    <a:pt x="15419" y="61127"/>
                    <a:pt x="15538" y="61365"/>
                    <a:pt x="15657" y="61603"/>
                  </a:cubicBezTo>
                  <a:cubicBezTo>
                    <a:pt x="16169" y="62591"/>
                    <a:pt x="16776" y="63484"/>
                    <a:pt x="17657" y="64175"/>
                  </a:cubicBezTo>
                  <a:lnTo>
                    <a:pt x="18276" y="64663"/>
                  </a:lnTo>
                  <a:cubicBezTo>
                    <a:pt x="18848" y="65139"/>
                    <a:pt x="19527" y="65306"/>
                    <a:pt x="20241" y="65353"/>
                  </a:cubicBezTo>
                  <a:cubicBezTo>
                    <a:pt x="20368" y="65361"/>
                    <a:pt x="20495" y="65365"/>
                    <a:pt x="20621" y="65365"/>
                  </a:cubicBezTo>
                  <a:cubicBezTo>
                    <a:pt x="21460" y="65365"/>
                    <a:pt x="22269" y="65200"/>
                    <a:pt x="23087" y="64972"/>
                  </a:cubicBezTo>
                  <a:cubicBezTo>
                    <a:pt x="24134" y="64710"/>
                    <a:pt x="25111" y="64294"/>
                    <a:pt x="26016" y="63698"/>
                  </a:cubicBezTo>
                  <a:cubicBezTo>
                    <a:pt x="28004" y="62389"/>
                    <a:pt x="29409" y="60650"/>
                    <a:pt x="30099" y="58352"/>
                  </a:cubicBezTo>
                  <a:cubicBezTo>
                    <a:pt x="30576" y="56793"/>
                    <a:pt x="30564" y="55209"/>
                    <a:pt x="30028" y="53649"/>
                  </a:cubicBezTo>
                  <a:cubicBezTo>
                    <a:pt x="29861" y="53173"/>
                    <a:pt x="29635" y="52733"/>
                    <a:pt x="29314" y="52340"/>
                  </a:cubicBezTo>
                  <a:cubicBezTo>
                    <a:pt x="29016" y="51994"/>
                    <a:pt x="28635" y="51744"/>
                    <a:pt x="28182" y="51673"/>
                  </a:cubicBezTo>
                  <a:cubicBezTo>
                    <a:pt x="27889" y="51630"/>
                    <a:pt x="27589" y="51599"/>
                    <a:pt x="27293" y="51599"/>
                  </a:cubicBezTo>
                  <a:cubicBezTo>
                    <a:pt x="27180" y="51599"/>
                    <a:pt x="27068" y="51604"/>
                    <a:pt x="26956" y="51613"/>
                  </a:cubicBezTo>
                  <a:cubicBezTo>
                    <a:pt x="25920" y="51709"/>
                    <a:pt x="24884" y="51864"/>
                    <a:pt x="23849" y="51971"/>
                  </a:cubicBezTo>
                  <a:cubicBezTo>
                    <a:pt x="23075" y="52042"/>
                    <a:pt x="22289" y="52078"/>
                    <a:pt x="21467" y="52114"/>
                  </a:cubicBezTo>
                  <a:cubicBezTo>
                    <a:pt x="21491" y="52006"/>
                    <a:pt x="21515" y="51935"/>
                    <a:pt x="21539" y="51875"/>
                  </a:cubicBezTo>
                  <a:cubicBezTo>
                    <a:pt x="23075" y="48923"/>
                    <a:pt x="24396" y="45863"/>
                    <a:pt x="25754" y="42815"/>
                  </a:cubicBezTo>
                  <a:cubicBezTo>
                    <a:pt x="26527" y="41065"/>
                    <a:pt x="27444" y="39374"/>
                    <a:pt x="28361" y="37683"/>
                  </a:cubicBezTo>
                  <a:cubicBezTo>
                    <a:pt x="28909" y="36659"/>
                    <a:pt x="29385" y="35600"/>
                    <a:pt x="29909" y="34552"/>
                  </a:cubicBezTo>
                  <a:cubicBezTo>
                    <a:pt x="29933" y="34492"/>
                    <a:pt x="29980" y="34433"/>
                    <a:pt x="30004" y="34373"/>
                  </a:cubicBezTo>
                  <a:cubicBezTo>
                    <a:pt x="30183" y="34838"/>
                    <a:pt x="30397" y="35254"/>
                    <a:pt x="30528" y="35707"/>
                  </a:cubicBezTo>
                  <a:cubicBezTo>
                    <a:pt x="30623" y="36016"/>
                    <a:pt x="30647" y="36374"/>
                    <a:pt x="30635" y="36695"/>
                  </a:cubicBezTo>
                  <a:cubicBezTo>
                    <a:pt x="30623" y="37052"/>
                    <a:pt x="30528" y="37409"/>
                    <a:pt x="30445" y="37755"/>
                  </a:cubicBezTo>
                  <a:cubicBezTo>
                    <a:pt x="30266" y="38421"/>
                    <a:pt x="30052" y="39076"/>
                    <a:pt x="29861" y="39731"/>
                  </a:cubicBezTo>
                  <a:cubicBezTo>
                    <a:pt x="29171" y="42005"/>
                    <a:pt x="29290" y="44255"/>
                    <a:pt x="30147" y="46494"/>
                  </a:cubicBezTo>
                  <a:cubicBezTo>
                    <a:pt x="30718" y="48042"/>
                    <a:pt x="31421" y="49530"/>
                    <a:pt x="32183" y="50982"/>
                  </a:cubicBezTo>
                  <a:cubicBezTo>
                    <a:pt x="32671" y="51923"/>
                    <a:pt x="33135" y="52840"/>
                    <a:pt x="33624" y="53769"/>
                  </a:cubicBezTo>
                  <a:cubicBezTo>
                    <a:pt x="33897" y="54280"/>
                    <a:pt x="34219" y="54757"/>
                    <a:pt x="34624" y="55173"/>
                  </a:cubicBezTo>
                  <a:cubicBezTo>
                    <a:pt x="34975" y="55551"/>
                    <a:pt x="35410" y="55761"/>
                    <a:pt x="35886" y="55761"/>
                  </a:cubicBezTo>
                  <a:cubicBezTo>
                    <a:pt x="36250" y="55761"/>
                    <a:pt x="36637" y="55639"/>
                    <a:pt x="37029" y="55376"/>
                  </a:cubicBezTo>
                  <a:cubicBezTo>
                    <a:pt x="37481" y="55066"/>
                    <a:pt x="37838" y="54661"/>
                    <a:pt x="38100" y="54185"/>
                  </a:cubicBezTo>
                  <a:cubicBezTo>
                    <a:pt x="39386" y="51935"/>
                    <a:pt x="39827" y="49542"/>
                    <a:pt x="39470" y="46994"/>
                  </a:cubicBezTo>
                  <a:cubicBezTo>
                    <a:pt x="39315" y="45803"/>
                    <a:pt x="38850" y="44720"/>
                    <a:pt x="38160" y="43720"/>
                  </a:cubicBezTo>
                  <a:cubicBezTo>
                    <a:pt x="37267" y="42434"/>
                    <a:pt x="36160" y="41327"/>
                    <a:pt x="35029" y="40255"/>
                  </a:cubicBezTo>
                  <a:cubicBezTo>
                    <a:pt x="34028" y="39314"/>
                    <a:pt x="33040" y="38350"/>
                    <a:pt x="32064" y="37386"/>
                  </a:cubicBezTo>
                  <a:cubicBezTo>
                    <a:pt x="31373" y="36695"/>
                    <a:pt x="30826" y="35909"/>
                    <a:pt x="30468" y="35004"/>
                  </a:cubicBezTo>
                  <a:cubicBezTo>
                    <a:pt x="30349" y="34707"/>
                    <a:pt x="30278" y="34373"/>
                    <a:pt x="30207" y="34064"/>
                  </a:cubicBezTo>
                  <a:cubicBezTo>
                    <a:pt x="30183" y="33992"/>
                    <a:pt x="30183" y="33897"/>
                    <a:pt x="30218" y="33826"/>
                  </a:cubicBezTo>
                  <a:cubicBezTo>
                    <a:pt x="30516" y="32873"/>
                    <a:pt x="30802" y="31933"/>
                    <a:pt x="31099" y="30980"/>
                  </a:cubicBezTo>
                  <a:cubicBezTo>
                    <a:pt x="31111" y="30920"/>
                    <a:pt x="31135" y="30885"/>
                    <a:pt x="31171" y="30801"/>
                  </a:cubicBezTo>
                  <a:cubicBezTo>
                    <a:pt x="31278" y="30837"/>
                    <a:pt x="31397" y="30849"/>
                    <a:pt x="31492" y="30885"/>
                  </a:cubicBezTo>
                  <a:cubicBezTo>
                    <a:pt x="32290" y="31063"/>
                    <a:pt x="33064" y="31194"/>
                    <a:pt x="33862" y="31218"/>
                  </a:cubicBezTo>
                  <a:cubicBezTo>
                    <a:pt x="33967" y="31223"/>
                    <a:pt x="34072" y="31225"/>
                    <a:pt x="34176" y="31225"/>
                  </a:cubicBezTo>
                  <a:cubicBezTo>
                    <a:pt x="34911" y="31225"/>
                    <a:pt x="35629" y="31114"/>
                    <a:pt x="36338" y="30885"/>
                  </a:cubicBezTo>
                  <a:cubicBezTo>
                    <a:pt x="36826" y="30730"/>
                    <a:pt x="37291" y="30492"/>
                    <a:pt x="37731" y="30254"/>
                  </a:cubicBezTo>
                  <a:cubicBezTo>
                    <a:pt x="38434" y="29885"/>
                    <a:pt x="39077" y="29420"/>
                    <a:pt x="39648" y="28885"/>
                  </a:cubicBezTo>
                  <a:cubicBezTo>
                    <a:pt x="40482" y="28111"/>
                    <a:pt x="41005" y="27146"/>
                    <a:pt x="41422" y="26122"/>
                  </a:cubicBezTo>
                  <a:cubicBezTo>
                    <a:pt x="42268" y="24003"/>
                    <a:pt x="42268" y="21872"/>
                    <a:pt x="41482" y="19752"/>
                  </a:cubicBezTo>
                  <a:cubicBezTo>
                    <a:pt x="41172" y="18895"/>
                    <a:pt x="40720" y="18145"/>
                    <a:pt x="40089" y="17502"/>
                  </a:cubicBezTo>
                  <a:cubicBezTo>
                    <a:pt x="39267" y="16669"/>
                    <a:pt x="38243" y="16216"/>
                    <a:pt x="37076" y="16157"/>
                  </a:cubicBezTo>
                  <a:cubicBezTo>
                    <a:pt x="36906" y="16150"/>
                    <a:pt x="36736" y="16147"/>
                    <a:pt x="36566" y="16147"/>
                  </a:cubicBezTo>
                  <a:cubicBezTo>
                    <a:pt x="36157" y="16147"/>
                    <a:pt x="35751" y="16164"/>
                    <a:pt x="35338" y="16181"/>
                  </a:cubicBezTo>
                  <a:cubicBezTo>
                    <a:pt x="34576" y="16204"/>
                    <a:pt x="33802" y="16252"/>
                    <a:pt x="33040" y="16276"/>
                  </a:cubicBezTo>
                  <a:lnTo>
                    <a:pt x="32719" y="16276"/>
                  </a:lnTo>
                  <a:cubicBezTo>
                    <a:pt x="32707" y="16145"/>
                    <a:pt x="32683" y="16026"/>
                    <a:pt x="32683" y="15907"/>
                  </a:cubicBezTo>
                  <a:cubicBezTo>
                    <a:pt x="32540" y="12930"/>
                    <a:pt x="32433" y="9954"/>
                    <a:pt x="32242" y="6977"/>
                  </a:cubicBezTo>
                  <a:cubicBezTo>
                    <a:pt x="32123" y="4941"/>
                    <a:pt x="31873" y="2917"/>
                    <a:pt x="31671" y="869"/>
                  </a:cubicBezTo>
                  <a:cubicBezTo>
                    <a:pt x="31659" y="726"/>
                    <a:pt x="31647" y="572"/>
                    <a:pt x="31611" y="441"/>
                  </a:cubicBezTo>
                  <a:cubicBezTo>
                    <a:pt x="31576" y="262"/>
                    <a:pt x="31540" y="95"/>
                    <a:pt x="3135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4"/>
            <p:cNvSpPr/>
            <p:nvPr/>
          </p:nvSpPr>
          <p:spPr>
            <a:xfrm>
              <a:off x="2348200" y="3495200"/>
              <a:ext cx="135750" cy="341150"/>
            </a:xfrm>
            <a:custGeom>
              <a:avLst/>
              <a:gdLst/>
              <a:ahLst/>
              <a:cxnLst/>
              <a:rect l="l" t="t" r="r" b="b"/>
              <a:pathLst>
                <a:path w="5430" h="13646" extrusionOk="0">
                  <a:moveTo>
                    <a:pt x="5132" y="1"/>
                  </a:moveTo>
                  <a:cubicBezTo>
                    <a:pt x="5096" y="334"/>
                    <a:pt x="4965" y="655"/>
                    <a:pt x="4822" y="953"/>
                  </a:cubicBezTo>
                  <a:cubicBezTo>
                    <a:pt x="4001" y="2537"/>
                    <a:pt x="3048" y="4049"/>
                    <a:pt x="2024" y="5501"/>
                  </a:cubicBezTo>
                  <a:cubicBezTo>
                    <a:pt x="1465" y="6275"/>
                    <a:pt x="953" y="7061"/>
                    <a:pt x="572" y="7942"/>
                  </a:cubicBezTo>
                  <a:cubicBezTo>
                    <a:pt x="250" y="8704"/>
                    <a:pt x="96" y="9502"/>
                    <a:pt x="0" y="10311"/>
                  </a:cubicBezTo>
                  <a:cubicBezTo>
                    <a:pt x="0" y="10323"/>
                    <a:pt x="12" y="10335"/>
                    <a:pt x="36" y="10395"/>
                  </a:cubicBezTo>
                  <a:cubicBezTo>
                    <a:pt x="84" y="10192"/>
                    <a:pt x="119" y="10014"/>
                    <a:pt x="143" y="9835"/>
                  </a:cubicBezTo>
                  <a:cubicBezTo>
                    <a:pt x="334" y="8549"/>
                    <a:pt x="870" y="7406"/>
                    <a:pt x="1584" y="6347"/>
                  </a:cubicBezTo>
                  <a:cubicBezTo>
                    <a:pt x="2048" y="5668"/>
                    <a:pt x="2536" y="5001"/>
                    <a:pt x="2977" y="4299"/>
                  </a:cubicBezTo>
                  <a:cubicBezTo>
                    <a:pt x="3489" y="3465"/>
                    <a:pt x="3989" y="2620"/>
                    <a:pt x="4489" y="1787"/>
                  </a:cubicBezTo>
                  <a:cubicBezTo>
                    <a:pt x="4537" y="1691"/>
                    <a:pt x="4596" y="1620"/>
                    <a:pt x="4644" y="1525"/>
                  </a:cubicBezTo>
                  <a:cubicBezTo>
                    <a:pt x="4656" y="1548"/>
                    <a:pt x="4680" y="1548"/>
                    <a:pt x="4703" y="1560"/>
                  </a:cubicBezTo>
                  <a:cubicBezTo>
                    <a:pt x="4549" y="1965"/>
                    <a:pt x="4418" y="2382"/>
                    <a:pt x="4251" y="2775"/>
                  </a:cubicBezTo>
                  <a:cubicBezTo>
                    <a:pt x="3453" y="4644"/>
                    <a:pt x="2620" y="6489"/>
                    <a:pt x="1822" y="8347"/>
                  </a:cubicBezTo>
                  <a:cubicBezTo>
                    <a:pt x="1513" y="9085"/>
                    <a:pt x="1227" y="9847"/>
                    <a:pt x="953" y="10609"/>
                  </a:cubicBezTo>
                  <a:cubicBezTo>
                    <a:pt x="715" y="11288"/>
                    <a:pt x="572" y="11990"/>
                    <a:pt x="620" y="12716"/>
                  </a:cubicBezTo>
                  <a:cubicBezTo>
                    <a:pt x="631" y="12955"/>
                    <a:pt x="727" y="13193"/>
                    <a:pt x="786" y="13419"/>
                  </a:cubicBezTo>
                  <a:cubicBezTo>
                    <a:pt x="798" y="13467"/>
                    <a:pt x="858" y="13490"/>
                    <a:pt x="929" y="13586"/>
                  </a:cubicBezTo>
                  <a:cubicBezTo>
                    <a:pt x="548" y="12585"/>
                    <a:pt x="751" y="11669"/>
                    <a:pt x="1024" y="10752"/>
                  </a:cubicBezTo>
                  <a:cubicBezTo>
                    <a:pt x="1334" y="9728"/>
                    <a:pt x="1763" y="8752"/>
                    <a:pt x="2203" y="7763"/>
                  </a:cubicBezTo>
                  <a:cubicBezTo>
                    <a:pt x="2917" y="6156"/>
                    <a:pt x="3608" y="4549"/>
                    <a:pt x="4299" y="2930"/>
                  </a:cubicBezTo>
                  <a:cubicBezTo>
                    <a:pt x="4477" y="2513"/>
                    <a:pt x="4596" y="2060"/>
                    <a:pt x="4739" y="1620"/>
                  </a:cubicBezTo>
                  <a:cubicBezTo>
                    <a:pt x="4799" y="1453"/>
                    <a:pt x="4846" y="1286"/>
                    <a:pt x="4953" y="1144"/>
                  </a:cubicBezTo>
                  <a:lnTo>
                    <a:pt x="4953" y="1394"/>
                  </a:lnTo>
                  <a:cubicBezTo>
                    <a:pt x="4799" y="3370"/>
                    <a:pt x="4406" y="5299"/>
                    <a:pt x="3822" y="7180"/>
                  </a:cubicBezTo>
                  <a:cubicBezTo>
                    <a:pt x="3358" y="8704"/>
                    <a:pt x="2751" y="10157"/>
                    <a:pt x="2048" y="11585"/>
                  </a:cubicBezTo>
                  <a:cubicBezTo>
                    <a:pt x="1822" y="12050"/>
                    <a:pt x="1643" y="12562"/>
                    <a:pt x="1465" y="13038"/>
                  </a:cubicBezTo>
                  <a:cubicBezTo>
                    <a:pt x="1393" y="13228"/>
                    <a:pt x="1346" y="13431"/>
                    <a:pt x="1441" y="13645"/>
                  </a:cubicBezTo>
                  <a:cubicBezTo>
                    <a:pt x="1560" y="12836"/>
                    <a:pt x="1929" y="12109"/>
                    <a:pt x="2275" y="11395"/>
                  </a:cubicBezTo>
                  <a:cubicBezTo>
                    <a:pt x="3715" y="8466"/>
                    <a:pt x="4608" y="5382"/>
                    <a:pt x="5001" y="2156"/>
                  </a:cubicBezTo>
                  <a:cubicBezTo>
                    <a:pt x="5025" y="1929"/>
                    <a:pt x="5037" y="1703"/>
                    <a:pt x="5061" y="1489"/>
                  </a:cubicBezTo>
                  <a:cubicBezTo>
                    <a:pt x="5061" y="1465"/>
                    <a:pt x="5072" y="1453"/>
                    <a:pt x="5084" y="1429"/>
                  </a:cubicBezTo>
                  <a:cubicBezTo>
                    <a:pt x="5120" y="1465"/>
                    <a:pt x="5144" y="1465"/>
                    <a:pt x="5156" y="1465"/>
                  </a:cubicBezTo>
                  <a:cubicBezTo>
                    <a:pt x="5180" y="1977"/>
                    <a:pt x="5203" y="2477"/>
                    <a:pt x="5215" y="2989"/>
                  </a:cubicBezTo>
                  <a:cubicBezTo>
                    <a:pt x="5263" y="4823"/>
                    <a:pt x="5132" y="6644"/>
                    <a:pt x="4763" y="8430"/>
                  </a:cubicBezTo>
                  <a:cubicBezTo>
                    <a:pt x="4418" y="10097"/>
                    <a:pt x="3703" y="11573"/>
                    <a:pt x="2584" y="12871"/>
                  </a:cubicBezTo>
                  <a:cubicBezTo>
                    <a:pt x="2382" y="13109"/>
                    <a:pt x="2179" y="13371"/>
                    <a:pt x="1882" y="13526"/>
                  </a:cubicBezTo>
                  <a:cubicBezTo>
                    <a:pt x="1892" y="13527"/>
                    <a:pt x="1901" y="13527"/>
                    <a:pt x="1911" y="13527"/>
                  </a:cubicBezTo>
                  <a:cubicBezTo>
                    <a:pt x="2109" y="13527"/>
                    <a:pt x="2245" y="13413"/>
                    <a:pt x="2382" y="13288"/>
                  </a:cubicBezTo>
                  <a:cubicBezTo>
                    <a:pt x="3715" y="11823"/>
                    <a:pt x="4596" y="10145"/>
                    <a:pt x="4942" y="8180"/>
                  </a:cubicBezTo>
                  <a:cubicBezTo>
                    <a:pt x="5323" y="5989"/>
                    <a:pt x="5430" y="3811"/>
                    <a:pt x="5275" y="1584"/>
                  </a:cubicBezTo>
                  <a:cubicBezTo>
                    <a:pt x="5251" y="1155"/>
                    <a:pt x="5239" y="739"/>
                    <a:pt x="5203" y="310"/>
                  </a:cubicBezTo>
                  <a:cubicBezTo>
                    <a:pt x="5203" y="203"/>
                    <a:pt x="5180" y="96"/>
                    <a:pt x="513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4"/>
            <p:cNvSpPr/>
            <p:nvPr/>
          </p:nvSpPr>
          <p:spPr>
            <a:xfrm>
              <a:off x="2228250" y="2939700"/>
              <a:ext cx="501275" cy="112975"/>
            </a:xfrm>
            <a:custGeom>
              <a:avLst/>
              <a:gdLst/>
              <a:ahLst/>
              <a:cxnLst/>
              <a:rect l="l" t="t" r="r" b="b"/>
              <a:pathLst>
                <a:path w="20051" h="4519" extrusionOk="0">
                  <a:moveTo>
                    <a:pt x="5309" y="0"/>
                  </a:moveTo>
                  <a:cubicBezTo>
                    <a:pt x="4937" y="0"/>
                    <a:pt x="4565" y="13"/>
                    <a:pt x="4191" y="39"/>
                  </a:cubicBezTo>
                  <a:cubicBezTo>
                    <a:pt x="3632" y="87"/>
                    <a:pt x="3096" y="170"/>
                    <a:pt x="2608" y="468"/>
                  </a:cubicBezTo>
                  <a:cubicBezTo>
                    <a:pt x="2536" y="516"/>
                    <a:pt x="2465" y="587"/>
                    <a:pt x="2405" y="658"/>
                  </a:cubicBezTo>
                  <a:cubicBezTo>
                    <a:pt x="3251" y="182"/>
                    <a:pt x="4167" y="146"/>
                    <a:pt x="5108" y="146"/>
                  </a:cubicBezTo>
                  <a:cubicBezTo>
                    <a:pt x="5166" y="146"/>
                    <a:pt x="5224" y="145"/>
                    <a:pt x="5282" y="145"/>
                  </a:cubicBezTo>
                  <a:cubicBezTo>
                    <a:pt x="7233" y="145"/>
                    <a:pt x="9128" y="532"/>
                    <a:pt x="10990" y="1099"/>
                  </a:cubicBezTo>
                  <a:cubicBezTo>
                    <a:pt x="12716" y="1611"/>
                    <a:pt x="14383" y="2266"/>
                    <a:pt x="16050" y="2968"/>
                  </a:cubicBezTo>
                  <a:cubicBezTo>
                    <a:pt x="16943" y="3337"/>
                    <a:pt x="17848" y="3683"/>
                    <a:pt x="18812" y="3861"/>
                  </a:cubicBezTo>
                  <a:cubicBezTo>
                    <a:pt x="19014" y="3897"/>
                    <a:pt x="19217" y="3921"/>
                    <a:pt x="19431" y="3992"/>
                  </a:cubicBezTo>
                  <a:cubicBezTo>
                    <a:pt x="19288" y="4040"/>
                    <a:pt x="19157" y="4087"/>
                    <a:pt x="19014" y="4111"/>
                  </a:cubicBezTo>
                  <a:cubicBezTo>
                    <a:pt x="18038" y="4326"/>
                    <a:pt x="17074" y="4349"/>
                    <a:pt x="16097" y="4385"/>
                  </a:cubicBezTo>
                  <a:cubicBezTo>
                    <a:pt x="15836" y="4391"/>
                    <a:pt x="15574" y="4394"/>
                    <a:pt x="15313" y="4394"/>
                  </a:cubicBezTo>
                  <a:cubicBezTo>
                    <a:pt x="13577" y="4394"/>
                    <a:pt x="11849" y="4263"/>
                    <a:pt x="10121" y="4087"/>
                  </a:cubicBezTo>
                  <a:cubicBezTo>
                    <a:pt x="8192" y="3873"/>
                    <a:pt x="6251" y="3611"/>
                    <a:pt x="4322" y="3373"/>
                  </a:cubicBezTo>
                  <a:cubicBezTo>
                    <a:pt x="3781" y="3303"/>
                    <a:pt x="3239" y="3254"/>
                    <a:pt x="2697" y="3254"/>
                  </a:cubicBezTo>
                  <a:cubicBezTo>
                    <a:pt x="2405" y="3254"/>
                    <a:pt x="2114" y="3268"/>
                    <a:pt x="1822" y="3302"/>
                  </a:cubicBezTo>
                  <a:cubicBezTo>
                    <a:pt x="1286" y="3361"/>
                    <a:pt x="774" y="3504"/>
                    <a:pt x="334" y="3814"/>
                  </a:cubicBezTo>
                  <a:cubicBezTo>
                    <a:pt x="215" y="3909"/>
                    <a:pt x="107" y="4016"/>
                    <a:pt x="0" y="4099"/>
                  </a:cubicBezTo>
                  <a:lnTo>
                    <a:pt x="48" y="4147"/>
                  </a:lnTo>
                  <a:cubicBezTo>
                    <a:pt x="107" y="4099"/>
                    <a:pt x="203" y="4087"/>
                    <a:pt x="238" y="4028"/>
                  </a:cubicBezTo>
                  <a:cubicBezTo>
                    <a:pt x="619" y="3683"/>
                    <a:pt x="1060" y="3552"/>
                    <a:pt x="1536" y="3456"/>
                  </a:cubicBezTo>
                  <a:cubicBezTo>
                    <a:pt x="1884" y="3402"/>
                    <a:pt x="2235" y="3380"/>
                    <a:pt x="2586" y="3380"/>
                  </a:cubicBezTo>
                  <a:cubicBezTo>
                    <a:pt x="3003" y="3380"/>
                    <a:pt x="3420" y="3411"/>
                    <a:pt x="3834" y="3456"/>
                  </a:cubicBezTo>
                  <a:cubicBezTo>
                    <a:pt x="5465" y="3659"/>
                    <a:pt x="7120" y="3873"/>
                    <a:pt x="8751" y="4076"/>
                  </a:cubicBezTo>
                  <a:cubicBezTo>
                    <a:pt x="10874" y="4326"/>
                    <a:pt x="13004" y="4518"/>
                    <a:pt x="15141" y="4518"/>
                  </a:cubicBezTo>
                  <a:cubicBezTo>
                    <a:pt x="15749" y="4518"/>
                    <a:pt x="16357" y="4503"/>
                    <a:pt x="16967" y="4468"/>
                  </a:cubicBezTo>
                  <a:cubicBezTo>
                    <a:pt x="17717" y="4433"/>
                    <a:pt x="18455" y="4397"/>
                    <a:pt x="19169" y="4171"/>
                  </a:cubicBezTo>
                  <a:cubicBezTo>
                    <a:pt x="19467" y="4087"/>
                    <a:pt x="19765" y="3945"/>
                    <a:pt x="20050" y="3837"/>
                  </a:cubicBezTo>
                  <a:cubicBezTo>
                    <a:pt x="20038" y="3802"/>
                    <a:pt x="20038" y="3778"/>
                    <a:pt x="20027" y="3742"/>
                  </a:cubicBezTo>
                  <a:cubicBezTo>
                    <a:pt x="19854" y="3787"/>
                    <a:pt x="19684" y="3805"/>
                    <a:pt x="19515" y="3805"/>
                  </a:cubicBezTo>
                  <a:cubicBezTo>
                    <a:pt x="19239" y="3805"/>
                    <a:pt x="18966" y="3758"/>
                    <a:pt x="18693" y="3706"/>
                  </a:cubicBezTo>
                  <a:cubicBezTo>
                    <a:pt x="17764" y="3504"/>
                    <a:pt x="16848" y="3159"/>
                    <a:pt x="15978" y="2790"/>
                  </a:cubicBezTo>
                  <a:cubicBezTo>
                    <a:pt x="13931" y="1920"/>
                    <a:pt x="11847" y="1135"/>
                    <a:pt x="9704" y="587"/>
                  </a:cubicBezTo>
                  <a:cubicBezTo>
                    <a:pt x="8256" y="206"/>
                    <a:pt x="6793" y="0"/>
                    <a:pt x="5309"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4"/>
            <p:cNvSpPr/>
            <p:nvPr/>
          </p:nvSpPr>
          <p:spPr>
            <a:xfrm>
              <a:off x="2233600" y="3029975"/>
              <a:ext cx="501575" cy="117300"/>
            </a:xfrm>
            <a:custGeom>
              <a:avLst/>
              <a:gdLst/>
              <a:ahLst/>
              <a:cxnLst/>
              <a:rect l="l" t="t" r="r" b="b"/>
              <a:pathLst>
                <a:path w="20063" h="4692" extrusionOk="0">
                  <a:moveTo>
                    <a:pt x="8804" y="2783"/>
                  </a:moveTo>
                  <a:cubicBezTo>
                    <a:pt x="8901" y="2783"/>
                    <a:pt x="8999" y="2784"/>
                    <a:pt x="9097" y="2786"/>
                  </a:cubicBezTo>
                  <a:cubicBezTo>
                    <a:pt x="10323" y="2810"/>
                    <a:pt x="11561" y="2893"/>
                    <a:pt x="12800" y="2953"/>
                  </a:cubicBezTo>
                  <a:cubicBezTo>
                    <a:pt x="13377" y="2971"/>
                    <a:pt x="13958" y="2995"/>
                    <a:pt x="14538" y="2995"/>
                  </a:cubicBezTo>
                  <a:cubicBezTo>
                    <a:pt x="15118" y="2995"/>
                    <a:pt x="15699" y="2971"/>
                    <a:pt x="16276" y="2893"/>
                  </a:cubicBezTo>
                  <a:cubicBezTo>
                    <a:pt x="16324" y="2893"/>
                    <a:pt x="16348" y="2905"/>
                    <a:pt x="16443" y="2905"/>
                  </a:cubicBezTo>
                  <a:cubicBezTo>
                    <a:pt x="16276" y="2977"/>
                    <a:pt x="16169" y="3024"/>
                    <a:pt x="16050" y="3072"/>
                  </a:cubicBezTo>
                  <a:cubicBezTo>
                    <a:pt x="15943" y="3108"/>
                    <a:pt x="15836" y="3155"/>
                    <a:pt x="15717" y="3203"/>
                  </a:cubicBezTo>
                  <a:cubicBezTo>
                    <a:pt x="14359" y="3763"/>
                    <a:pt x="12943" y="4084"/>
                    <a:pt x="11478" y="4155"/>
                  </a:cubicBezTo>
                  <a:cubicBezTo>
                    <a:pt x="11228" y="4167"/>
                    <a:pt x="10978" y="4172"/>
                    <a:pt x="10730" y="4172"/>
                  </a:cubicBezTo>
                  <a:cubicBezTo>
                    <a:pt x="9713" y="4172"/>
                    <a:pt x="8708" y="4084"/>
                    <a:pt x="7704" y="3989"/>
                  </a:cubicBezTo>
                  <a:cubicBezTo>
                    <a:pt x="6655" y="3895"/>
                    <a:pt x="5599" y="3831"/>
                    <a:pt x="4542" y="3831"/>
                  </a:cubicBezTo>
                  <a:cubicBezTo>
                    <a:pt x="4255" y="3831"/>
                    <a:pt x="3967" y="3836"/>
                    <a:pt x="3680" y="3846"/>
                  </a:cubicBezTo>
                  <a:cubicBezTo>
                    <a:pt x="3227" y="3858"/>
                    <a:pt x="2787" y="3882"/>
                    <a:pt x="2334" y="3893"/>
                  </a:cubicBezTo>
                  <a:lnTo>
                    <a:pt x="2334" y="3858"/>
                  </a:lnTo>
                  <a:cubicBezTo>
                    <a:pt x="2370" y="3846"/>
                    <a:pt x="2382" y="3810"/>
                    <a:pt x="2406" y="3810"/>
                  </a:cubicBezTo>
                  <a:cubicBezTo>
                    <a:pt x="3179" y="3643"/>
                    <a:pt x="3977" y="3489"/>
                    <a:pt x="4763" y="3310"/>
                  </a:cubicBezTo>
                  <a:cubicBezTo>
                    <a:pt x="6096" y="3010"/>
                    <a:pt x="7440" y="2783"/>
                    <a:pt x="8804" y="2783"/>
                  </a:cubicBezTo>
                  <a:close/>
                  <a:moveTo>
                    <a:pt x="20063" y="0"/>
                  </a:moveTo>
                  <a:lnTo>
                    <a:pt x="19836" y="226"/>
                  </a:lnTo>
                  <a:cubicBezTo>
                    <a:pt x="19693" y="393"/>
                    <a:pt x="19539" y="572"/>
                    <a:pt x="19396" y="679"/>
                  </a:cubicBezTo>
                  <a:cubicBezTo>
                    <a:pt x="18991" y="1084"/>
                    <a:pt x="18586" y="1488"/>
                    <a:pt x="18158" y="1858"/>
                  </a:cubicBezTo>
                  <a:cubicBezTo>
                    <a:pt x="17562" y="2393"/>
                    <a:pt x="16860" y="2679"/>
                    <a:pt x="16074" y="2762"/>
                  </a:cubicBezTo>
                  <a:cubicBezTo>
                    <a:pt x="15580" y="2822"/>
                    <a:pt x="15092" y="2843"/>
                    <a:pt x="14605" y="2843"/>
                  </a:cubicBezTo>
                  <a:cubicBezTo>
                    <a:pt x="14118" y="2843"/>
                    <a:pt x="13633" y="2822"/>
                    <a:pt x="13145" y="2798"/>
                  </a:cubicBezTo>
                  <a:cubicBezTo>
                    <a:pt x="12407" y="2774"/>
                    <a:pt x="11692" y="2739"/>
                    <a:pt x="10966" y="2679"/>
                  </a:cubicBezTo>
                  <a:cubicBezTo>
                    <a:pt x="10468" y="2641"/>
                    <a:pt x="9972" y="2622"/>
                    <a:pt x="9477" y="2622"/>
                  </a:cubicBezTo>
                  <a:cubicBezTo>
                    <a:pt x="7828" y="2622"/>
                    <a:pt x="6193" y="2830"/>
                    <a:pt x="4573" y="3215"/>
                  </a:cubicBezTo>
                  <a:cubicBezTo>
                    <a:pt x="3560" y="3453"/>
                    <a:pt x="2525" y="3691"/>
                    <a:pt x="1513" y="3941"/>
                  </a:cubicBezTo>
                  <a:cubicBezTo>
                    <a:pt x="1120" y="4048"/>
                    <a:pt x="679" y="4120"/>
                    <a:pt x="310" y="4358"/>
                  </a:cubicBezTo>
                  <a:cubicBezTo>
                    <a:pt x="191" y="4429"/>
                    <a:pt x="108" y="4536"/>
                    <a:pt x="1" y="4632"/>
                  </a:cubicBezTo>
                  <a:cubicBezTo>
                    <a:pt x="1" y="4644"/>
                    <a:pt x="12" y="4667"/>
                    <a:pt x="24" y="4691"/>
                  </a:cubicBezTo>
                  <a:cubicBezTo>
                    <a:pt x="72" y="4667"/>
                    <a:pt x="120" y="4667"/>
                    <a:pt x="143" y="4644"/>
                  </a:cubicBezTo>
                  <a:cubicBezTo>
                    <a:pt x="358" y="4405"/>
                    <a:pt x="643" y="4334"/>
                    <a:pt x="917" y="4251"/>
                  </a:cubicBezTo>
                  <a:cubicBezTo>
                    <a:pt x="1727" y="4060"/>
                    <a:pt x="2560" y="4013"/>
                    <a:pt x="3382" y="3977"/>
                  </a:cubicBezTo>
                  <a:cubicBezTo>
                    <a:pt x="3768" y="3955"/>
                    <a:pt x="4154" y="3946"/>
                    <a:pt x="4540" y="3946"/>
                  </a:cubicBezTo>
                  <a:cubicBezTo>
                    <a:pt x="5650" y="3946"/>
                    <a:pt x="6757" y="4026"/>
                    <a:pt x="7871" y="4132"/>
                  </a:cubicBezTo>
                  <a:cubicBezTo>
                    <a:pt x="8704" y="4227"/>
                    <a:pt x="9537" y="4274"/>
                    <a:pt x="10371" y="4298"/>
                  </a:cubicBezTo>
                  <a:cubicBezTo>
                    <a:pt x="10498" y="4302"/>
                    <a:pt x="10626" y="4303"/>
                    <a:pt x="10753" y="4303"/>
                  </a:cubicBezTo>
                  <a:cubicBezTo>
                    <a:pt x="12418" y="4303"/>
                    <a:pt x="14051" y="4012"/>
                    <a:pt x="15622" y="3382"/>
                  </a:cubicBezTo>
                  <a:cubicBezTo>
                    <a:pt x="16276" y="3108"/>
                    <a:pt x="16955" y="2858"/>
                    <a:pt x="17562" y="2489"/>
                  </a:cubicBezTo>
                  <a:cubicBezTo>
                    <a:pt x="17979" y="2227"/>
                    <a:pt x="18336" y="1929"/>
                    <a:pt x="18681" y="1596"/>
                  </a:cubicBezTo>
                  <a:cubicBezTo>
                    <a:pt x="18979" y="1298"/>
                    <a:pt x="19277" y="1012"/>
                    <a:pt x="19574" y="715"/>
                  </a:cubicBezTo>
                  <a:cubicBezTo>
                    <a:pt x="19777" y="500"/>
                    <a:pt x="19967" y="298"/>
                    <a:pt x="2006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4"/>
            <p:cNvSpPr/>
            <p:nvPr/>
          </p:nvSpPr>
          <p:spPr>
            <a:xfrm>
              <a:off x="2916725" y="2747500"/>
              <a:ext cx="135450" cy="492625"/>
            </a:xfrm>
            <a:custGeom>
              <a:avLst/>
              <a:gdLst/>
              <a:ahLst/>
              <a:cxnLst/>
              <a:rect l="l" t="t" r="r" b="b"/>
              <a:pathLst>
                <a:path w="5418" h="19705" extrusionOk="0">
                  <a:moveTo>
                    <a:pt x="60" y="0"/>
                  </a:moveTo>
                  <a:cubicBezTo>
                    <a:pt x="48" y="12"/>
                    <a:pt x="12" y="12"/>
                    <a:pt x="0" y="36"/>
                  </a:cubicBezTo>
                  <a:cubicBezTo>
                    <a:pt x="12" y="119"/>
                    <a:pt x="48" y="214"/>
                    <a:pt x="60" y="298"/>
                  </a:cubicBezTo>
                  <a:cubicBezTo>
                    <a:pt x="381" y="1560"/>
                    <a:pt x="500" y="2846"/>
                    <a:pt x="524" y="4144"/>
                  </a:cubicBezTo>
                  <a:cubicBezTo>
                    <a:pt x="548" y="5691"/>
                    <a:pt x="524" y="7239"/>
                    <a:pt x="548" y="8799"/>
                  </a:cubicBezTo>
                  <a:cubicBezTo>
                    <a:pt x="596" y="10644"/>
                    <a:pt x="858" y="12442"/>
                    <a:pt x="1453" y="14204"/>
                  </a:cubicBezTo>
                  <a:cubicBezTo>
                    <a:pt x="1632" y="14704"/>
                    <a:pt x="1834" y="15216"/>
                    <a:pt x="2084" y="15693"/>
                  </a:cubicBezTo>
                  <a:cubicBezTo>
                    <a:pt x="2310" y="16109"/>
                    <a:pt x="2489" y="16550"/>
                    <a:pt x="2691" y="16978"/>
                  </a:cubicBezTo>
                  <a:cubicBezTo>
                    <a:pt x="2703" y="17026"/>
                    <a:pt x="2739" y="17074"/>
                    <a:pt x="2763" y="17121"/>
                  </a:cubicBezTo>
                  <a:cubicBezTo>
                    <a:pt x="2739" y="17074"/>
                    <a:pt x="2739" y="17074"/>
                    <a:pt x="2739" y="17062"/>
                  </a:cubicBezTo>
                  <a:cubicBezTo>
                    <a:pt x="2560" y="16609"/>
                    <a:pt x="2370" y="16157"/>
                    <a:pt x="2179" y="15704"/>
                  </a:cubicBezTo>
                  <a:cubicBezTo>
                    <a:pt x="2084" y="15443"/>
                    <a:pt x="1941" y="15181"/>
                    <a:pt x="1834" y="14931"/>
                  </a:cubicBezTo>
                  <a:cubicBezTo>
                    <a:pt x="1370" y="13811"/>
                    <a:pt x="1084" y="12656"/>
                    <a:pt x="893" y="11466"/>
                  </a:cubicBezTo>
                  <a:cubicBezTo>
                    <a:pt x="643" y="9954"/>
                    <a:pt x="643" y="8442"/>
                    <a:pt x="655" y="6930"/>
                  </a:cubicBezTo>
                  <a:cubicBezTo>
                    <a:pt x="667" y="5417"/>
                    <a:pt x="655" y="3917"/>
                    <a:pt x="524" y="2429"/>
                  </a:cubicBezTo>
                  <a:cubicBezTo>
                    <a:pt x="477" y="1941"/>
                    <a:pt x="381" y="1441"/>
                    <a:pt x="310" y="905"/>
                  </a:cubicBezTo>
                  <a:lnTo>
                    <a:pt x="310" y="905"/>
                  </a:lnTo>
                  <a:cubicBezTo>
                    <a:pt x="358" y="965"/>
                    <a:pt x="405" y="1000"/>
                    <a:pt x="417" y="1048"/>
                  </a:cubicBezTo>
                  <a:cubicBezTo>
                    <a:pt x="560" y="1369"/>
                    <a:pt x="703" y="1703"/>
                    <a:pt x="846" y="2024"/>
                  </a:cubicBezTo>
                  <a:cubicBezTo>
                    <a:pt x="1072" y="2489"/>
                    <a:pt x="1310" y="2965"/>
                    <a:pt x="1560" y="3405"/>
                  </a:cubicBezTo>
                  <a:cubicBezTo>
                    <a:pt x="2941" y="5894"/>
                    <a:pt x="3894" y="8525"/>
                    <a:pt x="4453" y="11323"/>
                  </a:cubicBezTo>
                  <a:cubicBezTo>
                    <a:pt x="4858" y="13407"/>
                    <a:pt x="5061" y="15490"/>
                    <a:pt x="5120" y="17609"/>
                  </a:cubicBezTo>
                  <a:cubicBezTo>
                    <a:pt x="5132" y="18169"/>
                    <a:pt x="5191" y="18729"/>
                    <a:pt x="5251" y="19288"/>
                  </a:cubicBezTo>
                  <a:cubicBezTo>
                    <a:pt x="5263" y="19407"/>
                    <a:pt x="5311" y="19538"/>
                    <a:pt x="5358" y="19705"/>
                  </a:cubicBezTo>
                  <a:cubicBezTo>
                    <a:pt x="5406" y="19645"/>
                    <a:pt x="5418" y="19634"/>
                    <a:pt x="5418" y="19622"/>
                  </a:cubicBezTo>
                  <a:cubicBezTo>
                    <a:pt x="5227" y="18169"/>
                    <a:pt x="5239" y="16716"/>
                    <a:pt x="5132" y="15252"/>
                  </a:cubicBezTo>
                  <a:cubicBezTo>
                    <a:pt x="4941" y="12799"/>
                    <a:pt x="4477" y="10394"/>
                    <a:pt x="3751" y="8037"/>
                  </a:cubicBezTo>
                  <a:cubicBezTo>
                    <a:pt x="3501" y="7215"/>
                    <a:pt x="3203" y="6418"/>
                    <a:pt x="2822" y="5656"/>
                  </a:cubicBezTo>
                  <a:cubicBezTo>
                    <a:pt x="2489" y="4989"/>
                    <a:pt x="2155" y="4298"/>
                    <a:pt x="1810" y="3632"/>
                  </a:cubicBezTo>
                  <a:cubicBezTo>
                    <a:pt x="1429" y="2858"/>
                    <a:pt x="1024" y="2084"/>
                    <a:pt x="643" y="1310"/>
                  </a:cubicBezTo>
                  <a:cubicBezTo>
                    <a:pt x="477" y="988"/>
                    <a:pt x="358" y="631"/>
                    <a:pt x="227" y="298"/>
                  </a:cubicBezTo>
                  <a:cubicBezTo>
                    <a:pt x="179" y="191"/>
                    <a:pt x="108" y="95"/>
                    <a:pt x="6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4"/>
            <p:cNvSpPr/>
            <p:nvPr/>
          </p:nvSpPr>
          <p:spPr>
            <a:xfrm>
              <a:off x="2930425" y="2769225"/>
              <a:ext cx="173850" cy="448300"/>
            </a:xfrm>
            <a:custGeom>
              <a:avLst/>
              <a:gdLst/>
              <a:ahLst/>
              <a:cxnLst/>
              <a:rect l="l" t="t" r="r" b="b"/>
              <a:pathLst>
                <a:path w="6954" h="17932" extrusionOk="0">
                  <a:moveTo>
                    <a:pt x="0" y="0"/>
                  </a:moveTo>
                  <a:lnTo>
                    <a:pt x="0" y="0"/>
                  </a:lnTo>
                  <a:cubicBezTo>
                    <a:pt x="155" y="179"/>
                    <a:pt x="310" y="346"/>
                    <a:pt x="464" y="536"/>
                  </a:cubicBezTo>
                  <a:cubicBezTo>
                    <a:pt x="810" y="977"/>
                    <a:pt x="1143" y="1417"/>
                    <a:pt x="1476" y="1870"/>
                  </a:cubicBezTo>
                  <a:cubicBezTo>
                    <a:pt x="1905" y="2489"/>
                    <a:pt x="2310" y="3108"/>
                    <a:pt x="2727" y="3715"/>
                  </a:cubicBezTo>
                  <a:cubicBezTo>
                    <a:pt x="2989" y="4120"/>
                    <a:pt x="3262" y="4537"/>
                    <a:pt x="3512" y="4965"/>
                  </a:cubicBezTo>
                  <a:cubicBezTo>
                    <a:pt x="3870" y="5561"/>
                    <a:pt x="4215" y="6180"/>
                    <a:pt x="4536" y="6787"/>
                  </a:cubicBezTo>
                  <a:cubicBezTo>
                    <a:pt x="5763" y="9109"/>
                    <a:pt x="6560" y="11561"/>
                    <a:pt x="6775" y="14193"/>
                  </a:cubicBezTo>
                  <a:cubicBezTo>
                    <a:pt x="6858" y="15478"/>
                    <a:pt x="6691" y="16729"/>
                    <a:pt x="6132" y="17907"/>
                  </a:cubicBezTo>
                  <a:cubicBezTo>
                    <a:pt x="6120" y="17907"/>
                    <a:pt x="6132" y="17919"/>
                    <a:pt x="6144" y="17931"/>
                  </a:cubicBezTo>
                  <a:cubicBezTo>
                    <a:pt x="6203" y="17824"/>
                    <a:pt x="6287" y="17741"/>
                    <a:pt x="6346" y="17633"/>
                  </a:cubicBezTo>
                  <a:cubicBezTo>
                    <a:pt x="6691" y="16895"/>
                    <a:pt x="6846" y="16086"/>
                    <a:pt x="6894" y="15252"/>
                  </a:cubicBezTo>
                  <a:cubicBezTo>
                    <a:pt x="6953" y="13883"/>
                    <a:pt x="6763" y="12549"/>
                    <a:pt x="6382" y="11240"/>
                  </a:cubicBezTo>
                  <a:cubicBezTo>
                    <a:pt x="6144" y="10371"/>
                    <a:pt x="5870" y="9525"/>
                    <a:pt x="5572" y="8680"/>
                  </a:cubicBezTo>
                  <a:cubicBezTo>
                    <a:pt x="5370" y="8120"/>
                    <a:pt x="5108" y="7596"/>
                    <a:pt x="4822" y="7096"/>
                  </a:cubicBezTo>
                  <a:cubicBezTo>
                    <a:pt x="4358" y="6251"/>
                    <a:pt x="3905" y="5418"/>
                    <a:pt x="3405" y="4584"/>
                  </a:cubicBezTo>
                  <a:cubicBezTo>
                    <a:pt x="2989" y="3894"/>
                    <a:pt x="2512" y="3239"/>
                    <a:pt x="2084" y="2572"/>
                  </a:cubicBezTo>
                  <a:cubicBezTo>
                    <a:pt x="1893" y="2274"/>
                    <a:pt x="1679" y="1977"/>
                    <a:pt x="1488" y="1679"/>
                  </a:cubicBezTo>
                  <a:cubicBezTo>
                    <a:pt x="1084" y="1036"/>
                    <a:pt x="595" y="488"/>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4"/>
            <p:cNvSpPr/>
            <p:nvPr/>
          </p:nvSpPr>
          <p:spPr>
            <a:xfrm>
              <a:off x="2518450" y="3266300"/>
              <a:ext cx="333100" cy="122750"/>
            </a:xfrm>
            <a:custGeom>
              <a:avLst/>
              <a:gdLst/>
              <a:ahLst/>
              <a:cxnLst/>
              <a:rect l="l" t="t" r="r" b="b"/>
              <a:pathLst>
                <a:path w="13324" h="4910" extrusionOk="0">
                  <a:moveTo>
                    <a:pt x="13300" y="1"/>
                  </a:moveTo>
                  <a:cubicBezTo>
                    <a:pt x="12919" y="441"/>
                    <a:pt x="12562" y="917"/>
                    <a:pt x="12181" y="1370"/>
                  </a:cubicBezTo>
                  <a:cubicBezTo>
                    <a:pt x="11669" y="1953"/>
                    <a:pt x="11109" y="2465"/>
                    <a:pt x="10466" y="2870"/>
                  </a:cubicBezTo>
                  <a:cubicBezTo>
                    <a:pt x="9943" y="3215"/>
                    <a:pt x="9431" y="3573"/>
                    <a:pt x="8871" y="3823"/>
                  </a:cubicBezTo>
                  <a:cubicBezTo>
                    <a:pt x="7557" y="4431"/>
                    <a:pt x="6232" y="4762"/>
                    <a:pt x="4897" y="4762"/>
                  </a:cubicBezTo>
                  <a:cubicBezTo>
                    <a:pt x="3800" y="4762"/>
                    <a:pt x="2696" y="4539"/>
                    <a:pt x="1584" y="4061"/>
                  </a:cubicBezTo>
                  <a:cubicBezTo>
                    <a:pt x="941" y="3799"/>
                    <a:pt x="537" y="3263"/>
                    <a:pt x="275" y="2632"/>
                  </a:cubicBezTo>
                  <a:cubicBezTo>
                    <a:pt x="167" y="2382"/>
                    <a:pt x="96" y="2108"/>
                    <a:pt x="1" y="1834"/>
                  </a:cubicBezTo>
                  <a:lnTo>
                    <a:pt x="1" y="2025"/>
                  </a:lnTo>
                  <a:cubicBezTo>
                    <a:pt x="179" y="3144"/>
                    <a:pt x="810" y="3882"/>
                    <a:pt x="1846" y="4311"/>
                  </a:cubicBezTo>
                  <a:cubicBezTo>
                    <a:pt x="2847" y="4720"/>
                    <a:pt x="3853" y="4909"/>
                    <a:pt x="4865" y="4909"/>
                  </a:cubicBezTo>
                  <a:cubicBezTo>
                    <a:pt x="5768" y="4909"/>
                    <a:pt x="6675" y="4758"/>
                    <a:pt x="7585" y="4477"/>
                  </a:cubicBezTo>
                  <a:cubicBezTo>
                    <a:pt x="8180" y="4299"/>
                    <a:pt x="8752" y="4061"/>
                    <a:pt x="9311" y="3763"/>
                  </a:cubicBezTo>
                  <a:cubicBezTo>
                    <a:pt x="10978" y="2870"/>
                    <a:pt x="12312" y="1620"/>
                    <a:pt x="13324" y="13"/>
                  </a:cubicBezTo>
                  <a:cubicBezTo>
                    <a:pt x="13312" y="13"/>
                    <a:pt x="13300" y="1"/>
                    <a:pt x="13300"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4"/>
            <p:cNvSpPr/>
            <p:nvPr/>
          </p:nvSpPr>
          <p:spPr>
            <a:xfrm>
              <a:off x="2900350" y="2256350"/>
              <a:ext cx="125050" cy="323875"/>
            </a:xfrm>
            <a:custGeom>
              <a:avLst/>
              <a:gdLst/>
              <a:ahLst/>
              <a:cxnLst/>
              <a:rect l="l" t="t" r="r" b="b"/>
              <a:pathLst>
                <a:path w="5002" h="12955" extrusionOk="0">
                  <a:moveTo>
                    <a:pt x="2501" y="1"/>
                  </a:moveTo>
                  <a:cubicBezTo>
                    <a:pt x="2489" y="25"/>
                    <a:pt x="2489" y="49"/>
                    <a:pt x="2465" y="60"/>
                  </a:cubicBezTo>
                  <a:cubicBezTo>
                    <a:pt x="2513" y="96"/>
                    <a:pt x="2548" y="120"/>
                    <a:pt x="2584" y="132"/>
                  </a:cubicBezTo>
                  <a:cubicBezTo>
                    <a:pt x="3215" y="346"/>
                    <a:pt x="3644" y="751"/>
                    <a:pt x="3989" y="1311"/>
                  </a:cubicBezTo>
                  <a:cubicBezTo>
                    <a:pt x="4549" y="2251"/>
                    <a:pt x="4751" y="3287"/>
                    <a:pt x="4727" y="4359"/>
                  </a:cubicBezTo>
                  <a:cubicBezTo>
                    <a:pt x="4715" y="6954"/>
                    <a:pt x="3930" y="9276"/>
                    <a:pt x="2287" y="11300"/>
                  </a:cubicBezTo>
                  <a:cubicBezTo>
                    <a:pt x="1739" y="11990"/>
                    <a:pt x="1036" y="12491"/>
                    <a:pt x="239" y="12860"/>
                  </a:cubicBezTo>
                  <a:cubicBezTo>
                    <a:pt x="179" y="12895"/>
                    <a:pt x="84" y="12919"/>
                    <a:pt x="1" y="12955"/>
                  </a:cubicBezTo>
                  <a:cubicBezTo>
                    <a:pt x="596" y="12883"/>
                    <a:pt x="1072" y="12586"/>
                    <a:pt x="1513" y="12229"/>
                  </a:cubicBezTo>
                  <a:cubicBezTo>
                    <a:pt x="2870" y="11121"/>
                    <a:pt x="3691" y="9681"/>
                    <a:pt x="4251" y="8061"/>
                  </a:cubicBezTo>
                  <a:cubicBezTo>
                    <a:pt x="4775" y="6585"/>
                    <a:pt x="5001" y="5061"/>
                    <a:pt x="4811" y="3501"/>
                  </a:cubicBezTo>
                  <a:cubicBezTo>
                    <a:pt x="4703" y="2704"/>
                    <a:pt x="4513" y="1918"/>
                    <a:pt x="4061" y="1227"/>
                  </a:cubicBezTo>
                  <a:cubicBezTo>
                    <a:pt x="3751" y="751"/>
                    <a:pt x="3346" y="358"/>
                    <a:pt x="2822" y="120"/>
                  </a:cubicBezTo>
                  <a:cubicBezTo>
                    <a:pt x="2727" y="84"/>
                    <a:pt x="2608" y="49"/>
                    <a:pt x="2501"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4"/>
            <p:cNvSpPr/>
            <p:nvPr/>
          </p:nvSpPr>
          <p:spPr>
            <a:xfrm>
              <a:off x="2463400" y="2452800"/>
              <a:ext cx="308100" cy="160175"/>
            </a:xfrm>
            <a:custGeom>
              <a:avLst/>
              <a:gdLst/>
              <a:ahLst/>
              <a:cxnLst/>
              <a:rect l="l" t="t" r="r" b="b"/>
              <a:pathLst>
                <a:path w="12324" h="6407" extrusionOk="0">
                  <a:moveTo>
                    <a:pt x="12287" y="1"/>
                  </a:moveTo>
                  <a:cubicBezTo>
                    <a:pt x="12240" y="25"/>
                    <a:pt x="12192" y="37"/>
                    <a:pt x="12168" y="61"/>
                  </a:cubicBezTo>
                  <a:cubicBezTo>
                    <a:pt x="11716" y="465"/>
                    <a:pt x="11180" y="692"/>
                    <a:pt x="10632" y="882"/>
                  </a:cubicBezTo>
                  <a:cubicBezTo>
                    <a:pt x="9227" y="1394"/>
                    <a:pt x="7799" y="1846"/>
                    <a:pt x="6394" y="2347"/>
                  </a:cubicBezTo>
                  <a:cubicBezTo>
                    <a:pt x="5417" y="2680"/>
                    <a:pt x="4453" y="3025"/>
                    <a:pt x="3536" y="3501"/>
                  </a:cubicBezTo>
                  <a:cubicBezTo>
                    <a:pt x="3120" y="3728"/>
                    <a:pt x="2679" y="3918"/>
                    <a:pt x="2286" y="4156"/>
                  </a:cubicBezTo>
                  <a:cubicBezTo>
                    <a:pt x="1524" y="4621"/>
                    <a:pt x="834" y="5168"/>
                    <a:pt x="262" y="5859"/>
                  </a:cubicBezTo>
                  <a:cubicBezTo>
                    <a:pt x="60" y="6121"/>
                    <a:pt x="48" y="6157"/>
                    <a:pt x="0" y="6407"/>
                  </a:cubicBezTo>
                  <a:cubicBezTo>
                    <a:pt x="381" y="5871"/>
                    <a:pt x="834" y="5406"/>
                    <a:pt x="1334" y="4990"/>
                  </a:cubicBezTo>
                  <a:cubicBezTo>
                    <a:pt x="1774" y="4621"/>
                    <a:pt x="2262" y="4311"/>
                    <a:pt x="2774" y="4025"/>
                  </a:cubicBezTo>
                  <a:cubicBezTo>
                    <a:pt x="4144" y="3263"/>
                    <a:pt x="5596" y="2728"/>
                    <a:pt x="7084" y="2239"/>
                  </a:cubicBezTo>
                  <a:cubicBezTo>
                    <a:pt x="7977" y="1942"/>
                    <a:pt x="8894" y="1656"/>
                    <a:pt x="9787" y="1346"/>
                  </a:cubicBezTo>
                  <a:cubicBezTo>
                    <a:pt x="10537" y="1073"/>
                    <a:pt x="11287" y="775"/>
                    <a:pt x="11966" y="346"/>
                  </a:cubicBezTo>
                  <a:cubicBezTo>
                    <a:pt x="12109" y="263"/>
                    <a:pt x="12204" y="156"/>
                    <a:pt x="12323" y="61"/>
                  </a:cubicBezTo>
                  <a:cubicBezTo>
                    <a:pt x="12311" y="49"/>
                    <a:pt x="12299" y="25"/>
                    <a:pt x="1228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4"/>
            <p:cNvSpPr/>
            <p:nvPr/>
          </p:nvSpPr>
          <p:spPr>
            <a:xfrm>
              <a:off x="2468750" y="2507575"/>
              <a:ext cx="320000" cy="120050"/>
            </a:xfrm>
            <a:custGeom>
              <a:avLst/>
              <a:gdLst/>
              <a:ahLst/>
              <a:cxnLst/>
              <a:rect l="l" t="t" r="r" b="b"/>
              <a:pathLst>
                <a:path w="12800" h="4802" extrusionOk="0">
                  <a:moveTo>
                    <a:pt x="12788" y="1"/>
                  </a:moveTo>
                  <a:cubicBezTo>
                    <a:pt x="12573" y="156"/>
                    <a:pt x="12383" y="286"/>
                    <a:pt x="12169" y="429"/>
                  </a:cubicBezTo>
                  <a:cubicBezTo>
                    <a:pt x="11859" y="644"/>
                    <a:pt x="11561" y="882"/>
                    <a:pt x="11240" y="1072"/>
                  </a:cubicBezTo>
                  <a:cubicBezTo>
                    <a:pt x="10621" y="1429"/>
                    <a:pt x="10014" y="1787"/>
                    <a:pt x="9394" y="2120"/>
                  </a:cubicBezTo>
                  <a:cubicBezTo>
                    <a:pt x="8763" y="2442"/>
                    <a:pt x="8109" y="2715"/>
                    <a:pt x="7489" y="3013"/>
                  </a:cubicBezTo>
                  <a:cubicBezTo>
                    <a:pt x="6323" y="3549"/>
                    <a:pt x="5120" y="3930"/>
                    <a:pt x="3882" y="4239"/>
                  </a:cubicBezTo>
                  <a:cubicBezTo>
                    <a:pt x="2989" y="4477"/>
                    <a:pt x="2096" y="4644"/>
                    <a:pt x="1179" y="4668"/>
                  </a:cubicBezTo>
                  <a:cubicBezTo>
                    <a:pt x="1062" y="4675"/>
                    <a:pt x="946" y="4677"/>
                    <a:pt x="829" y="4677"/>
                  </a:cubicBezTo>
                  <a:cubicBezTo>
                    <a:pt x="705" y="4677"/>
                    <a:pt x="582" y="4675"/>
                    <a:pt x="458" y="4675"/>
                  </a:cubicBezTo>
                  <a:cubicBezTo>
                    <a:pt x="305" y="4675"/>
                    <a:pt x="153" y="4678"/>
                    <a:pt x="0" y="4692"/>
                  </a:cubicBezTo>
                  <a:cubicBezTo>
                    <a:pt x="131" y="4716"/>
                    <a:pt x="262" y="4751"/>
                    <a:pt x="381" y="4763"/>
                  </a:cubicBezTo>
                  <a:cubicBezTo>
                    <a:pt x="600" y="4790"/>
                    <a:pt x="818" y="4802"/>
                    <a:pt x="1034" y="4802"/>
                  </a:cubicBezTo>
                  <a:cubicBezTo>
                    <a:pt x="1585" y="4802"/>
                    <a:pt x="2129" y="4726"/>
                    <a:pt x="2667" y="4632"/>
                  </a:cubicBezTo>
                  <a:cubicBezTo>
                    <a:pt x="3834" y="4418"/>
                    <a:pt x="4989" y="4096"/>
                    <a:pt x="6096" y="3692"/>
                  </a:cubicBezTo>
                  <a:cubicBezTo>
                    <a:pt x="6978" y="3382"/>
                    <a:pt x="7823" y="3037"/>
                    <a:pt x="8644" y="2596"/>
                  </a:cubicBezTo>
                  <a:cubicBezTo>
                    <a:pt x="9597" y="2084"/>
                    <a:pt x="10561" y="1584"/>
                    <a:pt x="11490" y="1025"/>
                  </a:cubicBezTo>
                  <a:cubicBezTo>
                    <a:pt x="11919" y="775"/>
                    <a:pt x="12288" y="453"/>
                    <a:pt x="12693" y="156"/>
                  </a:cubicBezTo>
                  <a:cubicBezTo>
                    <a:pt x="12728" y="120"/>
                    <a:pt x="12752" y="72"/>
                    <a:pt x="12788" y="48"/>
                  </a:cubicBezTo>
                  <a:cubicBezTo>
                    <a:pt x="12800" y="36"/>
                    <a:pt x="12788" y="13"/>
                    <a:pt x="1278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4"/>
            <p:cNvSpPr/>
            <p:nvPr/>
          </p:nvSpPr>
          <p:spPr>
            <a:xfrm>
              <a:off x="2500900" y="2533775"/>
              <a:ext cx="302725" cy="107525"/>
            </a:xfrm>
            <a:custGeom>
              <a:avLst/>
              <a:gdLst/>
              <a:ahLst/>
              <a:cxnLst/>
              <a:rect l="l" t="t" r="r" b="b"/>
              <a:pathLst>
                <a:path w="12109" h="4301" extrusionOk="0">
                  <a:moveTo>
                    <a:pt x="12073" y="0"/>
                  </a:moveTo>
                  <a:cubicBezTo>
                    <a:pt x="12038" y="12"/>
                    <a:pt x="11990" y="36"/>
                    <a:pt x="11942" y="60"/>
                  </a:cubicBezTo>
                  <a:cubicBezTo>
                    <a:pt x="11502" y="358"/>
                    <a:pt x="11049" y="667"/>
                    <a:pt x="10585" y="953"/>
                  </a:cubicBezTo>
                  <a:cubicBezTo>
                    <a:pt x="9978" y="1322"/>
                    <a:pt x="9371" y="1679"/>
                    <a:pt x="8728" y="2001"/>
                  </a:cubicBezTo>
                  <a:cubicBezTo>
                    <a:pt x="8097" y="2322"/>
                    <a:pt x="7466" y="2596"/>
                    <a:pt x="6811" y="2870"/>
                  </a:cubicBezTo>
                  <a:cubicBezTo>
                    <a:pt x="6192" y="3108"/>
                    <a:pt x="5572" y="3346"/>
                    <a:pt x="4930" y="3513"/>
                  </a:cubicBezTo>
                  <a:cubicBezTo>
                    <a:pt x="3977" y="3751"/>
                    <a:pt x="3013" y="3953"/>
                    <a:pt x="2048" y="4120"/>
                  </a:cubicBezTo>
                  <a:cubicBezTo>
                    <a:pt x="1512" y="4203"/>
                    <a:pt x="941" y="4191"/>
                    <a:pt x="393" y="4227"/>
                  </a:cubicBezTo>
                  <a:lnTo>
                    <a:pt x="0" y="4227"/>
                  </a:lnTo>
                  <a:lnTo>
                    <a:pt x="12" y="4251"/>
                  </a:lnTo>
                  <a:cubicBezTo>
                    <a:pt x="227" y="4263"/>
                    <a:pt x="465" y="4287"/>
                    <a:pt x="691" y="4299"/>
                  </a:cubicBezTo>
                  <a:cubicBezTo>
                    <a:pt x="747" y="4300"/>
                    <a:pt x="803" y="4300"/>
                    <a:pt x="859" y="4300"/>
                  </a:cubicBezTo>
                  <a:cubicBezTo>
                    <a:pt x="2062" y="4300"/>
                    <a:pt x="3233" y="4060"/>
                    <a:pt x="4394" y="3787"/>
                  </a:cubicBezTo>
                  <a:cubicBezTo>
                    <a:pt x="5406" y="3549"/>
                    <a:pt x="6382" y="3168"/>
                    <a:pt x="7335" y="2775"/>
                  </a:cubicBezTo>
                  <a:cubicBezTo>
                    <a:pt x="8251" y="2406"/>
                    <a:pt x="9144" y="1989"/>
                    <a:pt x="9990" y="1465"/>
                  </a:cubicBezTo>
                  <a:cubicBezTo>
                    <a:pt x="10609" y="1096"/>
                    <a:pt x="11216" y="691"/>
                    <a:pt x="11823" y="298"/>
                  </a:cubicBezTo>
                  <a:cubicBezTo>
                    <a:pt x="11930" y="215"/>
                    <a:pt x="12014" y="120"/>
                    <a:pt x="12109" y="36"/>
                  </a:cubicBezTo>
                  <a:cubicBezTo>
                    <a:pt x="12097" y="24"/>
                    <a:pt x="12073" y="12"/>
                    <a:pt x="120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4"/>
            <p:cNvSpPr/>
            <p:nvPr/>
          </p:nvSpPr>
          <p:spPr>
            <a:xfrm>
              <a:off x="2533350" y="2425725"/>
              <a:ext cx="231900" cy="84550"/>
            </a:xfrm>
            <a:custGeom>
              <a:avLst/>
              <a:gdLst/>
              <a:ahLst/>
              <a:cxnLst/>
              <a:rect l="l" t="t" r="r" b="b"/>
              <a:pathLst>
                <a:path w="9276" h="3382" extrusionOk="0">
                  <a:moveTo>
                    <a:pt x="9275" y="1"/>
                  </a:moveTo>
                  <a:lnTo>
                    <a:pt x="9275" y="1"/>
                  </a:lnTo>
                  <a:cubicBezTo>
                    <a:pt x="8263" y="108"/>
                    <a:pt x="7239" y="155"/>
                    <a:pt x="6251" y="417"/>
                  </a:cubicBezTo>
                  <a:cubicBezTo>
                    <a:pt x="5358" y="667"/>
                    <a:pt x="4465" y="893"/>
                    <a:pt x="3596" y="1179"/>
                  </a:cubicBezTo>
                  <a:cubicBezTo>
                    <a:pt x="2727" y="1465"/>
                    <a:pt x="1905" y="1858"/>
                    <a:pt x="1179" y="2429"/>
                  </a:cubicBezTo>
                  <a:cubicBezTo>
                    <a:pt x="774" y="2739"/>
                    <a:pt x="381" y="3037"/>
                    <a:pt x="0" y="3382"/>
                  </a:cubicBezTo>
                  <a:lnTo>
                    <a:pt x="941" y="2751"/>
                  </a:lnTo>
                  <a:cubicBezTo>
                    <a:pt x="1512" y="2358"/>
                    <a:pt x="2072" y="1953"/>
                    <a:pt x="2715" y="1679"/>
                  </a:cubicBezTo>
                  <a:cubicBezTo>
                    <a:pt x="4560" y="905"/>
                    <a:pt x="6465" y="405"/>
                    <a:pt x="8454" y="191"/>
                  </a:cubicBezTo>
                  <a:cubicBezTo>
                    <a:pt x="8739" y="179"/>
                    <a:pt x="9025" y="155"/>
                    <a:pt x="927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4"/>
            <p:cNvSpPr/>
            <p:nvPr/>
          </p:nvSpPr>
          <p:spPr>
            <a:xfrm>
              <a:off x="2220800" y="3513650"/>
              <a:ext cx="168500" cy="165525"/>
            </a:xfrm>
            <a:custGeom>
              <a:avLst/>
              <a:gdLst/>
              <a:ahLst/>
              <a:cxnLst/>
              <a:rect l="l" t="t" r="r" b="b"/>
              <a:pathLst>
                <a:path w="6740" h="6621" extrusionOk="0">
                  <a:moveTo>
                    <a:pt x="6739" y="1"/>
                  </a:moveTo>
                  <a:lnTo>
                    <a:pt x="6739" y="1"/>
                  </a:lnTo>
                  <a:cubicBezTo>
                    <a:pt x="6489" y="36"/>
                    <a:pt x="6347" y="191"/>
                    <a:pt x="6204" y="334"/>
                  </a:cubicBezTo>
                  <a:cubicBezTo>
                    <a:pt x="5287" y="1203"/>
                    <a:pt x="4358" y="2072"/>
                    <a:pt x="3465" y="2977"/>
                  </a:cubicBezTo>
                  <a:cubicBezTo>
                    <a:pt x="2382" y="4085"/>
                    <a:pt x="1310" y="5228"/>
                    <a:pt x="239" y="6359"/>
                  </a:cubicBezTo>
                  <a:cubicBezTo>
                    <a:pt x="155" y="6442"/>
                    <a:pt x="84" y="6537"/>
                    <a:pt x="1" y="6621"/>
                  </a:cubicBezTo>
                  <a:cubicBezTo>
                    <a:pt x="2263" y="4430"/>
                    <a:pt x="4358" y="2120"/>
                    <a:pt x="673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4"/>
            <p:cNvSpPr/>
            <p:nvPr/>
          </p:nvSpPr>
          <p:spPr>
            <a:xfrm>
              <a:off x="2333025" y="2696525"/>
              <a:ext cx="210750" cy="68550"/>
            </a:xfrm>
            <a:custGeom>
              <a:avLst/>
              <a:gdLst/>
              <a:ahLst/>
              <a:cxnLst/>
              <a:rect l="l" t="t" r="r" b="b"/>
              <a:pathLst>
                <a:path w="8430" h="2742" extrusionOk="0">
                  <a:moveTo>
                    <a:pt x="73" y="0"/>
                  </a:moveTo>
                  <a:cubicBezTo>
                    <a:pt x="49" y="0"/>
                    <a:pt x="25" y="1"/>
                    <a:pt x="0" y="3"/>
                  </a:cubicBezTo>
                  <a:cubicBezTo>
                    <a:pt x="298" y="110"/>
                    <a:pt x="596" y="229"/>
                    <a:pt x="905" y="313"/>
                  </a:cubicBezTo>
                  <a:cubicBezTo>
                    <a:pt x="2381" y="765"/>
                    <a:pt x="3846" y="1206"/>
                    <a:pt x="5322" y="1670"/>
                  </a:cubicBezTo>
                  <a:cubicBezTo>
                    <a:pt x="6322" y="1980"/>
                    <a:pt x="7287" y="2361"/>
                    <a:pt x="8275" y="2694"/>
                  </a:cubicBezTo>
                  <a:lnTo>
                    <a:pt x="8406" y="2742"/>
                  </a:lnTo>
                  <a:cubicBezTo>
                    <a:pt x="8406" y="2730"/>
                    <a:pt x="8418" y="2694"/>
                    <a:pt x="8430" y="2682"/>
                  </a:cubicBezTo>
                  <a:cubicBezTo>
                    <a:pt x="8037" y="2444"/>
                    <a:pt x="7596" y="2265"/>
                    <a:pt x="7156" y="2122"/>
                  </a:cubicBezTo>
                  <a:cubicBezTo>
                    <a:pt x="6215" y="1825"/>
                    <a:pt x="5263" y="1527"/>
                    <a:pt x="4310" y="1241"/>
                  </a:cubicBezTo>
                  <a:cubicBezTo>
                    <a:pt x="3012" y="849"/>
                    <a:pt x="1703" y="468"/>
                    <a:pt x="405" y="63"/>
                  </a:cubicBezTo>
                  <a:cubicBezTo>
                    <a:pt x="297" y="23"/>
                    <a:pt x="188" y="0"/>
                    <a:pt x="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4"/>
            <p:cNvSpPr/>
            <p:nvPr/>
          </p:nvSpPr>
          <p:spPr>
            <a:xfrm>
              <a:off x="2975950" y="2335825"/>
              <a:ext cx="67300" cy="192025"/>
            </a:xfrm>
            <a:custGeom>
              <a:avLst/>
              <a:gdLst/>
              <a:ahLst/>
              <a:cxnLst/>
              <a:rect l="l" t="t" r="r" b="b"/>
              <a:pathLst>
                <a:path w="2692" h="7681" extrusionOk="0">
                  <a:moveTo>
                    <a:pt x="2025" y="1"/>
                  </a:moveTo>
                  <a:lnTo>
                    <a:pt x="2025" y="1"/>
                  </a:lnTo>
                  <a:cubicBezTo>
                    <a:pt x="2382" y="2811"/>
                    <a:pt x="1668" y="5335"/>
                    <a:pt x="1" y="7680"/>
                  </a:cubicBezTo>
                  <a:cubicBezTo>
                    <a:pt x="1513" y="6466"/>
                    <a:pt x="2692" y="1977"/>
                    <a:pt x="2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4"/>
            <p:cNvSpPr/>
            <p:nvPr/>
          </p:nvSpPr>
          <p:spPr>
            <a:xfrm>
              <a:off x="2611925" y="3301125"/>
              <a:ext cx="200650" cy="78875"/>
            </a:xfrm>
            <a:custGeom>
              <a:avLst/>
              <a:gdLst/>
              <a:ahLst/>
              <a:cxnLst/>
              <a:rect l="l" t="t" r="r" b="b"/>
              <a:pathLst>
                <a:path w="8026" h="3155" extrusionOk="0">
                  <a:moveTo>
                    <a:pt x="8025" y="1"/>
                  </a:moveTo>
                  <a:lnTo>
                    <a:pt x="8025" y="1"/>
                  </a:lnTo>
                  <a:cubicBezTo>
                    <a:pt x="5974" y="2063"/>
                    <a:pt x="3534" y="3104"/>
                    <a:pt x="686" y="3104"/>
                  </a:cubicBezTo>
                  <a:cubicBezTo>
                    <a:pt x="460" y="3104"/>
                    <a:pt x="232" y="3098"/>
                    <a:pt x="0" y="3084"/>
                  </a:cubicBezTo>
                  <a:lnTo>
                    <a:pt x="0" y="3084"/>
                  </a:lnTo>
                  <a:cubicBezTo>
                    <a:pt x="371" y="3132"/>
                    <a:pt x="739" y="3155"/>
                    <a:pt x="1104" y="3155"/>
                  </a:cubicBezTo>
                  <a:cubicBezTo>
                    <a:pt x="2217" y="3155"/>
                    <a:pt x="3306" y="2940"/>
                    <a:pt x="4382" y="2537"/>
                  </a:cubicBezTo>
                  <a:cubicBezTo>
                    <a:pt x="5787" y="1989"/>
                    <a:pt x="7013" y="1168"/>
                    <a:pt x="8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4"/>
            <p:cNvSpPr/>
            <p:nvPr/>
          </p:nvSpPr>
          <p:spPr>
            <a:xfrm>
              <a:off x="2266950" y="3565750"/>
              <a:ext cx="77400" cy="81575"/>
            </a:xfrm>
            <a:custGeom>
              <a:avLst/>
              <a:gdLst/>
              <a:ahLst/>
              <a:cxnLst/>
              <a:rect l="l" t="t" r="r" b="b"/>
              <a:pathLst>
                <a:path w="3096" h="3263" extrusionOk="0">
                  <a:moveTo>
                    <a:pt x="3060" y="0"/>
                  </a:moveTo>
                  <a:cubicBezTo>
                    <a:pt x="1965" y="1000"/>
                    <a:pt x="1000" y="2120"/>
                    <a:pt x="0" y="3215"/>
                  </a:cubicBezTo>
                  <a:cubicBezTo>
                    <a:pt x="24" y="3215"/>
                    <a:pt x="36" y="3227"/>
                    <a:pt x="48" y="3263"/>
                  </a:cubicBezTo>
                  <a:cubicBezTo>
                    <a:pt x="1060" y="2191"/>
                    <a:pt x="2072" y="1120"/>
                    <a:pt x="3096" y="48"/>
                  </a:cubicBezTo>
                  <a:lnTo>
                    <a:pt x="3060" y="0"/>
                  </a:ln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71" name="Google Shape;371;p34"/>
          <p:cNvPicPr preferRelativeResize="0"/>
          <p:nvPr/>
        </p:nvPicPr>
        <p:blipFill rotWithShape="1">
          <a:blip r:embed="rId7">
            <a:alphaModFix/>
          </a:blip>
          <a:srcRect l="45691" t="12052" r="18787" b="20159"/>
          <a:stretch/>
        </p:blipFill>
        <p:spPr>
          <a:xfrm>
            <a:off x="7584075" y="2089940"/>
            <a:ext cx="1366949" cy="1467299"/>
          </a:xfrm>
          <a:prstGeom prst="rect">
            <a:avLst/>
          </a:prstGeom>
          <a:noFill/>
          <a:ln>
            <a:noFill/>
          </a:ln>
        </p:spPr>
      </p:pic>
      <p:pic>
        <p:nvPicPr>
          <p:cNvPr id="372" name="Google Shape;372;p34"/>
          <p:cNvPicPr preferRelativeResize="0"/>
          <p:nvPr/>
        </p:nvPicPr>
        <p:blipFill rotWithShape="1">
          <a:blip r:embed="rId8">
            <a:alphaModFix/>
          </a:blip>
          <a:srcRect l="28680" t="19555" r="23804" b="32703"/>
          <a:stretch/>
        </p:blipFill>
        <p:spPr>
          <a:xfrm rot="-1761291">
            <a:off x="1740798" y="558409"/>
            <a:ext cx="1287877" cy="727827"/>
          </a:xfrm>
          <a:prstGeom prst="rect">
            <a:avLst/>
          </a:prstGeom>
          <a:noFill/>
          <a:ln>
            <a:noFill/>
          </a:ln>
        </p:spPr>
      </p:pic>
      <p:pic>
        <p:nvPicPr>
          <p:cNvPr id="373" name="Google Shape;373;p34"/>
          <p:cNvPicPr preferRelativeResize="0"/>
          <p:nvPr/>
        </p:nvPicPr>
        <p:blipFill rotWithShape="1">
          <a:blip r:embed="rId8">
            <a:alphaModFix/>
          </a:blip>
          <a:srcRect l="28680" t="19555" r="23804" b="32703"/>
          <a:stretch/>
        </p:blipFill>
        <p:spPr>
          <a:xfrm rot="172044">
            <a:off x="2435547" y="4036534"/>
            <a:ext cx="1287878" cy="727827"/>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3">
  <p:cSld name="CUSTOM_4_1_1_1">
    <p:spTree>
      <p:nvGrpSpPr>
        <p:cNvPr id="1" name="Shape 404"/>
        <p:cNvGrpSpPr/>
        <p:nvPr/>
      </p:nvGrpSpPr>
      <p:grpSpPr>
        <a:xfrm>
          <a:off x="0" y="0"/>
          <a:ext cx="0" cy="0"/>
          <a:chOff x="0" y="0"/>
          <a:chExt cx="0" cy="0"/>
        </a:xfrm>
      </p:grpSpPr>
      <p:pic>
        <p:nvPicPr>
          <p:cNvPr id="405" name="Google Shape;405;p36"/>
          <p:cNvPicPr preferRelativeResize="0"/>
          <p:nvPr/>
        </p:nvPicPr>
        <p:blipFill rotWithShape="1">
          <a:blip r:embed="rId2">
            <a:alphaModFix amt="79000"/>
          </a:blip>
          <a:srcRect l="21247" t="43688" r="45967" b="20070"/>
          <a:stretch/>
        </p:blipFill>
        <p:spPr>
          <a:xfrm>
            <a:off x="-1318012" y="3318424"/>
            <a:ext cx="4598875" cy="2859475"/>
          </a:xfrm>
          <a:prstGeom prst="rect">
            <a:avLst/>
          </a:prstGeom>
          <a:noFill/>
          <a:ln>
            <a:noFill/>
          </a:ln>
        </p:spPr>
      </p:pic>
      <p:pic>
        <p:nvPicPr>
          <p:cNvPr id="406" name="Google Shape;406;p36"/>
          <p:cNvPicPr preferRelativeResize="0"/>
          <p:nvPr/>
        </p:nvPicPr>
        <p:blipFill rotWithShape="1">
          <a:blip r:embed="rId3">
            <a:alphaModFix/>
          </a:blip>
          <a:srcRect l="37412" t="9009" r="30455" b="20771"/>
          <a:stretch/>
        </p:blipFill>
        <p:spPr>
          <a:xfrm>
            <a:off x="-464550" y="2127587"/>
            <a:ext cx="1834123" cy="2254524"/>
          </a:xfrm>
          <a:prstGeom prst="rect">
            <a:avLst/>
          </a:prstGeom>
          <a:noFill/>
          <a:ln>
            <a:noFill/>
          </a:ln>
        </p:spPr>
      </p:pic>
      <p:sp>
        <p:nvSpPr>
          <p:cNvPr id="407" name="Google Shape;407;p36"/>
          <p:cNvSpPr/>
          <p:nvPr/>
        </p:nvSpPr>
        <p:spPr>
          <a:xfrm rot="3210999" flipH="1">
            <a:off x="837197" y="-1989883"/>
            <a:ext cx="1447690" cy="4544882"/>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8" name="Google Shape;408;p36"/>
          <p:cNvPicPr preferRelativeResize="0"/>
          <p:nvPr/>
        </p:nvPicPr>
        <p:blipFill rotWithShape="1">
          <a:blip r:embed="rId4">
            <a:alphaModFix amt="77000"/>
          </a:blip>
          <a:srcRect l="2217" t="17852" r="9074" b="32321"/>
          <a:stretch/>
        </p:blipFill>
        <p:spPr>
          <a:xfrm flipH="1">
            <a:off x="6023137" y="-431388"/>
            <a:ext cx="4759008" cy="1503576"/>
          </a:xfrm>
          <a:prstGeom prst="rect">
            <a:avLst/>
          </a:prstGeom>
          <a:noFill/>
          <a:ln>
            <a:noFill/>
          </a:ln>
        </p:spPr>
      </p:pic>
      <p:pic>
        <p:nvPicPr>
          <p:cNvPr id="409" name="Google Shape;409;p36"/>
          <p:cNvPicPr preferRelativeResize="0"/>
          <p:nvPr/>
        </p:nvPicPr>
        <p:blipFill rotWithShape="1">
          <a:blip r:embed="rId3">
            <a:alphaModFix amt="76000"/>
          </a:blip>
          <a:srcRect l="37412" t="9009" r="30455" b="20771"/>
          <a:stretch/>
        </p:blipFill>
        <p:spPr>
          <a:xfrm>
            <a:off x="8287725" y="355725"/>
            <a:ext cx="1834123" cy="2254524"/>
          </a:xfrm>
          <a:prstGeom prst="rect">
            <a:avLst/>
          </a:prstGeom>
          <a:noFill/>
          <a:ln>
            <a:noFill/>
          </a:ln>
        </p:spPr>
      </p:pic>
      <p:grpSp>
        <p:nvGrpSpPr>
          <p:cNvPr id="410" name="Google Shape;410;p36"/>
          <p:cNvGrpSpPr/>
          <p:nvPr/>
        </p:nvGrpSpPr>
        <p:grpSpPr>
          <a:xfrm rot="-743451" flipH="1">
            <a:off x="6936842" y="1443617"/>
            <a:ext cx="2335622" cy="2530461"/>
            <a:chOff x="5032175" y="2294450"/>
            <a:chExt cx="1144500" cy="1239975"/>
          </a:xfrm>
        </p:grpSpPr>
        <p:sp>
          <p:nvSpPr>
            <p:cNvPr id="411" name="Google Shape;411;p36"/>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6"/>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6"/>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6"/>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15" name="Google Shape;415;p36"/>
          <p:cNvPicPr preferRelativeResize="0"/>
          <p:nvPr/>
        </p:nvPicPr>
        <p:blipFill rotWithShape="1">
          <a:blip r:embed="rId5">
            <a:alphaModFix/>
          </a:blip>
          <a:srcRect l="45691" t="12052" r="18787" b="20159"/>
          <a:stretch/>
        </p:blipFill>
        <p:spPr>
          <a:xfrm>
            <a:off x="6353400" y="415315"/>
            <a:ext cx="1366949" cy="1467299"/>
          </a:xfrm>
          <a:prstGeom prst="rect">
            <a:avLst/>
          </a:prstGeom>
          <a:noFill/>
          <a:ln>
            <a:noFill/>
          </a:ln>
        </p:spPr>
      </p:pic>
      <p:pic>
        <p:nvPicPr>
          <p:cNvPr id="416" name="Google Shape;416;p36"/>
          <p:cNvPicPr preferRelativeResize="0"/>
          <p:nvPr/>
        </p:nvPicPr>
        <p:blipFill rotWithShape="1">
          <a:blip r:embed="rId6">
            <a:alphaModFix/>
          </a:blip>
          <a:srcRect l="28680" t="19555" r="23804" b="32703"/>
          <a:stretch/>
        </p:blipFill>
        <p:spPr>
          <a:xfrm rot="-1761291">
            <a:off x="634998" y="2926409"/>
            <a:ext cx="1287877" cy="72782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0875" y="445025"/>
            <a:ext cx="7722300" cy="5727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3500"/>
              <a:buFont typeface="Cantata One"/>
              <a:buNone/>
              <a:defRPr sz="3500">
                <a:solidFill>
                  <a:schemeClr val="dk1"/>
                </a:solidFill>
                <a:latin typeface="Cantata One"/>
                <a:ea typeface="Cantata One"/>
                <a:cs typeface="Cantata One"/>
                <a:sym typeface="Cantata One"/>
              </a:defRPr>
            </a:lvl1pPr>
            <a:lvl2pPr lvl="1">
              <a:lnSpc>
                <a:spcPct val="100000"/>
              </a:lnSpc>
              <a:spcBef>
                <a:spcPts val="0"/>
              </a:spcBef>
              <a:spcAft>
                <a:spcPts val="0"/>
              </a:spcAft>
              <a:buClr>
                <a:schemeClr val="dk1"/>
              </a:buClr>
              <a:buSzPts val="3500"/>
              <a:buFont typeface="Cantata One"/>
              <a:buNone/>
              <a:defRPr sz="3500">
                <a:solidFill>
                  <a:schemeClr val="dk1"/>
                </a:solidFill>
                <a:latin typeface="Cantata One"/>
                <a:ea typeface="Cantata One"/>
                <a:cs typeface="Cantata One"/>
                <a:sym typeface="Cantata One"/>
              </a:defRPr>
            </a:lvl2pPr>
            <a:lvl3pPr lvl="2">
              <a:lnSpc>
                <a:spcPct val="100000"/>
              </a:lnSpc>
              <a:spcBef>
                <a:spcPts val="0"/>
              </a:spcBef>
              <a:spcAft>
                <a:spcPts val="0"/>
              </a:spcAft>
              <a:buClr>
                <a:schemeClr val="dk1"/>
              </a:buClr>
              <a:buSzPts val="3500"/>
              <a:buFont typeface="Cantata One"/>
              <a:buNone/>
              <a:defRPr sz="3500">
                <a:solidFill>
                  <a:schemeClr val="dk1"/>
                </a:solidFill>
                <a:latin typeface="Cantata One"/>
                <a:ea typeface="Cantata One"/>
                <a:cs typeface="Cantata One"/>
                <a:sym typeface="Cantata One"/>
              </a:defRPr>
            </a:lvl3pPr>
            <a:lvl4pPr lvl="3">
              <a:lnSpc>
                <a:spcPct val="100000"/>
              </a:lnSpc>
              <a:spcBef>
                <a:spcPts val="0"/>
              </a:spcBef>
              <a:spcAft>
                <a:spcPts val="0"/>
              </a:spcAft>
              <a:buClr>
                <a:schemeClr val="dk1"/>
              </a:buClr>
              <a:buSzPts val="3500"/>
              <a:buFont typeface="Cantata One"/>
              <a:buNone/>
              <a:defRPr sz="3500">
                <a:solidFill>
                  <a:schemeClr val="dk1"/>
                </a:solidFill>
                <a:latin typeface="Cantata One"/>
                <a:ea typeface="Cantata One"/>
                <a:cs typeface="Cantata One"/>
                <a:sym typeface="Cantata One"/>
              </a:defRPr>
            </a:lvl4pPr>
            <a:lvl5pPr lvl="4">
              <a:lnSpc>
                <a:spcPct val="100000"/>
              </a:lnSpc>
              <a:spcBef>
                <a:spcPts val="0"/>
              </a:spcBef>
              <a:spcAft>
                <a:spcPts val="0"/>
              </a:spcAft>
              <a:buClr>
                <a:schemeClr val="dk1"/>
              </a:buClr>
              <a:buSzPts val="3500"/>
              <a:buFont typeface="Cantata One"/>
              <a:buNone/>
              <a:defRPr sz="3500">
                <a:solidFill>
                  <a:schemeClr val="dk1"/>
                </a:solidFill>
                <a:latin typeface="Cantata One"/>
                <a:ea typeface="Cantata One"/>
                <a:cs typeface="Cantata One"/>
                <a:sym typeface="Cantata One"/>
              </a:defRPr>
            </a:lvl5pPr>
            <a:lvl6pPr lvl="5">
              <a:lnSpc>
                <a:spcPct val="100000"/>
              </a:lnSpc>
              <a:spcBef>
                <a:spcPts val="0"/>
              </a:spcBef>
              <a:spcAft>
                <a:spcPts val="0"/>
              </a:spcAft>
              <a:buClr>
                <a:schemeClr val="dk1"/>
              </a:buClr>
              <a:buSzPts val="3500"/>
              <a:buFont typeface="Cantata One"/>
              <a:buNone/>
              <a:defRPr sz="3500">
                <a:solidFill>
                  <a:schemeClr val="dk1"/>
                </a:solidFill>
                <a:latin typeface="Cantata One"/>
                <a:ea typeface="Cantata One"/>
                <a:cs typeface="Cantata One"/>
                <a:sym typeface="Cantata One"/>
              </a:defRPr>
            </a:lvl6pPr>
            <a:lvl7pPr lvl="6">
              <a:lnSpc>
                <a:spcPct val="100000"/>
              </a:lnSpc>
              <a:spcBef>
                <a:spcPts val="0"/>
              </a:spcBef>
              <a:spcAft>
                <a:spcPts val="0"/>
              </a:spcAft>
              <a:buClr>
                <a:schemeClr val="dk1"/>
              </a:buClr>
              <a:buSzPts val="3500"/>
              <a:buFont typeface="Cantata One"/>
              <a:buNone/>
              <a:defRPr sz="3500">
                <a:solidFill>
                  <a:schemeClr val="dk1"/>
                </a:solidFill>
                <a:latin typeface="Cantata One"/>
                <a:ea typeface="Cantata One"/>
                <a:cs typeface="Cantata One"/>
                <a:sym typeface="Cantata One"/>
              </a:defRPr>
            </a:lvl7pPr>
            <a:lvl8pPr lvl="7">
              <a:lnSpc>
                <a:spcPct val="100000"/>
              </a:lnSpc>
              <a:spcBef>
                <a:spcPts val="0"/>
              </a:spcBef>
              <a:spcAft>
                <a:spcPts val="0"/>
              </a:spcAft>
              <a:buClr>
                <a:schemeClr val="dk1"/>
              </a:buClr>
              <a:buSzPts val="3500"/>
              <a:buFont typeface="Cantata One"/>
              <a:buNone/>
              <a:defRPr sz="3500">
                <a:solidFill>
                  <a:schemeClr val="dk1"/>
                </a:solidFill>
                <a:latin typeface="Cantata One"/>
                <a:ea typeface="Cantata One"/>
                <a:cs typeface="Cantata One"/>
                <a:sym typeface="Cantata One"/>
              </a:defRPr>
            </a:lvl8pPr>
            <a:lvl9pPr lvl="8">
              <a:lnSpc>
                <a:spcPct val="100000"/>
              </a:lnSpc>
              <a:spcBef>
                <a:spcPts val="0"/>
              </a:spcBef>
              <a:spcAft>
                <a:spcPts val="0"/>
              </a:spcAft>
              <a:buClr>
                <a:schemeClr val="dk1"/>
              </a:buClr>
              <a:buSzPts val="3500"/>
              <a:buFont typeface="Cantata One"/>
              <a:buNone/>
              <a:defRPr sz="3500">
                <a:solidFill>
                  <a:schemeClr val="dk1"/>
                </a:solidFill>
                <a:latin typeface="Cantata One"/>
                <a:ea typeface="Cantata One"/>
                <a:cs typeface="Cantata One"/>
                <a:sym typeface="Cantata One"/>
              </a:defRPr>
            </a:lvl9pPr>
          </a:lstStyle>
          <a:p>
            <a:endParaRPr/>
          </a:p>
        </p:txBody>
      </p:sp>
      <p:sp>
        <p:nvSpPr>
          <p:cNvPr id="7" name="Google Shape;7;p1"/>
          <p:cNvSpPr txBox="1">
            <a:spLocks noGrp="1"/>
          </p:cNvSpPr>
          <p:nvPr>
            <p:ph type="body" idx="1"/>
          </p:nvPr>
        </p:nvSpPr>
        <p:spPr>
          <a:xfrm>
            <a:off x="710875" y="1152475"/>
            <a:ext cx="77223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Catamaran"/>
              <a:buChar char="●"/>
              <a:defRPr sz="1800">
                <a:solidFill>
                  <a:schemeClr val="dk1"/>
                </a:solidFill>
                <a:latin typeface="Catamaran"/>
                <a:ea typeface="Catamaran"/>
                <a:cs typeface="Catamaran"/>
                <a:sym typeface="Catamaran"/>
              </a:defRPr>
            </a:lvl1pPr>
            <a:lvl2pPr marL="914400" lvl="1"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2pPr>
            <a:lvl3pPr marL="1371600" lvl="2"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3pPr>
            <a:lvl4pPr marL="1828800" lvl="3"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4pPr>
            <a:lvl5pPr marL="2286000" lvl="4"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5pPr>
            <a:lvl6pPr marL="2743200" lvl="5"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6pPr>
            <a:lvl7pPr marL="3200400" lvl="6"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7pPr>
            <a:lvl8pPr marL="3657600" lvl="7"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8pPr>
            <a:lvl9pPr marL="4114800" lvl="8"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5" r:id="rId25"/>
    <p:sldLayoutId id="2147483676" r:id="rId26"/>
    <p:sldLayoutId id="2147483677" r:id="rId27"/>
    <p:sldLayoutId id="2147483678" r:id="rId28"/>
    <p:sldLayoutId id="2147483679" r:id="rId29"/>
    <p:sldLayoutId id="2147483680" r:id="rId30"/>
    <p:sldLayoutId id="2147483682"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6.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customXml" Target="../ink/ink1.xml"/><Relationship Id="rId5" Type="http://schemas.openxmlformats.org/officeDocument/2006/relationships/image" Target="../media/image4.png"/><Relationship Id="rId4" Type="http://schemas.openxmlformats.org/officeDocument/2006/relationships/image" Target="../media/image12.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2.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20.png"/><Relationship Id="rId9" Type="http://schemas.microsoft.com/office/2007/relationships/hdphoto" Target="../media/hdphoto1.wdp"/></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4.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8.xml"/><Relationship Id="rId16" Type="http://schemas.openxmlformats.org/officeDocument/2006/relationships/image" Target="../media/image28.png"/><Relationship Id="rId1" Type="http://schemas.openxmlformats.org/officeDocument/2006/relationships/slideLayout" Target="../slideLayouts/slideLayout22.xml"/><Relationship Id="rId6" Type="http://schemas.openxmlformats.org/officeDocument/2006/relationships/image" Target="../media/image5.png"/><Relationship Id="rId11" Type="http://schemas.microsoft.com/office/2007/relationships/hdphoto" Target="../media/hdphoto3.wdp"/><Relationship Id="rId5" Type="http://schemas.openxmlformats.org/officeDocument/2006/relationships/image" Target="../media/image12.png"/><Relationship Id="rId15" Type="http://schemas.openxmlformats.org/officeDocument/2006/relationships/image" Target="../media/image27.png"/><Relationship Id="rId10" Type="http://schemas.openxmlformats.org/officeDocument/2006/relationships/image" Target="../media/image23.png"/><Relationship Id="rId4" Type="http://schemas.openxmlformats.org/officeDocument/2006/relationships/image" Target="../media/image20.png"/><Relationship Id="rId9" Type="http://schemas.microsoft.com/office/2007/relationships/hdphoto" Target="../media/hdphoto2.wdp"/><Relationship Id="rId1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2.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34.png"/><Relationship Id="rId18" Type="http://schemas.openxmlformats.org/officeDocument/2006/relationships/image" Target="../media/image37.png"/><Relationship Id="rId3" Type="http://schemas.openxmlformats.org/officeDocument/2006/relationships/image" Target="../media/image10.png"/><Relationship Id="rId7" Type="http://schemas.openxmlformats.org/officeDocument/2006/relationships/slide" Target="slide6.xml"/><Relationship Id="rId12" Type="http://schemas.openxmlformats.org/officeDocument/2006/relationships/customXml" Target="../ink/ink5.xml"/><Relationship Id="rId17" Type="http://schemas.openxmlformats.org/officeDocument/2006/relationships/customXml" Target="../ink/ink7.xml"/><Relationship Id="rId2" Type="http://schemas.openxmlformats.org/officeDocument/2006/relationships/notesSlide" Target="../notesSlides/notesSlide12.xml"/><Relationship Id="rId16" Type="http://schemas.openxmlformats.org/officeDocument/2006/relationships/image" Target="../media/image36.png"/><Relationship Id="rId1" Type="http://schemas.openxmlformats.org/officeDocument/2006/relationships/slideLayout" Target="../slideLayouts/slideLayout22.xml"/><Relationship Id="rId6" Type="http://schemas.openxmlformats.org/officeDocument/2006/relationships/slide" Target="slide4.xml"/><Relationship Id="rId11" Type="http://schemas.openxmlformats.org/officeDocument/2006/relationships/image" Target="../media/image33.png"/><Relationship Id="rId5" Type="http://schemas.openxmlformats.org/officeDocument/2006/relationships/image" Target="../media/image12.png"/><Relationship Id="rId15" Type="http://schemas.openxmlformats.org/officeDocument/2006/relationships/customXml" Target="../ink/ink6.xml"/><Relationship Id="rId10" Type="http://schemas.openxmlformats.org/officeDocument/2006/relationships/customXml" Target="../ink/ink4.xml"/><Relationship Id="rId4" Type="http://schemas.openxmlformats.org/officeDocument/2006/relationships/image" Target="../media/image20.png"/><Relationship Id="rId9" Type="http://schemas.openxmlformats.org/officeDocument/2006/relationships/image" Target="../media/image32.png"/><Relationship Id="rId1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17.png"/><Relationship Id="rId7" Type="http://schemas.openxmlformats.org/officeDocument/2006/relationships/slide" Target="slide4.xml"/><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4.png"/><Relationship Id="rId11" Type="http://schemas.openxmlformats.org/officeDocument/2006/relationships/slide" Target="slide31.xml"/><Relationship Id="rId5" Type="http://schemas.openxmlformats.org/officeDocument/2006/relationships/image" Target="../media/image12.png"/><Relationship Id="rId10" Type="http://schemas.openxmlformats.org/officeDocument/2006/relationships/slide" Target="slide25.xml"/><Relationship Id="rId4" Type="http://schemas.openxmlformats.org/officeDocument/2006/relationships/image" Target="../media/image3.png"/><Relationship Id="rId9" Type="http://schemas.openxmlformats.org/officeDocument/2006/relationships/slide" Target="slide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6.png"/><Relationship Id="rId7" Type="http://schemas.openxmlformats.org/officeDocument/2006/relationships/slide" Target="slide6.xml"/><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slide" Target="slide4.xml"/><Relationship Id="rId5" Type="http://schemas.openxmlformats.org/officeDocument/2006/relationships/image" Target="../media/image4.png"/><Relationship Id="rId10" Type="http://schemas.openxmlformats.org/officeDocument/2006/relationships/slide" Target="slide31.xml"/><Relationship Id="rId4" Type="http://schemas.openxmlformats.org/officeDocument/2006/relationships/image" Target="../media/image12.png"/><Relationship Id="rId9" Type="http://schemas.openxmlformats.org/officeDocument/2006/relationships/slide" Target="slide25.xml"/></Relationships>
</file>

<file path=ppt/slides/_rels/slide20.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6.png"/><Relationship Id="rId7" Type="http://schemas.openxmlformats.org/officeDocument/2006/relationships/image" Target="../media/image12.png"/><Relationship Id="rId12" Type="http://schemas.openxmlformats.org/officeDocument/2006/relationships/slide" Target="slide31.xml"/><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slide" Target="slide25.xml"/><Relationship Id="rId5" Type="http://schemas.openxmlformats.org/officeDocument/2006/relationships/image" Target="../media/image3.png"/><Relationship Id="rId10" Type="http://schemas.openxmlformats.org/officeDocument/2006/relationships/slide" Target="slide19.xml"/><Relationship Id="rId4" Type="http://schemas.openxmlformats.org/officeDocument/2006/relationships/image" Target="../media/image38.png"/><Relationship Id="rId9" Type="http://schemas.openxmlformats.org/officeDocument/2006/relationships/slide" Target="slide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7.xml"/><Relationship Id="rId5" Type="http://schemas.openxmlformats.org/officeDocument/2006/relationships/image" Target="../media/image4.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39.jpg"/><Relationship Id="rId7" Type="http://schemas.openxmlformats.org/officeDocument/2006/relationships/slide" Target="slide4.xml"/><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slide" Target="slide31.xml"/><Relationship Id="rId5" Type="http://schemas.openxmlformats.org/officeDocument/2006/relationships/image" Target="../media/image12.png"/><Relationship Id="rId10" Type="http://schemas.openxmlformats.org/officeDocument/2006/relationships/slide" Target="slide25.xml"/><Relationship Id="rId4" Type="http://schemas.openxmlformats.org/officeDocument/2006/relationships/image" Target="../media/image5.png"/><Relationship Id="rId9" Type="http://schemas.openxmlformats.org/officeDocument/2006/relationships/slide" Target="slide19.xml"/></Relationships>
</file>

<file path=ppt/slides/_rels/slide24.xml.rels><?xml version="1.0" encoding="UTF-8" standalone="yes"?>
<Relationships xmlns="http://schemas.openxmlformats.org/package/2006/relationships"><Relationship Id="rId3" Type="http://schemas.openxmlformats.org/officeDocument/2006/relationships/image" Target="../media/image40.jpg"/><Relationship Id="rId7"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6.png"/><Relationship Id="rId7" Type="http://schemas.openxmlformats.org/officeDocument/2006/relationships/image" Target="../media/image3.png"/><Relationship Id="rId12" Type="http://schemas.openxmlformats.org/officeDocument/2006/relationships/slide" Target="slide31.xml"/><Relationship Id="rId2" Type="http://schemas.openxmlformats.org/officeDocument/2006/relationships/notesSlide" Target="../notesSlides/notesSlide24.xml"/><Relationship Id="rId1" Type="http://schemas.openxmlformats.org/officeDocument/2006/relationships/slideLayout" Target="../slideLayouts/slideLayout14.xml"/><Relationship Id="rId6" Type="http://schemas.openxmlformats.org/officeDocument/2006/relationships/image" Target="../media/image4.png"/><Relationship Id="rId11" Type="http://schemas.openxmlformats.org/officeDocument/2006/relationships/slide" Target="slide25.xml"/><Relationship Id="rId5" Type="http://schemas.openxmlformats.org/officeDocument/2006/relationships/image" Target="../media/image12.png"/><Relationship Id="rId10" Type="http://schemas.openxmlformats.org/officeDocument/2006/relationships/slide" Target="slide19.xml"/><Relationship Id="rId4" Type="http://schemas.openxmlformats.org/officeDocument/2006/relationships/image" Target="../media/image5.png"/><Relationship Id="rId9" Type="http://schemas.openxmlformats.org/officeDocument/2006/relationships/slide" Target="slide6.xml"/></Relationships>
</file>

<file path=ppt/slides/_rels/slide26.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41.png"/><Relationship Id="rId3" Type="http://schemas.openxmlformats.org/officeDocument/2006/relationships/image" Target="../media/image6.png"/><Relationship Id="rId7" Type="http://schemas.openxmlformats.org/officeDocument/2006/relationships/slide" Target="slide4.xml"/><Relationship Id="rId12" Type="http://schemas.openxmlformats.org/officeDocument/2006/relationships/customXml" Target="../ink/ink8.xml"/><Relationship Id="rId17" Type="http://schemas.openxmlformats.org/officeDocument/2006/relationships/image" Target="../media/image43.png"/><Relationship Id="rId2" Type="http://schemas.openxmlformats.org/officeDocument/2006/relationships/notesSlide" Target="../notesSlides/notesSlide25.xml"/><Relationship Id="rId16" Type="http://schemas.openxmlformats.org/officeDocument/2006/relationships/customXml" Target="../ink/ink10.xml"/><Relationship Id="rId1" Type="http://schemas.openxmlformats.org/officeDocument/2006/relationships/slideLayout" Target="../slideLayouts/slideLayout25.xml"/><Relationship Id="rId6" Type="http://schemas.openxmlformats.org/officeDocument/2006/relationships/image" Target="../media/image12.png"/><Relationship Id="rId11" Type="http://schemas.openxmlformats.org/officeDocument/2006/relationships/slide" Target="slide31.xml"/><Relationship Id="rId5" Type="http://schemas.openxmlformats.org/officeDocument/2006/relationships/image" Target="../media/image4.png"/><Relationship Id="rId15" Type="http://schemas.openxmlformats.org/officeDocument/2006/relationships/image" Target="../media/image42.png"/><Relationship Id="rId10" Type="http://schemas.openxmlformats.org/officeDocument/2006/relationships/slide" Target="slide25.xml"/><Relationship Id="rId4" Type="http://schemas.openxmlformats.org/officeDocument/2006/relationships/image" Target="../media/image13.png"/><Relationship Id="rId9" Type="http://schemas.openxmlformats.org/officeDocument/2006/relationships/slide" Target="slide19.xml"/><Relationship Id="rId14" Type="http://schemas.openxmlformats.org/officeDocument/2006/relationships/customXml" Target="../ink/ink9.xml"/></Relationships>
</file>

<file path=ppt/slides/_rels/slide27.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5.png"/><Relationship Id="rId7" Type="http://schemas.openxmlformats.org/officeDocument/2006/relationships/slide" Target="slide4.xml"/><Relationship Id="rId2" Type="http://schemas.openxmlformats.org/officeDocument/2006/relationships/notesSlide" Target="../notesSlides/notesSlide26.xml"/><Relationship Id="rId1" Type="http://schemas.openxmlformats.org/officeDocument/2006/relationships/slideLayout" Target="../slideLayouts/slideLayout18.xml"/><Relationship Id="rId6" Type="http://schemas.openxmlformats.org/officeDocument/2006/relationships/image" Target="../media/image12.png"/><Relationship Id="rId11" Type="http://schemas.openxmlformats.org/officeDocument/2006/relationships/slide" Target="slide31.xml"/><Relationship Id="rId5" Type="http://schemas.openxmlformats.org/officeDocument/2006/relationships/image" Target="../media/image4.png"/><Relationship Id="rId10" Type="http://schemas.openxmlformats.org/officeDocument/2006/relationships/slide" Target="slide25.xml"/><Relationship Id="rId4" Type="http://schemas.openxmlformats.org/officeDocument/2006/relationships/image" Target="../media/image2.png"/><Relationship Id="rId9" Type="http://schemas.openxmlformats.org/officeDocument/2006/relationships/slide" Target="slide19.xml"/></Relationships>
</file>

<file path=ppt/slides/_rels/slide28.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31.xml"/><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slide" Target="slide25.xml"/><Relationship Id="rId5" Type="http://schemas.openxmlformats.org/officeDocument/2006/relationships/slide" Target="slide19.xml"/><Relationship Id="rId4" Type="http://schemas.openxmlformats.org/officeDocument/2006/relationships/slide" Target="slide6.xml"/></Relationships>
</file>

<file path=ppt/slides/_rels/slide29.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5.png"/><Relationship Id="rId7" Type="http://schemas.openxmlformats.org/officeDocument/2006/relationships/slide" Target="slide6.xml"/><Relationship Id="rId2" Type="http://schemas.openxmlformats.org/officeDocument/2006/relationships/notesSlide" Target="../notesSlides/notesSlide28.xml"/><Relationship Id="rId1" Type="http://schemas.openxmlformats.org/officeDocument/2006/relationships/slideLayout" Target="../slideLayouts/slideLayout19.xml"/><Relationship Id="rId6" Type="http://schemas.openxmlformats.org/officeDocument/2006/relationships/slide" Target="slide4.xml"/><Relationship Id="rId5" Type="http://schemas.openxmlformats.org/officeDocument/2006/relationships/image" Target="../media/image4.png"/><Relationship Id="rId10" Type="http://schemas.openxmlformats.org/officeDocument/2006/relationships/slide" Target="slide31.xml"/><Relationship Id="rId4" Type="http://schemas.openxmlformats.org/officeDocument/2006/relationships/image" Target="../media/image12.png"/><Relationship Id="rId9" Type="http://schemas.openxmlformats.org/officeDocument/2006/relationships/slide" Target="slide25.xml"/></Relationships>
</file>

<file path=ppt/slides/_rels/slide30.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31.xml"/><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slide" Target="slide25.xml"/><Relationship Id="rId5" Type="http://schemas.openxmlformats.org/officeDocument/2006/relationships/slide" Target="slide19.xml"/><Relationship Id="rId4" Type="http://schemas.openxmlformats.org/officeDocument/2006/relationships/slide" Target="slide6.xml"/></Relationships>
</file>

<file path=ppt/slides/_rels/slide31.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6.png"/><Relationship Id="rId7" Type="http://schemas.openxmlformats.org/officeDocument/2006/relationships/image" Target="../media/image4.png"/><Relationship Id="rId12" Type="http://schemas.openxmlformats.org/officeDocument/2006/relationships/slide" Target="slide31.xml"/><Relationship Id="rId2" Type="http://schemas.openxmlformats.org/officeDocument/2006/relationships/notesSlide" Target="../notesSlides/notesSlide30.xml"/><Relationship Id="rId1" Type="http://schemas.openxmlformats.org/officeDocument/2006/relationships/slideLayout" Target="../slideLayouts/slideLayout15.xml"/><Relationship Id="rId6" Type="http://schemas.openxmlformats.org/officeDocument/2006/relationships/image" Target="../media/image12.png"/><Relationship Id="rId11" Type="http://schemas.openxmlformats.org/officeDocument/2006/relationships/slide" Target="slide25.xml"/><Relationship Id="rId5" Type="http://schemas.openxmlformats.org/officeDocument/2006/relationships/image" Target="../media/image3.png"/><Relationship Id="rId10" Type="http://schemas.openxmlformats.org/officeDocument/2006/relationships/slide" Target="slide19.xml"/><Relationship Id="rId4" Type="http://schemas.openxmlformats.org/officeDocument/2006/relationships/image" Target="../media/image1.png"/><Relationship Id="rId9" Type="http://schemas.openxmlformats.org/officeDocument/2006/relationships/slide" Target="slide6.xml"/></Relationships>
</file>

<file path=ppt/slides/_rels/slide3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4.png"/><Relationship Id="rId7" Type="http://schemas.openxmlformats.org/officeDocument/2006/relationships/slide" Target="slide4.xml"/><Relationship Id="rId2" Type="http://schemas.openxmlformats.org/officeDocument/2006/relationships/notesSlide" Target="../notesSlides/notesSlide31.xml"/><Relationship Id="rId1" Type="http://schemas.openxmlformats.org/officeDocument/2006/relationships/slideLayout" Target="../slideLayouts/slideLayout23.xml"/><Relationship Id="rId6" Type="http://schemas.openxmlformats.org/officeDocument/2006/relationships/image" Target="../media/image12.png"/><Relationship Id="rId11" Type="http://schemas.openxmlformats.org/officeDocument/2006/relationships/slide" Target="slide31.xml"/><Relationship Id="rId5" Type="http://schemas.openxmlformats.org/officeDocument/2006/relationships/image" Target="../media/image3.png"/><Relationship Id="rId10" Type="http://schemas.openxmlformats.org/officeDocument/2006/relationships/slide" Target="slide25.xml"/><Relationship Id="rId4" Type="http://schemas.openxmlformats.org/officeDocument/2006/relationships/image" Target="../media/image5.png"/><Relationship Id="rId9" Type="http://schemas.openxmlformats.org/officeDocument/2006/relationships/slide" Target="slide19.xml"/></Relationships>
</file>

<file path=ppt/slides/_rels/slide33.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14.png"/><Relationship Id="rId7" Type="http://schemas.openxmlformats.org/officeDocument/2006/relationships/image" Target="../media/image12.png"/><Relationship Id="rId12" Type="http://schemas.openxmlformats.org/officeDocument/2006/relationships/slide" Target="slide31.xml"/><Relationship Id="rId2" Type="http://schemas.openxmlformats.org/officeDocument/2006/relationships/notesSlide" Target="../notesSlides/notesSlide32.xml"/><Relationship Id="rId1" Type="http://schemas.openxmlformats.org/officeDocument/2006/relationships/slideLayout" Target="../slideLayouts/slideLayout24.xml"/><Relationship Id="rId6" Type="http://schemas.openxmlformats.org/officeDocument/2006/relationships/image" Target="../media/image4.png"/><Relationship Id="rId11" Type="http://schemas.openxmlformats.org/officeDocument/2006/relationships/slide" Target="slide25.xml"/><Relationship Id="rId5" Type="http://schemas.openxmlformats.org/officeDocument/2006/relationships/image" Target="../media/image17.png"/><Relationship Id="rId10" Type="http://schemas.openxmlformats.org/officeDocument/2006/relationships/slide" Target="slide19.xml"/><Relationship Id="rId4" Type="http://schemas.openxmlformats.org/officeDocument/2006/relationships/image" Target="../media/image44.jpg"/><Relationship Id="rId9" Type="http://schemas.openxmlformats.org/officeDocument/2006/relationships/slide" Target="slide6.xml"/></Relationships>
</file>

<file path=ppt/slides/_rels/slide34.xml.rels><?xml version="1.0" encoding="UTF-8" standalone="yes"?>
<Relationships xmlns="http://schemas.openxmlformats.org/package/2006/relationships"><Relationship Id="rId8" Type="http://schemas.openxmlformats.org/officeDocument/2006/relationships/slide" Target="slide31.xml"/><Relationship Id="rId3" Type="http://schemas.openxmlformats.org/officeDocument/2006/relationships/image" Target="../media/image12.png"/><Relationship Id="rId7" Type="http://schemas.openxmlformats.org/officeDocument/2006/relationships/slide" Target="slide25.xml"/><Relationship Id="rId2" Type="http://schemas.openxmlformats.org/officeDocument/2006/relationships/notesSlide" Target="../notesSlides/notesSlide33.xml"/><Relationship Id="rId1" Type="http://schemas.openxmlformats.org/officeDocument/2006/relationships/slideLayout" Target="../slideLayouts/slideLayout27.xml"/><Relationship Id="rId6" Type="http://schemas.openxmlformats.org/officeDocument/2006/relationships/slide" Target="slide19.xml"/><Relationship Id="rId5" Type="http://schemas.openxmlformats.org/officeDocument/2006/relationships/slide" Target="slide6.xml"/><Relationship Id="rId4" Type="http://schemas.openxmlformats.org/officeDocument/2006/relationships/slide" Target="slide4.xml"/></Relationships>
</file>

<file path=ppt/slides/_rels/slide35.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6.png"/><Relationship Id="rId7" Type="http://schemas.openxmlformats.org/officeDocument/2006/relationships/slide" Target="slide4.xml"/><Relationship Id="rId2" Type="http://schemas.openxmlformats.org/officeDocument/2006/relationships/notesSlide" Target="../notesSlides/notesSlide34.xml"/><Relationship Id="rId1" Type="http://schemas.openxmlformats.org/officeDocument/2006/relationships/slideLayout" Target="../slideLayouts/slideLayout19.xml"/><Relationship Id="rId6" Type="http://schemas.openxmlformats.org/officeDocument/2006/relationships/image" Target="../media/image4.png"/><Relationship Id="rId11" Type="http://schemas.openxmlformats.org/officeDocument/2006/relationships/slide" Target="slide31.xml"/><Relationship Id="rId5" Type="http://schemas.openxmlformats.org/officeDocument/2006/relationships/image" Target="../media/image12.png"/><Relationship Id="rId10" Type="http://schemas.openxmlformats.org/officeDocument/2006/relationships/slide" Target="slide25.xml"/><Relationship Id="rId4" Type="http://schemas.openxmlformats.org/officeDocument/2006/relationships/image" Target="../media/image5.png"/><Relationship Id="rId9" Type="http://schemas.openxmlformats.org/officeDocument/2006/relationships/slide" Target="slide19.xml"/></Relationships>
</file>

<file path=ppt/slides/_rels/slide36.xml.rels><?xml version="1.0" encoding="UTF-8" standalone="yes"?>
<Relationships xmlns="http://schemas.openxmlformats.org/package/2006/relationships"><Relationship Id="rId8"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13" Type="http://schemas.openxmlformats.org/officeDocument/2006/relationships/slide" Target="slide31.xml"/><Relationship Id="rId3" Type="http://schemas.openxmlformats.org/officeDocument/2006/relationships/image" Target="../media/image5.png"/><Relationship Id="rId7" Type="http://schemas.openxmlformats.org/officeDocument/2006/relationships/image" Target="../media/image45.png"/><Relationship Id="rId12" Type="http://schemas.openxmlformats.org/officeDocument/2006/relationships/slide" Target="slide25.xml"/><Relationship Id="rId2" Type="http://schemas.openxmlformats.org/officeDocument/2006/relationships/notesSlide" Target="../notesSlides/notesSlide35.xml"/><Relationship Id="rId1" Type="http://schemas.openxmlformats.org/officeDocument/2006/relationships/slideLayout" Target="../slideLayouts/slideLayout18.xml"/><Relationship Id="rId6" Type="http://schemas.openxmlformats.org/officeDocument/2006/relationships/hyperlink" Target="https://docs.google.com/spreadsheets/d/1tkPfJntC3ZeSZ6x_Fh3vbPSrbmAuOcOT1Hb6Wp_mKBs/copy" TargetMode="External"/><Relationship Id="rId11" Type="http://schemas.openxmlformats.org/officeDocument/2006/relationships/slide" Target="slide19.xml"/><Relationship Id="rId5" Type="http://schemas.openxmlformats.org/officeDocument/2006/relationships/image" Target="../media/image12.png"/><Relationship Id="rId10" Type="http://schemas.openxmlformats.org/officeDocument/2006/relationships/slide" Target="slide6.xml"/><Relationship Id="rId4" Type="http://schemas.openxmlformats.org/officeDocument/2006/relationships/image" Target="../media/image2.png"/><Relationship Id="rId9" Type="http://schemas.openxmlformats.org/officeDocument/2006/relationships/slide" Target="slide4.xml"/></Relationships>
</file>

<file path=ppt/slides/_rels/slide37.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13.png"/><Relationship Id="rId7" Type="http://schemas.openxmlformats.org/officeDocument/2006/relationships/image" Target="../media/image4.png"/><Relationship Id="rId12" Type="http://schemas.openxmlformats.org/officeDocument/2006/relationships/slide" Target="slide31.xml"/><Relationship Id="rId2" Type="http://schemas.openxmlformats.org/officeDocument/2006/relationships/notesSlide" Target="../notesSlides/notesSlide36.xml"/><Relationship Id="rId1" Type="http://schemas.openxmlformats.org/officeDocument/2006/relationships/slideLayout" Target="../slideLayouts/slideLayout20.xml"/><Relationship Id="rId6" Type="http://schemas.openxmlformats.org/officeDocument/2006/relationships/image" Target="../media/image12.png"/><Relationship Id="rId11" Type="http://schemas.openxmlformats.org/officeDocument/2006/relationships/slide" Target="slide25.xml"/><Relationship Id="rId5" Type="http://schemas.openxmlformats.org/officeDocument/2006/relationships/image" Target="../media/image17.png"/><Relationship Id="rId10" Type="http://schemas.openxmlformats.org/officeDocument/2006/relationships/slide" Target="slide19.xml"/><Relationship Id="rId4" Type="http://schemas.openxmlformats.org/officeDocument/2006/relationships/image" Target="../media/image6.png"/><Relationship Id="rId9" Type="http://schemas.openxmlformats.org/officeDocument/2006/relationships/slide" Target="slide6.xml"/></Relationships>
</file>

<file path=ppt/slides/_rels/slide38.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6.png"/><Relationship Id="rId7" Type="http://schemas.openxmlformats.org/officeDocument/2006/relationships/image" Target="../media/image4.png"/><Relationship Id="rId12" Type="http://schemas.openxmlformats.org/officeDocument/2006/relationships/slide" Target="slide31.xml"/><Relationship Id="rId2" Type="http://schemas.openxmlformats.org/officeDocument/2006/relationships/notesSlide" Target="../notesSlides/notesSlide37.xml"/><Relationship Id="rId1" Type="http://schemas.openxmlformats.org/officeDocument/2006/relationships/slideLayout" Target="../slideLayouts/slideLayout21.xml"/><Relationship Id="rId6" Type="http://schemas.openxmlformats.org/officeDocument/2006/relationships/image" Target="../media/image12.png"/><Relationship Id="rId11" Type="http://schemas.openxmlformats.org/officeDocument/2006/relationships/slide" Target="slide25.xml"/><Relationship Id="rId5" Type="http://schemas.openxmlformats.org/officeDocument/2006/relationships/image" Target="../media/image3.png"/><Relationship Id="rId10" Type="http://schemas.openxmlformats.org/officeDocument/2006/relationships/slide" Target="slide19.xml"/><Relationship Id="rId4" Type="http://schemas.openxmlformats.org/officeDocument/2006/relationships/image" Target="../media/image1.png"/><Relationship Id="rId9" Type="http://schemas.openxmlformats.org/officeDocument/2006/relationships/slide" Target="slide6.xml"/></Relationships>
</file>

<file path=ppt/slides/_rels/slide39.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6.png"/><Relationship Id="rId7" Type="http://schemas.openxmlformats.org/officeDocument/2006/relationships/slide" Target="slide4.xml"/><Relationship Id="rId2" Type="http://schemas.openxmlformats.org/officeDocument/2006/relationships/notesSlide" Target="../notesSlides/notesSlide38.xml"/><Relationship Id="rId1" Type="http://schemas.openxmlformats.org/officeDocument/2006/relationships/slideLayout" Target="../slideLayouts/slideLayout10.xml"/><Relationship Id="rId6" Type="http://schemas.openxmlformats.org/officeDocument/2006/relationships/image" Target="../media/image4.png"/><Relationship Id="rId11" Type="http://schemas.openxmlformats.org/officeDocument/2006/relationships/slide" Target="slide31.xml"/><Relationship Id="rId5" Type="http://schemas.openxmlformats.org/officeDocument/2006/relationships/image" Target="../media/image12.png"/><Relationship Id="rId10" Type="http://schemas.openxmlformats.org/officeDocument/2006/relationships/slide" Target="slide25.xml"/><Relationship Id="rId4" Type="http://schemas.openxmlformats.org/officeDocument/2006/relationships/image" Target="../media/image5.png"/><Relationship Id="rId9" Type="http://schemas.openxmlformats.org/officeDocument/2006/relationships/slide" Target="slide19.xml"/></Relationships>
</file>

<file path=ppt/slides/_rels/slide40.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5.png"/><Relationship Id="rId7" Type="http://schemas.openxmlformats.org/officeDocument/2006/relationships/slide" Target="slide4.xml"/><Relationship Id="rId2" Type="http://schemas.openxmlformats.org/officeDocument/2006/relationships/notesSlide" Target="../notesSlides/notesSlide39.xml"/><Relationship Id="rId1" Type="http://schemas.openxmlformats.org/officeDocument/2006/relationships/slideLayout" Target="../slideLayouts/slideLayout19.xml"/><Relationship Id="rId6" Type="http://schemas.openxmlformats.org/officeDocument/2006/relationships/image" Target="../media/image6.png"/><Relationship Id="rId11" Type="http://schemas.openxmlformats.org/officeDocument/2006/relationships/slide" Target="slide31.xml"/><Relationship Id="rId5" Type="http://schemas.openxmlformats.org/officeDocument/2006/relationships/image" Target="../media/image4.png"/><Relationship Id="rId10" Type="http://schemas.openxmlformats.org/officeDocument/2006/relationships/slide" Target="slide25.xml"/><Relationship Id="rId4" Type="http://schemas.openxmlformats.org/officeDocument/2006/relationships/image" Target="../media/image12.png"/><Relationship Id="rId9" Type="http://schemas.openxmlformats.org/officeDocument/2006/relationships/slide" Target="slide19.xml"/></Relationships>
</file>

<file path=ppt/slides/_rels/slide41.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7.png"/><Relationship Id="rId7" Type="http://schemas.openxmlformats.org/officeDocument/2006/relationships/image" Target="../media/image4.png"/><Relationship Id="rId12" Type="http://schemas.openxmlformats.org/officeDocument/2006/relationships/slide" Target="slide31.xml"/><Relationship Id="rId2" Type="http://schemas.openxmlformats.org/officeDocument/2006/relationships/notesSlide" Target="../notesSlides/notesSlide40.xml"/><Relationship Id="rId1" Type="http://schemas.openxmlformats.org/officeDocument/2006/relationships/slideLayout" Target="../slideLayouts/slideLayout26.xml"/><Relationship Id="rId6" Type="http://schemas.openxmlformats.org/officeDocument/2006/relationships/image" Target="../media/image12.png"/><Relationship Id="rId11" Type="http://schemas.openxmlformats.org/officeDocument/2006/relationships/slide" Target="slide25.xml"/><Relationship Id="rId5" Type="http://schemas.openxmlformats.org/officeDocument/2006/relationships/image" Target="../media/image1.png"/><Relationship Id="rId10" Type="http://schemas.openxmlformats.org/officeDocument/2006/relationships/slide" Target="slide19.xml"/><Relationship Id="rId4" Type="http://schemas.openxmlformats.org/officeDocument/2006/relationships/image" Target="../media/image10.png"/><Relationship Id="rId9" Type="http://schemas.openxmlformats.org/officeDocument/2006/relationships/slide" Target="slide6.xml"/></Relationships>
</file>

<file path=ppt/slides/_rels/slide4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slide" Target="slide31.xml"/><Relationship Id="rId3" Type="http://schemas.openxmlformats.org/officeDocument/2006/relationships/image" Target="../media/image1.png"/><Relationship Id="rId7" Type="http://schemas.openxmlformats.org/officeDocument/2006/relationships/image" Target="../media/image12.png"/><Relationship Id="rId12" Type="http://schemas.openxmlformats.org/officeDocument/2006/relationships/slide" Target="slide25.xml"/><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19.xml"/><Relationship Id="rId5" Type="http://schemas.openxmlformats.org/officeDocument/2006/relationships/image" Target="../media/image5.png"/><Relationship Id="rId10" Type="http://schemas.openxmlformats.org/officeDocument/2006/relationships/slide" Target="slide6.xml"/><Relationship Id="rId4" Type="http://schemas.openxmlformats.org/officeDocument/2006/relationships/image" Target="../media/image17.png"/><Relationship Id="rId9" Type="http://schemas.openxmlformats.org/officeDocument/2006/relationships/slide" Target="slide4.xml"/></Relationships>
</file>

<file path=ppt/slides/_rels/slide43.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6.png"/><Relationship Id="rId7" Type="http://schemas.openxmlformats.org/officeDocument/2006/relationships/slide" Target="slide4.xml"/><Relationship Id="rId2" Type="http://schemas.openxmlformats.org/officeDocument/2006/relationships/notesSlide" Target="../notesSlides/notesSlide42.xml"/><Relationship Id="rId1" Type="http://schemas.openxmlformats.org/officeDocument/2006/relationships/slideLayout" Target="../slideLayouts/slideLayout16.xml"/><Relationship Id="rId6" Type="http://schemas.openxmlformats.org/officeDocument/2006/relationships/image" Target="../media/image4.png"/><Relationship Id="rId11" Type="http://schemas.openxmlformats.org/officeDocument/2006/relationships/slide" Target="slide31.xml"/><Relationship Id="rId5" Type="http://schemas.openxmlformats.org/officeDocument/2006/relationships/image" Target="../media/image12.png"/><Relationship Id="rId10" Type="http://schemas.openxmlformats.org/officeDocument/2006/relationships/slide" Target="slide25.xml"/><Relationship Id="rId4" Type="http://schemas.openxmlformats.org/officeDocument/2006/relationships/image" Target="../media/image2.png"/><Relationship Id="rId9" Type="http://schemas.openxmlformats.org/officeDocument/2006/relationships/slide" Target="slide19.xml"/></Relationships>
</file>

<file path=ppt/slides/_rels/slide44.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6.png"/><Relationship Id="rId7" Type="http://schemas.openxmlformats.org/officeDocument/2006/relationships/image" Target="../media/image12.png"/><Relationship Id="rId12" Type="http://schemas.openxmlformats.org/officeDocument/2006/relationships/slide" Target="slide31.xml"/><Relationship Id="rId2" Type="http://schemas.openxmlformats.org/officeDocument/2006/relationships/notesSlide" Target="../notesSlides/notesSlide43.xml"/><Relationship Id="rId1" Type="http://schemas.openxmlformats.org/officeDocument/2006/relationships/slideLayout" Target="../slideLayouts/slideLayout28.xml"/><Relationship Id="rId6" Type="http://schemas.openxmlformats.org/officeDocument/2006/relationships/image" Target="../media/image4.png"/><Relationship Id="rId11" Type="http://schemas.openxmlformats.org/officeDocument/2006/relationships/slide" Target="slide25.xml"/><Relationship Id="rId5" Type="http://schemas.openxmlformats.org/officeDocument/2006/relationships/image" Target="../media/image5.png"/><Relationship Id="rId10" Type="http://schemas.openxmlformats.org/officeDocument/2006/relationships/slide" Target="slide19.xml"/><Relationship Id="rId4" Type="http://schemas.openxmlformats.org/officeDocument/2006/relationships/image" Target="../media/image20.png"/><Relationship Id="rId9" Type="http://schemas.openxmlformats.org/officeDocument/2006/relationships/slide" Target="slid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426"/>
        <p:cNvGrpSpPr/>
        <p:nvPr/>
      </p:nvGrpSpPr>
      <p:grpSpPr>
        <a:xfrm>
          <a:off x="0" y="0"/>
          <a:ext cx="0" cy="0"/>
          <a:chOff x="0" y="0"/>
          <a:chExt cx="0" cy="0"/>
        </a:xfrm>
      </p:grpSpPr>
      <p:pic>
        <p:nvPicPr>
          <p:cNvPr id="427" name="Google Shape;427;p40"/>
          <p:cNvPicPr preferRelativeResize="0"/>
          <p:nvPr/>
        </p:nvPicPr>
        <p:blipFill rotWithShape="1">
          <a:blip r:embed="rId3">
            <a:alphaModFix amt="62000"/>
          </a:blip>
          <a:srcRect l="37807" t="9859" r="25038" b="24368"/>
          <a:stretch/>
        </p:blipFill>
        <p:spPr>
          <a:xfrm>
            <a:off x="-153662" y="3027920"/>
            <a:ext cx="3011203" cy="2998650"/>
          </a:xfrm>
          <a:prstGeom prst="rect">
            <a:avLst/>
          </a:prstGeom>
          <a:noFill/>
          <a:ln>
            <a:noFill/>
          </a:ln>
        </p:spPr>
      </p:pic>
      <p:pic>
        <p:nvPicPr>
          <p:cNvPr id="428" name="Google Shape;428;p40"/>
          <p:cNvPicPr preferRelativeResize="0"/>
          <p:nvPr/>
        </p:nvPicPr>
        <p:blipFill rotWithShape="1">
          <a:blip r:embed="rId4">
            <a:alphaModFix amt="72000"/>
          </a:blip>
          <a:srcRect l="36305" t="26731" r="30909" b="23776"/>
          <a:stretch/>
        </p:blipFill>
        <p:spPr>
          <a:xfrm>
            <a:off x="5769351" y="844100"/>
            <a:ext cx="1790842" cy="1520699"/>
          </a:xfrm>
          <a:prstGeom prst="rect">
            <a:avLst/>
          </a:prstGeom>
          <a:noFill/>
          <a:ln>
            <a:noFill/>
          </a:ln>
        </p:spPr>
      </p:pic>
      <p:sp>
        <p:nvSpPr>
          <p:cNvPr id="429" name="Google Shape;429;p40"/>
          <p:cNvSpPr txBox="1">
            <a:spLocks noGrp="1"/>
          </p:cNvSpPr>
          <p:nvPr>
            <p:ph type="ctrTitle"/>
          </p:nvPr>
        </p:nvSpPr>
        <p:spPr>
          <a:xfrm>
            <a:off x="974099" y="1371188"/>
            <a:ext cx="7246450" cy="2173086"/>
          </a:xfrm>
          <a:prstGeom prst="rect">
            <a:avLst/>
          </a:prstGeom>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 sz="3200" dirty="0"/>
              <a:t>SISTEMA DE EMPAREJAMIENTO</a:t>
            </a:r>
            <a:br>
              <a:rPr lang="en" dirty="0"/>
            </a:br>
            <a:r>
              <a:rPr lang="en" sz="2000" dirty="0">
                <a:solidFill>
                  <a:schemeClr val="accent1"/>
                </a:solidFill>
              </a:rPr>
              <a:t>Para estudiantes de la facultad de ciencias, UNAM</a:t>
            </a:r>
            <a:endParaRPr dirty="0">
              <a:solidFill>
                <a:schemeClr val="accent1"/>
              </a:solidFill>
            </a:endParaRPr>
          </a:p>
        </p:txBody>
      </p:sp>
      <p:sp>
        <p:nvSpPr>
          <p:cNvPr id="431" name="Google Shape;431;p40"/>
          <p:cNvSpPr/>
          <p:nvPr/>
        </p:nvSpPr>
        <p:spPr>
          <a:xfrm rot="-3210908">
            <a:off x="7334451" y="-1600592"/>
            <a:ext cx="1348000" cy="4231916"/>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2" name="Google Shape;432;p40"/>
          <p:cNvPicPr preferRelativeResize="0"/>
          <p:nvPr/>
        </p:nvPicPr>
        <p:blipFill rotWithShape="1">
          <a:blip r:embed="rId5">
            <a:alphaModFix/>
          </a:blip>
          <a:srcRect l="28680" t="19555" r="23804" b="32703"/>
          <a:stretch/>
        </p:blipFill>
        <p:spPr>
          <a:xfrm rot="5400000">
            <a:off x="-92674" y="2674175"/>
            <a:ext cx="1650302" cy="932675"/>
          </a:xfrm>
          <a:prstGeom prst="rect">
            <a:avLst/>
          </a:prstGeom>
          <a:noFill/>
          <a:ln>
            <a:noFill/>
          </a:ln>
        </p:spPr>
      </p:pic>
      <p:pic>
        <p:nvPicPr>
          <p:cNvPr id="433" name="Google Shape;433;p40"/>
          <p:cNvPicPr preferRelativeResize="0"/>
          <p:nvPr/>
        </p:nvPicPr>
        <p:blipFill rotWithShape="1">
          <a:blip r:embed="rId5">
            <a:alphaModFix/>
          </a:blip>
          <a:srcRect l="28680" t="19555" r="23804" b="32703"/>
          <a:stretch/>
        </p:blipFill>
        <p:spPr>
          <a:xfrm rot="-10333804">
            <a:off x="6436952" y="265062"/>
            <a:ext cx="1650300" cy="932676"/>
          </a:xfrm>
          <a:prstGeom prst="rect">
            <a:avLst/>
          </a:prstGeom>
          <a:noFill/>
          <a:ln>
            <a:noFill/>
          </a:ln>
        </p:spPr>
      </p:pic>
      <p:grpSp>
        <p:nvGrpSpPr>
          <p:cNvPr id="434" name="Google Shape;434;p40"/>
          <p:cNvGrpSpPr/>
          <p:nvPr/>
        </p:nvGrpSpPr>
        <p:grpSpPr>
          <a:xfrm rot="-1173678" flipH="1">
            <a:off x="6742929" y="3136758"/>
            <a:ext cx="1683181" cy="2875801"/>
            <a:chOff x="4084725" y="1655475"/>
            <a:chExt cx="916200" cy="1565375"/>
          </a:xfrm>
        </p:grpSpPr>
        <p:sp>
          <p:nvSpPr>
            <p:cNvPr id="435" name="Google Shape;435;p40"/>
            <p:cNvSpPr/>
            <p:nvPr/>
          </p:nvSpPr>
          <p:spPr>
            <a:xfrm>
              <a:off x="4084725" y="1655475"/>
              <a:ext cx="916200" cy="1565375"/>
            </a:xfrm>
            <a:custGeom>
              <a:avLst/>
              <a:gdLst/>
              <a:ahLst/>
              <a:cxnLst/>
              <a:rect l="l" t="t" r="r" b="b"/>
              <a:pathLst>
                <a:path w="36648" h="62615" extrusionOk="0">
                  <a:moveTo>
                    <a:pt x="32038" y="113"/>
                  </a:moveTo>
                  <a:cubicBezTo>
                    <a:pt x="32273" y="113"/>
                    <a:pt x="32434" y="295"/>
                    <a:pt x="32528" y="664"/>
                  </a:cubicBezTo>
                  <a:cubicBezTo>
                    <a:pt x="32647" y="1104"/>
                    <a:pt x="32600" y="1557"/>
                    <a:pt x="32505" y="1997"/>
                  </a:cubicBezTo>
                  <a:cubicBezTo>
                    <a:pt x="32255" y="2962"/>
                    <a:pt x="31933" y="3902"/>
                    <a:pt x="31469" y="4795"/>
                  </a:cubicBezTo>
                  <a:cubicBezTo>
                    <a:pt x="31064" y="5581"/>
                    <a:pt x="30635" y="6379"/>
                    <a:pt x="30207" y="7153"/>
                  </a:cubicBezTo>
                  <a:cubicBezTo>
                    <a:pt x="29766" y="7951"/>
                    <a:pt x="29195" y="8665"/>
                    <a:pt x="28611" y="9367"/>
                  </a:cubicBezTo>
                  <a:cubicBezTo>
                    <a:pt x="28278" y="9784"/>
                    <a:pt x="27956" y="10213"/>
                    <a:pt x="27635" y="10629"/>
                  </a:cubicBezTo>
                  <a:cubicBezTo>
                    <a:pt x="27635" y="10641"/>
                    <a:pt x="27623" y="10641"/>
                    <a:pt x="27587" y="10665"/>
                  </a:cubicBezTo>
                  <a:cubicBezTo>
                    <a:pt x="27575" y="10629"/>
                    <a:pt x="27575" y="10618"/>
                    <a:pt x="27563" y="10618"/>
                  </a:cubicBezTo>
                  <a:cubicBezTo>
                    <a:pt x="27647" y="9510"/>
                    <a:pt x="27718" y="8427"/>
                    <a:pt x="27825" y="7331"/>
                  </a:cubicBezTo>
                  <a:cubicBezTo>
                    <a:pt x="27885" y="6653"/>
                    <a:pt x="27980" y="5986"/>
                    <a:pt x="28135" y="5331"/>
                  </a:cubicBezTo>
                  <a:cubicBezTo>
                    <a:pt x="28349" y="4510"/>
                    <a:pt x="28671" y="3736"/>
                    <a:pt x="29076" y="3009"/>
                  </a:cubicBezTo>
                  <a:cubicBezTo>
                    <a:pt x="29540" y="2164"/>
                    <a:pt x="30135" y="1414"/>
                    <a:pt x="30861" y="795"/>
                  </a:cubicBezTo>
                  <a:cubicBezTo>
                    <a:pt x="31100" y="604"/>
                    <a:pt x="31338" y="402"/>
                    <a:pt x="31612" y="259"/>
                  </a:cubicBezTo>
                  <a:cubicBezTo>
                    <a:pt x="31774" y="162"/>
                    <a:pt x="31916" y="113"/>
                    <a:pt x="32038" y="113"/>
                  </a:cubicBezTo>
                  <a:close/>
                  <a:moveTo>
                    <a:pt x="36100" y="8486"/>
                  </a:moveTo>
                  <a:cubicBezTo>
                    <a:pt x="36350" y="8498"/>
                    <a:pt x="36457" y="8629"/>
                    <a:pt x="36386" y="8879"/>
                  </a:cubicBezTo>
                  <a:cubicBezTo>
                    <a:pt x="36338" y="9010"/>
                    <a:pt x="36291" y="9141"/>
                    <a:pt x="36219" y="9260"/>
                  </a:cubicBezTo>
                  <a:cubicBezTo>
                    <a:pt x="35684" y="10141"/>
                    <a:pt x="34993" y="10903"/>
                    <a:pt x="34207" y="11558"/>
                  </a:cubicBezTo>
                  <a:cubicBezTo>
                    <a:pt x="33826" y="11868"/>
                    <a:pt x="33374" y="12058"/>
                    <a:pt x="32909" y="12177"/>
                  </a:cubicBezTo>
                  <a:cubicBezTo>
                    <a:pt x="32219" y="12356"/>
                    <a:pt x="31516" y="12523"/>
                    <a:pt x="30802" y="12665"/>
                  </a:cubicBezTo>
                  <a:cubicBezTo>
                    <a:pt x="29790" y="12880"/>
                    <a:pt x="28766" y="13070"/>
                    <a:pt x="27754" y="13261"/>
                  </a:cubicBezTo>
                  <a:cubicBezTo>
                    <a:pt x="27540" y="13296"/>
                    <a:pt x="27349" y="13356"/>
                    <a:pt x="27135" y="13416"/>
                  </a:cubicBezTo>
                  <a:cubicBezTo>
                    <a:pt x="27135" y="13392"/>
                    <a:pt x="27123" y="13380"/>
                    <a:pt x="27123" y="13368"/>
                  </a:cubicBezTo>
                  <a:cubicBezTo>
                    <a:pt x="27421" y="13046"/>
                    <a:pt x="27718" y="12713"/>
                    <a:pt x="28028" y="12427"/>
                  </a:cubicBezTo>
                  <a:cubicBezTo>
                    <a:pt x="28492" y="11987"/>
                    <a:pt x="28968" y="11546"/>
                    <a:pt x="29445" y="11118"/>
                  </a:cubicBezTo>
                  <a:cubicBezTo>
                    <a:pt x="29873" y="10749"/>
                    <a:pt x="30350" y="10439"/>
                    <a:pt x="30873" y="10225"/>
                  </a:cubicBezTo>
                  <a:cubicBezTo>
                    <a:pt x="32219" y="9677"/>
                    <a:pt x="33552" y="9153"/>
                    <a:pt x="34933" y="8724"/>
                  </a:cubicBezTo>
                  <a:cubicBezTo>
                    <a:pt x="35219" y="8629"/>
                    <a:pt x="35505" y="8570"/>
                    <a:pt x="35791" y="8510"/>
                  </a:cubicBezTo>
                  <a:cubicBezTo>
                    <a:pt x="35886" y="8486"/>
                    <a:pt x="35993" y="8486"/>
                    <a:pt x="36100" y="8486"/>
                  </a:cubicBezTo>
                  <a:close/>
                  <a:moveTo>
                    <a:pt x="18131" y="849"/>
                  </a:moveTo>
                  <a:cubicBezTo>
                    <a:pt x="18269" y="849"/>
                    <a:pt x="18400" y="924"/>
                    <a:pt x="18539" y="1069"/>
                  </a:cubicBezTo>
                  <a:cubicBezTo>
                    <a:pt x="18610" y="1164"/>
                    <a:pt x="18693" y="1259"/>
                    <a:pt x="18753" y="1343"/>
                  </a:cubicBezTo>
                  <a:cubicBezTo>
                    <a:pt x="19193" y="1974"/>
                    <a:pt x="19598" y="2605"/>
                    <a:pt x="19896" y="3319"/>
                  </a:cubicBezTo>
                  <a:cubicBezTo>
                    <a:pt x="20384" y="4498"/>
                    <a:pt x="20896" y="5676"/>
                    <a:pt x="21384" y="6843"/>
                  </a:cubicBezTo>
                  <a:cubicBezTo>
                    <a:pt x="21801" y="7867"/>
                    <a:pt x="21979" y="8915"/>
                    <a:pt x="22146" y="9987"/>
                  </a:cubicBezTo>
                  <a:cubicBezTo>
                    <a:pt x="22301" y="11010"/>
                    <a:pt x="22349" y="12046"/>
                    <a:pt x="22206" y="13070"/>
                  </a:cubicBezTo>
                  <a:cubicBezTo>
                    <a:pt x="22087" y="13844"/>
                    <a:pt x="21884" y="14618"/>
                    <a:pt x="21646" y="15380"/>
                  </a:cubicBezTo>
                  <a:cubicBezTo>
                    <a:pt x="21503" y="15821"/>
                    <a:pt x="21325" y="16273"/>
                    <a:pt x="21170" y="16714"/>
                  </a:cubicBezTo>
                  <a:cubicBezTo>
                    <a:pt x="21098" y="16952"/>
                    <a:pt x="21039" y="17178"/>
                    <a:pt x="20967" y="17416"/>
                  </a:cubicBezTo>
                  <a:cubicBezTo>
                    <a:pt x="20955" y="17452"/>
                    <a:pt x="20932" y="17487"/>
                    <a:pt x="20920" y="17523"/>
                  </a:cubicBezTo>
                  <a:cubicBezTo>
                    <a:pt x="20908" y="17523"/>
                    <a:pt x="20872" y="17535"/>
                    <a:pt x="20860" y="17535"/>
                  </a:cubicBezTo>
                  <a:cubicBezTo>
                    <a:pt x="20848" y="17476"/>
                    <a:pt x="20848" y="17416"/>
                    <a:pt x="20848" y="17368"/>
                  </a:cubicBezTo>
                  <a:cubicBezTo>
                    <a:pt x="20622" y="16642"/>
                    <a:pt x="20313" y="15952"/>
                    <a:pt x="19943" y="15285"/>
                  </a:cubicBezTo>
                  <a:cubicBezTo>
                    <a:pt x="19658" y="14761"/>
                    <a:pt x="19360" y="14261"/>
                    <a:pt x="19050" y="13773"/>
                  </a:cubicBezTo>
                  <a:cubicBezTo>
                    <a:pt x="18122" y="12284"/>
                    <a:pt x="17515" y="10665"/>
                    <a:pt x="17169" y="8927"/>
                  </a:cubicBezTo>
                  <a:cubicBezTo>
                    <a:pt x="16824" y="7189"/>
                    <a:pt x="16669" y="5450"/>
                    <a:pt x="16812" y="3676"/>
                  </a:cubicBezTo>
                  <a:cubicBezTo>
                    <a:pt x="16872" y="3057"/>
                    <a:pt x="16991" y="2450"/>
                    <a:pt x="17217" y="1866"/>
                  </a:cubicBezTo>
                  <a:cubicBezTo>
                    <a:pt x="17300" y="1640"/>
                    <a:pt x="17443" y="1426"/>
                    <a:pt x="17562" y="1224"/>
                  </a:cubicBezTo>
                  <a:cubicBezTo>
                    <a:pt x="17598" y="1152"/>
                    <a:pt x="17657" y="1093"/>
                    <a:pt x="17741" y="1033"/>
                  </a:cubicBezTo>
                  <a:cubicBezTo>
                    <a:pt x="17881" y="909"/>
                    <a:pt x="18009" y="849"/>
                    <a:pt x="18131" y="849"/>
                  </a:cubicBezTo>
                  <a:close/>
                  <a:moveTo>
                    <a:pt x="26007" y="23434"/>
                  </a:moveTo>
                  <a:cubicBezTo>
                    <a:pt x="26186" y="23434"/>
                    <a:pt x="26368" y="23444"/>
                    <a:pt x="26551" y="23464"/>
                  </a:cubicBezTo>
                  <a:cubicBezTo>
                    <a:pt x="27004" y="23524"/>
                    <a:pt x="27468" y="23560"/>
                    <a:pt x="27933" y="23643"/>
                  </a:cubicBezTo>
                  <a:cubicBezTo>
                    <a:pt x="28647" y="23762"/>
                    <a:pt x="29373" y="23893"/>
                    <a:pt x="30099" y="24012"/>
                  </a:cubicBezTo>
                  <a:cubicBezTo>
                    <a:pt x="30415" y="24062"/>
                    <a:pt x="30730" y="24083"/>
                    <a:pt x="31046" y="24083"/>
                  </a:cubicBezTo>
                  <a:cubicBezTo>
                    <a:pt x="31183" y="24083"/>
                    <a:pt x="31320" y="24079"/>
                    <a:pt x="31457" y="24072"/>
                  </a:cubicBezTo>
                  <a:lnTo>
                    <a:pt x="31635" y="24072"/>
                  </a:lnTo>
                  <a:cubicBezTo>
                    <a:pt x="31635" y="24084"/>
                    <a:pt x="31647" y="24095"/>
                    <a:pt x="31647" y="24119"/>
                  </a:cubicBezTo>
                  <a:cubicBezTo>
                    <a:pt x="31576" y="24143"/>
                    <a:pt x="31504" y="24179"/>
                    <a:pt x="31421" y="24191"/>
                  </a:cubicBezTo>
                  <a:cubicBezTo>
                    <a:pt x="30457" y="24453"/>
                    <a:pt x="29457" y="24595"/>
                    <a:pt x="28468" y="24679"/>
                  </a:cubicBezTo>
                  <a:cubicBezTo>
                    <a:pt x="27492" y="24750"/>
                    <a:pt x="26516" y="24810"/>
                    <a:pt x="25551" y="24869"/>
                  </a:cubicBezTo>
                  <a:cubicBezTo>
                    <a:pt x="24456" y="24953"/>
                    <a:pt x="23384" y="25072"/>
                    <a:pt x="22349" y="25429"/>
                  </a:cubicBezTo>
                  <a:cubicBezTo>
                    <a:pt x="21979" y="25560"/>
                    <a:pt x="21622" y="25727"/>
                    <a:pt x="21289" y="25929"/>
                  </a:cubicBezTo>
                  <a:cubicBezTo>
                    <a:pt x="20991" y="26119"/>
                    <a:pt x="20694" y="26334"/>
                    <a:pt x="20396" y="26524"/>
                  </a:cubicBezTo>
                  <a:cubicBezTo>
                    <a:pt x="20348" y="26560"/>
                    <a:pt x="20301" y="26596"/>
                    <a:pt x="20241" y="26631"/>
                  </a:cubicBezTo>
                  <a:cubicBezTo>
                    <a:pt x="20241" y="26620"/>
                    <a:pt x="20217" y="26620"/>
                    <a:pt x="20217" y="26596"/>
                  </a:cubicBezTo>
                  <a:lnTo>
                    <a:pt x="20301" y="26524"/>
                  </a:lnTo>
                  <a:cubicBezTo>
                    <a:pt x="21241" y="25524"/>
                    <a:pt x="22301" y="24679"/>
                    <a:pt x="23539" y="24060"/>
                  </a:cubicBezTo>
                  <a:cubicBezTo>
                    <a:pt x="24328" y="23665"/>
                    <a:pt x="25142" y="23434"/>
                    <a:pt x="26007" y="23434"/>
                  </a:cubicBezTo>
                  <a:close/>
                  <a:moveTo>
                    <a:pt x="32275" y="17767"/>
                  </a:moveTo>
                  <a:cubicBezTo>
                    <a:pt x="32407" y="17767"/>
                    <a:pt x="32539" y="17769"/>
                    <a:pt x="32671" y="17773"/>
                  </a:cubicBezTo>
                  <a:cubicBezTo>
                    <a:pt x="33362" y="17785"/>
                    <a:pt x="34040" y="17880"/>
                    <a:pt x="34695" y="18071"/>
                  </a:cubicBezTo>
                  <a:cubicBezTo>
                    <a:pt x="35029" y="18178"/>
                    <a:pt x="35350" y="18309"/>
                    <a:pt x="35648" y="18488"/>
                  </a:cubicBezTo>
                  <a:cubicBezTo>
                    <a:pt x="36219" y="18833"/>
                    <a:pt x="36422" y="19440"/>
                    <a:pt x="36231" y="20083"/>
                  </a:cubicBezTo>
                  <a:cubicBezTo>
                    <a:pt x="36124" y="20464"/>
                    <a:pt x="35922" y="20797"/>
                    <a:pt x="35684" y="21119"/>
                  </a:cubicBezTo>
                  <a:cubicBezTo>
                    <a:pt x="34969" y="22107"/>
                    <a:pt x="34076" y="22881"/>
                    <a:pt x="33052" y="23500"/>
                  </a:cubicBezTo>
                  <a:cubicBezTo>
                    <a:pt x="32766" y="23679"/>
                    <a:pt x="32445" y="23786"/>
                    <a:pt x="32112" y="23845"/>
                  </a:cubicBezTo>
                  <a:cubicBezTo>
                    <a:pt x="31790" y="23896"/>
                    <a:pt x="31471" y="23918"/>
                    <a:pt x="31153" y="23918"/>
                  </a:cubicBezTo>
                  <a:cubicBezTo>
                    <a:pt x="30646" y="23918"/>
                    <a:pt x="30145" y="23862"/>
                    <a:pt x="29647" y="23774"/>
                  </a:cubicBezTo>
                  <a:cubicBezTo>
                    <a:pt x="28599" y="23583"/>
                    <a:pt x="27540" y="23381"/>
                    <a:pt x="26492" y="23298"/>
                  </a:cubicBezTo>
                  <a:cubicBezTo>
                    <a:pt x="26327" y="23282"/>
                    <a:pt x="26164" y="23275"/>
                    <a:pt x="26002" y="23275"/>
                  </a:cubicBezTo>
                  <a:cubicBezTo>
                    <a:pt x="25168" y="23275"/>
                    <a:pt x="24368" y="23477"/>
                    <a:pt x="23611" y="23845"/>
                  </a:cubicBezTo>
                  <a:cubicBezTo>
                    <a:pt x="22360" y="24453"/>
                    <a:pt x="21289" y="25286"/>
                    <a:pt x="20324" y="26262"/>
                  </a:cubicBezTo>
                  <a:cubicBezTo>
                    <a:pt x="19836" y="26751"/>
                    <a:pt x="19348" y="27215"/>
                    <a:pt x="18848" y="27691"/>
                  </a:cubicBezTo>
                  <a:cubicBezTo>
                    <a:pt x="18812" y="27727"/>
                    <a:pt x="18753" y="27774"/>
                    <a:pt x="18705" y="27822"/>
                  </a:cubicBezTo>
                  <a:lnTo>
                    <a:pt x="18669" y="27786"/>
                  </a:lnTo>
                  <a:cubicBezTo>
                    <a:pt x="18812" y="27548"/>
                    <a:pt x="18943" y="27298"/>
                    <a:pt x="19086" y="27048"/>
                  </a:cubicBezTo>
                  <a:cubicBezTo>
                    <a:pt x="20813" y="24214"/>
                    <a:pt x="23015" y="21857"/>
                    <a:pt x="25682" y="19916"/>
                  </a:cubicBezTo>
                  <a:cubicBezTo>
                    <a:pt x="27647" y="18493"/>
                    <a:pt x="29858" y="17767"/>
                    <a:pt x="32275" y="17767"/>
                  </a:cubicBezTo>
                  <a:close/>
                  <a:moveTo>
                    <a:pt x="11058" y="13217"/>
                  </a:moveTo>
                  <a:cubicBezTo>
                    <a:pt x="11163" y="13217"/>
                    <a:pt x="11271" y="13231"/>
                    <a:pt x="11383" y="13261"/>
                  </a:cubicBezTo>
                  <a:cubicBezTo>
                    <a:pt x="11681" y="13356"/>
                    <a:pt x="11931" y="13499"/>
                    <a:pt x="12169" y="13701"/>
                  </a:cubicBezTo>
                  <a:cubicBezTo>
                    <a:pt x="12478" y="13951"/>
                    <a:pt x="12728" y="14237"/>
                    <a:pt x="12966" y="14547"/>
                  </a:cubicBezTo>
                  <a:cubicBezTo>
                    <a:pt x="13967" y="15856"/>
                    <a:pt x="14717" y="17297"/>
                    <a:pt x="15193" y="18880"/>
                  </a:cubicBezTo>
                  <a:cubicBezTo>
                    <a:pt x="15883" y="21178"/>
                    <a:pt x="16288" y="23560"/>
                    <a:pt x="16407" y="25977"/>
                  </a:cubicBezTo>
                  <a:cubicBezTo>
                    <a:pt x="16443" y="26715"/>
                    <a:pt x="16479" y="27465"/>
                    <a:pt x="16526" y="28203"/>
                  </a:cubicBezTo>
                  <a:lnTo>
                    <a:pt x="16526" y="28536"/>
                  </a:lnTo>
                  <a:lnTo>
                    <a:pt x="16479" y="28536"/>
                  </a:lnTo>
                  <a:cubicBezTo>
                    <a:pt x="16395" y="28382"/>
                    <a:pt x="16312" y="28251"/>
                    <a:pt x="16217" y="28108"/>
                  </a:cubicBezTo>
                  <a:cubicBezTo>
                    <a:pt x="15848" y="27524"/>
                    <a:pt x="15383" y="27012"/>
                    <a:pt x="14883" y="26536"/>
                  </a:cubicBezTo>
                  <a:cubicBezTo>
                    <a:pt x="13895" y="25608"/>
                    <a:pt x="13050" y="24548"/>
                    <a:pt x="12288" y="23417"/>
                  </a:cubicBezTo>
                  <a:cubicBezTo>
                    <a:pt x="11823" y="22714"/>
                    <a:pt x="11454" y="21988"/>
                    <a:pt x="11180" y="21214"/>
                  </a:cubicBezTo>
                  <a:cubicBezTo>
                    <a:pt x="10549" y="19357"/>
                    <a:pt x="10014" y="17476"/>
                    <a:pt x="9752" y="15511"/>
                  </a:cubicBezTo>
                  <a:cubicBezTo>
                    <a:pt x="9728" y="15213"/>
                    <a:pt x="9692" y="14928"/>
                    <a:pt x="9680" y="14630"/>
                  </a:cubicBezTo>
                  <a:cubicBezTo>
                    <a:pt x="9668" y="14475"/>
                    <a:pt x="9668" y="14320"/>
                    <a:pt x="9692" y="14154"/>
                  </a:cubicBezTo>
                  <a:cubicBezTo>
                    <a:pt x="9740" y="13856"/>
                    <a:pt x="9895" y="13618"/>
                    <a:pt x="10168" y="13475"/>
                  </a:cubicBezTo>
                  <a:cubicBezTo>
                    <a:pt x="10462" y="13333"/>
                    <a:pt x="10748" y="13217"/>
                    <a:pt x="11058" y="13217"/>
                  </a:cubicBezTo>
                  <a:close/>
                  <a:moveTo>
                    <a:pt x="7125" y="29645"/>
                  </a:moveTo>
                  <a:cubicBezTo>
                    <a:pt x="7427" y="29645"/>
                    <a:pt x="7730" y="29660"/>
                    <a:pt x="8037" y="29691"/>
                  </a:cubicBezTo>
                  <a:cubicBezTo>
                    <a:pt x="9609" y="29894"/>
                    <a:pt x="11109" y="30346"/>
                    <a:pt x="12526" y="31096"/>
                  </a:cubicBezTo>
                  <a:cubicBezTo>
                    <a:pt x="12752" y="31215"/>
                    <a:pt x="12978" y="31346"/>
                    <a:pt x="13193" y="31477"/>
                  </a:cubicBezTo>
                  <a:cubicBezTo>
                    <a:pt x="13252" y="31513"/>
                    <a:pt x="13312" y="31573"/>
                    <a:pt x="13359" y="31620"/>
                  </a:cubicBezTo>
                  <a:cubicBezTo>
                    <a:pt x="10751" y="30642"/>
                    <a:pt x="8068" y="30279"/>
                    <a:pt x="5326" y="30279"/>
                  </a:cubicBezTo>
                  <a:cubicBezTo>
                    <a:pt x="4764" y="30279"/>
                    <a:pt x="4199" y="30294"/>
                    <a:pt x="3632" y="30322"/>
                  </a:cubicBezTo>
                  <a:cubicBezTo>
                    <a:pt x="4773" y="29885"/>
                    <a:pt x="5929" y="29645"/>
                    <a:pt x="7125" y="29645"/>
                  </a:cubicBezTo>
                  <a:close/>
                  <a:moveTo>
                    <a:pt x="5900" y="28785"/>
                  </a:moveTo>
                  <a:cubicBezTo>
                    <a:pt x="6981" y="28785"/>
                    <a:pt x="8063" y="28903"/>
                    <a:pt x="9144" y="29132"/>
                  </a:cubicBezTo>
                  <a:cubicBezTo>
                    <a:pt x="10145" y="29334"/>
                    <a:pt x="11097" y="29632"/>
                    <a:pt x="12026" y="30072"/>
                  </a:cubicBezTo>
                  <a:cubicBezTo>
                    <a:pt x="12824" y="30453"/>
                    <a:pt x="13574" y="30906"/>
                    <a:pt x="14228" y="31501"/>
                  </a:cubicBezTo>
                  <a:cubicBezTo>
                    <a:pt x="14538" y="31775"/>
                    <a:pt x="14788" y="32108"/>
                    <a:pt x="15026" y="32454"/>
                  </a:cubicBezTo>
                  <a:cubicBezTo>
                    <a:pt x="15062" y="32489"/>
                    <a:pt x="15074" y="32537"/>
                    <a:pt x="15121" y="32608"/>
                  </a:cubicBezTo>
                  <a:cubicBezTo>
                    <a:pt x="14836" y="32406"/>
                    <a:pt x="14586" y="32215"/>
                    <a:pt x="14324" y="32037"/>
                  </a:cubicBezTo>
                  <a:cubicBezTo>
                    <a:pt x="13812" y="31692"/>
                    <a:pt x="13288" y="31334"/>
                    <a:pt x="12752" y="31025"/>
                  </a:cubicBezTo>
                  <a:cubicBezTo>
                    <a:pt x="12109" y="30644"/>
                    <a:pt x="11430" y="30370"/>
                    <a:pt x="10716" y="30132"/>
                  </a:cubicBezTo>
                  <a:cubicBezTo>
                    <a:pt x="9716" y="29787"/>
                    <a:pt x="8692" y="29572"/>
                    <a:pt x="7644" y="29501"/>
                  </a:cubicBezTo>
                  <a:cubicBezTo>
                    <a:pt x="7419" y="29485"/>
                    <a:pt x="7196" y="29477"/>
                    <a:pt x="6975" y="29477"/>
                  </a:cubicBezTo>
                  <a:cubicBezTo>
                    <a:pt x="6211" y="29477"/>
                    <a:pt x="5466" y="29574"/>
                    <a:pt x="4727" y="29787"/>
                  </a:cubicBezTo>
                  <a:cubicBezTo>
                    <a:pt x="4144" y="29953"/>
                    <a:pt x="3584" y="30132"/>
                    <a:pt x="3013" y="30275"/>
                  </a:cubicBezTo>
                  <a:cubicBezTo>
                    <a:pt x="2298" y="30465"/>
                    <a:pt x="1572" y="30513"/>
                    <a:pt x="834" y="30513"/>
                  </a:cubicBezTo>
                  <a:cubicBezTo>
                    <a:pt x="727" y="30513"/>
                    <a:pt x="608" y="30501"/>
                    <a:pt x="501" y="30465"/>
                  </a:cubicBezTo>
                  <a:cubicBezTo>
                    <a:pt x="429" y="30453"/>
                    <a:pt x="358" y="30406"/>
                    <a:pt x="298" y="30382"/>
                  </a:cubicBezTo>
                  <a:cubicBezTo>
                    <a:pt x="262" y="30251"/>
                    <a:pt x="310" y="30168"/>
                    <a:pt x="381" y="30108"/>
                  </a:cubicBezTo>
                  <a:cubicBezTo>
                    <a:pt x="453" y="30049"/>
                    <a:pt x="536" y="30013"/>
                    <a:pt x="608" y="29965"/>
                  </a:cubicBezTo>
                  <a:cubicBezTo>
                    <a:pt x="1489" y="29501"/>
                    <a:pt x="2406" y="29156"/>
                    <a:pt x="3394" y="29001"/>
                  </a:cubicBezTo>
                  <a:cubicBezTo>
                    <a:pt x="4229" y="28856"/>
                    <a:pt x="5064" y="28785"/>
                    <a:pt x="5900" y="28785"/>
                  </a:cubicBezTo>
                  <a:close/>
                  <a:moveTo>
                    <a:pt x="22417" y="30566"/>
                  </a:moveTo>
                  <a:cubicBezTo>
                    <a:pt x="22825" y="30566"/>
                    <a:pt x="23221" y="30666"/>
                    <a:pt x="23587" y="30882"/>
                  </a:cubicBezTo>
                  <a:cubicBezTo>
                    <a:pt x="23968" y="31108"/>
                    <a:pt x="24158" y="31465"/>
                    <a:pt x="24146" y="31930"/>
                  </a:cubicBezTo>
                  <a:cubicBezTo>
                    <a:pt x="24123" y="32418"/>
                    <a:pt x="23992" y="32882"/>
                    <a:pt x="23813" y="33323"/>
                  </a:cubicBezTo>
                  <a:cubicBezTo>
                    <a:pt x="23527" y="34025"/>
                    <a:pt x="23146" y="34680"/>
                    <a:pt x="22730" y="35311"/>
                  </a:cubicBezTo>
                  <a:cubicBezTo>
                    <a:pt x="21515" y="37180"/>
                    <a:pt x="19920" y="38704"/>
                    <a:pt x="18169" y="40050"/>
                  </a:cubicBezTo>
                  <a:cubicBezTo>
                    <a:pt x="17562" y="40514"/>
                    <a:pt x="16895" y="40967"/>
                    <a:pt x="16288" y="41443"/>
                  </a:cubicBezTo>
                  <a:cubicBezTo>
                    <a:pt x="15788" y="41824"/>
                    <a:pt x="15324" y="42241"/>
                    <a:pt x="14848" y="42669"/>
                  </a:cubicBezTo>
                  <a:cubicBezTo>
                    <a:pt x="14550" y="42943"/>
                    <a:pt x="14300" y="43264"/>
                    <a:pt x="14097" y="43622"/>
                  </a:cubicBezTo>
                  <a:cubicBezTo>
                    <a:pt x="14086" y="43657"/>
                    <a:pt x="14062" y="43681"/>
                    <a:pt x="14026" y="43717"/>
                  </a:cubicBezTo>
                  <a:cubicBezTo>
                    <a:pt x="14014" y="43717"/>
                    <a:pt x="14002" y="43705"/>
                    <a:pt x="13990" y="43705"/>
                  </a:cubicBezTo>
                  <a:cubicBezTo>
                    <a:pt x="14074" y="43145"/>
                    <a:pt x="14145" y="42586"/>
                    <a:pt x="14205" y="42038"/>
                  </a:cubicBezTo>
                  <a:cubicBezTo>
                    <a:pt x="14502" y="40264"/>
                    <a:pt x="14859" y="38526"/>
                    <a:pt x="15288" y="36776"/>
                  </a:cubicBezTo>
                  <a:cubicBezTo>
                    <a:pt x="15491" y="36037"/>
                    <a:pt x="15681" y="35275"/>
                    <a:pt x="15860" y="34537"/>
                  </a:cubicBezTo>
                  <a:cubicBezTo>
                    <a:pt x="15883" y="34418"/>
                    <a:pt x="15943" y="34311"/>
                    <a:pt x="16038" y="34216"/>
                  </a:cubicBezTo>
                  <a:cubicBezTo>
                    <a:pt x="17336" y="32954"/>
                    <a:pt x="18789" y="31918"/>
                    <a:pt x="20408" y="31144"/>
                  </a:cubicBezTo>
                  <a:cubicBezTo>
                    <a:pt x="20884" y="30918"/>
                    <a:pt x="21384" y="30727"/>
                    <a:pt x="21884" y="30620"/>
                  </a:cubicBezTo>
                  <a:cubicBezTo>
                    <a:pt x="22063" y="30584"/>
                    <a:pt x="22242" y="30566"/>
                    <a:pt x="22417" y="30566"/>
                  </a:cubicBezTo>
                  <a:close/>
                  <a:moveTo>
                    <a:pt x="15657" y="34716"/>
                  </a:moveTo>
                  <a:cubicBezTo>
                    <a:pt x="14800" y="37990"/>
                    <a:pt x="14074" y="41276"/>
                    <a:pt x="13705" y="44634"/>
                  </a:cubicBezTo>
                  <a:lnTo>
                    <a:pt x="13645" y="44634"/>
                  </a:lnTo>
                  <a:cubicBezTo>
                    <a:pt x="13586" y="44407"/>
                    <a:pt x="13502" y="44193"/>
                    <a:pt x="13466" y="44003"/>
                  </a:cubicBezTo>
                  <a:cubicBezTo>
                    <a:pt x="13276" y="43122"/>
                    <a:pt x="13109" y="42229"/>
                    <a:pt x="13074" y="41336"/>
                  </a:cubicBezTo>
                  <a:cubicBezTo>
                    <a:pt x="13026" y="39752"/>
                    <a:pt x="13324" y="38252"/>
                    <a:pt x="14062" y="36835"/>
                  </a:cubicBezTo>
                  <a:cubicBezTo>
                    <a:pt x="14431" y="36097"/>
                    <a:pt x="14907" y="35442"/>
                    <a:pt x="15455" y="34847"/>
                  </a:cubicBezTo>
                  <a:lnTo>
                    <a:pt x="15574" y="34728"/>
                  </a:lnTo>
                  <a:cubicBezTo>
                    <a:pt x="15586" y="34716"/>
                    <a:pt x="15610" y="34716"/>
                    <a:pt x="15657" y="34716"/>
                  </a:cubicBezTo>
                  <a:close/>
                  <a:moveTo>
                    <a:pt x="27142" y="36639"/>
                  </a:moveTo>
                  <a:cubicBezTo>
                    <a:pt x="27246" y="36639"/>
                    <a:pt x="27351" y="36654"/>
                    <a:pt x="27456" y="36680"/>
                  </a:cubicBezTo>
                  <a:cubicBezTo>
                    <a:pt x="27730" y="36740"/>
                    <a:pt x="27873" y="36895"/>
                    <a:pt x="27825" y="37180"/>
                  </a:cubicBezTo>
                  <a:cubicBezTo>
                    <a:pt x="27778" y="37454"/>
                    <a:pt x="27694" y="37716"/>
                    <a:pt x="27587" y="37966"/>
                  </a:cubicBezTo>
                  <a:cubicBezTo>
                    <a:pt x="27337" y="38609"/>
                    <a:pt x="26897" y="39133"/>
                    <a:pt x="26385" y="39574"/>
                  </a:cubicBezTo>
                  <a:cubicBezTo>
                    <a:pt x="25599" y="40252"/>
                    <a:pt x="24730" y="40800"/>
                    <a:pt x="23837" y="41288"/>
                  </a:cubicBezTo>
                  <a:cubicBezTo>
                    <a:pt x="22634" y="41955"/>
                    <a:pt x="21408" y="42633"/>
                    <a:pt x="20193" y="43288"/>
                  </a:cubicBezTo>
                  <a:cubicBezTo>
                    <a:pt x="18729" y="44062"/>
                    <a:pt x="17479" y="45086"/>
                    <a:pt x="16383" y="46301"/>
                  </a:cubicBezTo>
                  <a:lnTo>
                    <a:pt x="16253" y="46443"/>
                  </a:lnTo>
                  <a:cubicBezTo>
                    <a:pt x="16229" y="46455"/>
                    <a:pt x="16217" y="46455"/>
                    <a:pt x="16181" y="46467"/>
                  </a:cubicBezTo>
                  <a:cubicBezTo>
                    <a:pt x="16372" y="46039"/>
                    <a:pt x="16526" y="45622"/>
                    <a:pt x="16705" y="45217"/>
                  </a:cubicBezTo>
                  <a:cubicBezTo>
                    <a:pt x="16931" y="44753"/>
                    <a:pt x="17169" y="44312"/>
                    <a:pt x="17407" y="43848"/>
                  </a:cubicBezTo>
                  <a:cubicBezTo>
                    <a:pt x="18193" y="42348"/>
                    <a:pt x="19336" y="41157"/>
                    <a:pt x="20753" y="40252"/>
                  </a:cubicBezTo>
                  <a:cubicBezTo>
                    <a:pt x="22432" y="39181"/>
                    <a:pt x="24146" y="38180"/>
                    <a:pt x="25849" y="37157"/>
                  </a:cubicBezTo>
                  <a:cubicBezTo>
                    <a:pt x="26123" y="36978"/>
                    <a:pt x="26444" y="36859"/>
                    <a:pt x="26754" y="36716"/>
                  </a:cubicBezTo>
                  <a:cubicBezTo>
                    <a:pt x="26880" y="36663"/>
                    <a:pt x="27010" y="36639"/>
                    <a:pt x="27142" y="36639"/>
                  </a:cubicBezTo>
                  <a:close/>
                  <a:moveTo>
                    <a:pt x="23849" y="45360"/>
                  </a:moveTo>
                  <a:cubicBezTo>
                    <a:pt x="25027" y="45360"/>
                    <a:pt x="26206" y="45384"/>
                    <a:pt x="27385" y="45396"/>
                  </a:cubicBezTo>
                  <a:cubicBezTo>
                    <a:pt x="27635" y="45396"/>
                    <a:pt x="27873" y="45431"/>
                    <a:pt x="28111" y="45467"/>
                  </a:cubicBezTo>
                  <a:cubicBezTo>
                    <a:pt x="28492" y="45550"/>
                    <a:pt x="28611" y="45884"/>
                    <a:pt x="28397" y="46217"/>
                  </a:cubicBezTo>
                  <a:lnTo>
                    <a:pt x="28349" y="46253"/>
                  </a:lnTo>
                  <a:cubicBezTo>
                    <a:pt x="27361" y="47408"/>
                    <a:pt x="26170" y="48206"/>
                    <a:pt x="24670" y="48491"/>
                  </a:cubicBezTo>
                  <a:cubicBezTo>
                    <a:pt x="23603" y="48681"/>
                    <a:pt x="22542" y="48808"/>
                    <a:pt x="21467" y="48808"/>
                  </a:cubicBezTo>
                  <a:cubicBezTo>
                    <a:pt x="20994" y="48808"/>
                    <a:pt x="20519" y="48784"/>
                    <a:pt x="20039" y="48729"/>
                  </a:cubicBezTo>
                  <a:cubicBezTo>
                    <a:pt x="19282" y="48638"/>
                    <a:pt x="18498" y="48582"/>
                    <a:pt x="17717" y="48582"/>
                  </a:cubicBezTo>
                  <a:cubicBezTo>
                    <a:pt x="17478" y="48582"/>
                    <a:pt x="17240" y="48587"/>
                    <a:pt x="17003" y="48598"/>
                  </a:cubicBezTo>
                  <a:cubicBezTo>
                    <a:pt x="16979" y="48598"/>
                    <a:pt x="16943" y="48575"/>
                    <a:pt x="16907" y="48575"/>
                  </a:cubicBezTo>
                  <a:cubicBezTo>
                    <a:pt x="16921" y="48554"/>
                    <a:pt x="16927" y="48541"/>
                    <a:pt x="16929" y="48541"/>
                  </a:cubicBezTo>
                  <a:cubicBezTo>
                    <a:pt x="16931" y="48541"/>
                    <a:pt x="16931" y="48548"/>
                    <a:pt x="16931" y="48563"/>
                  </a:cubicBezTo>
                  <a:cubicBezTo>
                    <a:pt x="17693" y="48086"/>
                    <a:pt x="18360" y="47479"/>
                    <a:pt x="19074" y="46943"/>
                  </a:cubicBezTo>
                  <a:cubicBezTo>
                    <a:pt x="19408" y="46693"/>
                    <a:pt x="19729" y="46467"/>
                    <a:pt x="20074" y="46241"/>
                  </a:cubicBezTo>
                  <a:cubicBezTo>
                    <a:pt x="20551" y="45920"/>
                    <a:pt x="21086" y="45705"/>
                    <a:pt x="21646" y="45598"/>
                  </a:cubicBezTo>
                  <a:cubicBezTo>
                    <a:pt x="22372" y="45455"/>
                    <a:pt x="23111" y="45360"/>
                    <a:pt x="23849" y="45360"/>
                  </a:cubicBezTo>
                  <a:close/>
                  <a:moveTo>
                    <a:pt x="7136" y="36210"/>
                  </a:moveTo>
                  <a:cubicBezTo>
                    <a:pt x="7207" y="36210"/>
                    <a:pt x="7282" y="36227"/>
                    <a:pt x="7359" y="36264"/>
                  </a:cubicBezTo>
                  <a:cubicBezTo>
                    <a:pt x="7478" y="36323"/>
                    <a:pt x="7620" y="36406"/>
                    <a:pt x="7704" y="36502"/>
                  </a:cubicBezTo>
                  <a:cubicBezTo>
                    <a:pt x="7871" y="36656"/>
                    <a:pt x="8037" y="36823"/>
                    <a:pt x="8156" y="37014"/>
                  </a:cubicBezTo>
                  <a:cubicBezTo>
                    <a:pt x="9121" y="38538"/>
                    <a:pt x="10026" y="40085"/>
                    <a:pt x="10573" y="41812"/>
                  </a:cubicBezTo>
                  <a:cubicBezTo>
                    <a:pt x="10966" y="43026"/>
                    <a:pt x="11157" y="44300"/>
                    <a:pt x="11288" y="45562"/>
                  </a:cubicBezTo>
                  <a:cubicBezTo>
                    <a:pt x="11371" y="46324"/>
                    <a:pt x="11454" y="47074"/>
                    <a:pt x="11704" y="47813"/>
                  </a:cubicBezTo>
                  <a:cubicBezTo>
                    <a:pt x="11823" y="48146"/>
                    <a:pt x="11978" y="48491"/>
                    <a:pt x="12109" y="48837"/>
                  </a:cubicBezTo>
                  <a:cubicBezTo>
                    <a:pt x="12145" y="48908"/>
                    <a:pt x="12204" y="48968"/>
                    <a:pt x="12240" y="49039"/>
                  </a:cubicBezTo>
                  <a:cubicBezTo>
                    <a:pt x="12228" y="49039"/>
                    <a:pt x="12204" y="49063"/>
                    <a:pt x="12181" y="49075"/>
                  </a:cubicBezTo>
                  <a:cubicBezTo>
                    <a:pt x="12164" y="49066"/>
                    <a:pt x="12142" y="49053"/>
                    <a:pt x="12118" y="49053"/>
                  </a:cubicBezTo>
                  <a:cubicBezTo>
                    <a:pt x="12107" y="49053"/>
                    <a:pt x="12096" y="49055"/>
                    <a:pt x="12085" y="49063"/>
                  </a:cubicBezTo>
                  <a:cubicBezTo>
                    <a:pt x="11157" y="48253"/>
                    <a:pt x="10240" y="47420"/>
                    <a:pt x="9383" y="46527"/>
                  </a:cubicBezTo>
                  <a:cubicBezTo>
                    <a:pt x="8775" y="45884"/>
                    <a:pt x="8252" y="45193"/>
                    <a:pt x="7823" y="44407"/>
                  </a:cubicBezTo>
                  <a:cubicBezTo>
                    <a:pt x="7382" y="43645"/>
                    <a:pt x="7109" y="42800"/>
                    <a:pt x="6978" y="41931"/>
                  </a:cubicBezTo>
                  <a:cubicBezTo>
                    <a:pt x="6751" y="40455"/>
                    <a:pt x="6608" y="38966"/>
                    <a:pt x="6561" y="37478"/>
                  </a:cubicBezTo>
                  <a:cubicBezTo>
                    <a:pt x="6561" y="37264"/>
                    <a:pt x="6573" y="37049"/>
                    <a:pt x="6608" y="36835"/>
                  </a:cubicBezTo>
                  <a:cubicBezTo>
                    <a:pt x="6632" y="36704"/>
                    <a:pt x="6680" y="36585"/>
                    <a:pt x="6739" y="36466"/>
                  </a:cubicBezTo>
                  <a:cubicBezTo>
                    <a:pt x="6830" y="36301"/>
                    <a:pt x="6973" y="36210"/>
                    <a:pt x="7136" y="36210"/>
                  </a:cubicBezTo>
                  <a:close/>
                  <a:moveTo>
                    <a:pt x="12776" y="56397"/>
                  </a:moveTo>
                  <a:cubicBezTo>
                    <a:pt x="12800" y="56457"/>
                    <a:pt x="12800" y="56516"/>
                    <a:pt x="12776" y="56599"/>
                  </a:cubicBezTo>
                  <a:cubicBezTo>
                    <a:pt x="12693" y="58183"/>
                    <a:pt x="12752" y="59743"/>
                    <a:pt x="12812" y="61314"/>
                  </a:cubicBezTo>
                  <a:cubicBezTo>
                    <a:pt x="12824" y="61600"/>
                    <a:pt x="12812" y="61886"/>
                    <a:pt x="12800" y="62172"/>
                  </a:cubicBezTo>
                  <a:cubicBezTo>
                    <a:pt x="12800" y="62267"/>
                    <a:pt x="12776" y="62374"/>
                    <a:pt x="12681" y="62469"/>
                  </a:cubicBezTo>
                  <a:cubicBezTo>
                    <a:pt x="12585" y="62410"/>
                    <a:pt x="12609" y="62326"/>
                    <a:pt x="12609" y="62255"/>
                  </a:cubicBezTo>
                  <a:cubicBezTo>
                    <a:pt x="12609" y="61636"/>
                    <a:pt x="12609" y="61029"/>
                    <a:pt x="12633" y="60397"/>
                  </a:cubicBezTo>
                  <a:cubicBezTo>
                    <a:pt x="12645" y="59278"/>
                    <a:pt x="12681" y="58147"/>
                    <a:pt x="12693" y="57028"/>
                  </a:cubicBezTo>
                  <a:cubicBezTo>
                    <a:pt x="12693" y="56849"/>
                    <a:pt x="12704" y="56695"/>
                    <a:pt x="12716" y="56516"/>
                  </a:cubicBezTo>
                  <a:cubicBezTo>
                    <a:pt x="12716" y="56468"/>
                    <a:pt x="12740" y="56433"/>
                    <a:pt x="12752" y="56397"/>
                  </a:cubicBezTo>
                  <a:close/>
                  <a:moveTo>
                    <a:pt x="32028" y="0"/>
                  </a:moveTo>
                  <a:cubicBezTo>
                    <a:pt x="31939" y="0"/>
                    <a:pt x="31844" y="19"/>
                    <a:pt x="31743" y="57"/>
                  </a:cubicBezTo>
                  <a:cubicBezTo>
                    <a:pt x="31612" y="104"/>
                    <a:pt x="31457" y="176"/>
                    <a:pt x="31338" y="271"/>
                  </a:cubicBezTo>
                  <a:cubicBezTo>
                    <a:pt x="31028" y="509"/>
                    <a:pt x="30695" y="747"/>
                    <a:pt x="30421" y="1009"/>
                  </a:cubicBezTo>
                  <a:cubicBezTo>
                    <a:pt x="29730" y="1664"/>
                    <a:pt x="29195" y="2426"/>
                    <a:pt x="28766" y="3260"/>
                  </a:cubicBezTo>
                  <a:cubicBezTo>
                    <a:pt x="28421" y="3926"/>
                    <a:pt x="28135" y="4629"/>
                    <a:pt x="27956" y="5355"/>
                  </a:cubicBezTo>
                  <a:cubicBezTo>
                    <a:pt x="27742" y="6212"/>
                    <a:pt x="27659" y="7070"/>
                    <a:pt x="27587" y="7939"/>
                  </a:cubicBezTo>
                  <a:cubicBezTo>
                    <a:pt x="27516" y="8844"/>
                    <a:pt x="27456" y="9737"/>
                    <a:pt x="27385" y="10641"/>
                  </a:cubicBezTo>
                  <a:cubicBezTo>
                    <a:pt x="27337" y="11118"/>
                    <a:pt x="27182" y="11570"/>
                    <a:pt x="26921" y="11963"/>
                  </a:cubicBezTo>
                  <a:cubicBezTo>
                    <a:pt x="26313" y="12892"/>
                    <a:pt x="25718" y="13808"/>
                    <a:pt x="25087" y="14725"/>
                  </a:cubicBezTo>
                  <a:cubicBezTo>
                    <a:pt x="23646" y="16773"/>
                    <a:pt x="22360" y="18928"/>
                    <a:pt x="21110" y="21119"/>
                  </a:cubicBezTo>
                  <a:cubicBezTo>
                    <a:pt x="21027" y="21286"/>
                    <a:pt x="20920" y="21428"/>
                    <a:pt x="20836" y="21595"/>
                  </a:cubicBezTo>
                  <a:cubicBezTo>
                    <a:pt x="20848" y="21226"/>
                    <a:pt x="20920" y="20881"/>
                    <a:pt x="20932" y="20524"/>
                  </a:cubicBezTo>
                  <a:cubicBezTo>
                    <a:pt x="20979" y="19809"/>
                    <a:pt x="20991" y="19107"/>
                    <a:pt x="21015" y="18416"/>
                  </a:cubicBezTo>
                  <a:cubicBezTo>
                    <a:pt x="21015" y="17821"/>
                    <a:pt x="21110" y="17249"/>
                    <a:pt x="21336" y="16714"/>
                  </a:cubicBezTo>
                  <a:cubicBezTo>
                    <a:pt x="21646" y="15952"/>
                    <a:pt x="21908" y="15178"/>
                    <a:pt x="22098" y="14392"/>
                  </a:cubicBezTo>
                  <a:cubicBezTo>
                    <a:pt x="22349" y="13427"/>
                    <a:pt x="22503" y="12463"/>
                    <a:pt x="22444" y="11463"/>
                  </a:cubicBezTo>
                  <a:cubicBezTo>
                    <a:pt x="22337" y="9665"/>
                    <a:pt x="22027" y="7891"/>
                    <a:pt x="21289" y="6224"/>
                  </a:cubicBezTo>
                  <a:cubicBezTo>
                    <a:pt x="21194" y="5998"/>
                    <a:pt x="21098" y="5772"/>
                    <a:pt x="21015" y="5557"/>
                  </a:cubicBezTo>
                  <a:cubicBezTo>
                    <a:pt x="20634" y="4688"/>
                    <a:pt x="20277" y="3831"/>
                    <a:pt x="19896" y="2962"/>
                  </a:cubicBezTo>
                  <a:cubicBezTo>
                    <a:pt x="19586" y="2259"/>
                    <a:pt x="19170" y="1628"/>
                    <a:pt x="18693" y="1033"/>
                  </a:cubicBezTo>
                  <a:cubicBezTo>
                    <a:pt x="18510" y="801"/>
                    <a:pt x="18310" y="688"/>
                    <a:pt x="18107" y="688"/>
                  </a:cubicBezTo>
                  <a:cubicBezTo>
                    <a:pt x="17914" y="688"/>
                    <a:pt x="17717" y="789"/>
                    <a:pt x="17526" y="985"/>
                  </a:cubicBezTo>
                  <a:cubicBezTo>
                    <a:pt x="17503" y="1033"/>
                    <a:pt x="17455" y="1069"/>
                    <a:pt x="17419" y="1116"/>
                  </a:cubicBezTo>
                  <a:cubicBezTo>
                    <a:pt x="17324" y="1295"/>
                    <a:pt x="17181" y="1462"/>
                    <a:pt x="17110" y="1652"/>
                  </a:cubicBezTo>
                  <a:cubicBezTo>
                    <a:pt x="16812" y="2355"/>
                    <a:pt x="16669" y="3081"/>
                    <a:pt x="16610" y="3843"/>
                  </a:cubicBezTo>
                  <a:cubicBezTo>
                    <a:pt x="16467" y="5617"/>
                    <a:pt x="16634" y="7355"/>
                    <a:pt x="16991" y="9082"/>
                  </a:cubicBezTo>
                  <a:cubicBezTo>
                    <a:pt x="17348" y="10772"/>
                    <a:pt x="17955" y="12368"/>
                    <a:pt x="18872" y="13856"/>
                  </a:cubicBezTo>
                  <a:cubicBezTo>
                    <a:pt x="19420" y="14761"/>
                    <a:pt x="19979" y="15678"/>
                    <a:pt x="20384" y="16666"/>
                  </a:cubicBezTo>
                  <a:cubicBezTo>
                    <a:pt x="20610" y="17237"/>
                    <a:pt x="20848" y="17785"/>
                    <a:pt x="20848" y="18392"/>
                  </a:cubicBezTo>
                  <a:cubicBezTo>
                    <a:pt x="20848" y="19488"/>
                    <a:pt x="20813" y="20559"/>
                    <a:pt x="20634" y="21631"/>
                  </a:cubicBezTo>
                  <a:cubicBezTo>
                    <a:pt x="20598" y="21881"/>
                    <a:pt x="20551" y="22131"/>
                    <a:pt x="20420" y="22357"/>
                  </a:cubicBezTo>
                  <a:cubicBezTo>
                    <a:pt x="20265" y="22595"/>
                    <a:pt x="20134" y="22845"/>
                    <a:pt x="20003" y="23095"/>
                  </a:cubicBezTo>
                  <a:cubicBezTo>
                    <a:pt x="19443" y="24107"/>
                    <a:pt x="18955" y="25143"/>
                    <a:pt x="18491" y="26179"/>
                  </a:cubicBezTo>
                  <a:cubicBezTo>
                    <a:pt x="17955" y="27405"/>
                    <a:pt x="17479" y="28655"/>
                    <a:pt x="17086" y="29929"/>
                  </a:cubicBezTo>
                  <a:cubicBezTo>
                    <a:pt x="17050" y="29977"/>
                    <a:pt x="17038" y="30037"/>
                    <a:pt x="16991" y="30120"/>
                  </a:cubicBezTo>
                  <a:cubicBezTo>
                    <a:pt x="16884" y="29668"/>
                    <a:pt x="16788" y="29275"/>
                    <a:pt x="16693" y="28870"/>
                  </a:cubicBezTo>
                  <a:cubicBezTo>
                    <a:pt x="16669" y="28751"/>
                    <a:pt x="16669" y="28632"/>
                    <a:pt x="16669" y="28513"/>
                  </a:cubicBezTo>
                  <a:cubicBezTo>
                    <a:pt x="16645" y="28334"/>
                    <a:pt x="16669" y="28179"/>
                    <a:pt x="16645" y="28013"/>
                  </a:cubicBezTo>
                  <a:cubicBezTo>
                    <a:pt x="16622" y="27358"/>
                    <a:pt x="16586" y="26691"/>
                    <a:pt x="16562" y="26036"/>
                  </a:cubicBezTo>
                  <a:cubicBezTo>
                    <a:pt x="16455" y="23691"/>
                    <a:pt x="16074" y="21393"/>
                    <a:pt x="15431" y="19142"/>
                  </a:cubicBezTo>
                  <a:cubicBezTo>
                    <a:pt x="14955" y="17464"/>
                    <a:pt x="14193" y="15892"/>
                    <a:pt x="13133" y="14499"/>
                  </a:cubicBezTo>
                  <a:cubicBezTo>
                    <a:pt x="12895" y="14166"/>
                    <a:pt x="12621" y="13856"/>
                    <a:pt x="12288" y="13594"/>
                  </a:cubicBezTo>
                  <a:cubicBezTo>
                    <a:pt x="12002" y="13368"/>
                    <a:pt x="11704" y="13177"/>
                    <a:pt x="11347" y="13094"/>
                  </a:cubicBezTo>
                  <a:cubicBezTo>
                    <a:pt x="11248" y="13077"/>
                    <a:pt x="11150" y="13068"/>
                    <a:pt x="11054" y="13068"/>
                  </a:cubicBezTo>
                  <a:cubicBezTo>
                    <a:pt x="10623" y="13068"/>
                    <a:pt x="10229" y="13236"/>
                    <a:pt x="9859" y="13499"/>
                  </a:cubicBezTo>
                  <a:cubicBezTo>
                    <a:pt x="9776" y="13570"/>
                    <a:pt x="9716" y="13677"/>
                    <a:pt x="9656" y="13785"/>
                  </a:cubicBezTo>
                  <a:cubicBezTo>
                    <a:pt x="9525" y="14023"/>
                    <a:pt x="9490" y="14285"/>
                    <a:pt x="9502" y="14559"/>
                  </a:cubicBezTo>
                  <a:cubicBezTo>
                    <a:pt x="9537" y="14928"/>
                    <a:pt x="9561" y="15297"/>
                    <a:pt x="9609" y="15678"/>
                  </a:cubicBezTo>
                  <a:cubicBezTo>
                    <a:pt x="9823" y="17309"/>
                    <a:pt x="10264" y="18904"/>
                    <a:pt x="10752" y="20476"/>
                  </a:cubicBezTo>
                  <a:cubicBezTo>
                    <a:pt x="10978" y="21190"/>
                    <a:pt x="11228" y="21905"/>
                    <a:pt x="11609" y="22560"/>
                  </a:cubicBezTo>
                  <a:cubicBezTo>
                    <a:pt x="12335" y="23857"/>
                    <a:pt x="13216" y="25036"/>
                    <a:pt x="14240" y="26108"/>
                  </a:cubicBezTo>
                  <a:cubicBezTo>
                    <a:pt x="14669" y="26548"/>
                    <a:pt x="15121" y="26965"/>
                    <a:pt x="15514" y="27429"/>
                  </a:cubicBezTo>
                  <a:cubicBezTo>
                    <a:pt x="16145" y="28132"/>
                    <a:pt x="16622" y="28929"/>
                    <a:pt x="16812" y="29870"/>
                  </a:cubicBezTo>
                  <a:cubicBezTo>
                    <a:pt x="16884" y="30263"/>
                    <a:pt x="16872" y="30632"/>
                    <a:pt x="16753" y="31001"/>
                  </a:cubicBezTo>
                  <a:cubicBezTo>
                    <a:pt x="16526" y="31715"/>
                    <a:pt x="16324" y="32442"/>
                    <a:pt x="16098" y="33156"/>
                  </a:cubicBezTo>
                  <a:cubicBezTo>
                    <a:pt x="16050" y="33323"/>
                    <a:pt x="15991" y="33489"/>
                    <a:pt x="15955" y="33656"/>
                  </a:cubicBezTo>
                  <a:cubicBezTo>
                    <a:pt x="15919" y="33632"/>
                    <a:pt x="15895" y="33632"/>
                    <a:pt x="15895" y="33620"/>
                  </a:cubicBezTo>
                  <a:cubicBezTo>
                    <a:pt x="15848" y="33549"/>
                    <a:pt x="15812" y="33489"/>
                    <a:pt x="15788" y="33418"/>
                  </a:cubicBezTo>
                  <a:cubicBezTo>
                    <a:pt x="15371" y="32465"/>
                    <a:pt x="14776" y="31656"/>
                    <a:pt x="13955" y="31037"/>
                  </a:cubicBezTo>
                  <a:cubicBezTo>
                    <a:pt x="12978" y="30287"/>
                    <a:pt x="11871" y="29763"/>
                    <a:pt x="10716" y="29382"/>
                  </a:cubicBezTo>
                  <a:cubicBezTo>
                    <a:pt x="9430" y="28965"/>
                    <a:pt x="8132" y="28727"/>
                    <a:pt x="6799" y="28655"/>
                  </a:cubicBezTo>
                  <a:cubicBezTo>
                    <a:pt x="6479" y="28637"/>
                    <a:pt x="6161" y="28627"/>
                    <a:pt x="5844" y="28627"/>
                  </a:cubicBezTo>
                  <a:cubicBezTo>
                    <a:pt x="4730" y="28627"/>
                    <a:pt x="3630" y="28747"/>
                    <a:pt x="2537" y="29025"/>
                  </a:cubicBezTo>
                  <a:cubicBezTo>
                    <a:pt x="1810" y="29203"/>
                    <a:pt x="1143" y="29501"/>
                    <a:pt x="489" y="29846"/>
                  </a:cubicBezTo>
                  <a:cubicBezTo>
                    <a:pt x="370" y="29918"/>
                    <a:pt x="239" y="30001"/>
                    <a:pt x="155" y="30120"/>
                  </a:cubicBezTo>
                  <a:cubicBezTo>
                    <a:pt x="0" y="30346"/>
                    <a:pt x="96" y="30560"/>
                    <a:pt x="358" y="30620"/>
                  </a:cubicBezTo>
                  <a:cubicBezTo>
                    <a:pt x="477" y="30644"/>
                    <a:pt x="608" y="30680"/>
                    <a:pt x="739" y="30680"/>
                  </a:cubicBezTo>
                  <a:cubicBezTo>
                    <a:pt x="1048" y="30680"/>
                    <a:pt x="1370" y="30680"/>
                    <a:pt x="1679" y="30656"/>
                  </a:cubicBezTo>
                  <a:cubicBezTo>
                    <a:pt x="2501" y="30596"/>
                    <a:pt x="3310" y="30513"/>
                    <a:pt x="4132" y="30477"/>
                  </a:cubicBezTo>
                  <a:cubicBezTo>
                    <a:pt x="4590" y="30459"/>
                    <a:pt x="5048" y="30449"/>
                    <a:pt x="5504" y="30449"/>
                  </a:cubicBezTo>
                  <a:cubicBezTo>
                    <a:pt x="7451" y="30449"/>
                    <a:pt x="9375" y="30630"/>
                    <a:pt x="11276" y="31132"/>
                  </a:cubicBezTo>
                  <a:cubicBezTo>
                    <a:pt x="12121" y="31370"/>
                    <a:pt x="12954" y="31608"/>
                    <a:pt x="13752" y="31989"/>
                  </a:cubicBezTo>
                  <a:cubicBezTo>
                    <a:pt x="14288" y="32239"/>
                    <a:pt x="14776" y="32549"/>
                    <a:pt x="15205" y="32954"/>
                  </a:cubicBezTo>
                  <a:cubicBezTo>
                    <a:pt x="15502" y="33204"/>
                    <a:pt x="15633" y="33537"/>
                    <a:pt x="15741" y="33894"/>
                  </a:cubicBezTo>
                  <a:cubicBezTo>
                    <a:pt x="15800" y="34097"/>
                    <a:pt x="15752" y="34251"/>
                    <a:pt x="15598" y="34406"/>
                  </a:cubicBezTo>
                  <a:cubicBezTo>
                    <a:pt x="14907" y="35097"/>
                    <a:pt x="14324" y="35835"/>
                    <a:pt x="13895" y="36716"/>
                  </a:cubicBezTo>
                  <a:cubicBezTo>
                    <a:pt x="13586" y="37359"/>
                    <a:pt x="13312" y="38014"/>
                    <a:pt x="13157" y="38716"/>
                  </a:cubicBezTo>
                  <a:cubicBezTo>
                    <a:pt x="12835" y="40026"/>
                    <a:pt x="12812" y="41336"/>
                    <a:pt x="13038" y="42657"/>
                  </a:cubicBezTo>
                  <a:cubicBezTo>
                    <a:pt x="13157" y="43383"/>
                    <a:pt x="13300" y="44086"/>
                    <a:pt x="13490" y="44788"/>
                  </a:cubicBezTo>
                  <a:cubicBezTo>
                    <a:pt x="13550" y="44979"/>
                    <a:pt x="13597" y="45181"/>
                    <a:pt x="13586" y="45396"/>
                  </a:cubicBezTo>
                  <a:cubicBezTo>
                    <a:pt x="13478" y="47063"/>
                    <a:pt x="13359" y="48741"/>
                    <a:pt x="13240" y="50408"/>
                  </a:cubicBezTo>
                  <a:cubicBezTo>
                    <a:pt x="13228" y="50468"/>
                    <a:pt x="13228" y="50539"/>
                    <a:pt x="13216" y="50646"/>
                  </a:cubicBezTo>
                  <a:cubicBezTo>
                    <a:pt x="13181" y="50575"/>
                    <a:pt x="13157" y="50527"/>
                    <a:pt x="13133" y="50503"/>
                  </a:cubicBezTo>
                  <a:cubicBezTo>
                    <a:pt x="13014" y="50158"/>
                    <a:pt x="12835" y="49849"/>
                    <a:pt x="12633" y="49563"/>
                  </a:cubicBezTo>
                  <a:cubicBezTo>
                    <a:pt x="12573" y="49468"/>
                    <a:pt x="12514" y="49349"/>
                    <a:pt x="12466" y="49253"/>
                  </a:cubicBezTo>
                  <a:cubicBezTo>
                    <a:pt x="12383" y="49051"/>
                    <a:pt x="12300" y="48872"/>
                    <a:pt x="12228" y="48682"/>
                  </a:cubicBezTo>
                  <a:cubicBezTo>
                    <a:pt x="11883" y="47860"/>
                    <a:pt x="11645" y="47051"/>
                    <a:pt x="11550" y="46170"/>
                  </a:cubicBezTo>
                  <a:cubicBezTo>
                    <a:pt x="11442" y="45336"/>
                    <a:pt x="11347" y="44503"/>
                    <a:pt x="11216" y="43681"/>
                  </a:cubicBezTo>
                  <a:cubicBezTo>
                    <a:pt x="10990" y="42324"/>
                    <a:pt x="10609" y="41038"/>
                    <a:pt x="9978" y="39812"/>
                  </a:cubicBezTo>
                  <a:cubicBezTo>
                    <a:pt x="9561" y="38978"/>
                    <a:pt x="9085" y="38157"/>
                    <a:pt x="8633" y="37359"/>
                  </a:cubicBezTo>
                  <a:cubicBezTo>
                    <a:pt x="8454" y="37049"/>
                    <a:pt x="8216" y="36728"/>
                    <a:pt x="7978" y="36454"/>
                  </a:cubicBezTo>
                  <a:cubicBezTo>
                    <a:pt x="7859" y="36299"/>
                    <a:pt x="7680" y="36168"/>
                    <a:pt x="7501" y="36061"/>
                  </a:cubicBezTo>
                  <a:cubicBezTo>
                    <a:pt x="7386" y="35998"/>
                    <a:pt x="7270" y="35967"/>
                    <a:pt x="7159" y="35967"/>
                  </a:cubicBezTo>
                  <a:cubicBezTo>
                    <a:pt x="6937" y="35967"/>
                    <a:pt x="6735" y="36089"/>
                    <a:pt x="6608" y="36311"/>
                  </a:cubicBezTo>
                  <a:cubicBezTo>
                    <a:pt x="6549" y="36406"/>
                    <a:pt x="6501" y="36490"/>
                    <a:pt x="6489" y="36585"/>
                  </a:cubicBezTo>
                  <a:cubicBezTo>
                    <a:pt x="6442" y="36871"/>
                    <a:pt x="6394" y="37145"/>
                    <a:pt x="6394" y="37418"/>
                  </a:cubicBezTo>
                  <a:cubicBezTo>
                    <a:pt x="6442" y="38978"/>
                    <a:pt x="6585" y="40538"/>
                    <a:pt x="6858" y="42086"/>
                  </a:cubicBezTo>
                  <a:cubicBezTo>
                    <a:pt x="7037" y="43122"/>
                    <a:pt x="7418" y="44050"/>
                    <a:pt x="7978" y="44919"/>
                  </a:cubicBezTo>
                  <a:cubicBezTo>
                    <a:pt x="8418" y="45622"/>
                    <a:pt x="8942" y="46241"/>
                    <a:pt x="9525" y="46836"/>
                  </a:cubicBezTo>
                  <a:cubicBezTo>
                    <a:pt x="10276" y="47622"/>
                    <a:pt x="11097" y="48372"/>
                    <a:pt x="11931" y="49087"/>
                  </a:cubicBezTo>
                  <a:cubicBezTo>
                    <a:pt x="12514" y="49587"/>
                    <a:pt x="12895" y="50206"/>
                    <a:pt x="13133" y="50920"/>
                  </a:cubicBezTo>
                  <a:cubicBezTo>
                    <a:pt x="13181" y="51039"/>
                    <a:pt x="13216" y="51182"/>
                    <a:pt x="13193" y="51301"/>
                  </a:cubicBezTo>
                  <a:cubicBezTo>
                    <a:pt x="13121" y="52135"/>
                    <a:pt x="13038" y="52956"/>
                    <a:pt x="12919" y="53778"/>
                  </a:cubicBezTo>
                  <a:cubicBezTo>
                    <a:pt x="12764" y="54802"/>
                    <a:pt x="12585" y="55814"/>
                    <a:pt x="12526" y="56838"/>
                  </a:cubicBezTo>
                  <a:cubicBezTo>
                    <a:pt x="12419" y="58683"/>
                    <a:pt x="12478" y="60528"/>
                    <a:pt x="12454" y="62374"/>
                  </a:cubicBezTo>
                  <a:cubicBezTo>
                    <a:pt x="12454" y="62445"/>
                    <a:pt x="12478" y="62505"/>
                    <a:pt x="12478" y="62564"/>
                  </a:cubicBezTo>
                  <a:cubicBezTo>
                    <a:pt x="12561" y="62597"/>
                    <a:pt x="12629" y="62615"/>
                    <a:pt x="12686" y="62615"/>
                  </a:cubicBezTo>
                  <a:cubicBezTo>
                    <a:pt x="12792" y="62615"/>
                    <a:pt x="12856" y="62554"/>
                    <a:pt x="12895" y="62422"/>
                  </a:cubicBezTo>
                  <a:cubicBezTo>
                    <a:pt x="12954" y="62207"/>
                    <a:pt x="12990" y="61993"/>
                    <a:pt x="12990" y="61767"/>
                  </a:cubicBezTo>
                  <a:cubicBezTo>
                    <a:pt x="12978" y="61076"/>
                    <a:pt x="12931" y="60386"/>
                    <a:pt x="12931" y="59695"/>
                  </a:cubicBezTo>
                  <a:cubicBezTo>
                    <a:pt x="12931" y="58600"/>
                    <a:pt x="12931" y="57480"/>
                    <a:pt x="12954" y="56373"/>
                  </a:cubicBezTo>
                  <a:cubicBezTo>
                    <a:pt x="12990" y="55635"/>
                    <a:pt x="13002" y="54885"/>
                    <a:pt x="13074" y="54147"/>
                  </a:cubicBezTo>
                  <a:cubicBezTo>
                    <a:pt x="13157" y="53242"/>
                    <a:pt x="13288" y="52349"/>
                    <a:pt x="13407" y="51432"/>
                  </a:cubicBezTo>
                  <a:cubicBezTo>
                    <a:pt x="13419" y="51373"/>
                    <a:pt x="13419" y="51313"/>
                    <a:pt x="13455" y="51254"/>
                  </a:cubicBezTo>
                  <a:cubicBezTo>
                    <a:pt x="13645" y="50837"/>
                    <a:pt x="13847" y="50408"/>
                    <a:pt x="14050" y="49991"/>
                  </a:cubicBezTo>
                  <a:cubicBezTo>
                    <a:pt x="14240" y="49610"/>
                    <a:pt x="14538" y="49349"/>
                    <a:pt x="14919" y="49194"/>
                  </a:cubicBezTo>
                  <a:cubicBezTo>
                    <a:pt x="15133" y="49098"/>
                    <a:pt x="15336" y="49027"/>
                    <a:pt x="15550" y="48968"/>
                  </a:cubicBezTo>
                  <a:cubicBezTo>
                    <a:pt x="16026" y="48837"/>
                    <a:pt x="16514" y="48777"/>
                    <a:pt x="17003" y="48741"/>
                  </a:cubicBezTo>
                  <a:cubicBezTo>
                    <a:pt x="17245" y="48730"/>
                    <a:pt x="17488" y="48725"/>
                    <a:pt x="17729" y="48725"/>
                  </a:cubicBezTo>
                  <a:cubicBezTo>
                    <a:pt x="18519" y="48725"/>
                    <a:pt x="19302" y="48781"/>
                    <a:pt x="20086" y="48872"/>
                  </a:cubicBezTo>
                  <a:cubicBezTo>
                    <a:pt x="20567" y="48926"/>
                    <a:pt x="21048" y="48950"/>
                    <a:pt x="21526" y="48950"/>
                  </a:cubicBezTo>
                  <a:cubicBezTo>
                    <a:pt x="22647" y="48950"/>
                    <a:pt x="23760" y="48815"/>
                    <a:pt x="24861" y="48598"/>
                  </a:cubicBezTo>
                  <a:cubicBezTo>
                    <a:pt x="26373" y="48301"/>
                    <a:pt x="27540" y="47444"/>
                    <a:pt x="28516" y="46301"/>
                  </a:cubicBezTo>
                  <a:cubicBezTo>
                    <a:pt x="28837" y="45920"/>
                    <a:pt x="28718" y="45467"/>
                    <a:pt x="28230" y="45324"/>
                  </a:cubicBezTo>
                  <a:cubicBezTo>
                    <a:pt x="27992" y="45229"/>
                    <a:pt x="27718" y="45205"/>
                    <a:pt x="27468" y="45205"/>
                  </a:cubicBezTo>
                  <a:lnTo>
                    <a:pt x="24206" y="45158"/>
                  </a:lnTo>
                  <a:cubicBezTo>
                    <a:pt x="24151" y="45157"/>
                    <a:pt x="24097" y="45156"/>
                    <a:pt x="24043" y="45156"/>
                  </a:cubicBezTo>
                  <a:cubicBezTo>
                    <a:pt x="23349" y="45156"/>
                    <a:pt x="22664" y="45226"/>
                    <a:pt x="21979" y="45336"/>
                  </a:cubicBezTo>
                  <a:cubicBezTo>
                    <a:pt x="21206" y="45467"/>
                    <a:pt x="20479" y="45717"/>
                    <a:pt x="19824" y="46181"/>
                  </a:cubicBezTo>
                  <a:cubicBezTo>
                    <a:pt x="19539" y="46384"/>
                    <a:pt x="19253" y="46586"/>
                    <a:pt x="18967" y="46789"/>
                  </a:cubicBezTo>
                  <a:cubicBezTo>
                    <a:pt x="18515" y="47158"/>
                    <a:pt x="18062" y="47527"/>
                    <a:pt x="17598" y="47872"/>
                  </a:cubicBezTo>
                  <a:cubicBezTo>
                    <a:pt x="17288" y="48086"/>
                    <a:pt x="16967" y="48301"/>
                    <a:pt x="16645" y="48503"/>
                  </a:cubicBezTo>
                  <a:cubicBezTo>
                    <a:pt x="16514" y="48598"/>
                    <a:pt x="16372" y="48622"/>
                    <a:pt x="16217" y="48658"/>
                  </a:cubicBezTo>
                  <a:cubicBezTo>
                    <a:pt x="15681" y="48741"/>
                    <a:pt x="15145" y="48872"/>
                    <a:pt x="14669" y="49146"/>
                  </a:cubicBezTo>
                  <a:cubicBezTo>
                    <a:pt x="14625" y="49168"/>
                    <a:pt x="14571" y="49210"/>
                    <a:pt x="14535" y="49244"/>
                  </a:cubicBezTo>
                  <a:lnTo>
                    <a:pt x="14535" y="49244"/>
                  </a:lnTo>
                  <a:cubicBezTo>
                    <a:pt x="14551" y="49204"/>
                    <a:pt x="14555" y="49165"/>
                    <a:pt x="14586" y="49134"/>
                  </a:cubicBezTo>
                  <a:cubicBezTo>
                    <a:pt x="15002" y="48432"/>
                    <a:pt x="15455" y="47789"/>
                    <a:pt x="15967" y="47146"/>
                  </a:cubicBezTo>
                  <a:cubicBezTo>
                    <a:pt x="17145" y="45646"/>
                    <a:pt x="18574" y="44407"/>
                    <a:pt x="20265" y="43503"/>
                  </a:cubicBezTo>
                  <a:cubicBezTo>
                    <a:pt x="21587" y="42788"/>
                    <a:pt x="22920" y="42050"/>
                    <a:pt x="24242" y="41312"/>
                  </a:cubicBezTo>
                  <a:cubicBezTo>
                    <a:pt x="25039" y="40871"/>
                    <a:pt x="25813" y="40347"/>
                    <a:pt x="26516" y="39740"/>
                  </a:cubicBezTo>
                  <a:cubicBezTo>
                    <a:pt x="27159" y="39193"/>
                    <a:pt x="27635" y="38514"/>
                    <a:pt x="27897" y="37716"/>
                  </a:cubicBezTo>
                  <a:cubicBezTo>
                    <a:pt x="27944" y="37549"/>
                    <a:pt x="27992" y="37383"/>
                    <a:pt x="28004" y="37228"/>
                  </a:cubicBezTo>
                  <a:cubicBezTo>
                    <a:pt x="28040" y="36895"/>
                    <a:pt x="27861" y="36668"/>
                    <a:pt x="27540" y="36585"/>
                  </a:cubicBezTo>
                  <a:cubicBezTo>
                    <a:pt x="27410" y="36554"/>
                    <a:pt x="27284" y="36536"/>
                    <a:pt x="27160" y="36536"/>
                  </a:cubicBezTo>
                  <a:cubicBezTo>
                    <a:pt x="27001" y="36536"/>
                    <a:pt x="26843" y="36566"/>
                    <a:pt x="26682" y="36633"/>
                  </a:cubicBezTo>
                  <a:cubicBezTo>
                    <a:pt x="26373" y="36764"/>
                    <a:pt x="26075" y="36883"/>
                    <a:pt x="25789" y="37049"/>
                  </a:cubicBezTo>
                  <a:cubicBezTo>
                    <a:pt x="24075" y="38085"/>
                    <a:pt x="22349" y="39097"/>
                    <a:pt x="20670" y="40169"/>
                  </a:cubicBezTo>
                  <a:cubicBezTo>
                    <a:pt x="19027" y="41217"/>
                    <a:pt x="17812" y="42669"/>
                    <a:pt x="16967" y="44431"/>
                  </a:cubicBezTo>
                  <a:cubicBezTo>
                    <a:pt x="16645" y="45098"/>
                    <a:pt x="16348" y="45765"/>
                    <a:pt x="16074" y="46431"/>
                  </a:cubicBezTo>
                  <a:cubicBezTo>
                    <a:pt x="15907" y="46824"/>
                    <a:pt x="15729" y="47182"/>
                    <a:pt x="15479" y="47503"/>
                  </a:cubicBezTo>
                  <a:cubicBezTo>
                    <a:pt x="14800" y="48396"/>
                    <a:pt x="14228" y="49349"/>
                    <a:pt x="13716" y="50361"/>
                  </a:cubicBezTo>
                  <a:cubicBezTo>
                    <a:pt x="13645" y="50515"/>
                    <a:pt x="13574" y="50658"/>
                    <a:pt x="13466" y="50861"/>
                  </a:cubicBezTo>
                  <a:lnTo>
                    <a:pt x="13466" y="50658"/>
                  </a:lnTo>
                  <a:cubicBezTo>
                    <a:pt x="13586" y="48968"/>
                    <a:pt x="13705" y="47253"/>
                    <a:pt x="13824" y="45562"/>
                  </a:cubicBezTo>
                  <a:cubicBezTo>
                    <a:pt x="13847" y="45217"/>
                    <a:pt x="13895" y="44872"/>
                    <a:pt x="13967" y="44550"/>
                  </a:cubicBezTo>
                  <a:cubicBezTo>
                    <a:pt x="14133" y="43872"/>
                    <a:pt x="14526" y="43324"/>
                    <a:pt x="15014" y="42860"/>
                  </a:cubicBezTo>
                  <a:cubicBezTo>
                    <a:pt x="15479" y="42443"/>
                    <a:pt x="15931" y="42050"/>
                    <a:pt x="16431" y="41657"/>
                  </a:cubicBezTo>
                  <a:cubicBezTo>
                    <a:pt x="16991" y="41217"/>
                    <a:pt x="17586" y="40800"/>
                    <a:pt x="18169" y="40359"/>
                  </a:cubicBezTo>
                  <a:cubicBezTo>
                    <a:pt x="19610" y="39288"/>
                    <a:pt x="20908" y="38073"/>
                    <a:pt x="22039" y="36692"/>
                  </a:cubicBezTo>
                  <a:cubicBezTo>
                    <a:pt x="22872" y="35656"/>
                    <a:pt x="23551" y="34561"/>
                    <a:pt x="24063" y="33323"/>
                  </a:cubicBezTo>
                  <a:cubicBezTo>
                    <a:pt x="24230" y="32918"/>
                    <a:pt x="24325" y="32501"/>
                    <a:pt x="24361" y="32073"/>
                  </a:cubicBezTo>
                  <a:cubicBezTo>
                    <a:pt x="24384" y="31430"/>
                    <a:pt x="24087" y="30941"/>
                    <a:pt x="23492" y="30691"/>
                  </a:cubicBezTo>
                  <a:cubicBezTo>
                    <a:pt x="23152" y="30540"/>
                    <a:pt x="22799" y="30463"/>
                    <a:pt x="22441" y="30463"/>
                  </a:cubicBezTo>
                  <a:cubicBezTo>
                    <a:pt x="22209" y="30463"/>
                    <a:pt x="21975" y="30495"/>
                    <a:pt x="21741" y="30560"/>
                  </a:cubicBezTo>
                  <a:cubicBezTo>
                    <a:pt x="21170" y="30703"/>
                    <a:pt x="20634" y="30930"/>
                    <a:pt x="20122" y="31180"/>
                  </a:cubicBezTo>
                  <a:cubicBezTo>
                    <a:pt x="18693" y="31894"/>
                    <a:pt x="17407" y="32799"/>
                    <a:pt x="16253" y="33894"/>
                  </a:cubicBezTo>
                  <a:cubicBezTo>
                    <a:pt x="16205" y="33930"/>
                    <a:pt x="16145" y="33966"/>
                    <a:pt x="16098" y="34013"/>
                  </a:cubicBezTo>
                  <a:cubicBezTo>
                    <a:pt x="16086" y="33954"/>
                    <a:pt x="16086" y="33918"/>
                    <a:pt x="16098" y="33894"/>
                  </a:cubicBezTo>
                  <a:cubicBezTo>
                    <a:pt x="16455" y="32716"/>
                    <a:pt x="16800" y="31549"/>
                    <a:pt x="17169" y="30382"/>
                  </a:cubicBezTo>
                  <a:cubicBezTo>
                    <a:pt x="17229" y="30168"/>
                    <a:pt x="17336" y="29977"/>
                    <a:pt x="17443" y="29798"/>
                  </a:cubicBezTo>
                  <a:cubicBezTo>
                    <a:pt x="17753" y="29275"/>
                    <a:pt x="18110" y="28786"/>
                    <a:pt x="18539" y="28358"/>
                  </a:cubicBezTo>
                  <a:cubicBezTo>
                    <a:pt x="18777" y="28132"/>
                    <a:pt x="18991" y="27882"/>
                    <a:pt x="19241" y="27667"/>
                  </a:cubicBezTo>
                  <a:cubicBezTo>
                    <a:pt x="20003" y="27060"/>
                    <a:pt x="20789" y="26512"/>
                    <a:pt x="21610" y="26012"/>
                  </a:cubicBezTo>
                  <a:cubicBezTo>
                    <a:pt x="21860" y="25858"/>
                    <a:pt x="22146" y="25750"/>
                    <a:pt x="22420" y="25643"/>
                  </a:cubicBezTo>
                  <a:cubicBezTo>
                    <a:pt x="23456" y="25286"/>
                    <a:pt x="24527" y="25155"/>
                    <a:pt x="25611" y="25107"/>
                  </a:cubicBezTo>
                  <a:cubicBezTo>
                    <a:pt x="26825" y="25048"/>
                    <a:pt x="28052" y="24988"/>
                    <a:pt x="29254" y="24846"/>
                  </a:cubicBezTo>
                  <a:cubicBezTo>
                    <a:pt x="30147" y="24738"/>
                    <a:pt x="31028" y="24584"/>
                    <a:pt x="31874" y="24310"/>
                  </a:cubicBezTo>
                  <a:cubicBezTo>
                    <a:pt x="33314" y="23833"/>
                    <a:pt x="34469" y="22905"/>
                    <a:pt x="35457" y="21774"/>
                  </a:cubicBezTo>
                  <a:cubicBezTo>
                    <a:pt x="35803" y="21369"/>
                    <a:pt x="36112" y="20940"/>
                    <a:pt x="36326" y="20452"/>
                  </a:cubicBezTo>
                  <a:cubicBezTo>
                    <a:pt x="36648" y="19678"/>
                    <a:pt x="36529" y="18738"/>
                    <a:pt x="35505" y="18261"/>
                  </a:cubicBezTo>
                  <a:cubicBezTo>
                    <a:pt x="34862" y="17964"/>
                    <a:pt x="34195" y="17797"/>
                    <a:pt x="33517" y="17726"/>
                  </a:cubicBezTo>
                  <a:cubicBezTo>
                    <a:pt x="33095" y="17679"/>
                    <a:pt x="32678" y="17656"/>
                    <a:pt x="32264" y="17656"/>
                  </a:cubicBezTo>
                  <a:cubicBezTo>
                    <a:pt x="30460" y="17656"/>
                    <a:pt x="28734" y="18095"/>
                    <a:pt x="27087" y="18928"/>
                  </a:cubicBezTo>
                  <a:cubicBezTo>
                    <a:pt x="26087" y="19440"/>
                    <a:pt x="25206" y="20095"/>
                    <a:pt x="24361" y="20797"/>
                  </a:cubicBezTo>
                  <a:cubicBezTo>
                    <a:pt x="23039" y="21893"/>
                    <a:pt x="21860" y="23143"/>
                    <a:pt x="20753" y="24465"/>
                  </a:cubicBezTo>
                  <a:cubicBezTo>
                    <a:pt x="20086" y="25274"/>
                    <a:pt x="19479" y="26119"/>
                    <a:pt x="18955" y="27048"/>
                  </a:cubicBezTo>
                  <a:cubicBezTo>
                    <a:pt x="18634" y="27620"/>
                    <a:pt x="18288" y="28191"/>
                    <a:pt x="17943" y="28751"/>
                  </a:cubicBezTo>
                  <a:cubicBezTo>
                    <a:pt x="17824" y="28953"/>
                    <a:pt x="17681" y="29144"/>
                    <a:pt x="17538" y="29334"/>
                  </a:cubicBezTo>
                  <a:cubicBezTo>
                    <a:pt x="17526" y="29251"/>
                    <a:pt x="17538" y="29167"/>
                    <a:pt x="17574" y="29096"/>
                  </a:cubicBezTo>
                  <a:cubicBezTo>
                    <a:pt x="17931" y="28191"/>
                    <a:pt x="18253" y="27262"/>
                    <a:pt x="18646" y="26370"/>
                  </a:cubicBezTo>
                  <a:cubicBezTo>
                    <a:pt x="18955" y="25631"/>
                    <a:pt x="19312" y="24905"/>
                    <a:pt x="19682" y="24167"/>
                  </a:cubicBezTo>
                  <a:cubicBezTo>
                    <a:pt x="20039" y="23452"/>
                    <a:pt x="20444" y="22738"/>
                    <a:pt x="20836" y="22048"/>
                  </a:cubicBezTo>
                  <a:cubicBezTo>
                    <a:pt x="21253" y="21297"/>
                    <a:pt x="21682" y="20571"/>
                    <a:pt x="22110" y="19845"/>
                  </a:cubicBezTo>
                  <a:cubicBezTo>
                    <a:pt x="22563" y="19107"/>
                    <a:pt x="22980" y="18369"/>
                    <a:pt x="23432" y="17642"/>
                  </a:cubicBezTo>
                  <a:cubicBezTo>
                    <a:pt x="24027" y="16690"/>
                    <a:pt x="24670" y="15761"/>
                    <a:pt x="25277" y="14809"/>
                  </a:cubicBezTo>
                  <a:cubicBezTo>
                    <a:pt x="25492" y="14499"/>
                    <a:pt x="25742" y="14285"/>
                    <a:pt x="26051" y="14130"/>
                  </a:cubicBezTo>
                  <a:cubicBezTo>
                    <a:pt x="26135" y="14082"/>
                    <a:pt x="26206" y="14070"/>
                    <a:pt x="26278" y="14023"/>
                  </a:cubicBezTo>
                  <a:cubicBezTo>
                    <a:pt x="26813" y="13713"/>
                    <a:pt x="27409" y="13546"/>
                    <a:pt x="28004" y="13427"/>
                  </a:cubicBezTo>
                  <a:cubicBezTo>
                    <a:pt x="28933" y="13249"/>
                    <a:pt x="29849" y="13082"/>
                    <a:pt x="30778" y="12904"/>
                  </a:cubicBezTo>
                  <a:cubicBezTo>
                    <a:pt x="31564" y="12761"/>
                    <a:pt x="32350" y="12594"/>
                    <a:pt x="33124" y="12344"/>
                  </a:cubicBezTo>
                  <a:cubicBezTo>
                    <a:pt x="33588" y="12189"/>
                    <a:pt x="34029" y="11987"/>
                    <a:pt x="34410" y="11653"/>
                  </a:cubicBezTo>
                  <a:cubicBezTo>
                    <a:pt x="35183" y="10987"/>
                    <a:pt x="35850" y="10237"/>
                    <a:pt x="36374" y="9344"/>
                  </a:cubicBezTo>
                  <a:cubicBezTo>
                    <a:pt x="36457" y="9201"/>
                    <a:pt x="36517" y="9022"/>
                    <a:pt x="36553" y="8844"/>
                  </a:cubicBezTo>
                  <a:cubicBezTo>
                    <a:pt x="36588" y="8617"/>
                    <a:pt x="36505" y="8474"/>
                    <a:pt x="36279" y="8415"/>
                  </a:cubicBezTo>
                  <a:cubicBezTo>
                    <a:pt x="36192" y="8383"/>
                    <a:pt x="36088" y="8367"/>
                    <a:pt x="35987" y="8367"/>
                  </a:cubicBezTo>
                  <a:cubicBezTo>
                    <a:pt x="35936" y="8367"/>
                    <a:pt x="35886" y="8371"/>
                    <a:pt x="35838" y="8379"/>
                  </a:cubicBezTo>
                  <a:cubicBezTo>
                    <a:pt x="35517" y="8439"/>
                    <a:pt x="35207" y="8510"/>
                    <a:pt x="34898" y="8605"/>
                  </a:cubicBezTo>
                  <a:cubicBezTo>
                    <a:pt x="33540" y="9022"/>
                    <a:pt x="32219" y="9546"/>
                    <a:pt x="30909" y="10058"/>
                  </a:cubicBezTo>
                  <a:cubicBezTo>
                    <a:pt x="30302" y="10320"/>
                    <a:pt x="29742" y="10653"/>
                    <a:pt x="29254" y="11106"/>
                  </a:cubicBezTo>
                  <a:cubicBezTo>
                    <a:pt x="28480" y="11784"/>
                    <a:pt x="27742" y="12499"/>
                    <a:pt x="27051" y="13273"/>
                  </a:cubicBezTo>
                  <a:cubicBezTo>
                    <a:pt x="26849" y="13499"/>
                    <a:pt x="26623" y="13689"/>
                    <a:pt x="26337" y="13808"/>
                  </a:cubicBezTo>
                  <a:cubicBezTo>
                    <a:pt x="26206" y="13856"/>
                    <a:pt x="26075" y="13951"/>
                    <a:pt x="25932" y="14023"/>
                  </a:cubicBezTo>
                  <a:cubicBezTo>
                    <a:pt x="25897" y="14047"/>
                    <a:pt x="25849" y="14070"/>
                    <a:pt x="25754" y="14106"/>
                  </a:cubicBezTo>
                  <a:cubicBezTo>
                    <a:pt x="25956" y="13808"/>
                    <a:pt x="26135" y="13558"/>
                    <a:pt x="26289" y="13296"/>
                  </a:cubicBezTo>
                  <a:cubicBezTo>
                    <a:pt x="26670" y="12665"/>
                    <a:pt x="27051" y="12046"/>
                    <a:pt x="27421" y="11415"/>
                  </a:cubicBezTo>
                  <a:cubicBezTo>
                    <a:pt x="27528" y="11237"/>
                    <a:pt x="27623" y="11010"/>
                    <a:pt x="27742" y="10832"/>
                  </a:cubicBezTo>
                  <a:cubicBezTo>
                    <a:pt x="27956" y="10510"/>
                    <a:pt x="28194" y="10177"/>
                    <a:pt x="28456" y="9879"/>
                  </a:cubicBezTo>
                  <a:cubicBezTo>
                    <a:pt x="29004" y="9213"/>
                    <a:pt x="29588" y="8546"/>
                    <a:pt x="30040" y="7796"/>
                  </a:cubicBezTo>
                  <a:cubicBezTo>
                    <a:pt x="30445" y="7117"/>
                    <a:pt x="30838" y="6427"/>
                    <a:pt x="31219" y="5736"/>
                  </a:cubicBezTo>
                  <a:cubicBezTo>
                    <a:pt x="31814" y="4641"/>
                    <a:pt x="32290" y="3498"/>
                    <a:pt x="32624" y="2295"/>
                  </a:cubicBezTo>
                  <a:cubicBezTo>
                    <a:pt x="32719" y="1902"/>
                    <a:pt x="32778" y="1521"/>
                    <a:pt x="32766" y="1128"/>
                  </a:cubicBezTo>
                  <a:cubicBezTo>
                    <a:pt x="32755" y="878"/>
                    <a:pt x="32707" y="640"/>
                    <a:pt x="32600" y="414"/>
                  </a:cubicBezTo>
                  <a:cubicBezTo>
                    <a:pt x="32469" y="143"/>
                    <a:pt x="32273" y="0"/>
                    <a:pt x="32028"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p:cNvSpPr/>
            <p:nvPr/>
          </p:nvSpPr>
          <p:spPr>
            <a:xfrm>
              <a:off x="4329700" y="1984000"/>
              <a:ext cx="172950" cy="397100"/>
            </a:xfrm>
            <a:custGeom>
              <a:avLst/>
              <a:gdLst/>
              <a:ahLst/>
              <a:cxnLst/>
              <a:rect l="l" t="t" r="r" b="b"/>
              <a:pathLst>
                <a:path w="6918" h="15884" extrusionOk="0">
                  <a:moveTo>
                    <a:pt x="1048" y="1"/>
                  </a:moveTo>
                  <a:lnTo>
                    <a:pt x="1048" y="1"/>
                  </a:lnTo>
                  <a:cubicBezTo>
                    <a:pt x="1072" y="48"/>
                    <a:pt x="1120" y="84"/>
                    <a:pt x="1167" y="108"/>
                  </a:cubicBezTo>
                  <a:cubicBezTo>
                    <a:pt x="1298" y="179"/>
                    <a:pt x="1465" y="227"/>
                    <a:pt x="1584" y="334"/>
                  </a:cubicBezTo>
                  <a:cubicBezTo>
                    <a:pt x="2179" y="810"/>
                    <a:pt x="2644" y="1394"/>
                    <a:pt x="3025" y="2037"/>
                  </a:cubicBezTo>
                  <a:cubicBezTo>
                    <a:pt x="3596" y="2977"/>
                    <a:pt x="3977" y="3989"/>
                    <a:pt x="4287" y="5037"/>
                  </a:cubicBezTo>
                  <a:cubicBezTo>
                    <a:pt x="4691" y="6371"/>
                    <a:pt x="5013" y="7740"/>
                    <a:pt x="5299" y="9109"/>
                  </a:cubicBezTo>
                  <a:cubicBezTo>
                    <a:pt x="5644" y="10752"/>
                    <a:pt x="5953" y="12371"/>
                    <a:pt x="6287" y="14002"/>
                  </a:cubicBezTo>
                  <a:cubicBezTo>
                    <a:pt x="6299" y="14038"/>
                    <a:pt x="6287" y="14074"/>
                    <a:pt x="6287" y="14098"/>
                  </a:cubicBezTo>
                  <a:cubicBezTo>
                    <a:pt x="6239" y="14038"/>
                    <a:pt x="6203" y="13979"/>
                    <a:pt x="6180" y="13919"/>
                  </a:cubicBezTo>
                  <a:cubicBezTo>
                    <a:pt x="5299" y="11669"/>
                    <a:pt x="4525" y="9395"/>
                    <a:pt x="3822" y="7109"/>
                  </a:cubicBezTo>
                  <a:cubicBezTo>
                    <a:pt x="3275" y="5287"/>
                    <a:pt x="2632" y="3489"/>
                    <a:pt x="1774" y="1775"/>
                  </a:cubicBezTo>
                  <a:cubicBezTo>
                    <a:pt x="1584" y="1370"/>
                    <a:pt x="1370" y="1001"/>
                    <a:pt x="1143" y="608"/>
                  </a:cubicBezTo>
                  <a:cubicBezTo>
                    <a:pt x="1024" y="417"/>
                    <a:pt x="869" y="251"/>
                    <a:pt x="655" y="155"/>
                  </a:cubicBezTo>
                  <a:lnTo>
                    <a:pt x="655" y="155"/>
                  </a:lnTo>
                  <a:cubicBezTo>
                    <a:pt x="679" y="179"/>
                    <a:pt x="691" y="215"/>
                    <a:pt x="715" y="239"/>
                  </a:cubicBezTo>
                  <a:cubicBezTo>
                    <a:pt x="953" y="453"/>
                    <a:pt x="1120" y="703"/>
                    <a:pt x="1274" y="965"/>
                  </a:cubicBezTo>
                  <a:cubicBezTo>
                    <a:pt x="2179" y="2668"/>
                    <a:pt x="2905" y="4418"/>
                    <a:pt x="3477" y="6251"/>
                  </a:cubicBezTo>
                  <a:cubicBezTo>
                    <a:pt x="4168" y="8502"/>
                    <a:pt x="4882" y="10752"/>
                    <a:pt x="5715" y="12967"/>
                  </a:cubicBezTo>
                  <a:cubicBezTo>
                    <a:pt x="5739" y="13014"/>
                    <a:pt x="5739" y="13050"/>
                    <a:pt x="5751" y="13098"/>
                  </a:cubicBezTo>
                  <a:cubicBezTo>
                    <a:pt x="5572" y="12836"/>
                    <a:pt x="5418" y="12550"/>
                    <a:pt x="5263" y="12276"/>
                  </a:cubicBezTo>
                  <a:cubicBezTo>
                    <a:pt x="4537" y="11085"/>
                    <a:pt x="3822" y="9919"/>
                    <a:pt x="3108" y="8740"/>
                  </a:cubicBezTo>
                  <a:cubicBezTo>
                    <a:pt x="2191" y="7180"/>
                    <a:pt x="1322" y="5585"/>
                    <a:pt x="715" y="3870"/>
                  </a:cubicBezTo>
                  <a:cubicBezTo>
                    <a:pt x="477" y="3203"/>
                    <a:pt x="274" y="2537"/>
                    <a:pt x="167" y="1834"/>
                  </a:cubicBezTo>
                  <a:cubicBezTo>
                    <a:pt x="96" y="1358"/>
                    <a:pt x="36" y="894"/>
                    <a:pt x="238" y="429"/>
                  </a:cubicBezTo>
                  <a:lnTo>
                    <a:pt x="215" y="405"/>
                  </a:lnTo>
                  <a:cubicBezTo>
                    <a:pt x="107" y="513"/>
                    <a:pt x="60" y="644"/>
                    <a:pt x="48" y="798"/>
                  </a:cubicBezTo>
                  <a:cubicBezTo>
                    <a:pt x="0" y="1275"/>
                    <a:pt x="48" y="1739"/>
                    <a:pt x="155" y="2203"/>
                  </a:cubicBezTo>
                  <a:cubicBezTo>
                    <a:pt x="512" y="3787"/>
                    <a:pt x="1108" y="5263"/>
                    <a:pt x="1846" y="6668"/>
                  </a:cubicBezTo>
                  <a:cubicBezTo>
                    <a:pt x="2560" y="8037"/>
                    <a:pt x="3370" y="9347"/>
                    <a:pt x="4168" y="10657"/>
                  </a:cubicBezTo>
                  <a:cubicBezTo>
                    <a:pt x="4870" y="11788"/>
                    <a:pt x="5572" y="12943"/>
                    <a:pt x="6156" y="14133"/>
                  </a:cubicBezTo>
                  <a:cubicBezTo>
                    <a:pt x="6346" y="14514"/>
                    <a:pt x="6513" y="14919"/>
                    <a:pt x="6656" y="15324"/>
                  </a:cubicBezTo>
                  <a:cubicBezTo>
                    <a:pt x="6727" y="15514"/>
                    <a:pt x="6811" y="15693"/>
                    <a:pt x="6894" y="15872"/>
                  </a:cubicBezTo>
                  <a:cubicBezTo>
                    <a:pt x="6897" y="15872"/>
                    <a:pt x="6902" y="15871"/>
                    <a:pt x="6906" y="15870"/>
                  </a:cubicBezTo>
                  <a:lnTo>
                    <a:pt x="6906" y="15870"/>
                  </a:lnTo>
                  <a:cubicBezTo>
                    <a:pt x="6906" y="15874"/>
                    <a:pt x="6906" y="15879"/>
                    <a:pt x="6906" y="15884"/>
                  </a:cubicBezTo>
                  <a:cubicBezTo>
                    <a:pt x="6918" y="15872"/>
                    <a:pt x="6918" y="15869"/>
                    <a:pt x="6913" y="15869"/>
                  </a:cubicBezTo>
                  <a:cubicBezTo>
                    <a:pt x="6911" y="15869"/>
                    <a:pt x="6909" y="15869"/>
                    <a:pt x="6906" y="15870"/>
                  </a:cubicBezTo>
                  <a:lnTo>
                    <a:pt x="6906" y="15870"/>
                  </a:lnTo>
                  <a:cubicBezTo>
                    <a:pt x="6904" y="15817"/>
                    <a:pt x="6893" y="15772"/>
                    <a:pt x="6882" y="15717"/>
                  </a:cubicBezTo>
                  <a:cubicBezTo>
                    <a:pt x="6751" y="15300"/>
                    <a:pt x="6596" y="14907"/>
                    <a:pt x="6489" y="14491"/>
                  </a:cubicBezTo>
                  <a:cubicBezTo>
                    <a:pt x="6334" y="13800"/>
                    <a:pt x="6180" y="13086"/>
                    <a:pt x="6049" y="12383"/>
                  </a:cubicBezTo>
                  <a:cubicBezTo>
                    <a:pt x="5632" y="10145"/>
                    <a:pt x="5180" y="7906"/>
                    <a:pt x="4572" y="5704"/>
                  </a:cubicBezTo>
                  <a:cubicBezTo>
                    <a:pt x="4275" y="4620"/>
                    <a:pt x="3929" y="3549"/>
                    <a:pt x="3417" y="2549"/>
                  </a:cubicBezTo>
                  <a:cubicBezTo>
                    <a:pt x="2977" y="1715"/>
                    <a:pt x="2465" y="953"/>
                    <a:pt x="1751" y="346"/>
                  </a:cubicBezTo>
                  <a:cubicBezTo>
                    <a:pt x="1536" y="167"/>
                    <a:pt x="1298" y="84"/>
                    <a:pt x="104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p:cNvSpPr/>
            <p:nvPr/>
          </p:nvSpPr>
          <p:spPr>
            <a:xfrm>
              <a:off x="4543125" y="2106900"/>
              <a:ext cx="448575" cy="258725"/>
            </a:xfrm>
            <a:custGeom>
              <a:avLst/>
              <a:gdLst/>
              <a:ahLst/>
              <a:cxnLst/>
              <a:rect l="l" t="t" r="r" b="b"/>
              <a:pathLst>
                <a:path w="17943" h="10349" extrusionOk="0">
                  <a:moveTo>
                    <a:pt x="15346" y="1"/>
                  </a:moveTo>
                  <a:cubicBezTo>
                    <a:pt x="15101" y="1"/>
                    <a:pt x="14855" y="14"/>
                    <a:pt x="14609" y="38"/>
                  </a:cubicBezTo>
                  <a:cubicBezTo>
                    <a:pt x="12133" y="300"/>
                    <a:pt x="9870" y="1145"/>
                    <a:pt x="7787" y="2455"/>
                  </a:cubicBezTo>
                  <a:cubicBezTo>
                    <a:pt x="6144" y="3479"/>
                    <a:pt x="4632" y="4717"/>
                    <a:pt x="3286" y="6110"/>
                  </a:cubicBezTo>
                  <a:cubicBezTo>
                    <a:pt x="2381" y="7050"/>
                    <a:pt x="1465" y="7979"/>
                    <a:pt x="714" y="9039"/>
                  </a:cubicBezTo>
                  <a:cubicBezTo>
                    <a:pt x="429" y="9432"/>
                    <a:pt x="119" y="9837"/>
                    <a:pt x="0" y="10348"/>
                  </a:cubicBezTo>
                  <a:cubicBezTo>
                    <a:pt x="8" y="10326"/>
                    <a:pt x="15" y="10318"/>
                    <a:pt x="23" y="10318"/>
                  </a:cubicBezTo>
                  <a:cubicBezTo>
                    <a:pt x="27" y="10318"/>
                    <a:pt x="31" y="10320"/>
                    <a:pt x="36" y="10325"/>
                  </a:cubicBezTo>
                  <a:cubicBezTo>
                    <a:pt x="95" y="10206"/>
                    <a:pt x="179" y="10075"/>
                    <a:pt x="250" y="9967"/>
                  </a:cubicBezTo>
                  <a:cubicBezTo>
                    <a:pt x="453" y="9682"/>
                    <a:pt x="667" y="9384"/>
                    <a:pt x="893" y="9122"/>
                  </a:cubicBezTo>
                  <a:cubicBezTo>
                    <a:pt x="1631" y="8193"/>
                    <a:pt x="2524" y="7408"/>
                    <a:pt x="3465" y="6693"/>
                  </a:cubicBezTo>
                  <a:cubicBezTo>
                    <a:pt x="4739" y="5717"/>
                    <a:pt x="6132" y="4919"/>
                    <a:pt x="7656" y="4383"/>
                  </a:cubicBezTo>
                  <a:cubicBezTo>
                    <a:pt x="8835" y="3991"/>
                    <a:pt x="10061" y="3729"/>
                    <a:pt x="11275" y="3538"/>
                  </a:cubicBezTo>
                  <a:cubicBezTo>
                    <a:pt x="12537" y="3348"/>
                    <a:pt x="13811" y="3181"/>
                    <a:pt x="15038" y="2883"/>
                  </a:cubicBezTo>
                  <a:cubicBezTo>
                    <a:pt x="15788" y="2705"/>
                    <a:pt x="16514" y="2478"/>
                    <a:pt x="17217" y="2205"/>
                  </a:cubicBezTo>
                  <a:cubicBezTo>
                    <a:pt x="17443" y="2109"/>
                    <a:pt x="17645" y="1966"/>
                    <a:pt x="17859" y="1847"/>
                  </a:cubicBezTo>
                  <a:cubicBezTo>
                    <a:pt x="17943" y="1788"/>
                    <a:pt x="17943" y="1788"/>
                    <a:pt x="17943" y="1669"/>
                  </a:cubicBezTo>
                  <a:lnTo>
                    <a:pt x="17943" y="1669"/>
                  </a:lnTo>
                  <a:cubicBezTo>
                    <a:pt x="17645" y="1907"/>
                    <a:pt x="17324" y="2086"/>
                    <a:pt x="16967" y="2205"/>
                  </a:cubicBezTo>
                  <a:cubicBezTo>
                    <a:pt x="16645" y="2324"/>
                    <a:pt x="16335" y="2419"/>
                    <a:pt x="16026" y="2514"/>
                  </a:cubicBezTo>
                  <a:cubicBezTo>
                    <a:pt x="14919" y="2836"/>
                    <a:pt x="13811" y="3050"/>
                    <a:pt x="12680" y="3229"/>
                  </a:cubicBezTo>
                  <a:cubicBezTo>
                    <a:pt x="11763" y="3371"/>
                    <a:pt x="10847" y="3514"/>
                    <a:pt x="9942" y="3693"/>
                  </a:cubicBezTo>
                  <a:cubicBezTo>
                    <a:pt x="8549" y="3955"/>
                    <a:pt x="7215" y="4372"/>
                    <a:pt x="5965" y="5014"/>
                  </a:cubicBezTo>
                  <a:cubicBezTo>
                    <a:pt x="4298" y="5860"/>
                    <a:pt x="2822" y="6979"/>
                    <a:pt x="1500" y="8301"/>
                  </a:cubicBezTo>
                  <a:lnTo>
                    <a:pt x="1322" y="8479"/>
                  </a:lnTo>
                  <a:cubicBezTo>
                    <a:pt x="1310" y="8432"/>
                    <a:pt x="1334" y="8408"/>
                    <a:pt x="1346" y="8372"/>
                  </a:cubicBezTo>
                  <a:cubicBezTo>
                    <a:pt x="1703" y="7955"/>
                    <a:pt x="2048" y="7562"/>
                    <a:pt x="2417" y="7158"/>
                  </a:cubicBezTo>
                  <a:cubicBezTo>
                    <a:pt x="3655" y="5836"/>
                    <a:pt x="4965" y="4562"/>
                    <a:pt x="6441" y="3490"/>
                  </a:cubicBezTo>
                  <a:cubicBezTo>
                    <a:pt x="7584" y="2657"/>
                    <a:pt x="8763" y="1931"/>
                    <a:pt x="10049" y="1371"/>
                  </a:cubicBezTo>
                  <a:cubicBezTo>
                    <a:pt x="11573" y="716"/>
                    <a:pt x="13145" y="264"/>
                    <a:pt x="14811" y="121"/>
                  </a:cubicBezTo>
                  <a:cubicBezTo>
                    <a:pt x="15011" y="99"/>
                    <a:pt x="15209" y="89"/>
                    <a:pt x="15406" y="89"/>
                  </a:cubicBezTo>
                  <a:cubicBezTo>
                    <a:pt x="16080" y="89"/>
                    <a:pt x="16739" y="212"/>
                    <a:pt x="17383" y="442"/>
                  </a:cubicBezTo>
                  <a:cubicBezTo>
                    <a:pt x="17407" y="454"/>
                    <a:pt x="17431" y="454"/>
                    <a:pt x="17467" y="454"/>
                  </a:cubicBezTo>
                  <a:cubicBezTo>
                    <a:pt x="17276" y="276"/>
                    <a:pt x="17014" y="240"/>
                    <a:pt x="16800" y="181"/>
                  </a:cubicBezTo>
                  <a:cubicBezTo>
                    <a:pt x="16324" y="54"/>
                    <a:pt x="15837" y="1"/>
                    <a:pt x="1534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p:cNvSpPr/>
            <p:nvPr/>
          </p:nvSpPr>
          <p:spPr>
            <a:xfrm>
              <a:off x="4486275" y="2571875"/>
              <a:ext cx="295000" cy="252425"/>
            </a:xfrm>
            <a:custGeom>
              <a:avLst/>
              <a:gdLst/>
              <a:ahLst/>
              <a:cxnLst/>
              <a:rect l="l" t="t" r="r" b="b"/>
              <a:pathLst>
                <a:path w="11800" h="10097" extrusionOk="0">
                  <a:moveTo>
                    <a:pt x="11585" y="0"/>
                  </a:moveTo>
                  <a:lnTo>
                    <a:pt x="11585" y="0"/>
                  </a:lnTo>
                  <a:cubicBezTo>
                    <a:pt x="11704" y="215"/>
                    <a:pt x="11632" y="393"/>
                    <a:pt x="11525" y="584"/>
                  </a:cubicBezTo>
                  <a:cubicBezTo>
                    <a:pt x="11418" y="715"/>
                    <a:pt x="11311" y="834"/>
                    <a:pt x="11192" y="953"/>
                  </a:cubicBezTo>
                  <a:cubicBezTo>
                    <a:pt x="10525" y="1644"/>
                    <a:pt x="9763" y="2239"/>
                    <a:pt x="8977" y="2787"/>
                  </a:cubicBezTo>
                  <a:cubicBezTo>
                    <a:pt x="7608" y="3775"/>
                    <a:pt x="6227" y="4727"/>
                    <a:pt x="4846" y="5692"/>
                  </a:cubicBezTo>
                  <a:cubicBezTo>
                    <a:pt x="3620" y="6537"/>
                    <a:pt x="2417" y="7406"/>
                    <a:pt x="1334" y="8418"/>
                  </a:cubicBezTo>
                  <a:cubicBezTo>
                    <a:pt x="1310" y="8430"/>
                    <a:pt x="1286" y="8442"/>
                    <a:pt x="1274" y="8454"/>
                  </a:cubicBezTo>
                  <a:cubicBezTo>
                    <a:pt x="1274" y="8394"/>
                    <a:pt x="1298" y="8359"/>
                    <a:pt x="1334" y="8311"/>
                  </a:cubicBezTo>
                  <a:cubicBezTo>
                    <a:pt x="1655" y="7894"/>
                    <a:pt x="1988" y="7466"/>
                    <a:pt x="2322" y="7061"/>
                  </a:cubicBezTo>
                  <a:cubicBezTo>
                    <a:pt x="3536" y="5632"/>
                    <a:pt x="4798" y="4275"/>
                    <a:pt x="6227" y="3072"/>
                  </a:cubicBezTo>
                  <a:cubicBezTo>
                    <a:pt x="7620" y="1905"/>
                    <a:pt x="9108" y="870"/>
                    <a:pt x="10775" y="84"/>
                  </a:cubicBezTo>
                  <a:cubicBezTo>
                    <a:pt x="10799" y="60"/>
                    <a:pt x="10823" y="48"/>
                    <a:pt x="10835" y="36"/>
                  </a:cubicBezTo>
                  <a:cubicBezTo>
                    <a:pt x="10815" y="17"/>
                    <a:pt x="10799" y="8"/>
                    <a:pt x="10785" y="8"/>
                  </a:cubicBezTo>
                  <a:cubicBezTo>
                    <a:pt x="10773" y="8"/>
                    <a:pt x="10762" y="14"/>
                    <a:pt x="10751" y="24"/>
                  </a:cubicBezTo>
                  <a:cubicBezTo>
                    <a:pt x="10501" y="120"/>
                    <a:pt x="10239" y="215"/>
                    <a:pt x="10001" y="346"/>
                  </a:cubicBezTo>
                  <a:cubicBezTo>
                    <a:pt x="8394" y="1191"/>
                    <a:pt x="6941" y="2251"/>
                    <a:pt x="5596" y="3453"/>
                  </a:cubicBezTo>
                  <a:cubicBezTo>
                    <a:pt x="4084" y="4811"/>
                    <a:pt x="2727" y="6311"/>
                    <a:pt x="1476" y="7918"/>
                  </a:cubicBezTo>
                  <a:cubicBezTo>
                    <a:pt x="988" y="8549"/>
                    <a:pt x="512" y="9168"/>
                    <a:pt x="95" y="9847"/>
                  </a:cubicBezTo>
                  <a:cubicBezTo>
                    <a:pt x="60" y="9906"/>
                    <a:pt x="0" y="9978"/>
                    <a:pt x="36" y="10097"/>
                  </a:cubicBezTo>
                  <a:cubicBezTo>
                    <a:pt x="83" y="10037"/>
                    <a:pt x="95" y="10002"/>
                    <a:pt x="107" y="9978"/>
                  </a:cubicBezTo>
                  <a:cubicBezTo>
                    <a:pt x="119" y="9942"/>
                    <a:pt x="143" y="9906"/>
                    <a:pt x="167" y="9871"/>
                  </a:cubicBezTo>
                  <a:cubicBezTo>
                    <a:pt x="643" y="9156"/>
                    <a:pt x="1226" y="8549"/>
                    <a:pt x="1881" y="8001"/>
                  </a:cubicBezTo>
                  <a:cubicBezTo>
                    <a:pt x="2881" y="7168"/>
                    <a:pt x="3917" y="6394"/>
                    <a:pt x="4989" y="5644"/>
                  </a:cubicBezTo>
                  <a:cubicBezTo>
                    <a:pt x="6417" y="4644"/>
                    <a:pt x="7870" y="3632"/>
                    <a:pt x="9299" y="2620"/>
                  </a:cubicBezTo>
                  <a:cubicBezTo>
                    <a:pt x="10037" y="2084"/>
                    <a:pt x="10751" y="1513"/>
                    <a:pt x="11394" y="822"/>
                  </a:cubicBezTo>
                  <a:cubicBezTo>
                    <a:pt x="11430" y="762"/>
                    <a:pt x="11478" y="715"/>
                    <a:pt x="11549" y="643"/>
                  </a:cubicBezTo>
                  <a:lnTo>
                    <a:pt x="11549" y="643"/>
                  </a:lnTo>
                  <a:cubicBezTo>
                    <a:pt x="11537" y="691"/>
                    <a:pt x="11537" y="715"/>
                    <a:pt x="11537" y="739"/>
                  </a:cubicBezTo>
                  <a:cubicBezTo>
                    <a:pt x="11430" y="1155"/>
                    <a:pt x="11168" y="1465"/>
                    <a:pt x="10870" y="1751"/>
                  </a:cubicBezTo>
                  <a:cubicBezTo>
                    <a:pt x="9870" y="2715"/>
                    <a:pt x="8799" y="3572"/>
                    <a:pt x="7656" y="4334"/>
                  </a:cubicBezTo>
                  <a:cubicBezTo>
                    <a:pt x="6298" y="5239"/>
                    <a:pt x="4953" y="6120"/>
                    <a:pt x="3596" y="7013"/>
                  </a:cubicBezTo>
                  <a:cubicBezTo>
                    <a:pt x="3381" y="7144"/>
                    <a:pt x="3191" y="7299"/>
                    <a:pt x="3000" y="7430"/>
                  </a:cubicBezTo>
                  <a:cubicBezTo>
                    <a:pt x="3009" y="7432"/>
                    <a:pt x="3018" y="7433"/>
                    <a:pt x="3026" y="7433"/>
                  </a:cubicBezTo>
                  <a:cubicBezTo>
                    <a:pt x="3062" y="7433"/>
                    <a:pt x="3091" y="7416"/>
                    <a:pt x="3119" y="7406"/>
                  </a:cubicBezTo>
                  <a:cubicBezTo>
                    <a:pt x="4667" y="6406"/>
                    <a:pt x="6215" y="5406"/>
                    <a:pt x="7751" y="4394"/>
                  </a:cubicBezTo>
                  <a:cubicBezTo>
                    <a:pt x="8870" y="3632"/>
                    <a:pt x="9942" y="2787"/>
                    <a:pt x="10918" y="1822"/>
                  </a:cubicBezTo>
                  <a:cubicBezTo>
                    <a:pt x="11240" y="1489"/>
                    <a:pt x="11537" y="1132"/>
                    <a:pt x="11644" y="655"/>
                  </a:cubicBezTo>
                  <a:cubicBezTo>
                    <a:pt x="11680" y="572"/>
                    <a:pt x="11680" y="465"/>
                    <a:pt x="11716" y="393"/>
                  </a:cubicBezTo>
                  <a:cubicBezTo>
                    <a:pt x="11799" y="227"/>
                    <a:pt x="11716" y="108"/>
                    <a:pt x="1158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p:cNvSpPr/>
            <p:nvPr/>
          </p:nvSpPr>
          <p:spPr>
            <a:xfrm>
              <a:off x="4756825" y="1866125"/>
              <a:ext cx="234875" cy="128025"/>
            </a:xfrm>
            <a:custGeom>
              <a:avLst/>
              <a:gdLst/>
              <a:ahLst/>
              <a:cxnLst/>
              <a:rect l="l" t="t" r="r" b="b"/>
              <a:pathLst>
                <a:path w="9395" h="5121" extrusionOk="0">
                  <a:moveTo>
                    <a:pt x="9252" y="60"/>
                  </a:moveTo>
                  <a:cubicBezTo>
                    <a:pt x="9311" y="215"/>
                    <a:pt x="9252" y="298"/>
                    <a:pt x="9192" y="394"/>
                  </a:cubicBezTo>
                  <a:cubicBezTo>
                    <a:pt x="8930" y="775"/>
                    <a:pt x="8609" y="1072"/>
                    <a:pt x="8240" y="1346"/>
                  </a:cubicBezTo>
                  <a:cubicBezTo>
                    <a:pt x="7526" y="1870"/>
                    <a:pt x="6716" y="2263"/>
                    <a:pt x="5882" y="2561"/>
                  </a:cubicBezTo>
                  <a:cubicBezTo>
                    <a:pt x="5001" y="2870"/>
                    <a:pt x="4132" y="3156"/>
                    <a:pt x="3239" y="3454"/>
                  </a:cubicBezTo>
                  <a:cubicBezTo>
                    <a:pt x="2489" y="3692"/>
                    <a:pt x="1775" y="3978"/>
                    <a:pt x="1108" y="4359"/>
                  </a:cubicBezTo>
                  <a:cubicBezTo>
                    <a:pt x="1072" y="4394"/>
                    <a:pt x="1037" y="4406"/>
                    <a:pt x="1001" y="4418"/>
                  </a:cubicBezTo>
                  <a:cubicBezTo>
                    <a:pt x="1751" y="3739"/>
                    <a:pt x="2430" y="2989"/>
                    <a:pt x="3323" y="2513"/>
                  </a:cubicBezTo>
                  <a:cubicBezTo>
                    <a:pt x="3751" y="2275"/>
                    <a:pt x="4216" y="2073"/>
                    <a:pt x="4692" y="1918"/>
                  </a:cubicBezTo>
                  <a:cubicBezTo>
                    <a:pt x="5871" y="1561"/>
                    <a:pt x="7002" y="1049"/>
                    <a:pt x="8121" y="537"/>
                  </a:cubicBezTo>
                  <a:cubicBezTo>
                    <a:pt x="8490" y="370"/>
                    <a:pt x="8859" y="227"/>
                    <a:pt x="9252" y="60"/>
                  </a:cubicBezTo>
                  <a:close/>
                  <a:moveTo>
                    <a:pt x="9264" y="1"/>
                  </a:moveTo>
                  <a:cubicBezTo>
                    <a:pt x="9145" y="37"/>
                    <a:pt x="9026" y="60"/>
                    <a:pt x="8907" y="108"/>
                  </a:cubicBezTo>
                  <a:cubicBezTo>
                    <a:pt x="8526" y="251"/>
                    <a:pt x="8157" y="406"/>
                    <a:pt x="7799" y="572"/>
                  </a:cubicBezTo>
                  <a:cubicBezTo>
                    <a:pt x="6764" y="1060"/>
                    <a:pt x="5692" y="1501"/>
                    <a:pt x="4585" y="1846"/>
                  </a:cubicBezTo>
                  <a:cubicBezTo>
                    <a:pt x="3632" y="2144"/>
                    <a:pt x="2775" y="2632"/>
                    <a:pt x="2025" y="3311"/>
                  </a:cubicBezTo>
                  <a:cubicBezTo>
                    <a:pt x="1406" y="3870"/>
                    <a:pt x="775" y="4418"/>
                    <a:pt x="156" y="4978"/>
                  </a:cubicBezTo>
                  <a:cubicBezTo>
                    <a:pt x="108" y="5001"/>
                    <a:pt x="60" y="5049"/>
                    <a:pt x="1" y="5120"/>
                  </a:cubicBezTo>
                  <a:cubicBezTo>
                    <a:pt x="191" y="5061"/>
                    <a:pt x="346" y="5013"/>
                    <a:pt x="489" y="4954"/>
                  </a:cubicBezTo>
                  <a:cubicBezTo>
                    <a:pt x="1465" y="4585"/>
                    <a:pt x="2453" y="4299"/>
                    <a:pt x="3454" y="4061"/>
                  </a:cubicBezTo>
                  <a:cubicBezTo>
                    <a:pt x="4525" y="3811"/>
                    <a:pt x="5585" y="3477"/>
                    <a:pt x="6609" y="3085"/>
                  </a:cubicBezTo>
                  <a:cubicBezTo>
                    <a:pt x="7383" y="2763"/>
                    <a:pt x="8097" y="2358"/>
                    <a:pt x="8680" y="1739"/>
                  </a:cubicBezTo>
                  <a:cubicBezTo>
                    <a:pt x="8811" y="1596"/>
                    <a:pt x="8930" y="1441"/>
                    <a:pt x="9050" y="1299"/>
                  </a:cubicBezTo>
                  <a:cubicBezTo>
                    <a:pt x="9038" y="1287"/>
                    <a:pt x="9038" y="1287"/>
                    <a:pt x="9026" y="1287"/>
                  </a:cubicBezTo>
                  <a:lnTo>
                    <a:pt x="8847" y="1465"/>
                  </a:lnTo>
                  <a:cubicBezTo>
                    <a:pt x="8740" y="1584"/>
                    <a:pt x="8621" y="1703"/>
                    <a:pt x="8502" y="1822"/>
                  </a:cubicBezTo>
                  <a:cubicBezTo>
                    <a:pt x="7966" y="2323"/>
                    <a:pt x="7335" y="2692"/>
                    <a:pt x="6656" y="2977"/>
                  </a:cubicBezTo>
                  <a:cubicBezTo>
                    <a:pt x="5823" y="3323"/>
                    <a:pt x="4966" y="3608"/>
                    <a:pt x="4085" y="3823"/>
                  </a:cubicBezTo>
                  <a:cubicBezTo>
                    <a:pt x="2930" y="4120"/>
                    <a:pt x="1787" y="4382"/>
                    <a:pt x="691" y="4811"/>
                  </a:cubicBezTo>
                  <a:cubicBezTo>
                    <a:pt x="679" y="4811"/>
                    <a:pt x="656" y="4799"/>
                    <a:pt x="608" y="4799"/>
                  </a:cubicBezTo>
                  <a:cubicBezTo>
                    <a:pt x="691" y="4751"/>
                    <a:pt x="727" y="4716"/>
                    <a:pt x="775" y="4692"/>
                  </a:cubicBezTo>
                  <a:cubicBezTo>
                    <a:pt x="1703" y="4108"/>
                    <a:pt x="2680" y="3727"/>
                    <a:pt x="3704" y="3430"/>
                  </a:cubicBezTo>
                  <a:cubicBezTo>
                    <a:pt x="4870" y="3073"/>
                    <a:pt x="6013" y="2680"/>
                    <a:pt x="7097" y="2144"/>
                  </a:cubicBezTo>
                  <a:cubicBezTo>
                    <a:pt x="7716" y="1846"/>
                    <a:pt x="8276" y="1489"/>
                    <a:pt x="8764" y="1013"/>
                  </a:cubicBezTo>
                  <a:cubicBezTo>
                    <a:pt x="8942" y="834"/>
                    <a:pt x="9109" y="608"/>
                    <a:pt x="9264" y="406"/>
                  </a:cubicBezTo>
                  <a:cubicBezTo>
                    <a:pt x="9335" y="287"/>
                    <a:pt x="9395" y="156"/>
                    <a:pt x="926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0"/>
            <p:cNvSpPr/>
            <p:nvPr/>
          </p:nvSpPr>
          <p:spPr>
            <a:xfrm>
              <a:off x="4424950" y="2471775"/>
              <a:ext cx="215825" cy="307900"/>
            </a:xfrm>
            <a:custGeom>
              <a:avLst/>
              <a:gdLst/>
              <a:ahLst/>
              <a:cxnLst/>
              <a:rect l="l" t="t" r="r" b="b"/>
              <a:pathLst>
                <a:path w="8633" h="12316" extrusionOk="0">
                  <a:moveTo>
                    <a:pt x="8606" y="1"/>
                  </a:moveTo>
                  <a:cubicBezTo>
                    <a:pt x="8571" y="1"/>
                    <a:pt x="8542" y="18"/>
                    <a:pt x="8513" y="28"/>
                  </a:cubicBezTo>
                  <a:cubicBezTo>
                    <a:pt x="6596" y="1242"/>
                    <a:pt x="4882" y="2683"/>
                    <a:pt x="3441" y="4421"/>
                  </a:cubicBezTo>
                  <a:cubicBezTo>
                    <a:pt x="2870" y="5124"/>
                    <a:pt x="2334" y="5850"/>
                    <a:pt x="1882" y="6624"/>
                  </a:cubicBezTo>
                  <a:cubicBezTo>
                    <a:pt x="1679" y="6957"/>
                    <a:pt x="1489" y="7291"/>
                    <a:pt x="1310" y="7636"/>
                  </a:cubicBezTo>
                  <a:cubicBezTo>
                    <a:pt x="1131" y="7993"/>
                    <a:pt x="941" y="8350"/>
                    <a:pt x="786" y="8731"/>
                  </a:cubicBezTo>
                  <a:cubicBezTo>
                    <a:pt x="584" y="9267"/>
                    <a:pt x="393" y="9803"/>
                    <a:pt x="262" y="10362"/>
                  </a:cubicBezTo>
                  <a:cubicBezTo>
                    <a:pt x="143" y="10886"/>
                    <a:pt x="36" y="11386"/>
                    <a:pt x="24" y="11922"/>
                  </a:cubicBezTo>
                  <a:cubicBezTo>
                    <a:pt x="0" y="12053"/>
                    <a:pt x="36" y="12184"/>
                    <a:pt x="36" y="12315"/>
                  </a:cubicBezTo>
                  <a:lnTo>
                    <a:pt x="60" y="12315"/>
                  </a:lnTo>
                  <a:cubicBezTo>
                    <a:pt x="60" y="12315"/>
                    <a:pt x="72" y="12303"/>
                    <a:pt x="72" y="12279"/>
                  </a:cubicBezTo>
                  <a:cubicBezTo>
                    <a:pt x="60" y="11196"/>
                    <a:pt x="358" y="10172"/>
                    <a:pt x="703" y="9172"/>
                  </a:cubicBezTo>
                  <a:cubicBezTo>
                    <a:pt x="869" y="8731"/>
                    <a:pt x="1084" y="8315"/>
                    <a:pt x="1286" y="7874"/>
                  </a:cubicBezTo>
                  <a:cubicBezTo>
                    <a:pt x="1584" y="7243"/>
                    <a:pt x="1941" y="6624"/>
                    <a:pt x="2334" y="6052"/>
                  </a:cubicBezTo>
                  <a:cubicBezTo>
                    <a:pt x="3275" y="4659"/>
                    <a:pt x="4358" y="3421"/>
                    <a:pt x="5608" y="2314"/>
                  </a:cubicBezTo>
                  <a:cubicBezTo>
                    <a:pt x="6442" y="1564"/>
                    <a:pt x="7358" y="909"/>
                    <a:pt x="8263" y="278"/>
                  </a:cubicBezTo>
                  <a:cubicBezTo>
                    <a:pt x="8382" y="183"/>
                    <a:pt x="8513" y="99"/>
                    <a:pt x="8632" y="4"/>
                  </a:cubicBezTo>
                  <a:cubicBezTo>
                    <a:pt x="8623" y="2"/>
                    <a:pt x="8615" y="1"/>
                    <a:pt x="860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0"/>
            <p:cNvSpPr/>
            <p:nvPr/>
          </p:nvSpPr>
          <p:spPr>
            <a:xfrm>
              <a:off x="4548175" y="1770575"/>
              <a:ext cx="62525" cy="339650"/>
            </a:xfrm>
            <a:custGeom>
              <a:avLst/>
              <a:gdLst/>
              <a:ahLst/>
              <a:cxnLst/>
              <a:rect l="l" t="t" r="r" b="b"/>
              <a:pathLst>
                <a:path w="2501" h="13586" extrusionOk="0">
                  <a:moveTo>
                    <a:pt x="12" y="1"/>
                  </a:moveTo>
                  <a:cubicBezTo>
                    <a:pt x="1" y="49"/>
                    <a:pt x="1" y="60"/>
                    <a:pt x="1" y="72"/>
                  </a:cubicBezTo>
                  <a:cubicBezTo>
                    <a:pt x="24" y="132"/>
                    <a:pt x="48" y="203"/>
                    <a:pt x="72" y="263"/>
                  </a:cubicBezTo>
                  <a:cubicBezTo>
                    <a:pt x="858" y="2370"/>
                    <a:pt x="1453" y="4537"/>
                    <a:pt x="1858" y="6752"/>
                  </a:cubicBezTo>
                  <a:cubicBezTo>
                    <a:pt x="2167" y="8478"/>
                    <a:pt x="2382" y="10228"/>
                    <a:pt x="2382" y="11990"/>
                  </a:cubicBezTo>
                  <a:cubicBezTo>
                    <a:pt x="2382" y="12467"/>
                    <a:pt x="2346" y="12931"/>
                    <a:pt x="2334" y="13407"/>
                  </a:cubicBezTo>
                  <a:cubicBezTo>
                    <a:pt x="2334" y="13455"/>
                    <a:pt x="2298" y="13538"/>
                    <a:pt x="2406" y="13586"/>
                  </a:cubicBezTo>
                  <a:cubicBezTo>
                    <a:pt x="2429" y="13503"/>
                    <a:pt x="2441" y="13419"/>
                    <a:pt x="2441" y="13395"/>
                  </a:cubicBezTo>
                  <a:cubicBezTo>
                    <a:pt x="2453" y="12800"/>
                    <a:pt x="2501" y="12217"/>
                    <a:pt x="2489" y="11633"/>
                  </a:cubicBezTo>
                  <a:cubicBezTo>
                    <a:pt x="2453" y="9466"/>
                    <a:pt x="2132" y="7323"/>
                    <a:pt x="1655" y="5204"/>
                  </a:cubicBezTo>
                  <a:cubicBezTo>
                    <a:pt x="1263" y="3513"/>
                    <a:pt x="774" y="1846"/>
                    <a:pt x="120" y="227"/>
                  </a:cubicBezTo>
                  <a:cubicBezTo>
                    <a:pt x="84" y="168"/>
                    <a:pt x="60" y="84"/>
                    <a:pt x="1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0"/>
            <p:cNvSpPr/>
            <p:nvPr/>
          </p:nvSpPr>
          <p:spPr>
            <a:xfrm>
              <a:off x="4110925" y="2379875"/>
              <a:ext cx="358400" cy="98850"/>
            </a:xfrm>
            <a:custGeom>
              <a:avLst/>
              <a:gdLst/>
              <a:ahLst/>
              <a:cxnLst/>
              <a:rect l="l" t="t" r="r" b="b"/>
              <a:pathLst>
                <a:path w="14336" h="3954" extrusionOk="0">
                  <a:moveTo>
                    <a:pt x="3767" y="0"/>
                  </a:moveTo>
                  <a:cubicBezTo>
                    <a:pt x="2701" y="0"/>
                    <a:pt x="1667" y="123"/>
                    <a:pt x="655" y="441"/>
                  </a:cubicBezTo>
                  <a:cubicBezTo>
                    <a:pt x="441" y="501"/>
                    <a:pt x="226" y="596"/>
                    <a:pt x="0" y="692"/>
                  </a:cubicBezTo>
                  <a:cubicBezTo>
                    <a:pt x="0" y="703"/>
                    <a:pt x="0" y="715"/>
                    <a:pt x="24" y="751"/>
                  </a:cubicBezTo>
                  <a:cubicBezTo>
                    <a:pt x="143" y="703"/>
                    <a:pt x="274" y="656"/>
                    <a:pt x="393" y="608"/>
                  </a:cubicBezTo>
                  <a:cubicBezTo>
                    <a:pt x="1238" y="311"/>
                    <a:pt x="2120" y="156"/>
                    <a:pt x="3013" y="108"/>
                  </a:cubicBezTo>
                  <a:cubicBezTo>
                    <a:pt x="3261" y="97"/>
                    <a:pt x="3510" y="91"/>
                    <a:pt x="3759" y="91"/>
                  </a:cubicBezTo>
                  <a:cubicBezTo>
                    <a:pt x="4800" y="91"/>
                    <a:pt x="5847" y="183"/>
                    <a:pt x="6894" y="299"/>
                  </a:cubicBezTo>
                  <a:cubicBezTo>
                    <a:pt x="7930" y="418"/>
                    <a:pt x="8954" y="703"/>
                    <a:pt x="9930" y="1061"/>
                  </a:cubicBezTo>
                  <a:cubicBezTo>
                    <a:pt x="10740" y="1358"/>
                    <a:pt x="11514" y="1715"/>
                    <a:pt x="12228" y="2192"/>
                  </a:cubicBezTo>
                  <a:cubicBezTo>
                    <a:pt x="12919" y="2656"/>
                    <a:pt x="13550" y="3180"/>
                    <a:pt x="14145" y="3751"/>
                  </a:cubicBezTo>
                  <a:cubicBezTo>
                    <a:pt x="14204" y="3811"/>
                    <a:pt x="14240" y="3894"/>
                    <a:pt x="14312" y="3954"/>
                  </a:cubicBezTo>
                  <a:lnTo>
                    <a:pt x="14335" y="3918"/>
                  </a:lnTo>
                  <a:cubicBezTo>
                    <a:pt x="14264" y="3847"/>
                    <a:pt x="14204" y="3740"/>
                    <a:pt x="14133" y="3668"/>
                  </a:cubicBezTo>
                  <a:cubicBezTo>
                    <a:pt x="13907" y="3442"/>
                    <a:pt x="13681" y="3228"/>
                    <a:pt x="13442" y="3025"/>
                  </a:cubicBezTo>
                  <a:cubicBezTo>
                    <a:pt x="12585" y="2287"/>
                    <a:pt x="11645" y="1692"/>
                    <a:pt x="10585" y="1251"/>
                  </a:cubicBezTo>
                  <a:cubicBezTo>
                    <a:pt x="10097" y="1049"/>
                    <a:pt x="9609" y="858"/>
                    <a:pt x="9085" y="703"/>
                  </a:cubicBezTo>
                  <a:cubicBezTo>
                    <a:pt x="8668" y="584"/>
                    <a:pt x="8239" y="441"/>
                    <a:pt x="7799" y="358"/>
                  </a:cubicBezTo>
                  <a:cubicBezTo>
                    <a:pt x="6525" y="144"/>
                    <a:pt x="5227" y="25"/>
                    <a:pt x="3917" y="1"/>
                  </a:cubicBezTo>
                  <a:cubicBezTo>
                    <a:pt x="3867" y="0"/>
                    <a:pt x="3817" y="0"/>
                    <a:pt x="3767"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0"/>
            <p:cNvSpPr/>
            <p:nvPr/>
          </p:nvSpPr>
          <p:spPr>
            <a:xfrm>
              <a:off x="4772900" y="2155150"/>
              <a:ext cx="221475" cy="88725"/>
            </a:xfrm>
            <a:custGeom>
              <a:avLst/>
              <a:gdLst/>
              <a:ahLst/>
              <a:cxnLst/>
              <a:rect l="l" t="t" r="r" b="b"/>
              <a:pathLst>
                <a:path w="8859" h="3549" extrusionOk="0">
                  <a:moveTo>
                    <a:pt x="8799" y="1"/>
                  </a:moveTo>
                  <a:cubicBezTo>
                    <a:pt x="8597" y="346"/>
                    <a:pt x="8383" y="656"/>
                    <a:pt x="8073" y="894"/>
                  </a:cubicBezTo>
                  <a:cubicBezTo>
                    <a:pt x="7728" y="1156"/>
                    <a:pt x="7371" y="1394"/>
                    <a:pt x="7014" y="1608"/>
                  </a:cubicBezTo>
                  <a:cubicBezTo>
                    <a:pt x="5704" y="2406"/>
                    <a:pt x="4287" y="2942"/>
                    <a:pt x="2799" y="3275"/>
                  </a:cubicBezTo>
                  <a:cubicBezTo>
                    <a:pt x="2156" y="3430"/>
                    <a:pt x="1501" y="3477"/>
                    <a:pt x="846" y="3477"/>
                  </a:cubicBezTo>
                  <a:cubicBezTo>
                    <a:pt x="572" y="3477"/>
                    <a:pt x="286" y="3489"/>
                    <a:pt x="1" y="3489"/>
                  </a:cubicBezTo>
                  <a:cubicBezTo>
                    <a:pt x="72" y="3537"/>
                    <a:pt x="167" y="3549"/>
                    <a:pt x="239" y="3549"/>
                  </a:cubicBezTo>
                  <a:cubicBezTo>
                    <a:pt x="632" y="3549"/>
                    <a:pt x="1001" y="3549"/>
                    <a:pt x="1370" y="3537"/>
                  </a:cubicBezTo>
                  <a:cubicBezTo>
                    <a:pt x="1680" y="3513"/>
                    <a:pt x="2025" y="3501"/>
                    <a:pt x="2334" y="3442"/>
                  </a:cubicBezTo>
                  <a:cubicBezTo>
                    <a:pt x="4275" y="3084"/>
                    <a:pt x="6061" y="2370"/>
                    <a:pt x="7692" y="1299"/>
                  </a:cubicBezTo>
                  <a:cubicBezTo>
                    <a:pt x="8145" y="1001"/>
                    <a:pt x="8502" y="632"/>
                    <a:pt x="8788" y="179"/>
                  </a:cubicBezTo>
                  <a:cubicBezTo>
                    <a:pt x="8811" y="144"/>
                    <a:pt x="8823" y="84"/>
                    <a:pt x="8859" y="25"/>
                  </a:cubicBezTo>
                  <a:cubicBezTo>
                    <a:pt x="8847" y="1"/>
                    <a:pt x="8823" y="1"/>
                    <a:pt x="879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0"/>
            <p:cNvSpPr/>
            <p:nvPr/>
          </p:nvSpPr>
          <p:spPr>
            <a:xfrm>
              <a:off x="4290100" y="2673975"/>
              <a:ext cx="107200" cy="217600"/>
            </a:xfrm>
            <a:custGeom>
              <a:avLst/>
              <a:gdLst/>
              <a:ahLst/>
              <a:cxnLst/>
              <a:rect l="l" t="t" r="r" b="b"/>
              <a:pathLst>
                <a:path w="4288" h="8704" extrusionOk="0">
                  <a:moveTo>
                    <a:pt x="25" y="0"/>
                  </a:moveTo>
                  <a:cubicBezTo>
                    <a:pt x="25" y="0"/>
                    <a:pt x="13" y="0"/>
                    <a:pt x="1" y="12"/>
                  </a:cubicBezTo>
                  <a:cubicBezTo>
                    <a:pt x="1" y="60"/>
                    <a:pt x="13" y="84"/>
                    <a:pt x="25" y="131"/>
                  </a:cubicBezTo>
                  <a:cubicBezTo>
                    <a:pt x="191" y="584"/>
                    <a:pt x="334" y="1036"/>
                    <a:pt x="501" y="1489"/>
                  </a:cubicBezTo>
                  <a:cubicBezTo>
                    <a:pt x="1168" y="3382"/>
                    <a:pt x="1965" y="5227"/>
                    <a:pt x="2989" y="6954"/>
                  </a:cubicBezTo>
                  <a:cubicBezTo>
                    <a:pt x="3299" y="7466"/>
                    <a:pt x="3668" y="7966"/>
                    <a:pt x="4013" y="8466"/>
                  </a:cubicBezTo>
                  <a:cubicBezTo>
                    <a:pt x="4085" y="8561"/>
                    <a:pt x="4180" y="8632"/>
                    <a:pt x="4251" y="8704"/>
                  </a:cubicBezTo>
                  <a:cubicBezTo>
                    <a:pt x="4251" y="8692"/>
                    <a:pt x="4263" y="8692"/>
                    <a:pt x="4287" y="8680"/>
                  </a:cubicBezTo>
                  <a:cubicBezTo>
                    <a:pt x="4263" y="8656"/>
                    <a:pt x="4251" y="8632"/>
                    <a:pt x="4239" y="8620"/>
                  </a:cubicBezTo>
                  <a:cubicBezTo>
                    <a:pt x="4013" y="8323"/>
                    <a:pt x="3775" y="8025"/>
                    <a:pt x="3573" y="7704"/>
                  </a:cubicBezTo>
                  <a:cubicBezTo>
                    <a:pt x="2715" y="6418"/>
                    <a:pt x="2025" y="5013"/>
                    <a:pt x="1430" y="3584"/>
                  </a:cubicBezTo>
                  <a:cubicBezTo>
                    <a:pt x="965" y="2453"/>
                    <a:pt x="548" y="1310"/>
                    <a:pt x="96" y="179"/>
                  </a:cubicBezTo>
                  <a:cubicBezTo>
                    <a:pt x="84" y="119"/>
                    <a:pt x="60" y="60"/>
                    <a:pt x="2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0"/>
            <p:cNvSpPr/>
            <p:nvPr/>
          </p:nvSpPr>
          <p:spPr>
            <a:xfrm>
              <a:off x="4768450" y="1718500"/>
              <a:ext cx="82175" cy="219400"/>
            </a:xfrm>
            <a:custGeom>
              <a:avLst/>
              <a:gdLst/>
              <a:ahLst/>
              <a:cxnLst/>
              <a:rect l="l" t="t" r="r" b="b"/>
              <a:pathLst>
                <a:path w="3287" h="8776" extrusionOk="0">
                  <a:moveTo>
                    <a:pt x="3286" y="0"/>
                  </a:moveTo>
                  <a:lnTo>
                    <a:pt x="3286" y="0"/>
                  </a:lnTo>
                  <a:cubicBezTo>
                    <a:pt x="3012" y="584"/>
                    <a:pt x="2715" y="1143"/>
                    <a:pt x="2477" y="1703"/>
                  </a:cubicBezTo>
                  <a:cubicBezTo>
                    <a:pt x="2000" y="2822"/>
                    <a:pt x="1488" y="3929"/>
                    <a:pt x="1131" y="5084"/>
                  </a:cubicBezTo>
                  <a:cubicBezTo>
                    <a:pt x="965" y="5608"/>
                    <a:pt x="774" y="6132"/>
                    <a:pt x="607" y="6668"/>
                  </a:cubicBezTo>
                  <a:cubicBezTo>
                    <a:pt x="417" y="7275"/>
                    <a:pt x="238" y="7882"/>
                    <a:pt x="60" y="8489"/>
                  </a:cubicBezTo>
                  <a:cubicBezTo>
                    <a:pt x="36" y="8585"/>
                    <a:pt x="12" y="8668"/>
                    <a:pt x="0" y="8763"/>
                  </a:cubicBezTo>
                  <a:cubicBezTo>
                    <a:pt x="12" y="8763"/>
                    <a:pt x="36" y="8775"/>
                    <a:pt x="48" y="8775"/>
                  </a:cubicBezTo>
                  <a:cubicBezTo>
                    <a:pt x="95" y="8692"/>
                    <a:pt x="143" y="8597"/>
                    <a:pt x="179" y="8501"/>
                  </a:cubicBezTo>
                  <a:cubicBezTo>
                    <a:pt x="262" y="8228"/>
                    <a:pt x="345" y="7942"/>
                    <a:pt x="417" y="7680"/>
                  </a:cubicBezTo>
                  <a:cubicBezTo>
                    <a:pt x="536" y="7263"/>
                    <a:pt x="643" y="6858"/>
                    <a:pt x="774" y="6442"/>
                  </a:cubicBezTo>
                  <a:cubicBezTo>
                    <a:pt x="893" y="6061"/>
                    <a:pt x="1024" y="5680"/>
                    <a:pt x="1155" y="5299"/>
                  </a:cubicBezTo>
                  <a:cubicBezTo>
                    <a:pt x="1334" y="4751"/>
                    <a:pt x="1524" y="4179"/>
                    <a:pt x="1738" y="3632"/>
                  </a:cubicBezTo>
                  <a:cubicBezTo>
                    <a:pt x="2119" y="2703"/>
                    <a:pt x="2536" y="1786"/>
                    <a:pt x="2917" y="858"/>
                  </a:cubicBezTo>
                  <a:cubicBezTo>
                    <a:pt x="3048" y="584"/>
                    <a:pt x="3167" y="286"/>
                    <a:pt x="328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p:cNvSpPr/>
            <p:nvPr/>
          </p:nvSpPr>
          <p:spPr>
            <a:xfrm>
              <a:off x="4500250" y="2818625"/>
              <a:ext cx="197075" cy="53600"/>
            </a:xfrm>
            <a:custGeom>
              <a:avLst/>
              <a:gdLst/>
              <a:ahLst/>
              <a:cxnLst/>
              <a:rect l="l" t="t" r="r" b="b"/>
              <a:pathLst>
                <a:path w="7883" h="2144" extrusionOk="0">
                  <a:moveTo>
                    <a:pt x="7859" y="1"/>
                  </a:moveTo>
                  <a:cubicBezTo>
                    <a:pt x="7763" y="13"/>
                    <a:pt x="7656" y="25"/>
                    <a:pt x="7573" y="48"/>
                  </a:cubicBezTo>
                  <a:cubicBezTo>
                    <a:pt x="5585" y="358"/>
                    <a:pt x="3596" y="810"/>
                    <a:pt x="1679" y="1453"/>
                  </a:cubicBezTo>
                  <a:cubicBezTo>
                    <a:pt x="1191" y="1620"/>
                    <a:pt x="715" y="1787"/>
                    <a:pt x="227" y="1965"/>
                  </a:cubicBezTo>
                  <a:cubicBezTo>
                    <a:pt x="143" y="2001"/>
                    <a:pt x="72" y="2037"/>
                    <a:pt x="1" y="2072"/>
                  </a:cubicBezTo>
                  <a:cubicBezTo>
                    <a:pt x="13" y="2096"/>
                    <a:pt x="13" y="2108"/>
                    <a:pt x="24" y="2144"/>
                  </a:cubicBezTo>
                  <a:cubicBezTo>
                    <a:pt x="2572" y="1156"/>
                    <a:pt x="5204" y="489"/>
                    <a:pt x="7883" y="48"/>
                  </a:cubicBezTo>
                  <a:cubicBezTo>
                    <a:pt x="7871" y="36"/>
                    <a:pt x="7871" y="13"/>
                    <a:pt x="785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p:cNvSpPr/>
            <p:nvPr/>
          </p:nvSpPr>
          <p:spPr>
            <a:xfrm>
              <a:off x="4091575" y="2390475"/>
              <a:ext cx="193500" cy="27525"/>
            </a:xfrm>
            <a:custGeom>
              <a:avLst/>
              <a:gdLst/>
              <a:ahLst/>
              <a:cxnLst/>
              <a:rect l="l" t="t" r="r" b="b"/>
              <a:pathLst>
                <a:path w="7740" h="1101" extrusionOk="0">
                  <a:moveTo>
                    <a:pt x="5766" y="0"/>
                  </a:moveTo>
                  <a:cubicBezTo>
                    <a:pt x="5063" y="0"/>
                    <a:pt x="4360" y="80"/>
                    <a:pt x="3667" y="232"/>
                  </a:cubicBezTo>
                  <a:cubicBezTo>
                    <a:pt x="3155" y="351"/>
                    <a:pt x="2667" y="494"/>
                    <a:pt x="2167" y="613"/>
                  </a:cubicBezTo>
                  <a:cubicBezTo>
                    <a:pt x="1453" y="791"/>
                    <a:pt x="739" y="982"/>
                    <a:pt x="0" y="1089"/>
                  </a:cubicBezTo>
                  <a:cubicBezTo>
                    <a:pt x="48" y="1089"/>
                    <a:pt x="84" y="1101"/>
                    <a:pt x="96" y="1101"/>
                  </a:cubicBezTo>
                  <a:cubicBezTo>
                    <a:pt x="393" y="1053"/>
                    <a:pt x="703" y="1041"/>
                    <a:pt x="1000" y="958"/>
                  </a:cubicBezTo>
                  <a:cubicBezTo>
                    <a:pt x="1810" y="779"/>
                    <a:pt x="2608" y="577"/>
                    <a:pt x="3417" y="387"/>
                  </a:cubicBezTo>
                  <a:cubicBezTo>
                    <a:pt x="4215" y="194"/>
                    <a:pt x="5012" y="78"/>
                    <a:pt x="5819" y="78"/>
                  </a:cubicBezTo>
                  <a:cubicBezTo>
                    <a:pt x="6109" y="78"/>
                    <a:pt x="6399" y="93"/>
                    <a:pt x="6692" y="125"/>
                  </a:cubicBezTo>
                  <a:cubicBezTo>
                    <a:pt x="7049" y="160"/>
                    <a:pt x="7382" y="172"/>
                    <a:pt x="7739" y="208"/>
                  </a:cubicBezTo>
                  <a:cubicBezTo>
                    <a:pt x="7692" y="172"/>
                    <a:pt x="7656" y="148"/>
                    <a:pt x="7608" y="148"/>
                  </a:cubicBezTo>
                  <a:cubicBezTo>
                    <a:pt x="7394" y="113"/>
                    <a:pt x="7180" y="101"/>
                    <a:pt x="6954" y="77"/>
                  </a:cubicBezTo>
                  <a:cubicBezTo>
                    <a:pt x="6559" y="26"/>
                    <a:pt x="6162" y="0"/>
                    <a:pt x="576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p:cNvSpPr/>
            <p:nvPr/>
          </p:nvSpPr>
          <p:spPr>
            <a:xfrm>
              <a:off x="4460075" y="2501025"/>
              <a:ext cx="125325" cy="145875"/>
            </a:xfrm>
            <a:custGeom>
              <a:avLst/>
              <a:gdLst/>
              <a:ahLst/>
              <a:cxnLst/>
              <a:rect l="l" t="t" r="r" b="b"/>
              <a:pathLst>
                <a:path w="5013" h="5835" extrusionOk="0">
                  <a:moveTo>
                    <a:pt x="4965" y="1"/>
                  </a:moveTo>
                  <a:cubicBezTo>
                    <a:pt x="4953" y="13"/>
                    <a:pt x="4941" y="13"/>
                    <a:pt x="4929" y="25"/>
                  </a:cubicBezTo>
                  <a:cubicBezTo>
                    <a:pt x="3929" y="799"/>
                    <a:pt x="2989" y="1632"/>
                    <a:pt x="2155" y="2596"/>
                  </a:cubicBezTo>
                  <a:cubicBezTo>
                    <a:pt x="1560" y="3299"/>
                    <a:pt x="1024" y="4025"/>
                    <a:pt x="548" y="4799"/>
                  </a:cubicBezTo>
                  <a:cubicBezTo>
                    <a:pt x="346" y="5120"/>
                    <a:pt x="179" y="5478"/>
                    <a:pt x="0" y="5799"/>
                  </a:cubicBezTo>
                  <a:cubicBezTo>
                    <a:pt x="12" y="5811"/>
                    <a:pt x="24" y="5811"/>
                    <a:pt x="48" y="5835"/>
                  </a:cubicBezTo>
                  <a:cubicBezTo>
                    <a:pt x="1262" y="3525"/>
                    <a:pt x="2965" y="1620"/>
                    <a:pt x="5013" y="25"/>
                  </a:cubicBezTo>
                  <a:cubicBezTo>
                    <a:pt x="5001" y="13"/>
                    <a:pt x="4989" y="1"/>
                    <a:pt x="496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p:cNvSpPr/>
            <p:nvPr/>
          </p:nvSpPr>
          <p:spPr>
            <a:xfrm>
              <a:off x="4577950" y="1839650"/>
              <a:ext cx="32450" cy="154200"/>
            </a:xfrm>
            <a:custGeom>
              <a:avLst/>
              <a:gdLst/>
              <a:ahLst/>
              <a:cxnLst/>
              <a:rect l="l" t="t" r="r" b="b"/>
              <a:pathLst>
                <a:path w="1298" h="6168" extrusionOk="0">
                  <a:moveTo>
                    <a:pt x="0" y="0"/>
                  </a:moveTo>
                  <a:lnTo>
                    <a:pt x="0" y="0"/>
                  </a:lnTo>
                  <a:cubicBezTo>
                    <a:pt x="643" y="2048"/>
                    <a:pt x="1060" y="4084"/>
                    <a:pt x="1286" y="6168"/>
                  </a:cubicBezTo>
                  <a:cubicBezTo>
                    <a:pt x="1298" y="4786"/>
                    <a:pt x="417" y="572"/>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p:cNvSpPr/>
            <p:nvPr/>
          </p:nvSpPr>
          <p:spPr>
            <a:xfrm>
              <a:off x="4316000" y="2727850"/>
              <a:ext cx="48550" cy="105975"/>
            </a:xfrm>
            <a:custGeom>
              <a:avLst/>
              <a:gdLst/>
              <a:ahLst/>
              <a:cxnLst/>
              <a:rect l="l" t="t" r="r" b="b"/>
              <a:pathLst>
                <a:path w="1942" h="4239" extrusionOk="0">
                  <a:moveTo>
                    <a:pt x="1" y="0"/>
                  </a:moveTo>
                  <a:lnTo>
                    <a:pt x="1" y="0"/>
                  </a:lnTo>
                  <a:cubicBezTo>
                    <a:pt x="536" y="1465"/>
                    <a:pt x="1167" y="2894"/>
                    <a:pt x="1941" y="4239"/>
                  </a:cubicBezTo>
                  <a:cubicBezTo>
                    <a:pt x="1298" y="2834"/>
                    <a:pt x="644" y="1417"/>
                    <a:pt x="1"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p:cNvSpPr/>
            <p:nvPr/>
          </p:nvSpPr>
          <p:spPr>
            <a:xfrm>
              <a:off x="4557100" y="2818075"/>
              <a:ext cx="108075" cy="29450"/>
            </a:xfrm>
            <a:custGeom>
              <a:avLst/>
              <a:gdLst/>
              <a:ahLst/>
              <a:cxnLst/>
              <a:rect l="l" t="t" r="r" b="b"/>
              <a:pathLst>
                <a:path w="4323" h="1178" extrusionOk="0">
                  <a:moveTo>
                    <a:pt x="4307" y="1"/>
                  </a:moveTo>
                  <a:cubicBezTo>
                    <a:pt x="4304" y="1"/>
                    <a:pt x="4304" y="5"/>
                    <a:pt x="4308" y="11"/>
                  </a:cubicBezTo>
                  <a:lnTo>
                    <a:pt x="4308" y="11"/>
                  </a:lnTo>
                  <a:cubicBezTo>
                    <a:pt x="4313" y="11"/>
                    <a:pt x="4318" y="11"/>
                    <a:pt x="4323" y="11"/>
                  </a:cubicBezTo>
                  <a:cubicBezTo>
                    <a:pt x="4315" y="3"/>
                    <a:pt x="4310" y="1"/>
                    <a:pt x="4307" y="1"/>
                  </a:cubicBezTo>
                  <a:close/>
                  <a:moveTo>
                    <a:pt x="4308" y="11"/>
                  </a:moveTo>
                  <a:lnTo>
                    <a:pt x="4308" y="11"/>
                  </a:lnTo>
                  <a:cubicBezTo>
                    <a:pt x="4267" y="11"/>
                    <a:pt x="4236" y="12"/>
                    <a:pt x="4204" y="23"/>
                  </a:cubicBezTo>
                  <a:cubicBezTo>
                    <a:pt x="3275" y="225"/>
                    <a:pt x="2334" y="428"/>
                    <a:pt x="1418" y="666"/>
                  </a:cubicBezTo>
                  <a:cubicBezTo>
                    <a:pt x="989" y="761"/>
                    <a:pt x="584" y="928"/>
                    <a:pt x="179" y="1059"/>
                  </a:cubicBezTo>
                  <a:cubicBezTo>
                    <a:pt x="108" y="1082"/>
                    <a:pt x="60" y="1118"/>
                    <a:pt x="1" y="1154"/>
                  </a:cubicBezTo>
                  <a:cubicBezTo>
                    <a:pt x="1" y="1154"/>
                    <a:pt x="13" y="1166"/>
                    <a:pt x="13" y="1178"/>
                  </a:cubicBezTo>
                  <a:cubicBezTo>
                    <a:pt x="1418" y="654"/>
                    <a:pt x="2870" y="356"/>
                    <a:pt x="4323" y="23"/>
                  </a:cubicBezTo>
                  <a:cubicBezTo>
                    <a:pt x="4316" y="19"/>
                    <a:pt x="4311" y="15"/>
                    <a:pt x="4308" y="1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0"/>
            <p:cNvSpPr/>
            <p:nvPr/>
          </p:nvSpPr>
          <p:spPr>
            <a:xfrm>
              <a:off x="4800000" y="1770575"/>
              <a:ext cx="35450" cy="85475"/>
            </a:xfrm>
            <a:custGeom>
              <a:avLst/>
              <a:gdLst/>
              <a:ahLst/>
              <a:cxnLst/>
              <a:rect l="l" t="t" r="r" b="b"/>
              <a:pathLst>
                <a:path w="1418" h="3419" extrusionOk="0">
                  <a:moveTo>
                    <a:pt x="1417" y="1"/>
                  </a:moveTo>
                  <a:lnTo>
                    <a:pt x="1417" y="1"/>
                  </a:lnTo>
                  <a:cubicBezTo>
                    <a:pt x="1322" y="168"/>
                    <a:pt x="1227" y="299"/>
                    <a:pt x="1167" y="465"/>
                  </a:cubicBezTo>
                  <a:cubicBezTo>
                    <a:pt x="786" y="1382"/>
                    <a:pt x="405" y="2323"/>
                    <a:pt x="36" y="3239"/>
                  </a:cubicBezTo>
                  <a:cubicBezTo>
                    <a:pt x="12" y="3299"/>
                    <a:pt x="12" y="3358"/>
                    <a:pt x="0" y="3418"/>
                  </a:cubicBezTo>
                  <a:lnTo>
                    <a:pt x="36" y="3418"/>
                  </a:lnTo>
                  <a:cubicBezTo>
                    <a:pt x="488" y="2275"/>
                    <a:pt x="953" y="1144"/>
                    <a:pt x="141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53" name="Google Shape;453;p40"/>
          <p:cNvPicPr preferRelativeResize="0"/>
          <p:nvPr/>
        </p:nvPicPr>
        <p:blipFill rotWithShape="1">
          <a:blip r:embed="rId6">
            <a:alphaModFix/>
          </a:blip>
          <a:srcRect l="3061" t="37780" r="11424" b="34639"/>
          <a:stretch/>
        </p:blipFill>
        <p:spPr>
          <a:xfrm>
            <a:off x="1460300" y="441100"/>
            <a:ext cx="3200635" cy="580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1"/>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lvl="0"/>
            <a:r>
              <a:rPr lang="es-MX" dirty="0"/>
              <a:t>Preguntas de investigación</a:t>
            </a:r>
            <a:endParaRPr dirty="0"/>
          </a:p>
        </p:txBody>
      </p:sp>
      <p:sp>
        <p:nvSpPr>
          <p:cNvPr id="460" name="Google Shape;460;p41"/>
          <p:cNvSpPr txBox="1"/>
          <p:nvPr/>
        </p:nvSpPr>
        <p:spPr>
          <a:xfrm>
            <a:off x="713225" y="1160786"/>
            <a:ext cx="7717500" cy="2680338"/>
          </a:xfrm>
          <a:prstGeom prst="rect">
            <a:avLst/>
          </a:prstGeom>
          <a:noFill/>
          <a:ln>
            <a:noFill/>
          </a:ln>
        </p:spPr>
        <p:txBody>
          <a:bodyPr spcFirstLastPara="1" wrap="square" lIns="91425" tIns="91425" rIns="0" bIns="91425" anchor="t" anchorCtr="0">
            <a:noAutofit/>
          </a:bodyPr>
          <a:lstStyle/>
          <a:p>
            <a:pPr marL="171450" lvl="0" indent="-171450" algn="ctr" rtl="0">
              <a:spcBef>
                <a:spcPts val="0"/>
              </a:spcBef>
              <a:spcAft>
                <a:spcPts val="0"/>
              </a:spcAft>
              <a:buFont typeface="Arial" panose="020B0604020202020204" pitchFamily="34" charset="0"/>
              <a:buChar char="•"/>
            </a:pPr>
            <a:endParaRPr lang="en" sz="1600" b="1" dirty="0">
              <a:solidFill>
                <a:schemeClr val="dk1"/>
              </a:solidFill>
              <a:latin typeface="Catamaran"/>
              <a:ea typeface="Catamaran"/>
              <a:cs typeface="Catamaran"/>
              <a:sym typeface="Catamaran"/>
            </a:endParaRPr>
          </a:p>
          <a:p>
            <a:pPr marL="171450" lvl="0" indent="-171450" algn="ctr" rtl="0">
              <a:spcBef>
                <a:spcPts val="0"/>
              </a:spcBef>
              <a:spcAft>
                <a:spcPts val="0"/>
              </a:spcAft>
              <a:buFont typeface="Arial" panose="020B0604020202020204" pitchFamily="34" charset="0"/>
              <a:buChar char="•"/>
            </a:pPr>
            <a:endParaRPr lang="en" sz="1600" b="1" dirty="0">
              <a:solidFill>
                <a:schemeClr val="dk1"/>
              </a:solidFill>
              <a:latin typeface="Catamaran"/>
              <a:ea typeface="Catamaran"/>
              <a:cs typeface="Catamaran"/>
              <a:sym typeface="Catamaran"/>
            </a:endParaRPr>
          </a:p>
          <a:p>
            <a:pPr marL="171450" lvl="0" indent="-171450" algn="ctr" rtl="0">
              <a:spcBef>
                <a:spcPts val="0"/>
              </a:spcBef>
              <a:spcAft>
                <a:spcPts val="0"/>
              </a:spcAft>
              <a:buFont typeface="Arial" panose="020B0604020202020204" pitchFamily="34" charset="0"/>
              <a:buChar char="•"/>
            </a:pPr>
            <a:r>
              <a:rPr lang="es-MX" sz="1600" b="1" dirty="0">
                <a:solidFill>
                  <a:schemeClr val="dk1"/>
                </a:solidFill>
                <a:latin typeface="Catamaran"/>
                <a:ea typeface="Catamaran"/>
                <a:cs typeface="Catamaran"/>
                <a:sym typeface="Catamaran"/>
              </a:rPr>
              <a:t>¿Qué combinación de métricas de similitud y ponderaciones entre variables produce los emparejamientos más coherentes entre usuarios, considerando sus preferencias, actividades y lenguaje natural? </a:t>
            </a:r>
          </a:p>
          <a:p>
            <a:pPr lvl="0" algn="ctr" rtl="0">
              <a:spcBef>
                <a:spcPts val="0"/>
              </a:spcBef>
              <a:spcAft>
                <a:spcPts val="0"/>
              </a:spcAft>
            </a:pPr>
            <a:endParaRPr lang="es-MX" sz="1600" b="1" dirty="0">
              <a:solidFill>
                <a:schemeClr val="dk1"/>
              </a:solidFill>
              <a:latin typeface="Catamaran"/>
              <a:ea typeface="Catamaran"/>
              <a:cs typeface="Catamaran"/>
              <a:sym typeface="Catamaran"/>
            </a:endParaRPr>
          </a:p>
          <a:p>
            <a:pPr marL="171450" lvl="0" indent="-171450" algn="ctr" rtl="0">
              <a:spcBef>
                <a:spcPts val="0"/>
              </a:spcBef>
              <a:spcAft>
                <a:spcPts val="0"/>
              </a:spcAft>
              <a:buFont typeface="Arial" panose="020B0604020202020204" pitchFamily="34" charset="0"/>
              <a:buChar char="•"/>
            </a:pPr>
            <a:r>
              <a:rPr lang="es-MX" sz="1600" b="1" dirty="0">
                <a:solidFill>
                  <a:schemeClr val="dk1"/>
                </a:solidFill>
                <a:latin typeface="Catamaran"/>
                <a:ea typeface="Catamaran"/>
                <a:cs typeface="Catamaran"/>
                <a:sym typeface="Catamaran"/>
              </a:rPr>
              <a:t>¿Qué patrones, temas o tonos predominan en los mensajes escritos por los participantes, y qué pueden revelar sobre las motivaciones y expectativas al participar en el formulario? </a:t>
            </a:r>
          </a:p>
          <a:p>
            <a:pPr marL="0" lvl="0" indent="0" algn="ctr" rtl="0">
              <a:spcBef>
                <a:spcPts val="0"/>
              </a:spcBef>
              <a:spcAft>
                <a:spcPts val="0"/>
              </a:spcAft>
              <a:buNone/>
            </a:pPr>
            <a:endParaRPr sz="1600" b="1" dirty="0">
              <a:solidFill>
                <a:schemeClr val="dk1"/>
              </a:solidFill>
              <a:latin typeface="Catamaran"/>
              <a:ea typeface="Catamaran"/>
              <a:cs typeface="Catamaran"/>
              <a:sym typeface="Catamaran"/>
            </a:endParaRPr>
          </a:p>
        </p:txBody>
      </p:sp>
      <p:pic>
        <p:nvPicPr>
          <p:cNvPr id="463" name="Google Shape;463;p41"/>
          <p:cNvPicPr preferRelativeResize="0"/>
          <p:nvPr/>
        </p:nvPicPr>
        <p:blipFill rotWithShape="1">
          <a:blip r:embed="rId3">
            <a:alphaModFix/>
          </a:blip>
          <a:srcRect l="45691" t="12052" r="18787" b="20159"/>
          <a:stretch/>
        </p:blipFill>
        <p:spPr>
          <a:xfrm>
            <a:off x="335800" y="187063"/>
            <a:ext cx="1149350" cy="1233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2"/>
          <p:cNvSpPr txBox="1">
            <a:spLocks noGrp="1"/>
          </p:cNvSpPr>
          <p:nvPr>
            <p:ph type="body" idx="1"/>
          </p:nvPr>
        </p:nvSpPr>
        <p:spPr>
          <a:xfrm>
            <a:off x="713225" y="1281501"/>
            <a:ext cx="7717500" cy="3086567"/>
          </a:xfrm>
          <a:prstGeom prst="rect">
            <a:avLst/>
          </a:prstGeom>
        </p:spPr>
        <p:txBody>
          <a:bodyPr spcFirstLastPara="1" wrap="square" lIns="91425" tIns="91425" rIns="91425" bIns="91425" anchor="t" anchorCtr="0">
            <a:noAutofit/>
          </a:bodyPr>
          <a:lstStyle/>
          <a:p>
            <a:pPr marL="171450" indent="-171450" algn="just"/>
            <a:r>
              <a:rPr lang="es-MX" dirty="0"/>
              <a:t>Preprocesar y limpiar el conjunto de datos, asegurando una única respuesta por participante</a:t>
            </a:r>
          </a:p>
          <a:p>
            <a:pPr marL="171450" indent="-171450" algn="just"/>
            <a:endParaRPr lang="es-MX" dirty="0"/>
          </a:p>
          <a:p>
            <a:pPr marL="171450" indent="-171450" algn="just"/>
            <a:r>
              <a:rPr lang="es-MX" dirty="0"/>
              <a:t>Calcular la similitud entre usuarios para cada pregunta del formulario, utilizando la métrica más adecuada según el tipo de variable </a:t>
            </a:r>
          </a:p>
          <a:p>
            <a:pPr marL="171450" indent="-171450" algn="just"/>
            <a:endParaRPr lang="es-MX" dirty="0"/>
          </a:p>
          <a:p>
            <a:pPr marL="171450" indent="-171450" algn="just"/>
            <a:r>
              <a:rPr lang="es-MX" dirty="0"/>
              <a:t>Integrar las distintas matrices de similitud en una sola matriz global mediante la asignación de pesos diferenciados a cada pregunta</a:t>
            </a:r>
          </a:p>
          <a:p>
            <a:pPr marL="171450" indent="-171450" algn="just"/>
            <a:endParaRPr lang="es-MX" dirty="0"/>
          </a:p>
          <a:p>
            <a:pPr marL="171450" indent="-171450" algn="just"/>
            <a:r>
              <a:rPr lang="es-MX" dirty="0"/>
              <a:t>Implementar una estrategia de emparejamiento basada en la minimización de la distancia total ponderada entre usuarios, utilizando variantes del algoritmo de Gale-Shapley</a:t>
            </a:r>
          </a:p>
          <a:p>
            <a:pPr marL="171450" indent="-171450" algn="just"/>
            <a:endParaRPr lang="es-MX" dirty="0"/>
          </a:p>
          <a:p>
            <a:pPr marL="171450" indent="-171450" algn="just"/>
            <a:r>
              <a:rPr lang="es-MX" dirty="0"/>
              <a:t>Analizar de forma exploratoria el texto libre, identificando patrones temáticos, tonos y características lingüísticas recurrentes entre los participantes</a:t>
            </a:r>
          </a:p>
        </p:txBody>
      </p:sp>
      <p:sp>
        <p:nvSpPr>
          <p:cNvPr id="474" name="Google Shape;474;p42"/>
          <p:cNvSpPr txBox="1">
            <a:spLocks noGrp="1"/>
          </p:cNvSpPr>
          <p:nvPr>
            <p:ph type="title"/>
          </p:nvPr>
        </p:nvSpPr>
        <p:spPr>
          <a:xfrm>
            <a:off x="713225" y="441475"/>
            <a:ext cx="7717500" cy="788050"/>
          </a:xfrm>
          <a:prstGeom prst="rect">
            <a:avLst/>
          </a:prstGeom>
        </p:spPr>
        <p:txBody>
          <a:bodyPr spcFirstLastPara="1" wrap="square" lIns="91425" tIns="91425" rIns="91425" bIns="91425" anchor="t" anchorCtr="0">
            <a:noAutofit/>
          </a:bodyPr>
          <a:lstStyle/>
          <a:p>
            <a:pPr lvl="0"/>
            <a:r>
              <a:rPr lang="es-MX" dirty="0"/>
              <a:t>Objetivos</a:t>
            </a:r>
            <a:endParaRPr dirty="0"/>
          </a:p>
        </p:txBody>
      </p:sp>
      <p:pic>
        <p:nvPicPr>
          <p:cNvPr id="475" name="Google Shape;475;p42"/>
          <p:cNvPicPr preferRelativeResize="0"/>
          <p:nvPr/>
        </p:nvPicPr>
        <p:blipFill rotWithShape="1">
          <a:blip r:embed="rId3">
            <a:alphaModFix amt="84000"/>
          </a:blip>
          <a:srcRect l="50645" t="40792" r="22239" b="48411"/>
          <a:stretch/>
        </p:blipFill>
        <p:spPr>
          <a:xfrm flipH="1">
            <a:off x="7324027" y="1229525"/>
            <a:ext cx="2446373" cy="547925"/>
          </a:xfrm>
          <a:prstGeom prst="rect">
            <a:avLst/>
          </a:prstGeom>
          <a:noFill/>
          <a:ln>
            <a:noFill/>
          </a:ln>
        </p:spPr>
      </p:pic>
      <p:pic>
        <p:nvPicPr>
          <p:cNvPr id="476" name="Google Shape;476;p42"/>
          <p:cNvPicPr preferRelativeResize="0"/>
          <p:nvPr/>
        </p:nvPicPr>
        <p:blipFill rotWithShape="1">
          <a:blip r:embed="rId4">
            <a:alphaModFix/>
          </a:blip>
          <a:srcRect l="28680" t="19555" r="23804" b="32703"/>
          <a:stretch/>
        </p:blipFill>
        <p:spPr>
          <a:xfrm rot="5400000">
            <a:off x="7707498" y="1314272"/>
            <a:ext cx="1287874" cy="7278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7" name="Google Shape;487;p43"/>
          <p:cNvSpPr txBox="1">
            <a:spLocks noGrp="1"/>
          </p:cNvSpPr>
          <p:nvPr>
            <p:ph type="title"/>
          </p:nvPr>
        </p:nvSpPr>
        <p:spPr>
          <a:xfrm>
            <a:off x="713225" y="309910"/>
            <a:ext cx="7717500" cy="600900"/>
          </a:xfrm>
          <a:prstGeom prst="rect">
            <a:avLst/>
          </a:prstGeom>
        </p:spPr>
        <p:txBody>
          <a:bodyPr spcFirstLastPara="1" wrap="square" lIns="91425" tIns="91425" rIns="91425" bIns="91425" anchor="t" anchorCtr="0">
            <a:noAutofit/>
          </a:bodyPr>
          <a:lstStyle/>
          <a:p>
            <a:pPr lvl="0"/>
            <a:r>
              <a:rPr lang="en" dirty="0"/>
              <a:t>Metodología</a:t>
            </a:r>
            <a:endParaRPr dirty="0"/>
          </a:p>
        </p:txBody>
      </p:sp>
      <p:sp>
        <p:nvSpPr>
          <p:cNvPr id="488" name="Google Shape;488;p43"/>
          <p:cNvSpPr txBox="1">
            <a:spLocks noGrp="1"/>
          </p:cNvSpPr>
          <p:nvPr>
            <p:ph type="subTitle" idx="1"/>
          </p:nvPr>
        </p:nvSpPr>
        <p:spPr>
          <a:xfrm>
            <a:off x="1122671" y="1224784"/>
            <a:ext cx="2285136"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dirty="0"/>
              <a:t>Base de datos</a:t>
            </a:r>
          </a:p>
        </p:txBody>
      </p:sp>
      <p:sp>
        <p:nvSpPr>
          <p:cNvPr id="492" name="Google Shape;492;p43"/>
          <p:cNvSpPr txBox="1">
            <a:spLocks noGrp="1"/>
          </p:cNvSpPr>
          <p:nvPr>
            <p:ph type="subTitle" idx="5"/>
          </p:nvPr>
        </p:nvSpPr>
        <p:spPr>
          <a:xfrm>
            <a:off x="441802" y="1773441"/>
            <a:ext cx="3327631" cy="1556809"/>
          </a:xfrm>
          <a:prstGeom prst="rect">
            <a:avLst/>
          </a:prstGeom>
        </p:spPr>
        <p:txBody>
          <a:bodyPr spcFirstLastPara="1" wrap="square" lIns="91425" tIns="91425" rIns="91425" bIns="91425" anchor="t" anchorCtr="0">
            <a:noAutofit/>
          </a:bodyPr>
          <a:lstStyle/>
          <a:p>
            <a:pPr marL="0" indent="0"/>
            <a:r>
              <a:rPr lang="es-MX" dirty="0"/>
              <a:t>557 registros correspondientes a 545 </a:t>
            </a:r>
          </a:p>
          <a:p>
            <a:pPr marL="0" indent="0"/>
            <a:r>
              <a:rPr lang="es-MX" dirty="0"/>
              <a:t>Para cada usuario se consideraron respuestas a preguntas cerradas sobre actividades, intereses y preferencias, así como un texto libre mínimo de 30 palabras dirigido a su “match” ideal </a:t>
            </a:r>
          </a:p>
        </p:txBody>
      </p:sp>
      <p:grpSp>
        <p:nvGrpSpPr>
          <p:cNvPr id="26" name="Grupo 25">
            <a:extLst>
              <a:ext uri="{FF2B5EF4-FFF2-40B4-BE49-F238E27FC236}">
                <a16:creationId xmlns:a16="http://schemas.microsoft.com/office/drawing/2014/main" id="{2199172D-0D95-4E24-2BB0-03C15809E4AA}"/>
              </a:ext>
            </a:extLst>
          </p:cNvPr>
          <p:cNvGrpSpPr/>
          <p:nvPr/>
        </p:nvGrpSpPr>
        <p:grpSpPr>
          <a:xfrm>
            <a:off x="286365" y="1118871"/>
            <a:ext cx="927000" cy="697526"/>
            <a:chOff x="2647075" y="1170614"/>
            <a:chExt cx="927000" cy="697526"/>
          </a:xfrm>
        </p:grpSpPr>
        <p:pic>
          <p:nvPicPr>
            <p:cNvPr id="485" name="Google Shape;485;p43"/>
            <p:cNvPicPr preferRelativeResize="0">
              <a:picLocks/>
            </p:cNvPicPr>
            <p:nvPr/>
          </p:nvPicPr>
          <p:blipFill rotWithShape="1">
            <a:blip r:embed="rId3">
              <a:alphaModFix amt="76000"/>
            </a:blip>
            <a:srcRect l="37412" t="9009" r="30455" b="20771"/>
            <a:stretch/>
          </p:blipFill>
          <p:spPr>
            <a:xfrm>
              <a:off x="2826847" y="1170614"/>
              <a:ext cx="567451" cy="697526"/>
            </a:xfrm>
            <a:prstGeom prst="rect">
              <a:avLst/>
            </a:prstGeom>
            <a:noFill/>
            <a:ln>
              <a:noFill/>
            </a:ln>
          </p:spPr>
        </p:pic>
        <p:sp>
          <p:nvSpPr>
            <p:cNvPr id="496" name="Google Shape;496;p43"/>
            <p:cNvSpPr txBox="1">
              <a:spLocks/>
            </p:cNvSpPr>
            <p:nvPr>
              <p:ph type="title" idx="9"/>
            </p:nvPr>
          </p:nvSpPr>
          <p:spPr>
            <a:xfrm>
              <a:off x="2647075" y="1286124"/>
              <a:ext cx="927000" cy="53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grpSp>
      <p:pic>
        <p:nvPicPr>
          <p:cNvPr id="503" name="Google Shape;503;p43"/>
          <p:cNvPicPr preferRelativeResize="0"/>
          <p:nvPr/>
        </p:nvPicPr>
        <p:blipFill rotWithShape="1">
          <a:blip r:embed="rId3">
            <a:alphaModFix amt="76000"/>
          </a:blip>
          <a:srcRect l="37412" t="9009" r="30455" b="20771"/>
          <a:stretch/>
        </p:blipFill>
        <p:spPr>
          <a:xfrm>
            <a:off x="2268575" y="4030950"/>
            <a:ext cx="1683998" cy="2070001"/>
          </a:xfrm>
          <a:prstGeom prst="rect">
            <a:avLst/>
          </a:prstGeom>
          <a:noFill/>
          <a:ln>
            <a:noFill/>
          </a:ln>
        </p:spPr>
      </p:pic>
      <p:sp>
        <p:nvSpPr>
          <p:cNvPr id="504" name="Google Shape;504;p43"/>
          <p:cNvSpPr/>
          <p:nvPr/>
        </p:nvSpPr>
        <p:spPr>
          <a:xfrm>
            <a:off x="207350" y="-855976"/>
            <a:ext cx="505870" cy="5689756"/>
          </a:xfrm>
          <a:custGeom>
            <a:avLst/>
            <a:gdLst/>
            <a:ahLst/>
            <a:cxnLst/>
            <a:rect l="l" t="t" r="r" b="b"/>
            <a:pathLst>
              <a:path w="8324" h="93620" extrusionOk="0">
                <a:moveTo>
                  <a:pt x="6403" y="43083"/>
                </a:moveTo>
                <a:cubicBezTo>
                  <a:pt x="6612" y="43083"/>
                  <a:pt x="6805" y="43168"/>
                  <a:pt x="6918" y="43387"/>
                </a:cubicBezTo>
                <a:cubicBezTo>
                  <a:pt x="7085" y="43684"/>
                  <a:pt x="7073" y="44041"/>
                  <a:pt x="6954" y="44351"/>
                </a:cubicBezTo>
                <a:cubicBezTo>
                  <a:pt x="6704" y="45006"/>
                  <a:pt x="6180" y="45637"/>
                  <a:pt x="5549" y="45970"/>
                </a:cubicBezTo>
                <a:cubicBezTo>
                  <a:pt x="5356" y="46085"/>
                  <a:pt x="5123" y="46173"/>
                  <a:pt x="4895" y="46173"/>
                </a:cubicBezTo>
                <a:cubicBezTo>
                  <a:pt x="4814" y="46173"/>
                  <a:pt x="4734" y="46162"/>
                  <a:pt x="4656" y="46137"/>
                </a:cubicBezTo>
                <a:cubicBezTo>
                  <a:pt x="4549" y="46113"/>
                  <a:pt x="4501" y="46006"/>
                  <a:pt x="4478" y="45899"/>
                </a:cubicBezTo>
                <a:cubicBezTo>
                  <a:pt x="4442" y="45863"/>
                  <a:pt x="4418" y="45792"/>
                  <a:pt x="4442" y="45732"/>
                </a:cubicBezTo>
                <a:cubicBezTo>
                  <a:pt x="4513" y="45161"/>
                  <a:pt x="4716" y="44625"/>
                  <a:pt x="5001" y="44149"/>
                </a:cubicBezTo>
                <a:cubicBezTo>
                  <a:pt x="5251" y="43744"/>
                  <a:pt x="5597" y="43339"/>
                  <a:pt x="6037" y="43160"/>
                </a:cubicBezTo>
                <a:cubicBezTo>
                  <a:pt x="6156" y="43112"/>
                  <a:pt x="6282" y="43083"/>
                  <a:pt x="6403" y="43083"/>
                </a:cubicBezTo>
                <a:close/>
                <a:moveTo>
                  <a:pt x="6192" y="0"/>
                </a:moveTo>
                <a:cubicBezTo>
                  <a:pt x="6002" y="36"/>
                  <a:pt x="6073" y="155"/>
                  <a:pt x="6121" y="262"/>
                </a:cubicBezTo>
                <a:cubicBezTo>
                  <a:pt x="6168" y="512"/>
                  <a:pt x="6287" y="750"/>
                  <a:pt x="6383" y="989"/>
                </a:cubicBezTo>
                <a:cubicBezTo>
                  <a:pt x="7180" y="2620"/>
                  <a:pt x="7514" y="4346"/>
                  <a:pt x="7609" y="6156"/>
                </a:cubicBezTo>
                <a:cubicBezTo>
                  <a:pt x="7692" y="6287"/>
                  <a:pt x="7609" y="6465"/>
                  <a:pt x="7680" y="6596"/>
                </a:cubicBezTo>
                <a:lnTo>
                  <a:pt x="7680" y="8275"/>
                </a:lnTo>
                <a:cubicBezTo>
                  <a:pt x="7609" y="8430"/>
                  <a:pt x="7692" y="8597"/>
                  <a:pt x="7609" y="8728"/>
                </a:cubicBezTo>
                <a:cubicBezTo>
                  <a:pt x="7609" y="9001"/>
                  <a:pt x="7561" y="9275"/>
                  <a:pt x="7537" y="9549"/>
                </a:cubicBezTo>
                <a:cubicBezTo>
                  <a:pt x="7371" y="11597"/>
                  <a:pt x="6740" y="13550"/>
                  <a:pt x="6061" y="15455"/>
                </a:cubicBezTo>
                <a:cubicBezTo>
                  <a:pt x="4978" y="18514"/>
                  <a:pt x="3680" y="21515"/>
                  <a:pt x="2513" y="24551"/>
                </a:cubicBezTo>
                <a:cubicBezTo>
                  <a:pt x="1203" y="28004"/>
                  <a:pt x="429" y="31540"/>
                  <a:pt x="179" y="35219"/>
                </a:cubicBezTo>
                <a:cubicBezTo>
                  <a:pt x="108" y="35350"/>
                  <a:pt x="191" y="35528"/>
                  <a:pt x="108" y="35659"/>
                </a:cubicBezTo>
                <a:cubicBezTo>
                  <a:pt x="108" y="36017"/>
                  <a:pt x="96" y="36362"/>
                  <a:pt x="96" y="36719"/>
                </a:cubicBezTo>
                <a:cubicBezTo>
                  <a:pt x="1" y="37005"/>
                  <a:pt x="120" y="37314"/>
                  <a:pt x="13" y="37612"/>
                </a:cubicBezTo>
                <a:lnTo>
                  <a:pt x="13" y="39803"/>
                </a:lnTo>
                <a:cubicBezTo>
                  <a:pt x="120" y="39969"/>
                  <a:pt x="1" y="40160"/>
                  <a:pt x="96" y="40339"/>
                </a:cubicBezTo>
                <a:cubicBezTo>
                  <a:pt x="120" y="41553"/>
                  <a:pt x="298" y="42744"/>
                  <a:pt x="715" y="43887"/>
                </a:cubicBezTo>
                <a:cubicBezTo>
                  <a:pt x="1191" y="45161"/>
                  <a:pt x="1941" y="46196"/>
                  <a:pt x="3251" y="46685"/>
                </a:cubicBezTo>
                <a:cubicBezTo>
                  <a:pt x="3727" y="46863"/>
                  <a:pt x="3882" y="47018"/>
                  <a:pt x="3823" y="47566"/>
                </a:cubicBezTo>
                <a:cubicBezTo>
                  <a:pt x="3727" y="48673"/>
                  <a:pt x="3846" y="49768"/>
                  <a:pt x="3966" y="50888"/>
                </a:cubicBezTo>
                <a:cubicBezTo>
                  <a:pt x="4108" y="52376"/>
                  <a:pt x="4466" y="53828"/>
                  <a:pt x="4656" y="55317"/>
                </a:cubicBezTo>
                <a:cubicBezTo>
                  <a:pt x="4775" y="56174"/>
                  <a:pt x="4918" y="57019"/>
                  <a:pt x="4942" y="57876"/>
                </a:cubicBezTo>
                <a:cubicBezTo>
                  <a:pt x="5049" y="58162"/>
                  <a:pt x="4930" y="58472"/>
                  <a:pt x="5013" y="58758"/>
                </a:cubicBezTo>
                <a:lnTo>
                  <a:pt x="5013" y="59924"/>
                </a:lnTo>
                <a:cubicBezTo>
                  <a:pt x="4930" y="60174"/>
                  <a:pt x="5049" y="60460"/>
                  <a:pt x="4942" y="60722"/>
                </a:cubicBezTo>
                <a:lnTo>
                  <a:pt x="4930" y="61948"/>
                </a:lnTo>
                <a:cubicBezTo>
                  <a:pt x="4859" y="62091"/>
                  <a:pt x="4942" y="62258"/>
                  <a:pt x="4859" y="62389"/>
                </a:cubicBezTo>
                <a:cubicBezTo>
                  <a:pt x="4859" y="62853"/>
                  <a:pt x="4835" y="63330"/>
                  <a:pt x="4835" y="63794"/>
                </a:cubicBezTo>
                <a:cubicBezTo>
                  <a:pt x="4751" y="63949"/>
                  <a:pt x="4870" y="64163"/>
                  <a:pt x="4763" y="64330"/>
                </a:cubicBezTo>
                <a:cubicBezTo>
                  <a:pt x="4763" y="64627"/>
                  <a:pt x="4751" y="64901"/>
                  <a:pt x="4751" y="65199"/>
                </a:cubicBezTo>
                <a:cubicBezTo>
                  <a:pt x="4680" y="65342"/>
                  <a:pt x="4763" y="65520"/>
                  <a:pt x="4680" y="65651"/>
                </a:cubicBezTo>
                <a:cubicBezTo>
                  <a:pt x="4644" y="66532"/>
                  <a:pt x="4478" y="67378"/>
                  <a:pt x="4323" y="68235"/>
                </a:cubicBezTo>
                <a:cubicBezTo>
                  <a:pt x="3977" y="69961"/>
                  <a:pt x="3620" y="71676"/>
                  <a:pt x="2656" y="73176"/>
                </a:cubicBezTo>
                <a:cubicBezTo>
                  <a:pt x="2144" y="73974"/>
                  <a:pt x="1644" y="74771"/>
                  <a:pt x="882" y="75367"/>
                </a:cubicBezTo>
                <a:cubicBezTo>
                  <a:pt x="691" y="75521"/>
                  <a:pt x="429" y="75664"/>
                  <a:pt x="548" y="75962"/>
                </a:cubicBezTo>
                <a:cubicBezTo>
                  <a:pt x="656" y="76248"/>
                  <a:pt x="894" y="76355"/>
                  <a:pt x="1179" y="76367"/>
                </a:cubicBezTo>
                <a:cubicBezTo>
                  <a:pt x="1352" y="76373"/>
                  <a:pt x="1519" y="76373"/>
                  <a:pt x="1685" y="76373"/>
                </a:cubicBezTo>
                <a:cubicBezTo>
                  <a:pt x="1852" y="76373"/>
                  <a:pt x="2019" y="76373"/>
                  <a:pt x="2192" y="76379"/>
                </a:cubicBezTo>
                <a:cubicBezTo>
                  <a:pt x="2489" y="76343"/>
                  <a:pt x="2787" y="76325"/>
                  <a:pt x="3084" y="76325"/>
                </a:cubicBezTo>
                <a:cubicBezTo>
                  <a:pt x="3382" y="76325"/>
                  <a:pt x="3680" y="76343"/>
                  <a:pt x="3977" y="76379"/>
                </a:cubicBezTo>
                <a:cubicBezTo>
                  <a:pt x="5954" y="76545"/>
                  <a:pt x="6775" y="77272"/>
                  <a:pt x="6883" y="79022"/>
                </a:cubicBezTo>
                <a:cubicBezTo>
                  <a:pt x="6954" y="79379"/>
                  <a:pt x="6954" y="79724"/>
                  <a:pt x="6883" y="80093"/>
                </a:cubicBezTo>
                <a:cubicBezTo>
                  <a:pt x="6859" y="80963"/>
                  <a:pt x="6704" y="81832"/>
                  <a:pt x="6549" y="82677"/>
                </a:cubicBezTo>
                <a:cubicBezTo>
                  <a:pt x="6228" y="84499"/>
                  <a:pt x="5692" y="86261"/>
                  <a:pt x="5240" y="88047"/>
                </a:cubicBezTo>
                <a:cubicBezTo>
                  <a:pt x="4799" y="89821"/>
                  <a:pt x="4382" y="91607"/>
                  <a:pt x="3942" y="93393"/>
                </a:cubicBezTo>
                <a:cubicBezTo>
                  <a:pt x="3918" y="93440"/>
                  <a:pt x="3930" y="93488"/>
                  <a:pt x="3966" y="93512"/>
                </a:cubicBezTo>
                <a:cubicBezTo>
                  <a:pt x="4027" y="93573"/>
                  <a:pt x="4098" y="93620"/>
                  <a:pt x="4179" y="93620"/>
                </a:cubicBezTo>
                <a:cubicBezTo>
                  <a:pt x="4224" y="93620"/>
                  <a:pt x="4272" y="93605"/>
                  <a:pt x="4323" y="93571"/>
                </a:cubicBezTo>
                <a:cubicBezTo>
                  <a:pt x="4585" y="93107"/>
                  <a:pt x="4763" y="92619"/>
                  <a:pt x="4942" y="92131"/>
                </a:cubicBezTo>
                <a:cubicBezTo>
                  <a:pt x="5644" y="90142"/>
                  <a:pt x="6049" y="88094"/>
                  <a:pt x="6609" y="86070"/>
                </a:cubicBezTo>
                <a:cubicBezTo>
                  <a:pt x="7097" y="84332"/>
                  <a:pt x="7442" y="82570"/>
                  <a:pt x="7668" y="80772"/>
                </a:cubicBezTo>
                <a:cubicBezTo>
                  <a:pt x="7740" y="80641"/>
                  <a:pt x="7656" y="80463"/>
                  <a:pt x="7740" y="80320"/>
                </a:cubicBezTo>
                <a:cubicBezTo>
                  <a:pt x="7740" y="79712"/>
                  <a:pt x="7776" y="79093"/>
                  <a:pt x="7656" y="78498"/>
                </a:cubicBezTo>
                <a:cubicBezTo>
                  <a:pt x="7514" y="77807"/>
                  <a:pt x="7335" y="77165"/>
                  <a:pt x="6835" y="76653"/>
                </a:cubicBezTo>
                <a:cubicBezTo>
                  <a:pt x="6013" y="75831"/>
                  <a:pt x="4978" y="75593"/>
                  <a:pt x="3882" y="75498"/>
                </a:cubicBezTo>
                <a:cubicBezTo>
                  <a:pt x="3627" y="75482"/>
                  <a:pt x="3372" y="75478"/>
                  <a:pt x="3111" y="75478"/>
                </a:cubicBezTo>
                <a:cubicBezTo>
                  <a:pt x="2763" y="75478"/>
                  <a:pt x="2406" y="75486"/>
                  <a:pt x="2025" y="75486"/>
                </a:cubicBezTo>
                <a:cubicBezTo>
                  <a:pt x="2144" y="75307"/>
                  <a:pt x="2203" y="75188"/>
                  <a:pt x="2299" y="75081"/>
                </a:cubicBezTo>
                <a:cubicBezTo>
                  <a:pt x="2751" y="74545"/>
                  <a:pt x="3108" y="73950"/>
                  <a:pt x="3442" y="73331"/>
                </a:cubicBezTo>
                <a:cubicBezTo>
                  <a:pt x="4644" y="71021"/>
                  <a:pt x="5013" y="68509"/>
                  <a:pt x="5275" y="65949"/>
                </a:cubicBezTo>
                <a:cubicBezTo>
                  <a:pt x="5394" y="64758"/>
                  <a:pt x="5466" y="63556"/>
                  <a:pt x="5466" y="62365"/>
                </a:cubicBezTo>
                <a:cubicBezTo>
                  <a:pt x="5549" y="62163"/>
                  <a:pt x="5430" y="61948"/>
                  <a:pt x="5537" y="61734"/>
                </a:cubicBezTo>
                <a:lnTo>
                  <a:pt x="5537" y="58496"/>
                </a:lnTo>
                <a:cubicBezTo>
                  <a:pt x="5430" y="58269"/>
                  <a:pt x="5549" y="58019"/>
                  <a:pt x="5466" y="57781"/>
                </a:cubicBezTo>
                <a:cubicBezTo>
                  <a:pt x="5466" y="57603"/>
                  <a:pt x="5466" y="57424"/>
                  <a:pt x="5430" y="57257"/>
                </a:cubicBezTo>
                <a:cubicBezTo>
                  <a:pt x="5228" y="55198"/>
                  <a:pt x="4763" y="53174"/>
                  <a:pt x="4537" y="51126"/>
                </a:cubicBezTo>
                <a:cubicBezTo>
                  <a:pt x="4394" y="49816"/>
                  <a:pt x="4382" y="48506"/>
                  <a:pt x="4394" y="47185"/>
                </a:cubicBezTo>
                <a:cubicBezTo>
                  <a:pt x="4394" y="46970"/>
                  <a:pt x="4478" y="46851"/>
                  <a:pt x="4692" y="46804"/>
                </a:cubicBezTo>
                <a:cubicBezTo>
                  <a:pt x="4835" y="46780"/>
                  <a:pt x="5001" y="46720"/>
                  <a:pt x="5156" y="46661"/>
                </a:cubicBezTo>
                <a:cubicBezTo>
                  <a:pt x="6466" y="46137"/>
                  <a:pt x="7395" y="45256"/>
                  <a:pt x="7609" y="43815"/>
                </a:cubicBezTo>
                <a:cubicBezTo>
                  <a:pt x="7732" y="42973"/>
                  <a:pt x="7244" y="42441"/>
                  <a:pt x="6541" y="42441"/>
                </a:cubicBezTo>
                <a:cubicBezTo>
                  <a:pt x="6430" y="42441"/>
                  <a:pt x="6313" y="42454"/>
                  <a:pt x="6192" y="42482"/>
                </a:cubicBezTo>
                <a:cubicBezTo>
                  <a:pt x="5847" y="42553"/>
                  <a:pt x="5597" y="42756"/>
                  <a:pt x="5359" y="42994"/>
                </a:cubicBezTo>
                <a:cubicBezTo>
                  <a:pt x="4644" y="43744"/>
                  <a:pt x="4299" y="44661"/>
                  <a:pt x="4085" y="45649"/>
                </a:cubicBezTo>
                <a:cubicBezTo>
                  <a:pt x="4021" y="45921"/>
                  <a:pt x="3914" y="46037"/>
                  <a:pt x="3749" y="46037"/>
                </a:cubicBezTo>
                <a:cubicBezTo>
                  <a:pt x="3669" y="46037"/>
                  <a:pt x="3575" y="46009"/>
                  <a:pt x="3465" y="45958"/>
                </a:cubicBezTo>
                <a:cubicBezTo>
                  <a:pt x="2715" y="45601"/>
                  <a:pt x="2144" y="45042"/>
                  <a:pt x="1787" y="44303"/>
                </a:cubicBezTo>
                <a:cubicBezTo>
                  <a:pt x="1132" y="43017"/>
                  <a:pt x="882" y="41613"/>
                  <a:pt x="894" y="40160"/>
                </a:cubicBezTo>
                <a:cubicBezTo>
                  <a:pt x="810" y="40017"/>
                  <a:pt x="894" y="39839"/>
                  <a:pt x="822" y="39708"/>
                </a:cubicBezTo>
                <a:lnTo>
                  <a:pt x="822" y="37755"/>
                </a:lnTo>
                <a:cubicBezTo>
                  <a:pt x="906" y="37517"/>
                  <a:pt x="787" y="37279"/>
                  <a:pt x="894" y="37041"/>
                </a:cubicBezTo>
                <a:cubicBezTo>
                  <a:pt x="894" y="36648"/>
                  <a:pt x="906" y="36231"/>
                  <a:pt x="906" y="35826"/>
                </a:cubicBezTo>
                <a:cubicBezTo>
                  <a:pt x="989" y="35695"/>
                  <a:pt x="882" y="35517"/>
                  <a:pt x="989" y="35374"/>
                </a:cubicBezTo>
                <a:cubicBezTo>
                  <a:pt x="965" y="34993"/>
                  <a:pt x="1025" y="34624"/>
                  <a:pt x="1060" y="34243"/>
                </a:cubicBezTo>
                <a:cubicBezTo>
                  <a:pt x="1179" y="32921"/>
                  <a:pt x="1406" y="31623"/>
                  <a:pt x="1656" y="30314"/>
                </a:cubicBezTo>
                <a:cubicBezTo>
                  <a:pt x="2192" y="27575"/>
                  <a:pt x="3192" y="24980"/>
                  <a:pt x="4168" y="22372"/>
                </a:cubicBezTo>
                <a:cubicBezTo>
                  <a:pt x="5061" y="20038"/>
                  <a:pt x="6061" y="17752"/>
                  <a:pt x="6835" y="15371"/>
                </a:cubicBezTo>
                <a:cubicBezTo>
                  <a:pt x="7478" y="13454"/>
                  <a:pt x="8049" y="11526"/>
                  <a:pt x="8204" y="9478"/>
                </a:cubicBezTo>
                <a:cubicBezTo>
                  <a:pt x="8276" y="9347"/>
                  <a:pt x="8192" y="9168"/>
                  <a:pt x="8276" y="9037"/>
                </a:cubicBezTo>
                <a:cubicBezTo>
                  <a:pt x="8323" y="8382"/>
                  <a:pt x="8323" y="7716"/>
                  <a:pt x="8323" y="7061"/>
                </a:cubicBezTo>
                <a:cubicBezTo>
                  <a:pt x="8228" y="6930"/>
                  <a:pt x="8323" y="6751"/>
                  <a:pt x="8252" y="6608"/>
                </a:cubicBezTo>
                <a:cubicBezTo>
                  <a:pt x="8168" y="5989"/>
                  <a:pt x="8109" y="5358"/>
                  <a:pt x="7990" y="4751"/>
                </a:cubicBezTo>
                <a:cubicBezTo>
                  <a:pt x="7680" y="3072"/>
                  <a:pt x="7061" y="1489"/>
                  <a:pt x="6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5" name="Google Shape;505;p43"/>
          <p:cNvPicPr preferRelativeResize="0"/>
          <p:nvPr/>
        </p:nvPicPr>
        <p:blipFill rotWithShape="1">
          <a:blip r:embed="rId4">
            <a:alphaModFix/>
          </a:blip>
          <a:srcRect l="28680" t="19555" r="23804" b="32703"/>
          <a:stretch/>
        </p:blipFill>
        <p:spPr>
          <a:xfrm rot="5400000">
            <a:off x="122606" y="1331976"/>
            <a:ext cx="1287874" cy="727825"/>
          </a:xfrm>
          <a:prstGeom prst="rect">
            <a:avLst/>
          </a:prstGeom>
          <a:noFill/>
          <a:ln>
            <a:noFill/>
          </a:ln>
        </p:spPr>
      </p:pic>
      <p:pic>
        <p:nvPicPr>
          <p:cNvPr id="506" name="Google Shape;506;p43"/>
          <p:cNvPicPr preferRelativeResize="0"/>
          <p:nvPr/>
        </p:nvPicPr>
        <p:blipFill rotWithShape="1">
          <a:blip r:embed="rId5">
            <a:alphaModFix/>
          </a:blip>
          <a:srcRect l="45691" t="12052" r="18787" b="20159"/>
          <a:stretch/>
        </p:blipFill>
        <p:spPr>
          <a:xfrm>
            <a:off x="7440150" y="342001"/>
            <a:ext cx="1149350" cy="1233725"/>
          </a:xfrm>
          <a:prstGeom prst="rect">
            <a:avLst/>
          </a:prstGeom>
          <a:noFill/>
          <a:ln>
            <a:noFill/>
          </a:ln>
        </p:spPr>
      </p:pic>
      <p:grpSp>
        <p:nvGrpSpPr>
          <p:cNvPr id="29" name="Grupo 28">
            <a:extLst>
              <a:ext uri="{FF2B5EF4-FFF2-40B4-BE49-F238E27FC236}">
                <a16:creationId xmlns:a16="http://schemas.microsoft.com/office/drawing/2014/main" id="{CCDC4BDA-8969-1963-85C0-2B566083B489}"/>
              </a:ext>
            </a:extLst>
          </p:cNvPr>
          <p:cNvGrpSpPr/>
          <p:nvPr/>
        </p:nvGrpSpPr>
        <p:grpSpPr>
          <a:xfrm>
            <a:off x="4045769" y="1125441"/>
            <a:ext cx="927000" cy="697526"/>
            <a:chOff x="2647075" y="1170614"/>
            <a:chExt cx="927000" cy="697526"/>
          </a:xfrm>
        </p:grpSpPr>
        <p:pic>
          <p:nvPicPr>
            <p:cNvPr id="30" name="Google Shape;485;p43">
              <a:extLst>
                <a:ext uri="{FF2B5EF4-FFF2-40B4-BE49-F238E27FC236}">
                  <a16:creationId xmlns:a16="http://schemas.microsoft.com/office/drawing/2014/main" id="{C90C560F-056E-60B3-44AE-B26CFC5D3F2C}"/>
                </a:ext>
              </a:extLst>
            </p:cNvPr>
            <p:cNvPicPr preferRelativeResize="0">
              <a:picLocks/>
            </p:cNvPicPr>
            <p:nvPr/>
          </p:nvPicPr>
          <p:blipFill rotWithShape="1">
            <a:blip r:embed="rId3">
              <a:alphaModFix amt="76000"/>
            </a:blip>
            <a:srcRect l="37412" t="9009" r="30455" b="20771"/>
            <a:stretch/>
          </p:blipFill>
          <p:spPr>
            <a:xfrm>
              <a:off x="2826847" y="1170614"/>
              <a:ext cx="567451" cy="697526"/>
            </a:xfrm>
            <a:prstGeom prst="rect">
              <a:avLst/>
            </a:prstGeom>
            <a:noFill/>
            <a:ln>
              <a:noFill/>
            </a:ln>
          </p:spPr>
        </p:pic>
        <p:sp>
          <p:nvSpPr>
            <p:cNvPr id="31" name="Google Shape;496;p43">
              <a:extLst>
                <a:ext uri="{FF2B5EF4-FFF2-40B4-BE49-F238E27FC236}">
                  <a16:creationId xmlns:a16="http://schemas.microsoft.com/office/drawing/2014/main" id="{0C07FEC1-C5A4-E808-640E-09942C8D97F7}"/>
                </a:ext>
              </a:extLst>
            </p:cNvPr>
            <p:cNvSpPr txBox="1">
              <a:spLocks/>
            </p:cNvSpPr>
            <p:nvPr>
              <p:ph type="title" idx="9"/>
            </p:nvPr>
          </p:nvSpPr>
          <p:spPr>
            <a:xfrm>
              <a:off x="2647075" y="1286124"/>
              <a:ext cx="927000" cy="53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sp>
        <p:nvSpPr>
          <p:cNvPr id="32" name="Google Shape;488;p43">
            <a:extLst>
              <a:ext uri="{FF2B5EF4-FFF2-40B4-BE49-F238E27FC236}">
                <a16:creationId xmlns:a16="http://schemas.microsoft.com/office/drawing/2014/main" id="{34488C12-FA76-69B1-0819-1D686D617B15}"/>
              </a:ext>
            </a:extLst>
          </p:cNvPr>
          <p:cNvSpPr txBox="1">
            <a:spLocks/>
          </p:cNvSpPr>
          <p:nvPr/>
        </p:nvSpPr>
        <p:spPr>
          <a:xfrm>
            <a:off x="4972769" y="1195293"/>
            <a:ext cx="3178539" cy="55782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800"/>
              <a:buFont typeface="Catamaran"/>
              <a:buNone/>
              <a:defRPr sz="2300" b="0" i="0" u="none" strike="noStrike" cap="none">
                <a:solidFill>
                  <a:schemeClr val="dk1"/>
                </a:solidFill>
                <a:latin typeface="Cantata One"/>
                <a:ea typeface="Cantata One"/>
                <a:cs typeface="Cantata One"/>
                <a:sym typeface="Cantata One"/>
              </a:defRPr>
            </a:lvl1pPr>
            <a:lvl2pPr marL="914400" marR="0" lvl="1" indent="-317500" algn="l"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2pPr>
            <a:lvl3pPr marL="1371600" marR="0" lvl="2" indent="-317500" algn="l"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3pPr>
            <a:lvl4pPr marL="1828800" marR="0" lvl="3" indent="-317500" algn="l"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4pPr>
            <a:lvl5pPr marL="2286000" marR="0" lvl="4" indent="-317500" algn="l"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5pPr>
            <a:lvl6pPr marL="2743200" marR="0" lvl="5" indent="-317500" algn="l"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6pPr>
            <a:lvl7pPr marL="3200400" marR="0" lvl="6" indent="-317500" algn="l"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7pPr>
            <a:lvl8pPr marL="3657600" marR="0" lvl="7" indent="-317500" algn="l"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8pPr>
            <a:lvl9pPr marL="4114800" marR="0" lvl="8" indent="-317500" algn="l"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9pPr>
          </a:lstStyle>
          <a:p>
            <a:pPr marL="0" indent="0"/>
            <a:r>
              <a:rPr lang="es-MX" dirty="0"/>
              <a:t>Análisis descriptivo</a:t>
            </a:r>
          </a:p>
        </p:txBody>
      </p:sp>
      <p:sp>
        <p:nvSpPr>
          <p:cNvPr id="33" name="Google Shape;498;p54">
            <a:extLst>
              <a:ext uri="{FF2B5EF4-FFF2-40B4-BE49-F238E27FC236}">
                <a16:creationId xmlns:a16="http://schemas.microsoft.com/office/drawing/2014/main" id="{41EC1839-9EA8-C05F-7912-27C7B1B6CD67}"/>
              </a:ext>
            </a:extLst>
          </p:cNvPr>
          <p:cNvSpPr txBox="1">
            <a:spLocks/>
          </p:cNvSpPr>
          <p:nvPr/>
        </p:nvSpPr>
        <p:spPr>
          <a:xfrm>
            <a:off x="4003885" y="1860208"/>
            <a:ext cx="4761396" cy="170756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285750" indent="-285750" algn="just"/>
            <a:r>
              <a:rPr lang="es-MX" sz="1400" dirty="0">
                <a:latin typeface="Catamaran" panose="020B0604020202020204" charset="0"/>
                <a:cs typeface="Catamaran" panose="020B0604020202020204" charset="0"/>
              </a:rPr>
              <a:t>Gráficas estadísticas con grupos/preferencias</a:t>
            </a:r>
          </a:p>
          <a:p>
            <a:pPr marL="285750" indent="-285750" algn="just"/>
            <a:r>
              <a:rPr lang="es-MX" sz="1400" dirty="0">
                <a:latin typeface="Catamaran" panose="020B0604020202020204" charset="0"/>
                <a:cs typeface="Catamaran" panose="020B0604020202020204" charset="0"/>
              </a:rPr>
              <a:t>Análisis de texto libre:</a:t>
            </a:r>
          </a:p>
          <a:p>
            <a:pPr marL="742950" lvl="1" indent="-285750" algn="just"/>
            <a:r>
              <a:rPr lang="es-MX" sz="1200" dirty="0">
                <a:latin typeface="Catamaran" panose="020B0604020202020204" charset="0"/>
                <a:cs typeface="Catamaran" panose="020B0604020202020204" charset="0"/>
              </a:rPr>
              <a:t>Análisis de frecuencia de términos y nubes de palabras</a:t>
            </a:r>
          </a:p>
          <a:p>
            <a:pPr marL="742950" lvl="1" indent="-285750" algn="just"/>
            <a:r>
              <a:rPr lang="es-MX" sz="1200" dirty="0">
                <a:latin typeface="Catamaran" panose="020B0604020202020204" charset="0"/>
                <a:cs typeface="Catamaran" panose="020B0604020202020204" charset="0"/>
              </a:rPr>
              <a:t>Análisis de tono o sentimiento (positivo, negativo, neutro)</a:t>
            </a:r>
          </a:p>
          <a:p>
            <a:pPr marL="742950" lvl="1" indent="-285750" algn="just"/>
            <a:r>
              <a:rPr lang="es-MX" sz="1200" dirty="0">
                <a:latin typeface="Catamaran" panose="020B0604020202020204" charset="0"/>
                <a:cs typeface="Catamaran" panose="020B0604020202020204" charset="0"/>
              </a:rPr>
              <a:t>Agrupamiento semántico para identificar posibles perfiles de lenguaje (por ejemplo, romántico, humorístico o descriptivo)</a:t>
            </a:r>
          </a:p>
          <a:p>
            <a:pPr marL="0" indent="0" algn="just">
              <a:buFont typeface="Karla"/>
              <a:buNone/>
            </a:pPr>
            <a:endParaRPr lang="es-MX"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0">
          <a:extLst>
            <a:ext uri="{FF2B5EF4-FFF2-40B4-BE49-F238E27FC236}">
              <a16:creationId xmlns:a16="http://schemas.microsoft.com/office/drawing/2014/main" id="{A40941ED-B84E-842C-4230-595636763220}"/>
            </a:ext>
          </a:extLst>
        </p:cNvPr>
        <p:cNvGrpSpPr/>
        <p:nvPr/>
      </p:nvGrpSpPr>
      <p:grpSpPr>
        <a:xfrm>
          <a:off x="0" y="0"/>
          <a:ext cx="0" cy="0"/>
          <a:chOff x="0" y="0"/>
          <a:chExt cx="0" cy="0"/>
        </a:xfrm>
      </p:grpSpPr>
      <p:sp>
        <p:nvSpPr>
          <p:cNvPr id="487" name="Google Shape;487;p43">
            <a:extLst>
              <a:ext uri="{FF2B5EF4-FFF2-40B4-BE49-F238E27FC236}">
                <a16:creationId xmlns:a16="http://schemas.microsoft.com/office/drawing/2014/main" id="{8FD3B7EF-44F1-632E-E49A-EDB17BD0FA7F}"/>
              </a:ext>
            </a:extLst>
          </p:cNvPr>
          <p:cNvSpPr txBox="1">
            <a:spLocks noGrp="1"/>
          </p:cNvSpPr>
          <p:nvPr>
            <p:ph type="title"/>
          </p:nvPr>
        </p:nvSpPr>
        <p:spPr>
          <a:xfrm>
            <a:off x="713225" y="309910"/>
            <a:ext cx="7717500" cy="600900"/>
          </a:xfrm>
          <a:prstGeom prst="rect">
            <a:avLst/>
          </a:prstGeom>
        </p:spPr>
        <p:txBody>
          <a:bodyPr spcFirstLastPara="1" wrap="square" lIns="91425" tIns="91425" rIns="91425" bIns="91425" anchor="t" anchorCtr="0">
            <a:noAutofit/>
          </a:bodyPr>
          <a:lstStyle/>
          <a:p>
            <a:pPr lvl="0"/>
            <a:r>
              <a:rPr lang="en" dirty="0"/>
              <a:t>Metodología</a:t>
            </a:r>
            <a:endParaRPr dirty="0"/>
          </a:p>
        </p:txBody>
      </p:sp>
      <p:sp>
        <p:nvSpPr>
          <p:cNvPr id="488" name="Google Shape;488;p43">
            <a:extLst>
              <a:ext uri="{FF2B5EF4-FFF2-40B4-BE49-F238E27FC236}">
                <a16:creationId xmlns:a16="http://schemas.microsoft.com/office/drawing/2014/main" id="{42F5AB0E-77B6-E4D5-4DDD-6B22719EE2A6}"/>
              </a:ext>
            </a:extLst>
          </p:cNvPr>
          <p:cNvSpPr txBox="1">
            <a:spLocks noGrp="1"/>
          </p:cNvSpPr>
          <p:nvPr>
            <p:ph type="subTitle" idx="1"/>
          </p:nvPr>
        </p:nvSpPr>
        <p:spPr>
          <a:xfrm>
            <a:off x="1122670" y="1224784"/>
            <a:ext cx="3449329"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dirty="0"/>
              <a:t>Cálculo de similitud</a:t>
            </a:r>
          </a:p>
        </p:txBody>
      </p:sp>
      <p:sp>
        <p:nvSpPr>
          <p:cNvPr id="492" name="Google Shape;492;p43">
            <a:extLst>
              <a:ext uri="{FF2B5EF4-FFF2-40B4-BE49-F238E27FC236}">
                <a16:creationId xmlns:a16="http://schemas.microsoft.com/office/drawing/2014/main" id="{FCCA536D-A8B0-730E-A5FB-24F98CDF856C}"/>
              </a:ext>
            </a:extLst>
          </p:cNvPr>
          <p:cNvSpPr txBox="1">
            <a:spLocks noGrp="1"/>
          </p:cNvSpPr>
          <p:nvPr>
            <p:ph type="subTitle" idx="5"/>
          </p:nvPr>
        </p:nvSpPr>
        <p:spPr>
          <a:xfrm>
            <a:off x="1033588" y="1720081"/>
            <a:ext cx="7255218" cy="1457835"/>
          </a:xfrm>
          <a:prstGeom prst="rect">
            <a:avLst/>
          </a:prstGeom>
        </p:spPr>
        <p:txBody>
          <a:bodyPr spcFirstLastPara="1" wrap="square" lIns="91425" tIns="91425" rIns="91425" bIns="91425" anchor="t" anchorCtr="0">
            <a:noAutofit/>
          </a:bodyPr>
          <a:lstStyle/>
          <a:p>
            <a:pPr marL="342900" algn="just">
              <a:buAutoNum type="arabicPeriod"/>
            </a:pPr>
            <a:r>
              <a:rPr lang="es-MX" dirty="0"/>
              <a:t>Cálculo de matrices de similitud independientes para cada pregunta, utilizando métricas específicas (por ejemplo, Jaccard para variables categóricas o similitud de coseno para representaciones textuales). </a:t>
            </a:r>
          </a:p>
          <a:p>
            <a:pPr marL="342900" algn="just">
              <a:buAutoNum type="arabicPeriod"/>
            </a:pPr>
            <a:r>
              <a:rPr lang="es-MX" dirty="0"/>
              <a:t>2. Integración de todas las matrices en una sola matriz global mediante un esquema de ponderación que asigna diferentes pesos a las preguntas según su relevancia</a:t>
            </a:r>
          </a:p>
        </p:txBody>
      </p:sp>
      <p:grpSp>
        <p:nvGrpSpPr>
          <p:cNvPr id="26" name="Grupo 25">
            <a:extLst>
              <a:ext uri="{FF2B5EF4-FFF2-40B4-BE49-F238E27FC236}">
                <a16:creationId xmlns:a16="http://schemas.microsoft.com/office/drawing/2014/main" id="{54656E3C-903F-C11D-7DE9-490CBF75A073}"/>
              </a:ext>
            </a:extLst>
          </p:cNvPr>
          <p:cNvGrpSpPr/>
          <p:nvPr/>
        </p:nvGrpSpPr>
        <p:grpSpPr>
          <a:xfrm>
            <a:off x="286365" y="1118871"/>
            <a:ext cx="927000" cy="697526"/>
            <a:chOff x="2647075" y="1170614"/>
            <a:chExt cx="927000" cy="697526"/>
          </a:xfrm>
        </p:grpSpPr>
        <p:pic>
          <p:nvPicPr>
            <p:cNvPr id="485" name="Google Shape;485;p43">
              <a:extLst>
                <a:ext uri="{FF2B5EF4-FFF2-40B4-BE49-F238E27FC236}">
                  <a16:creationId xmlns:a16="http://schemas.microsoft.com/office/drawing/2014/main" id="{CF54D477-05D3-DFA3-4E5A-E1C600445444}"/>
                </a:ext>
              </a:extLst>
            </p:cNvPr>
            <p:cNvPicPr preferRelativeResize="0">
              <a:picLocks/>
            </p:cNvPicPr>
            <p:nvPr/>
          </p:nvPicPr>
          <p:blipFill rotWithShape="1">
            <a:blip r:embed="rId3">
              <a:alphaModFix amt="76000"/>
            </a:blip>
            <a:srcRect l="37412" t="9009" r="30455" b="20771"/>
            <a:stretch/>
          </p:blipFill>
          <p:spPr>
            <a:xfrm>
              <a:off x="2826847" y="1170614"/>
              <a:ext cx="567451" cy="697526"/>
            </a:xfrm>
            <a:prstGeom prst="rect">
              <a:avLst/>
            </a:prstGeom>
            <a:noFill/>
            <a:ln>
              <a:noFill/>
            </a:ln>
          </p:spPr>
        </p:pic>
        <p:sp>
          <p:nvSpPr>
            <p:cNvPr id="496" name="Google Shape;496;p43">
              <a:extLst>
                <a:ext uri="{FF2B5EF4-FFF2-40B4-BE49-F238E27FC236}">
                  <a16:creationId xmlns:a16="http://schemas.microsoft.com/office/drawing/2014/main" id="{7687BE25-BA42-AFB2-06DC-0AC9CE5B0371}"/>
                </a:ext>
              </a:extLst>
            </p:cNvPr>
            <p:cNvSpPr txBox="1">
              <a:spLocks/>
            </p:cNvSpPr>
            <p:nvPr>
              <p:ph type="title" idx="9"/>
            </p:nvPr>
          </p:nvSpPr>
          <p:spPr>
            <a:xfrm>
              <a:off x="2647075" y="1286124"/>
              <a:ext cx="927000" cy="53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pic>
        <p:nvPicPr>
          <p:cNvPr id="503" name="Google Shape;503;p43">
            <a:extLst>
              <a:ext uri="{FF2B5EF4-FFF2-40B4-BE49-F238E27FC236}">
                <a16:creationId xmlns:a16="http://schemas.microsoft.com/office/drawing/2014/main" id="{4CFE85B7-43A5-E68E-A061-57FC393A73EC}"/>
              </a:ext>
            </a:extLst>
          </p:cNvPr>
          <p:cNvPicPr preferRelativeResize="0"/>
          <p:nvPr/>
        </p:nvPicPr>
        <p:blipFill rotWithShape="1">
          <a:blip r:embed="rId3">
            <a:alphaModFix amt="76000"/>
          </a:blip>
          <a:srcRect l="37412" t="9009" r="30455" b="20771"/>
          <a:stretch/>
        </p:blipFill>
        <p:spPr>
          <a:xfrm>
            <a:off x="2268575" y="4030950"/>
            <a:ext cx="1683998" cy="2070001"/>
          </a:xfrm>
          <a:prstGeom prst="rect">
            <a:avLst/>
          </a:prstGeom>
          <a:noFill/>
          <a:ln>
            <a:noFill/>
          </a:ln>
        </p:spPr>
      </p:pic>
      <p:sp>
        <p:nvSpPr>
          <p:cNvPr id="504" name="Google Shape;504;p43">
            <a:extLst>
              <a:ext uri="{FF2B5EF4-FFF2-40B4-BE49-F238E27FC236}">
                <a16:creationId xmlns:a16="http://schemas.microsoft.com/office/drawing/2014/main" id="{287FC506-EF62-D119-6B95-2280E782C6C1}"/>
              </a:ext>
            </a:extLst>
          </p:cNvPr>
          <p:cNvSpPr/>
          <p:nvPr/>
        </p:nvSpPr>
        <p:spPr>
          <a:xfrm>
            <a:off x="207350" y="-855976"/>
            <a:ext cx="505870" cy="5689756"/>
          </a:xfrm>
          <a:custGeom>
            <a:avLst/>
            <a:gdLst/>
            <a:ahLst/>
            <a:cxnLst/>
            <a:rect l="l" t="t" r="r" b="b"/>
            <a:pathLst>
              <a:path w="8324" h="93620" extrusionOk="0">
                <a:moveTo>
                  <a:pt x="6403" y="43083"/>
                </a:moveTo>
                <a:cubicBezTo>
                  <a:pt x="6612" y="43083"/>
                  <a:pt x="6805" y="43168"/>
                  <a:pt x="6918" y="43387"/>
                </a:cubicBezTo>
                <a:cubicBezTo>
                  <a:pt x="7085" y="43684"/>
                  <a:pt x="7073" y="44041"/>
                  <a:pt x="6954" y="44351"/>
                </a:cubicBezTo>
                <a:cubicBezTo>
                  <a:pt x="6704" y="45006"/>
                  <a:pt x="6180" y="45637"/>
                  <a:pt x="5549" y="45970"/>
                </a:cubicBezTo>
                <a:cubicBezTo>
                  <a:pt x="5356" y="46085"/>
                  <a:pt x="5123" y="46173"/>
                  <a:pt x="4895" y="46173"/>
                </a:cubicBezTo>
                <a:cubicBezTo>
                  <a:pt x="4814" y="46173"/>
                  <a:pt x="4734" y="46162"/>
                  <a:pt x="4656" y="46137"/>
                </a:cubicBezTo>
                <a:cubicBezTo>
                  <a:pt x="4549" y="46113"/>
                  <a:pt x="4501" y="46006"/>
                  <a:pt x="4478" y="45899"/>
                </a:cubicBezTo>
                <a:cubicBezTo>
                  <a:pt x="4442" y="45863"/>
                  <a:pt x="4418" y="45792"/>
                  <a:pt x="4442" y="45732"/>
                </a:cubicBezTo>
                <a:cubicBezTo>
                  <a:pt x="4513" y="45161"/>
                  <a:pt x="4716" y="44625"/>
                  <a:pt x="5001" y="44149"/>
                </a:cubicBezTo>
                <a:cubicBezTo>
                  <a:pt x="5251" y="43744"/>
                  <a:pt x="5597" y="43339"/>
                  <a:pt x="6037" y="43160"/>
                </a:cubicBezTo>
                <a:cubicBezTo>
                  <a:pt x="6156" y="43112"/>
                  <a:pt x="6282" y="43083"/>
                  <a:pt x="6403" y="43083"/>
                </a:cubicBezTo>
                <a:close/>
                <a:moveTo>
                  <a:pt x="6192" y="0"/>
                </a:moveTo>
                <a:cubicBezTo>
                  <a:pt x="6002" y="36"/>
                  <a:pt x="6073" y="155"/>
                  <a:pt x="6121" y="262"/>
                </a:cubicBezTo>
                <a:cubicBezTo>
                  <a:pt x="6168" y="512"/>
                  <a:pt x="6287" y="750"/>
                  <a:pt x="6383" y="989"/>
                </a:cubicBezTo>
                <a:cubicBezTo>
                  <a:pt x="7180" y="2620"/>
                  <a:pt x="7514" y="4346"/>
                  <a:pt x="7609" y="6156"/>
                </a:cubicBezTo>
                <a:cubicBezTo>
                  <a:pt x="7692" y="6287"/>
                  <a:pt x="7609" y="6465"/>
                  <a:pt x="7680" y="6596"/>
                </a:cubicBezTo>
                <a:lnTo>
                  <a:pt x="7680" y="8275"/>
                </a:lnTo>
                <a:cubicBezTo>
                  <a:pt x="7609" y="8430"/>
                  <a:pt x="7692" y="8597"/>
                  <a:pt x="7609" y="8728"/>
                </a:cubicBezTo>
                <a:cubicBezTo>
                  <a:pt x="7609" y="9001"/>
                  <a:pt x="7561" y="9275"/>
                  <a:pt x="7537" y="9549"/>
                </a:cubicBezTo>
                <a:cubicBezTo>
                  <a:pt x="7371" y="11597"/>
                  <a:pt x="6740" y="13550"/>
                  <a:pt x="6061" y="15455"/>
                </a:cubicBezTo>
                <a:cubicBezTo>
                  <a:pt x="4978" y="18514"/>
                  <a:pt x="3680" y="21515"/>
                  <a:pt x="2513" y="24551"/>
                </a:cubicBezTo>
                <a:cubicBezTo>
                  <a:pt x="1203" y="28004"/>
                  <a:pt x="429" y="31540"/>
                  <a:pt x="179" y="35219"/>
                </a:cubicBezTo>
                <a:cubicBezTo>
                  <a:pt x="108" y="35350"/>
                  <a:pt x="191" y="35528"/>
                  <a:pt x="108" y="35659"/>
                </a:cubicBezTo>
                <a:cubicBezTo>
                  <a:pt x="108" y="36017"/>
                  <a:pt x="96" y="36362"/>
                  <a:pt x="96" y="36719"/>
                </a:cubicBezTo>
                <a:cubicBezTo>
                  <a:pt x="1" y="37005"/>
                  <a:pt x="120" y="37314"/>
                  <a:pt x="13" y="37612"/>
                </a:cubicBezTo>
                <a:lnTo>
                  <a:pt x="13" y="39803"/>
                </a:lnTo>
                <a:cubicBezTo>
                  <a:pt x="120" y="39969"/>
                  <a:pt x="1" y="40160"/>
                  <a:pt x="96" y="40339"/>
                </a:cubicBezTo>
                <a:cubicBezTo>
                  <a:pt x="120" y="41553"/>
                  <a:pt x="298" y="42744"/>
                  <a:pt x="715" y="43887"/>
                </a:cubicBezTo>
                <a:cubicBezTo>
                  <a:pt x="1191" y="45161"/>
                  <a:pt x="1941" y="46196"/>
                  <a:pt x="3251" y="46685"/>
                </a:cubicBezTo>
                <a:cubicBezTo>
                  <a:pt x="3727" y="46863"/>
                  <a:pt x="3882" y="47018"/>
                  <a:pt x="3823" y="47566"/>
                </a:cubicBezTo>
                <a:cubicBezTo>
                  <a:pt x="3727" y="48673"/>
                  <a:pt x="3846" y="49768"/>
                  <a:pt x="3966" y="50888"/>
                </a:cubicBezTo>
                <a:cubicBezTo>
                  <a:pt x="4108" y="52376"/>
                  <a:pt x="4466" y="53828"/>
                  <a:pt x="4656" y="55317"/>
                </a:cubicBezTo>
                <a:cubicBezTo>
                  <a:pt x="4775" y="56174"/>
                  <a:pt x="4918" y="57019"/>
                  <a:pt x="4942" y="57876"/>
                </a:cubicBezTo>
                <a:cubicBezTo>
                  <a:pt x="5049" y="58162"/>
                  <a:pt x="4930" y="58472"/>
                  <a:pt x="5013" y="58758"/>
                </a:cubicBezTo>
                <a:lnTo>
                  <a:pt x="5013" y="59924"/>
                </a:lnTo>
                <a:cubicBezTo>
                  <a:pt x="4930" y="60174"/>
                  <a:pt x="5049" y="60460"/>
                  <a:pt x="4942" y="60722"/>
                </a:cubicBezTo>
                <a:lnTo>
                  <a:pt x="4930" y="61948"/>
                </a:lnTo>
                <a:cubicBezTo>
                  <a:pt x="4859" y="62091"/>
                  <a:pt x="4942" y="62258"/>
                  <a:pt x="4859" y="62389"/>
                </a:cubicBezTo>
                <a:cubicBezTo>
                  <a:pt x="4859" y="62853"/>
                  <a:pt x="4835" y="63330"/>
                  <a:pt x="4835" y="63794"/>
                </a:cubicBezTo>
                <a:cubicBezTo>
                  <a:pt x="4751" y="63949"/>
                  <a:pt x="4870" y="64163"/>
                  <a:pt x="4763" y="64330"/>
                </a:cubicBezTo>
                <a:cubicBezTo>
                  <a:pt x="4763" y="64627"/>
                  <a:pt x="4751" y="64901"/>
                  <a:pt x="4751" y="65199"/>
                </a:cubicBezTo>
                <a:cubicBezTo>
                  <a:pt x="4680" y="65342"/>
                  <a:pt x="4763" y="65520"/>
                  <a:pt x="4680" y="65651"/>
                </a:cubicBezTo>
                <a:cubicBezTo>
                  <a:pt x="4644" y="66532"/>
                  <a:pt x="4478" y="67378"/>
                  <a:pt x="4323" y="68235"/>
                </a:cubicBezTo>
                <a:cubicBezTo>
                  <a:pt x="3977" y="69961"/>
                  <a:pt x="3620" y="71676"/>
                  <a:pt x="2656" y="73176"/>
                </a:cubicBezTo>
                <a:cubicBezTo>
                  <a:pt x="2144" y="73974"/>
                  <a:pt x="1644" y="74771"/>
                  <a:pt x="882" y="75367"/>
                </a:cubicBezTo>
                <a:cubicBezTo>
                  <a:pt x="691" y="75521"/>
                  <a:pt x="429" y="75664"/>
                  <a:pt x="548" y="75962"/>
                </a:cubicBezTo>
                <a:cubicBezTo>
                  <a:pt x="656" y="76248"/>
                  <a:pt x="894" y="76355"/>
                  <a:pt x="1179" y="76367"/>
                </a:cubicBezTo>
                <a:cubicBezTo>
                  <a:pt x="1352" y="76373"/>
                  <a:pt x="1519" y="76373"/>
                  <a:pt x="1685" y="76373"/>
                </a:cubicBezTo>
                <a:cubicBezTo>
                  <a:pt x="1852" y="76373"/>
                  <a:pt x="2019" y="76373"/>
                  <a:pt x="2192" y="76379"/>
                </a:cubicBezTo>
                <a:cubicBezTo>
                  <a:pt x="2489" y="76343"/>
                  <a:pt x="2787" y="76325"/>
                  <a:pt x="3084" y="76325"/>
                </a:cubicBezTo>
                <a:cubicBezTo>
                  <a:pt x="3382" y="76325"/>
                  <a:pt x="3680" y="76343"/>
                  <a:pt x="3977" y="76379"/>
                </a:cubicBezTo>
                <a:cubicBezTo>
                  <a:pt x="5954" y="76545"/>
                  <a:pt x="6775" y="77272"/>
                  <a:pt x="6883" y="79022"/>
                </a:cubicBezTo>
                <a:cubicBezTo>
                  <a:pt x="6954" y="79379"/>
                  <a:pt x="6954" y="79724"/>
                  <a:pt x="6883" y="80093"/>
                </a:cubicBezTo>
                <a:cubicBezTo>
                  <a:pt x="6859" y="80963"/>
                  <a:pt x="6704" y="81832"/>
                  <a:pt x="6549" y="82677"/>
                </a:cubicBezTo>
                <a:cubicBezTo>
                  <a:pt x="6228" y="84499"/>
                  <a:pt x="5692" y="86261"/>
                  <a:pt x="5240" y="88047"/>
                </a:cubicBezTo>
                <a:cubicBezTo>
                  <a:pt x="4799" y="89821"/>
                  <a:pt x="4382" y="91607"/>
                  <a:pt x="3942" y="93393"/>
                </a:cubicBezTo>
                <a:cubicBezTo>
                  <a:pt x="3918" y="93440"/>
                  <a:pt x="3930" y="93488"/>
                  <a:pt x="3966" y="93512"/>
                </a:cubicBezTo>
                <a:cubicBezTo>
                  <a:pt x="4027" y="93573"/>
                  <a:pt x="4098" y="93620"/>
                  <a:pt x="4179" y="93620"/>
                </a:cubicBezTo>
                <a:cubicBezTo>
                  <a:pt x="4224" y="93620"/>
                  <a:pt x="4272" y="93605"/>
                  <a:pt x="4323" y="93571"/>
                </a:cubicBezTo>
                <a:cubicBezTo>
                  <a:pt x="4585" y="93107"/>
                  <a:pt x="4763" y="92619"/>
                  <a:pt x="4942" y="92131"/>
                </a:cubicBezTo>
                <a:cubicBezTo>
                  <a:pt x="5644" y="90142"/>
                  <a:pt x="6049" y="88094"/>
                  <a:pt x="6609" y="86070"/>
                </a:cubicBezTo>
                <a:cubicBezTo>
                  <a:pt x="7097" y="84332"/>
                  <a:pt x="7442" y="82570"/>
                  <a:pt x="7668" y="80772"/>
                </a:cubicBezTo>
                <a:cubicBezTo>
                  <a:pt x="7740" y="80641"/>
                  <a:pt x="7656" y="80463"/>
                  <a:pt x="7740" y="80320"/>
                </a:cubicBezTo>
                <a:cubicBezTo>
                  <a:pt x="7740" y="79712"/>
                  <a:pt x="7776" y="79093"/>
                  <a:pt x="7656" y="78498"/>
                </a:cubicBezTo>
                <a:cubicBezTo>
                  <a:pt x="7514" y="77807"/>
                  <a:pt x="7335" y="77165"/>
                  <a:pt x="6835" y="76653"/>
                </a:cubicBezTo>
                <a:cubicBezTo>
                  <a:pt x="6013" y="75831"/>
                  <a:pt x="4978" y="75593"/>
                  <a:pt x="3882" y="75498"/>
                </a:cubicBezTo>
                <a:cubicBezTo>
                  <a:pt x="3627" y="75482"/>
                  <a:pt x="3372" y="75478"/>
                  <a:pt x="3111" y="75478"/>
                </a:cubicBezTo>
                <a:cubicBezTo>
                  <a:pt x="2763" y="75478"/>
                  <a:pt x="2406" y="75486"/>
                  <a:pt x="2025" y="75486"/>
                </a:cubicBezTo>
                <a:cubicBezTo>
                  <a:pt x="2144" y="75307"/>
                  <a:pt x="2203" y="75188"/>
                  <a:pt x="2299" y="75081"/>
                </a:cubicBezTo>
                <a:cubicBezTo>
                  <a:pt x="2751" y="74545"/>
                  <a:pt x="3108" y="73950"/>
                  <a:pt x="3442" y="73331"/>
                </a:cubicBezTo>
                <a:cubicBezTo>
                  <a:pt x="4644" y="71021"/>
                  <a:pt x="5013" y="68509"/>
                  <a:pt x="5275" y="65949"/>
                </a:cubicBezTo>
                <a:cubicBezTo>
                  <a:pt x="5394" y="64758"/>
                  <a:pt x="5466" y="63556"/>
                  <a:pt x="5466" y="62365"/>
                </a:cubicBezTo>
                <a:cubicBezTo>
                  <a:pt x="5549" y="62163"/>
                  <a:pt x="5430" y="61948"/>
                  <a:pt x="5537" y="61734"/>
                </a:cubicBezTo>
                <a:lnTo>
                  <a:pt x="5537" y="58496"/>
                </a:lnTo>
                <a:cubicBezTo>
                  <a:pt x="5430" y="58269"/>
                  <a:pt x="5549" y="58019"/>
                  <a:pt x="5466" y="57781"/>
                </a:cubicBezTo>
                <a:cubicBezTo>
                  <a:pt x="5466" y="57603"/>
                  <a:pt x="5466" y="57424"/>
                  <a:pt x="5430" y="57257"/>
                </a:cubicBezTo>
                <a:cubicBezTo>
                  <a:pt x="5228" y="55198"/>
                  <a:pt x="4763" y="53174"/>
                  <a:pt x="4537" y="51126"/>
                </a:cubicBezTo>
                <a:cubicBezTo>
                  <a:pt x="4394" y="49816"/>
                  <a:pt x="4382" y="48506"/>
                  <a:pt x="4394" y="47185"/>
                </a:cubicBezTo>
                <a:cubicBezTo>
                  <a:pt x="4394" y="46970"/>
                  <a:pt x="4478" y="46851"/>
                  <a:pt x="4692" y="46804"/>
                </a:cubicBezTo>
                <a:cubicBezTo>
                  <a:pt x="4835" y="46780"/>
                  <a:pt x="5001" y="46720"/>
                  <a:pt x="5156" y="46661"/>
                </a:cubicBezTo>
                <a:cubicBezTo>
                  <a:pt x="6466" y="46137"/>
                  <a:pt x="7395" y="45256"/>
                  <a:pt x="7609" y="43815"/>
                </a:cubicBezTo>
                <a:cubicBezTo>
                  <a:pt x="7732" y="42973"/>
                  <a:pt x="7244" y="42441"/>
                  <a:pt x="6541" y="42441"/>
                </a:cubicBezTo>
                <a:cubicBezTo>
                  <a:pt x="6430" y="42441"/>
                  <a:pt x="6313" y="42454"/>
                  <a:pt x="6192" y="42482"/>
                </a:cubicBezTo>
                <a:cubicBezTo>
                  <a:pt x="5847" y="42553"/>
                  <a:pt x="5597" y="42756"/>
                  <a:pt x="5359" y="42994"/>
                </a:cubicBezTo>
                <a:cubicBezTo>
                  <a:pt x="4644" y="43744"/>
                  <a:pt x="4299" y="44661"/>
                  <a:pt x="4085" y="45649"/>
                </a:cubicBezTo>
                <a:cubicBezTo>
                  <a:pt x="4021" y="45921"/>
                  <a:pt x="3914" y="46037"/>
                  <a:pt x="3749" y="46037"/>
                </a:cubicBezTo>
                <a:cubicBezTo>
                  <a:pt x="3669" y="46037"/>
                  <a:pt x="3575" y="46009"/>
                  <a:pt x="3465" y="45958"/>
                </a:cubicBezTo>
                <a:cubicBezTo>
                  <a:pt x="2715" y="45601"/>
                  <a:pt x="2144" y="45042"/>
                  <a:pt x="1787" y="44303"/>
                </a:cubicBezTo>
                <a:cubicBezTo>
                  <a:pt x="1132" y="43017"/>
                  <a:pt x="882" y="41613"/>
                  <a:pt x="894" y="40160"/>
                </a:cubicBezTo>
                <a:cubicBezTo>
                  <a:pt x="810" y="40017"/>
                  <a:pt x="894" y="39839"/>
                  <a:pt x="822" y="39708"/>
                </a:cubicBezTo>
                <a:lnTo>
                  <a:pt x="822" y="37755"/>
                </a:lnTo>
                <a:cubicBezTo>
                  <a:pt x="906" y="37517"/>
                  <a:pt x="787" y="37279"/>
                  <a:pt x="894" y="37041"/>
                </a:cubicBezTo>
                <a:cubicBezTo>
                  <a:pt x="894" y="36648"/>
                  <a:pt x="906" y="36231"/>
                  <a:pt x="906" y="35826"/>
                </a:cubicBezTo>
                <a:cubicBezTo>
                  <a:pt x="989" y="35695"/>
                  <a:pt x="882" y="35517"/>
                  <a:pt x="989" y="35374"/>
                </a:cubicBezTo>
                <a:cubicBezTo>
                  <a:pt x="965" y="34993"/>
                  <a:pt x="1025" y="34624"/>
                  <a:pt x="1060" y="34243"/>
                </a:cubicBezTo>
                <a:cubicBezTo>
                  <a:pt x="1179" y="32921"/>
                  <a:pt x="1406" y="31623"/>
                  <a:pt x="1656" y="30314"/>
                </a:cubicBezTo>
                <a:cubicBezTo>
                  <a:pt x="2192" y="27575"/>
                  <a:pt x="3192" y="24980"/>
                  <a:pt x="4168" y="22372"/>
                </a:cubicBezTo>
                <a:cubicBezTo>
                  <a:pt x="5061" y="20038"/>
                  <a:pt x="6061" y="17752"/>
                  <a:pt x="6835" y="15371"/>
                </a:cubicBezTo>
                <a:cubicBezTo>
                  <a:pt x="7478" y="13454"/>
                  <a:pt x="8049" y="11526"/>
                  <a:pt x="8204" y="9478"/>
                </a:cubicBezTo>
                <a:cubicBezTo>
                  <a:pt x="8276" y="9347"/>
                  <a:pt x="8192" y="9168"/>
                  <a:pt x="8276" y="9037"/>
                </a:cubicBezTo>
                <a:cubicBezTo>
                  <a:pt x="8323" y="8382"/>
                  <a:pt x="8323" y="7716"/>
                  <a:pt x="8323" y="7061"/>
                </a:cubicBezTo>
                <a:cubicBezTo>
                  <a:pt x="8228" y="6930"/>
                  <a:pt x="8323" y="6751"/>
                  <a:pt x="8252" y="6608"/>
                </a:cubicBezTo>
                <a:cubicBezTo>
                  <a:pt x="8168" y="5989"/>
                  <a:pt x="8109" y="5358"/>
                  <a:pt x="7990" y="4751"/>
                </a:cubicBezTo>
                <a:cubicBezTo>
                  <a:pt x="7680" y="3072"/>
                  <a:pt x="7061" y="1489"/>
                  <a:pt x="6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5" name="Google Shape;505;p43">
            <a:extLst>
              <a:ext uri="{FF2B5EF4-FFF2-40B4-BE49-F238E27FC236}">
                <a16:creationId xmlns:a16="http://schemas.microsoft.com/office/drawing/2014/main" id="{3927F4CB-D2C1-ADF0-D162-2A4D9730A9B7}"/>
              </a:ext>
            </a:extLst>
          </p:cNvPr>
          <p:cNvPicPr preferRelativeResize="0"/>
          <p:nvPr/>
        </p:nvPicPr>
        <p:blipFill rotWithShape="1">
          <a:blip r:embed="rId4">
            <a:alphaModFix/>
          </a:blip>
          <a:srcRect l="28680" t="19555" r="23804" b="32703"/>
          <a:stretch/>
        </p:blipFill>
        <p:spPr>
          <a:xfrm rot="5400000">
            <a:off x="69282" y="1174088"/>
            <a:ext cx="1287874" cy="727825"/>
          </a:xfrm>
          <a:prstGeom prst="rect">
            <a:avLst/>
          </a:prstGeom>
          <a:noFill/>
          <a:ln>
            <a:noFill/>
          </a:ln>
        </p:spPr>
      </p:pic>
      <p:pic>
        <p:nvPicPr>
          <p:cNvPr id="506" name="Google Shape;506;p43">
            <a:extLst>
              <a:ext uri="{FF2B5EF4-FFF2-40B4-BE49-F238E27FC236}">
                <a16:creationId xmlns:a16="http://schemas.microsoft.com/office/drawing/2014/main" id="{D1A41439-6630-8C08-4E2E-945A4FAD94F2}"/>
              </a:ext>
            </a:extLst>
          </p:cNvPr>
          <p:cNvPicPr preferRelativeResize="0"/>
          <p:nvPr/>
        </p:nvPicPr>
        <p:blipFill rotWithShape="1">
          <a:blip r:embed="rId5">
            <a:alphaModFix/>
          </a:blip>
          <a:srcRect l="45691" t="12052" r="18787" b="20159"/>
          <a:stretch/>
        </p:blipFill>
        <p:spPr>
          <a:xfrm>
            <a:off x="7440150" y="342001"/>
            <a:ext cx="1149350" cy="1233725"/>
          </a:xfrm>
          <a:prstGeom prst="rect">
            <a:avLst/>
          </a:prstGeom>
          <a:noFill/>
          <a:ln>
            <a:noFill/>
          </a:ln>
        </p:spPr>
      </p:pic>
      <p:sp>
        <p:nvSpPr>
          <p:cNvPr id="4" name="Google Shape;594;p62">
            <a:extLst>
              <a:ext uri="{FF2B5EF4-FFF2-40B4-BE49-F238E27FC236}">
                <a16:creationId xmlns:a16="http://schemas.microsoft.com/office/drawing/2014/main" id="{8543B024-A11A-93CF-AA01-A7B18085EBB1}"/>
              </a:ext>
            </a:extLst>
          </p:cNvPr>
          <p:cNvSpPr txBox="1">
            <a:spLocks/>
          </p:cNvSpPr>
          <p:nvPr/>
        </p:nvSpPr>
        <p:spPr>
          <a:xfrm>
            <a:off x="2179974" y="2911397"/>
            <a:ext cx="4523171" cy="10073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DM Serif Display"/>
              <a:buNone/>
              <a:defRPr sz="2800" b="0" i="0" u="none" strike="noStrike" cap="none">
                <a:solidFill>
                  <a:schemeClr val="dk1"/>
                </a:solidFill>
                <a:latin typeface="DM Serif Display"/>
                <a:ea typeface="DM Serif Display"/>
                <a:cs typeface="DM Serif Display"/>
                <a:sym typeface="DM Serif Display"/>
              </a:defRPr>
            </a:lvl1pPr>
            <a:lvl2pPr marR="0" lvl="1" algn="ctr" rtl="0">
              <a:lnSpc>
                <a:spcPct val="100000"/>
              </a:lnSpc>
              <a:spcBef>
                <a:spcPts val="0"/>
              </a:spcBef>
              <a:spcAft>
                <a:spcPts val="0"/>
              </a:spcAft>
              <a:buClr>
                <a:schemeClr val="dk1"/>
              </a:buClr>
              <a:buSzPts val="2800"/>
              <a:buFont typeface="DM Serif Display"/>
              <a:buNone/>
              <a:defRPr sz="2800" b="0" i="0" u="none" strike="noStrike" cap="none">
                <a:solidFill>
                  <a:schemeClr val="dk1"/>
                </a:solidFill>
                <a:latin typeface="DM Serif Display"/>
                <a:ea typeface="DM Serif Display"/>
                <a:cs typeface="DM Serif Display"/>
                <a:sym typeface="DM Serif Display"/>
              </a:defRPr>
            </a:lvl2pPr>
            <a:lvl3pPr marR="0" lvl="2" algn="ctr" rtl="0">
              <a:lnSpc>
                <a:spcPct val="100000"/>
              </a:lnSpc>
              <a:spcBef>
                <a:spcPts val="0"/>
              </a:spcBef>
              <a:spcAft>
                <a:spcPts val="0"/>
              </a:spcAft>
              <a:buClr>
                <a:schemeClr val="dk1"/>
              </a:buClr>
              <a:buSzPts val="2800"/>
              <a:buFont typeface="DM Serif Display"/>
              <a:buNone/>
              <a:defRPr sz="2800" b="0" i="0" u="none" strike="noStrike" cap="none">
                <a:solidFill>
                  <a:schemeClr val="dk1"/>
                </a:solidFill>
                <a:latin typeface="DM Serif Display"/>
                <a:ea typeface="DM Serif Display"/>
                <a:cs typeface="DM Serif Display"/>
                <a:sym typeface="DM Serif Display"/>
              </a:defRPr>
            </a:lvl3pPr>
            <a:lvl4pPr marR="0" lvl="3" algn="ctr" rtl="0">
              <a:lnSpc>
                <a:spcPct val="100000"/>
              </a:lnSpc>
              <a:spcBef>
                <a:spcPts val="0"/>
              </a:spcBef>
              <a:spcAft>
                <a:spcPts val="0"/>
              </a:spcAft>
              <a:buClr>
                <a:schemeClr val="dk1"/>
              </a:buClr>
              <a:buSzPts val="2800"/>
              <a:buFont typeface="DM Serif Display"/>
              <a:buNone/>
              <a:defRPr sz="2800" b="0" i="0" u="none" strike="noStrike" cap="none">
                <a:solidFill>
                  <a:schemeClr val="dk1"/>
                </a:solidFill>
                <a:latin typeface="DM Serif Display"/>
                <a:ea typeface="DM Serif Display"/>
                <a:cs typeface="DM Serif Display"/>
                <a:sym typeface="DM Serif Display"/>
              </a:defRPr>
            </a:lvl4pPr>
            <a:lvl5pPr marR="0" lvl="4" algn="ctr" rtl="0">
              <a:lnSpc>
                <a:spcPct val="100000"/>
              </a:lnSpc>
              <a:spcBef>
                <a:spcPts val="0"/>
              </a:spcBef>
              <a:spcAft>
                <a:spcPts val="0"/>
              </a:spcAft>
              <a:buClr>
                <a:schemeClr val="dk1"/>
              </a:buClr>
              <a:buSzPts val="2800"/>
              <a:buFont typeface="DM Serif Display"/>
              <a:buNone/>
              <a:defRPr sz="2800" b="0" i="0" u="none" strike="noStrike" cap="none">
                <a:solidFill>
                  <a:schemeClr val="dk1"/>
                </a:solidFill>
                <a:latin typeface="DM Serif Display"/>
                <a:ea typeface="DM Serif Display"/>
                <a:cs typeface="DM Serif Display"/>
                <a:sym typeface="DM Serif Display"/>
              </a:defRPr>
            </a:lvl5pPr>
            <a:lvl6pPr marR="0" lvl="5" algn="ctr" rtl="0">
              <a:lnSpc>
                <a:spcPct val="100000"/>
              </a:lnSpc>
              <a:spcBef>
                <a:spcPts val="0"/>
              </a:spcBef>
              <a:spcAft>
                <a:spcPts val="0"/>
              </a:spcAft>
              <a:buClr>
                <a:schemeClr val="dk1"/>
              </a:buClr>
              <a:buSzPts val="2800"/>
              <a:buFont typeface="DM Serif Display"/>
              <a:buNone/>
              <a:defRPr sz="2800" b="0" i="0" u="none" strike="noStrike" cap="none">
                <a:solidFill>
                  <a:schemeClr val="dk1"/>
                </a:solidFill>
                <a:latin typeface="DM Serif Display"/>
                <a:ea typeface="DM Serif Display"/>
                <a:cs typeface="DM Serif Display"/>
                <a:sym typeface="DM Serif Display"/>
              </a:defRPr>
            </a:lvl6pPr>
            <a:lvl7pPr marR="0" lvl="6" algn="ctr" rtl="0">
              <a:lnSpc>
                <a:spcPct val="100000"/>
              </a:lnSpc>
              <a:spcBef>
                <a:spcPts val="0"/>
              </a:spcBef>
              <a:spcAft>
                <a:spcPts val="0"/>
              </a:spcAft>
              <a:buClr>
                <a:schemeClr val="dk1"/>
              </a:buClr>
              <a:buSzPts val="2800"/>
              <a:buFont typeface="DM Serif Display"/>
              <a:buNone/>
              <a:defRPr sz="2800" b="0" i="0" u="none" strike="noStrike" cap="none">
                <a:solidFill>
                  <a:schemeClr val="dk1"/>
                </a:solidFill>
                <a:latin typeface="DM Serif Display"/>
                <a:ea typeface="DM Serif Display"/>
                <a:cs typeface="DM Serif Display"/>
                <a:sym typeface="DM Serif Display"/>
              </a:defRPr>
            </a:lvl7pPr>
            <a:lvl8pPr marR="0" lvl="7" algn="ctr" rtl="0">
              <a:lnSpc>
                <a:spcPct val="100000"/>
              </a:lnSpc>
              <a:spcBef>
                <a:spcPts val="0"/>
              </a:spcBef>
              <a:spcAft>
                <a:spcPts val="0"/>
              </a:spcAft>
              <a:buClr>
                <a:schemeClr val="dk1"/>
              </a:buClr>
              <a:buSzPts val="2800"/>
              <a:buFont typeface="DM Serif Display"/>
              <a:buNone/>
              <a:defRPr sz="2800" b="0" i="0" u="none" strike="noStrike" cap="none">
                <a:solidFill>
                  <a:schemeClr val="dk1"/>
                </a:solidFill>
                <a:latin typeface="DM Serif Display"/>
                <a:ea typeface="DM Serif Display"/>
                <a:cs typeface="DM Serif Display"/>
                <a:sym typeface="DM Serif Display"/>
              </a:defRPr>
            </a:lvl8pPr>
            <a:lvl9pPr marR="0" lvl="8" algn="ctr" rtl="0">
              <a:lnSpc>
                <a:spcPct val="100000"/>
              </a:lnSpc>
              <a:spcBef>
                <a:spcPts val="0"/>
              </a:spcBef>
              <a:spcAft>
                <a:spcPts val="0"/>
              </a:spcAft>
              <a:buClr>
                <a:schemeClr val="dk1"/>
              </a:buClr>
              <a:buSzPts val="2800"/>
              <a:buFont typeface="DM Serif Display"/>
              <a:buNone/>
              <a:defRPr sz="2800" b="0" i="0" u="none" strike="noStrike" cap="none">
                <a:solidFill>
                  <a:schemeClr val="dk1"/>
                </a:solidFill>
                <a:latin typeface="DM Serif Display"/>
                <a:ea typeface="DM Serif Display"/>
                <a:cs typeface="DM Serif Display"/>
                <a:sym typeface="DM Serif Display"/>
              </a:defRPr>
            </a:lvl9pPr>
          </a:lstStyle>
          <a:p>
            <a:pPr>
              <a:buSzPts val="1100"/>
              <a:buFont typeface="Arial"/>
              <a:buNone/>
            </a:pPr>
            <a:r>
              <a:rPr lang="es-MX" sz="2400" dirty="0">
                <a:solidFill>
                  <a:schemeClr val="accent4">
                    <a:lumMod val="25000"/>
                  </a:schemeClr>
                </a:solidFill>
              </a:rPr>
              <a:t>Emparejamiento con el</a:t>
            </a:r>
          </a:p>
          <a:p>
            <a:pPr>
              <a:buSzPts val="1100"/>
              <a:buFont typeface="Arial"/>
              <a:buNone/>
            </a:pPr>
            <a:r>
              <a:rPr lang="es-MX" sz="2400" dirty="0">
                <a:solidFill>
                  <a:schemeClr val="accent4">
                    <a:lumMod val="25000"/>
                  </a:schemeClr>
                </a:solidFill>
              </a:rPr>
              <a:t>Algoritmo de </a:t>
            </a:r>
            <a:r>
              <a:rPr lang="es-MX" sz="2400" dirty="0" err="1">
                <a:solidFill>
                  <a:schemeClr val="accent4">
                    <a:lumMod val="25000"/>
                  </a:schemeClr>
                </a:solidFill>
              </a:rPr>
              <a:t>Galey</a:t>
            </a:r>
            <a:r>
              <a:rPr lang="es-MX" sz="2400" dirty="0">
                <a:solidFill>
                  <a:schemeClr val="accent4">
                    <a:lumMod val="25000"/>
                  </a:schemeClr>
                </a:solidFill>
              </a:rPr>
              <a:t> -Shapley</a:t>
            </a:r>
          </a:p>
        </p:txBody>
      </p:sp>
      <p:sp>
        <p:nvSpPr>
          <p:cNvPr id="5" name="Google Shape;498;p54">
            <a:extLst>
              <a:ext uri="{FF2B5EF4-FFF2-40B4-BE49-F238E27FC236}">
                <a16:creationId xmlns:a16="http://schemas.microsoft.com/office/drawing/2014/main" id="{3580A1A2-A43D-9BD9-B387-5E503241BF18}"/>
              </a:ext>
            </a:extLst>
          </p:cNvPr>
          <p:cNvSpPr txBox="1">
            <a:spLocks/>
          </p:cNvSpPr>
          <p:nvPr/>
        </p:nvSpPr>
        <p:spPr>
          <a:xfrm>
            <a:off x="1227234" y="3967184"/>
            <a:ext cx="2628611" cy="10073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lgn="ctr">
              <a:buNone/>
            </a:pPr>
            <a:r>
              <a:rPr lang="es-MX" sz="1400" dirty="0">
                <a:latin typeface="Catamaran" panose="020B0604020202020204" charset="0"/>
                <a:cs typeface="Catamaran" panose="020B0604020202020204" charset="0"/>
              </a:rPr>
              <a:t>Parejas heterosexuales – Variante de Universidad/Estudiantes</a:t>
            </a:r>
          </a:p>
        </p:txBody>
      </p:sp>
      <p:sp>
        <p:nvSpPr>
          <p:cNvPr id="6" name="Google Shape;498;p54">
            <a:extLst>
              <a:ext uri="{FF2B5EF4-FFF2-40B4-BE49-F238E27FC236}">
                <a16:creationId xmlns:a16="http://schemas.microsoft.com/office/drawing/2014/main" id="{8A9F92E8-4C6D-5AC8-C775-227C2B3AE86D}"/>
              </a:ext>
            </a:extLst>
          </p:cNvPr>
          <p:cNvSpPr txBox="1">
            <a:spLocks/>
          </p:cNvSpPr>
          <p:nvPr/>
        </p:nvSpPr>
        <p:spPr>
          <a:xfrm>
            <a:off x="5388839" y="3967184"/>
            <a:ext cx="2628611" cy="7429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lgn="ctr">
              <a:buNone/>
            </a:pPr>
            <a:r>
              <a:rPr lang="es-MX" sz="1400" dirty="0">
                <a:latin typeface="Catamaran" panose="020B0604020202020204" charset="0"/>
                <a:cs typeface="Catamaran" panose="020B0604020202020204" charset="0"/>
              </a:rPr>
              <a:t>Parejas homosexuales – Variante de </a:t>
            </a:r>
            <a:r>
              <a:rPr lang="es-MX" sz="1400" dirty="0" err="1">
                <a:latin typeface="Catamaran" panose="020B0604020202020204" charset="0"/>
                <a:cs typeface="Catamaran" panose="020B0604020202020204" charset="0"/>
              </a:rPr>
              <a:t>Roomies</a:t>
            </a:r>
            <a:endParaRPr lang="es-MX" sz="1400" dirty="0">
              <a:latin typeface="Catamaran" panose="020B0604020202020204" charset="0"/>
              <a:cs typeface="Catamaran" panose="020B0604020202020204" charset="0"/>
            </a:endParaRPr>
          </a:p>
        </p:txBody>
      </p:sp>
      <mc:AlternateContent xmlns:mc="http://schemas.openxmlformats.org/markup-compatibility/2006">
        <mc:Choice xmlns:p14="http://schemas.microsoft.com/office/powerpoint/2010/main" xmlns:aink="http://schemas.microsoft.com/office/drawing/2016/ink" Requires="p14 aink">
          <p:contentPart p14:bwMode="auto" r:id="rId6">
            <p14:nvContentPartPr>
              <p14:cNvPr id="7" name="Entrada de lápiz 6">
                <a:extLst>
                  <a:ext uri="{FF2B5EF4-FFF2-40B4-BE49-F238E27FC236}">
                    <a16:creationId xmlns:a16="http://schemas.microsoft.com/office/drawing/2014/main" id="{45013758-9286-ED1D-7DE6-2AE390F7561C}"/>
                  </a:ext>
                </a:extLst>
              </p14:cNvPr>
              <p14:cNvContentPartPr/>
              <p14:nvPr/>
            </p14:nvContentPartPr>
            <p14:xfrm>
              <a:off x="3117806" y="3748834"/>
              <a:ext cx="272160" cy="237600"/>
            </p14:xfrm>
          </p:contentPart>
        </mc:Choice>
        <mc:Fallback>
          <p:pic>
            <p:nvPicPr>
              <p:cNvPr id="7" name="Entrada de lápiz 6">
                <a:extLst>
                  <a:ext uri="{FF2B5EF4-FFF2-40B4-BE49-F238E27FC236}">
                    <a16:creationId xmlns:a16="http://schemas.microsoft.com/office/drawing/2014/main" id="{45013758-9286-ED1D-7DE6-2AE390F7561C}"/>
                  </a:ext>
                </a:extLst>
              </p:cNvPr>
              <p:cNvPicPr/>
              <p:nvPr/>
            </p:nvPicPr>
            <p:blipFill>
              <a:blip r:embed="rId7"/>
              <a:stretch>
                <a:fillRect/>
              </a:stretch>
            </p:blipFill>
            <p:spPr>
              <a:xfrm>
                <a:off x="3109166" y="3740194"/>
                <a:ext cx="289800" cy="2552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9" name="Entrada de lápiz 8">
                <a:extLst>
                  <a:ext uri="{FF2B5EF4-FFF2-40B4-BE49-F238E27FC236}">
                    <a16:creationId xmlns:a16="http://schemas.microsoft.com/office/drawing/2014/main" id="{5A59BC64-99F5-0D7A-36AC-C80AD8E1B3E4}"/>
                  </a:ext>
                </a:extLst>
              </p14:cNvPr>
              <p14:cNvContentPartPr/>
              <p14:nvPr/>
            </p14:nvContentPartPr>
            <p14:xfrm>
              <a:off x="5806286" y="3788074"/>
              <a:ext cx="282600" cy="164160"/>
            </p14:xfrm>
          </p:contentPart>
        </mc:Choice>
        <mc:Fallback>
          <p:pic>
            <p:nvPicPr>
              <p:cNvPr id="9" name="Entrada de lápiz 8">
                <a:extLst>
                  <a:ext uri="{FF2B5EF4-FFF2-40B4-BE49-F238E27FC236}">
                    <a16:creationId xmlns:a16="http://schemas.microsoft.com/office/drawing/2014/main" id="{5A59BC64-99F5-0D7A-36AC-C80AD8E1B3E4}"/>
                  </a:ext>
                </a:extLst>
              </p:cNvPr>
              <p:cNvPicPr/>
              <p:nvPr/>
            </p:nvPicPr>
            <p:blipFill>
              <a:blip r:embed="rId9"/>
              <a:stretch>
                <a:fillRect/>
              </a:stretch>
            </p:blipFill>
            <p:spPr>
              <a:xfrm>
                <a:off x="5797286" y="3779074"/>
                <a:ext cx="300240" cy="181800"/>
              </a:xfrm>
              <a:prstGeom prst="rect">
                <a:avLst/>
              </a:prstGeom>
            </p:spPr>
          </p:pic>
        </mc:Fallback>
      </mc:AlternateContent>
    </p:spTree>
    <p:extLst>
      <p:ext uri="{BB962C8B-B14F-4D97-AF65-F5344CB8AC3E}">
        <p14:creationId xmlns:p14="http://schemas.microsoft.com/office/powerpoint/2010/main" val="409871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pic>
        <p:nvPicPr>
          <p:cNvPr id="577" name="Google Shape;577;p46"/>
          <p:cNvPicPr preferRelativeResize="0"/>
          <p:nvPr/>
        </p:nvPicPr>
        <p:blipFill rotWithShape="1">
          <a:blip r:embed="rId3">
            <a:alphaModFix amt="76000"/>
          </a:blip>
          <a:srcRect l="50645" t="40792" r="22239" b="48411"/>
          <a:stretch/>
        </p:blipFill>
        <p:spPr>
          <a:xfrm>
            <a:off x="-251173" y="1427875"/>
            <a:ext cx="2446373" cy="547925"/>
          </a:xfrm>
          <a:prstGeom prst="rect">
            <a:avLst/>
          </a:prstGeom>
          <a:noFill/>
          <a:ln>
            <a:noFill/>
          </a:ln>
        </p:spPr>
      </p:pic>
      <p:sp>
        <p:nvSpPr>
          <p:cNvPr id="578" name="Google Shape;578;p46"/>
          <p:cNvSpPr/>
          <p:nvPr/>
        </p:nvSpPr>
        <p:spPr>
          <a:xfrm>
            <a:off x="273278" y="13351"/>
            <a:ext cx="439944" cy="4995055"/>
          </a:xfrm>
          <a:custGeom>
            <a:avLst/>
            <a:gdLst/>
            <a:ahLst/>
            <a:cxnLst/>
            <a:rect l="l" t="t" r="r" b="b"/>
            <a:pathLst>
              <a:path w="7860" h="95453" extrusionOk="0">
                <a:moveTo>
                  <a:pt x="3582" y="28084"/>
                </a:moveTo>
                <a:cubicBezTo>
                  <a:pt x="3748" y="28084"/>
                  <a:pt x="3914" y="28121"/>
                  <a:pt x="4037" y="28254"/>
                </a:cubicBezTo>
                <a:cubicBezTo>
                  <a:pt x="4049" y="28265"/>
                  <a:pt x="4061" y="28301"/>
                  <a:pt x="4061" y="28313"/>
                </a:cubicBezTo>
                <a:cubicBezTo>
                  <a:pt x="4120" y="28361"/>
                  <a:pt x="4132" y="28432"/>
                  <a:pt x="4132" y="28504"/>
                </a:cubicBezTo>
                <a:cubicBezTo>
                  <a:pt x="4156" y="28599"/>
                  <a:pt x="4132" y="28682"/>
                  <a:pt x="4120" y="28754"/>
                </a:cubicBezTo>
                <a:cubicBezTo>
                  <a:pt x="4025" y="29182"/>
                  <a:pt x="3728" y="29575"/>
                  <a:pt x="3454" y="29920"/>
                </a:cubicBezTo>
                <a:cubicBezTo>
                  <a:pt x="2966" y="30540"/>
                  <a:pt x="2335" y="31075"/>
                  <a:pt x="1620" y="31409"/>
                </a:cubicBezTo>
                <a:cubicBezTo>
                  <a:pt x="1471" y="31483"/>
                  <a:pt x="1249" y="31573"/>
                  <a:pt x="1045" y="31573"/>
                </a:cubicBezTo>
                <a:cubicBezTo>
                  <a:pt x="891" y="31573"/>
                  <a:pt x="748" y="31522"/>
                  <a:pt x="656" y="31373"/>
                </a:cubicBezTo>
                <a:cubicBezTo>
                  <a:pt x="549" y="31218"/>
                  <a:pt x="584" y="30980"/>
                  <a:pt x="632" y="30802"/>
                </a:cubicBezTo>
                <a:cubicBezTo>
                  <a:pt x="644" y="30706"/>
                  <a:pt x="691" y="30635"/>
                  <a:pt x="715" y="30563"/>
                </a:cubicBezTo>
                <a:cubicBezTo>
                  <a:pt x="846" y="30004"/>
                  <a:pt x="1180" y="29504"/>
                  <a:pt x="1549" y="29099"/>
                </a:cubicBezTo>
                <a:cubicBezTo>
                  <a:pt x="2049" y="28563"/>
                  <a:pt x="2751" y="28135"/>
                  <a:pt x="3501" y="28087"/>
                </a:cubicBezTo>
                <a:cubicBezTo>
                  <a:pt x="3528" y="28085"/>
                  <a:pt x="3555" y="28084"/>
                  <a:pt x="3582" y="28084"/>
                </a:cubicBezTo>
                <a:close/>
                <a:moveTo>
                  <a:pt x="4752" y="0"/>
                </a:moveTo>
                <a:cubicBezTo>
                  <a:pt x="3799" y="893"/>
                  <a:pt x="3085" y="1953"/>
                  <a:pt x="2442" y="3084"/>
                </a:cubicBezTo>
                <a:cubicBezTo>
                  <a:pt x="2311" y="3143"/>
                  <a:pt x="2251" y="3250"/>
                  <a:pt x="2204" y="3381"/>
                </a:cubicBezTo>
                <a:cubicBezTo>
                  <a:pt x="2120" y="3727"/>
                  <a:pt x="1882" y="3989"/>
                  <a:pt x="1715" y="4298"/>
                </a:cubicBezTo>
                <a:cubicBezTo>
                  <a:pt x="1084" y="5525"/>
                  <a:pt x="608" y="6787"/>
                  <a:pt x="525" y="8156"/>
                </a:cubicBezTo>
                <a:cubicBezTo>
                  <a:pt x="418" y="9775"/>
                  <a:pt x="1013" y="11192"/>
                  <a:pt x="1834" y="12537"/>
                </a:cubicBezTo>
                <a:cubicBezTo>
                  <a:pt x="3037" y="14538"/>
                  <a:pt x="4275" y="16538"/>
                  <a:pt x="5133" y="18740"/>
                </a:cubicBezTo>
                <a:cubicBezTo>
                  <a:pt x="5573" y="19860"/>
                  <a:pt x="5906" y="21003"/>
                  <a:pt x="5990" y="22205"/>
                </a:cubicBezTo>
                <a:cubicBezTo>
                  <a:pt x="6061" y="22717"/>
                  <a:pt x="6061" y="23217"/>
                  <a:pt x="5990" y="23729"/>
                </a:cubicBezTo>
                <a:cubicBezTo>
                  <a:pt x="6025" y="23979"/>
                  <a:pt x="5930" y="24217"/>
                  <a:pt x="5895" y="24455"/>
                </a:cubicBezTo>
                <a:cubicBezTo>
                  <a:pt x="5775" y="25551"/>
                  <a:pt x="5430" y="26587"/>
                  <a:pt x="4978" y="27575"/>
                </a:cubicBezTo>
                <a:cubicBezTo>
                  <a:pt x="4902" y="27727"/>
                  <a:pt x="4826" y="27801"/>
                  <a:pt x="4719" y="27801"/>
                </a:cubicBezTo>
                <a:cubicBezTo>
                  <a:pt x="4658" y="27801"/>
                  <a:pt x="4588" y="27777"/>
                  <a:pt x="4501" y="27730"/>
                </a:cubicBezTo>
                <a:cubicBezTo>
                  <a:pt x="4183" y="27544"/>
                  <a:pt x="3851" y="27479"/>
                  <a:pt x="3507" y="27479"/>
                </a:cubicBezTo>
                <a:cubicBezTo>
                  <a:pt x="3299" y="27479"/>
                  <a:pt x="3086" y="27503"/>
                  <a:pt x="2870" y="27539"/>
                </a:cubicBezTo>
                <a:cubicBezTo>
                  <a:pt x="1418" y="27789"/>
                  <a:pt x="96" y="29480"/>
                  <a:pt x="49" y="30932"/>
                </a:cubicBezTo>
                <a:cubicBezTo>
                  <a:pt x="1" y="31123"/>
                  <a:pt x="1" y="31325"/>
                  <a:pt x="49" y="31540"/>
                </a:cubicBezTo>
                <a:cubicBezTo>
                  <a:pt x="188" y="32078"/>
                  <a:pt x="478" y="32357"/>
                  <a:pt x="918" y="32357"/>
                </a:cubicBezTo>
                <a:cubicBezTo>
                  <a:pt x="1003" y="32357"/>
                  <a:pt x="1095" y="32347"/>
                  <a:pt x="1192" y="32325"/>
                </a:cubicBezTo>
                <a:cubicBezTo>
                  <a:pt x="1501" y="32254"/>
                  <a:pt x="1799" y="32147"/>
                  <a:pt x="2085" y="31968"/>
                </a:cubicBezTo>
                <a:cubicBezTo>
                  <a:pt x="3216" y="31242"/>
                  <a:pt x="3990" y="30170"/>
                  <a:pt x="4740" y="29087"/>
                </a:cubicBezTo>
                <a:cubicBezTo>
                  <a:pt x="4864" y="28907"/>
                  <a:pt x="4962" y="28811"/>
                  <a:pt x="5066" y="28811"/>
                </a:cubicBezTo>
                <a:cubicBezTo>
                  <a:pt x="5162" y="28811"/>
                  <a:pt x="5263" y="28892"/>
                  <a:pt x="5394" y="29063"/>
                </a:cubicBezTo>
                <a:cubicBezTo>
                  <a:pt x="5704" y="29480"/>
                  <a:pt x="6025" y="29885"/>
                  <a:pt x="6264" y="30361"/>
                </a:cubicBezTo>
                <a:cubicBezTo>
                  <a:pt x="6764" y="31373"/>
                  <a:pt x="7180" y="32421"/>
                  <a:pt x="7240" y="33564"/>
                </a:cubicBezTo>
                <a:cubicBezTo>
                  <a:pt x="7299" y="33945"/>
                  <a:pt x="7311" y="34338"/>
                  <a:pt x="7240" y="34719"/>
                </a:cubicBezTo>
                <a:cubicBezTo>
                  <a:pt x="7240" y="35540"/>
                  <a:pt x="7026" y="36314"/>
                  <a:pt x="6764" y="37076"/>
                </a:cubicBezTo>
                <a:cubicBezTo>
                  <a:pt x="6299" y="38445"/>
                  <a:pt x="5537" y="39695"/>
                  <a:pt x="5002" y="41029"/>
                </a:cubicBezTo>
                <a:cubicBezTo>
                  <a:pt x="4466" y="42374"/>
                  <a:pt x="3847" y="43684"/>
                  <a:pt x="3454" y="45077"/>
                </a:cubicBezTo>
                <a:cubicBezTo>
                  <a:pt x="2906" y="47006"/>
                  <a:pt x="2442" y="48935"/>
                  <a:pt x="1894" y="50852"/>
                </a:cubicBezTo>
                <a:cubicBezTo>
                  <a:pt x="1263" y="53078"/>
                  <a:pt x="846" y="55316"/>
                  <a:pt x="703" y="57626"/>
                </a:cubicBezTo>
                <a:cubicBezTo>
                  <a:pt x="632" y="57793"/>
                  <a:pt x="727" y="57995"/>
                  <a:pt x="632" y="58162"/>
                </a:cubicBezTo>
                <a:cubicBezTo>
                  <a:pt x="608" y="59269"/>
                  <a:pt x="549" y="60365"/>
                  <a:pt x="894" y="61424"/>
                </a:cubicBezTo>
                <a:cubicBezTo>
                  <a:pt x="1251" y="62544"/>
                  <a:pt x="1775" y="63532"/>
                  <a:pt x="3108" y="63734"/>
                </a:cubicBezTo>
                <a:cubicBezTo>
                  <a:pt x="3142" y="63738"/>
                  <a:pt x="3176" y="63739"/>
                  <a:pt x="3210" y="63739"/>
                </a:cubicBezTo>
                <a:cubicBezTo>
                  <a:pt x="3411" y="63739"/>
                  <a:pt x="3605" y="63686"/>
                  <a:pt x="3799" y="63686"/>
                </a:cubicBezTo>
                <a:cubicBezTo>
                  <a:pt x="4061" y="63686"/>
                  <a:pt x="4120" y="63758"/>
                  <a:pt x="4037" y="64008"/>
                </a:cubicBezTo>
                <a:cubicBezTo>
                  <a:pt x="3228" y="66068"/>
                  <a:pt x="2894" y="68223"/>
                  <a:pt x="2727" y="70402"/>
                </a:cubicBezTo>
                <a:cubicBezTo>
                  <a:pt x="2656" y="70533"/>
                  <a:pt x="2739" y="70711"/>
                  <a:pt x="2656" y="70842"/>
                </a:cubicBezTo>
                <a:lnTo>
                  <a:pt x="2656" y="72688"/>
                </a:lnTo>
                <a:cubicBezTo>
                  <a:pt x="2632" y="73890"/>
                  <a:pt x="2727" y="75069"/>
                  <a:pt x="3085" y="76236"/>
                </a:cubicBezTo>
                <a:cubicBezTo>
                  <a:pt x="3382" y="77212"/>
                  <a:pt x="3870" y="78105"/>
                  <a:pt x="4275" y="79046"/>
                </a:cubicBezTo>
                <a:cubicBezTo>
                  <a:pt x="4775" y="80260"/>
                  <a:pt x="5228" y="81486"/>
                  <a:pt x="5299" y="82808"/>
                </a:cubicBezTo>
                <a:cubicBezTo>
                  <a:pt x="5406" y="84749"/>
                  <a:pt x="4775" y="86511"/>
                  <a:pt x="4025" y="88261"/>
                </a:cubicBezTo>
                <a:cubicBezTo>
                  <a:pt x="3335" y="89809"/>
                  <a:pt x="2477" y="91261"/>
                  <a:pt x="1501" y="92642"/>
                </a:cubicBezTo>
                <a:cubicBezTo>
                  <a:pt x="1072" y="93273"/>
                  <a:pt x="763" y="93976"/>
                  <a:pt x="715" y="94762"/>
                </a:cubicBezTo>
                <a:cubicBezTo>
                  <a:pt x="703" y="95107"/>
                  <a:pt x="822" y="95321"/>
                  <a:pt x="1144" y="95417"/>
                </a:cubicBezTo>
                <a:cubicBezTo>
                  <a:pt x="1221" y="95440"/>
                  <a:pt x="1293" y="95452"/>
                  <a:pt x="1364" y="95452"/>
                </a:cubicBezTo>
                <a:cubicBezTo>
                  <a:pt x="1436" y="95452"/>
                  <a:pt x="1507" y="95440"/>
                  <a:pt x="1584" y="95417"/>
                </a:cubicBezTo>
                <a:cubicBezTo>
                  <a:pt x="1775" y="95369"/>
                  <a:pt x="1977" y="95345"/>
                  <a:pt x="2180" y="95298"/>
                </a:cubicBezTo>
                <a:cubicBezTo>
                  <a:pt x="2323" y="95250"/>
                  <a:pt x="2382" y="95131"/>
                  <a:pt x="2358" y="94988"/>
                </a:cubicBezTo>
                <a:cubicBezTo>
                  <a:pt x="2323" y="94845"/>
                  <a:pt x="2239" y="94786"/>
                  <a:pt x="2096" y="94774"/>
                </a:cubicBezTo>
                <a:cubicBezTo>
                  <a:pt x="2009" y="94774"/>
                  <a:pt x="1922" y="94768"/>
                  <a:pt x="1834" y="94768"/>
                </a:cubicBezTo>
                <a:cubicBezTo>
                  <a:pt x="1791" y="94768"/>
                  <a:pt x="1747" y="94770"/>
                  <a:pt x="1704" y="94774"/>
                </a:cubicBezTo>
                <a:cubicBezTo>
                  <a:pt x="1652" y="94780"/>
                  <a:pt x="1606" y="94783"/>
                  <a:pt x="1564" y="94783"/>
                </a:cubicBezTo>
                <a:cubicBezTo>
                  <a:pt x="1364" y="94783"/>
                  <a:pt x="1281" y="94698"/>
                  <a:pt x="1370" y="94393"/>
                </a:cubicBezTo>
                <a:cubicBezTo>
                  <a:pt x="1501" y="93869"/>
                  <a:pt x="1727" y="93393"/>
                  <a:pt x="2013" y="92964"/>
                </a:cubicBezTo>
                <a:cubicBezTo>
                  <a:pt x="2954" y="91571"/>
                  <a:pt x="3811" y="90166"/>
                  <a:pt x="4501" y="88630"/>
                </a:cubicBezTo>
                <a:cubicBezTo>
                  <a:pt x="5180" y="87070"/>
                  <a:pt x="5644" y="85439"/>
                  <a:pt x="5811" y="83748"/>
                </a:cubicBezTo>
                <a:cubicBezTo>
                  <a:pt x="5847" y="83463"/>
                  <a:pt x="5847" y="83165"/>
                  <a:pt x="5811" y="82879"/>
                </a:cubicBezTo>
                <a:cubicBezTo>
                  <a:pt x="5728" y="81379"/>
                  <a:pt x="5240" y="80010"/>
                  <a:pt x="4644" y="78641"/>
                </a:cubicBezTo>
                <a:cubicBezTo>
                  <a:pt x="4204" y="77629"/>
                  <a:pt x="3680" y="76652"/>
                  <a:pt x="3406" y="75557"/>
                </a:cubicBezTo>
                <a:cubicBezTo>
                  <a:pt x="3025" y="74009"/>
                  <a:pt x="3156" y="72449"/>
                  <a:pt x="3156" y="70890"/>
                </a:cubicBezTo>
                <a:cubicBezTo>
                  <a:pt x="3228" y="70759"/>
                  <a:pt x="3132" y="70580"/>
                  <a:pt x="3228" y="70437"/>
                </a:cubicBezTo>
                <a:cubicBezTo>
                  <a:pt x="3216" y="69866"/>
                  <a:pt x="3335" y="69282"/>
                  <a:pt x="3406" y="68699"/>
                </a:cubicBezTo>
                <a:cubicBezTo>
                  <a:pt x="3573" y="67306"/>
                  <a:pt x="3859" y="65949"/>
                  <a:pt x="4323" y="64627"/>
                </a:cubicBezTo>
                <a:cubicBezTo>
                  <a:pt x="4561" y="63925"/>
                  <a:pt x="4835" y="63294"/>
                  <a:pt x="5633" y="62913"/>
                </a:cubicBezTo>
                <a:cubicBezTo>
                  <a:pt x="6406" y="62544"/>
                  <a:pt x="6942" y="61805"/>
                  <a:pt x="7276" y="60996"/>
                </a:cubicBezTo>
                <a:cubicBezTo>
                  <a:pt x="7419" y="60662"/>
                  <a:pt x="7716" y="60293"/>
                  <a:pt x="7276" y="59960"/>
                </a:cubicBezTo>
                <a:cubicBezTo>
                  <a:pt x="7198" y="59900"/>
                  <a:pt x="7109" y="59870"/>
                  <a:pt x="7012" y="59870"/>
                </a:cubicBezTo>
                <a:cubicBezTo>
                  <a:pt x="6782" y="59870"/>
                  <a:pt x="6508" y="60038"/>
                  <a:pt x="6240" y="60365"/>
                </a:cubicBezTo>
                <a:cubicBezTo>
                  <a:pt x="5644" y="61079"/>
                  <a:pt x="5037" y="61793"/>
                  <a:pt x="4644" y="62639"/>
                </a:cubicBezTo>
                <a:cubicBezTo>
                  <a:pt x="4561" y="62817"/>
                  <a:pt x="4442" y="62924"/>
                  <a:pt x="4228" y="62996"/>
                </a:cubicBezTo>
                <a:cubicBezTo>
                  <a:pt x="3936" y="63090"/>
                  <a:pt x="3660" y="63137"/>
                  <a:pt x="3402" y="63137"/>
                </a:cubicBezTo>
                <a:cubicBezTo>
                  <a:pt x="2554" y="63137"/>
                  <a:pt x="1902" y="62635"/>
                  <a:pt x="1537" y="61686"/>
                </a:cubicBezTo>
                <a:cubicBezTo>
                  <a:pt x="1120" y="60591"/>
                  <a:pt x="1084" y="59448"/>
                  <a:pt x="1132" y="58281"/>
                </a:cubicBezTo>
                <a:cubicBezTo>
                  <a:pt x="1227" y="58114"/>
                  <a:pt x="1108" y="57912"/>
                  <a:pt x="1203" y="57745"/>
                </a:cubicBezTo>
                <a:cubicBezTo>
                  <a:pt x="1192" y="56388"/>
                  <a:pt x="1465" y="55078"/>
                  <a:pt x="1715" y="53757"/>
                </a:cubicBezTo>
                <a:cubicBezTo>
                  <a:pt x="2073" y="51911"/>
                  <a:pt x="2680" y="50125"/>
                  <a:pt x="3132" y="48292"/>
                </a:cubicBezTo>
                <a:cubicBezTo>
                  <a:pt x="3930" y="45006"/>
                  <a:pt x="5097" y="41850"/>
                  <a:pt x="6597" y="38814"/>
                </a:cubicBezTo>
                <a:cubicBezTo>
                  <a:pt x="7216" y="37540"/>
                  <a:pt x="7633" y="36183"/>
                  <a:pt x="7728" y="34754"/>
                </a:cubicBezTo>
                <a:cubicBezTo>
                  <a:pt x="7800" y="34588"/>
                  <a:pt x="7692" y="34385"/>
                  <a:pt x="7800" y="34219"/>
                </a:cubicBezTo>
                <a:cubicBezTo>
                  <a:pt x="7847" y="34207"/>
                  <a:pt x="7847" y="34159"/>
                  <a:pt x="7847" y="34100"/>
                </a:cubicBezTo>
                <a:cubicBezTo>
                  <a:pt x="7740" y="33909"/>
                  <a:pt x="7859" y="33683"/>
                  <a:pt x="7776" y="33468"/>
                </a:cubicBezTo>
                <a:cubicBezTo>
                  <a:pt x="7549" y="31540"/>
                  <a:pt x="6907" y="29778"/>
                  <a:pt x="5514" y="28373"/>
                </a:cubicBezTo>
                <a:cubicBezTo>
                  <a:pt x="5359" y="28206"/>
                  <a:pt x="5311" y="28099"/>
                  <a:pt x="5418" y="27896"/>
                </a:cubicBezTo>
                <a:cubicBezTo>
                  <a:pt x="6061" y="26432"/>
                  <a:pt x="6502" y="24944"/>
                  <a:pt x="6537" y="23336"/>
                </a:cubicBezTo>
                <a:cubicBezTo>
                  <a:pt x="6585" y="23134"/>
                  <a:pt x="6585" y="22931"/>
                  <a:pt x="6537" y="22729"/>
                </a:cubicBezTo>
                <a:cubicBezTo>
                  <a:pt x="6537" y="21705"/>
                  <a:pt x="6323" y="20705"/>
                  <a:pt x="6025" y="19717"/>
                </a:cubicBezTo>
                <a:cubicBezTo>
                  <a:pt x="5287" y="17300"/>
                  <a:pt x="4037" y="15121"/>
                  <a:pt x="2716" y="12978"/>
                </a:cubicBezTo>
                <a:cubicBezTo>
                  <a:pt x="2120" y="12025"/>
                  <a:pt x="1525" y="11061"/>
                  <a:pt x="1239" y="9954"/>
                </a:cubicBezTo>
                <a:cubicBezTo>
                  <a:pt x="727" y="8037"/>
                  <a:pt x="1227" y="6251"/>
                  <a:pt x="2096" y="4560"/>
                </a:cubicBezTo>
                <a:cubicBezTo>
                  <a:pt x="2882" y="3024"/>
                  <a:pt x="3739" y="1524"/>
                  <a:pt x="4835" y="179"/>
                </a:cubicBezTo>
                <a:cubicBezTo>
                  <a:pt x="4882" y="72"/>
                  <a:pt x="4823" y="36"/>
                  <a:pt x="4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9" name="Google Shape;579;p46"/>
          <p:cNvPicPr preferRelativeResize="0"/>
          <p:nvPr/>
        </p:nvPicPr>
        <p:blipFill rotWithShape="1">
          <a:blip r:embed="rId4">
            <a:alphaModFix/>
          </a:blip>
          <a:srcRect l="28680" t="19555" r="23804" b="32703"/>
          <a:stretch/>
        </p:blipFill>
        <p:spPr>
          <a:xfrm rot="519689">
            <a:off x="564948" y="1726121"/>
            <a:ext cx="1287873" cy="727826"/>
          </a:xfrm>
          <a:prstGeom prst="rect">
            <a:avLst/>
          </a:prstGeom>
          <a:noFill/>
          <a:ln>
            <a:noFill/>
          </a:ln>
        </p:spPr>
      </p:pic>
      <p:grpSp>
        <p:nvGrpSpPr>
          <p:cNvPr id="580" name="Google Shape;580;p46"/>
          <p:cNvGrpSpPr/>
          <p:nvPr/>
        </p:nvGrpSpPr>
        <p:grpSpPr>
          <a:xfrm>
            <a:off x="158798" y="2487971"/>
            <a:ext cx="1741471" cy="1886746"/>
            <a:chOff x="5032175" y="2294450"/>
            <a:chExt cx="1144500" cy="1239975"/>
          </a:xfrm>
        </p:grpSpPr>
        <p:sp>
          <p:nvSpPr>
            <p:cNvPr id="581" name="Google Shape;581;p46"/>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6"/>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6"/>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6"/>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5" name="Google Shape;585;p46"/>
          <p:cNvPicPr preferRelativeResize="0"/>
          <p:nvPr/>
        </p:nvPicPr>
        <p:blipFill rotWithShape="1">
          <a:blip r:embed="rId5">
            <a:alphaModFix amt="76000"/>
          </a:blip>
          <a:srcRect l="37412" t="9009" r="30455" b="20771"/>
          <a:stretch/>
        </p:blipFill>
        <p:spPr>
          <a:xfrm>
            <a:off x="3969039" y="693909"/>
            <a:ext cx="1432411" cy="1760740"/>
          </a:xfrm>
          <a:prstGeom prst="rect">
            <a:avLst/>
          </a:prstGeom>
          <a:noFill/>
          <a:ln>
            <a:noFill/>
          </a:ln>
        </p:spPr>
      </p:pic>
      <p:sp>
        <p:nvSpPr>
          <p:cNvPr id="586" name="Google Shape;586;p46"/>
          <p:cNvSpPr txBox="1">
            <a:spLocks noGrp="1"/>
          </p:cNvSpPr>
          <p:nvPr>
            <p:ph type="title"/>
          </p:nvPr>
        </p:nvSpPr>
        <p:spPr>
          <a:xfrm>
            <a:off x="1945993" y="2119963"/>
            <a:ext cx="5410222" cy="181132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Análisis descriptivo</a:t>
            </a:r>
            <a:endParaRPr dirty="0"/>
          </a:p>
        </p:txBody>
      </p:sp>
      <p:sp>
        <p:nvSpPr>
          <p:cNvPr id="587" name="Google Shape;587;p46"/>
          <p:cNvSpPr txBox="1">
            <a:spLocks noGrp="1"/>
          </p:cNvSpPr>
          <p:nvPr>
            <p:ph type="title" idx="2"/>
          </p:nvPr>
        </p:nvSpPr>
        <p:spPr>
          <a:xfrm>
            <a:off x="2652300" y="1010300"/>
            <a:ext cx="3839400" cy="10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02</a:t>
            </a:r>
            <a:endParaRPr dirty="0"/>
          </a:p>
        </p:txBody>
      </p:sp>
      <p:pic>
        <p:nvPicPr>
          <p:cNvPr id="589" name="Google Shape;589;p46"/>
          <p:cNvPicPr preferRelativeResize="0"/>
          <p:nvPr/>
        </p:nvPicPr>
        <p:blipFill rotWithShape="1">
          <a:blip r:embed="rId6">
            <a:alphaModFix/>
          </a:blip>
          <a:srcRect l="45691" t="12052" r="18787" b="20159"/>
          <a:stretch/>
        </p:blipFill>
        <p:spPr>
          <a:xfrm>
            <a:off x="7565300" y="2642451"/>
            <a:ext cx="1149350" cy="1233725"/>
          </a:xfrm>
          <a:prstGeom prst="rect">
            <a:avLst/>
          </a:prstGeom>
          <a:noFill/>
          <a:ln>
            <a:noFill/>
          </a:ln>
        </p:spPr>
      </p:pic>
      <p:pic>
        <p:nvPicPr>
          <p:cNvPr id="590" name="Google Shape;590;p46"/>
          <p:cNvPicPr preferRelativeResize="0"/>
          <p:nvPr/>
        </p:nvPicPr>
        <p:blipFill rotWithShape="1">
          <a:blip r:embed="rId4">
            <a:alphaModFix/>
          </a:blip>
          <a:srcRect l="28680" t="19555" r="23804" b="32703"/>
          <a:stretch/>
        </p:blipFill>
        <p:spPr>
          <a:xfrm rot="5400000">
            <a:off x="7242648" y="703547"/>
            <a:ext cx="1287874" cy="727826"/>
          </a:xfrm>
          <a:prstGeom prst="rect">
            <a:avLst/>
          </a:prstGeom>
          <a:noFill/>
          <a:ln>
            <a:noFill/>
          </a:ln>
        </p:spPr>
      </p:pic>
      <p:pic>
        <p:nvPicPr>
          <p:cNvPr id="591" name="Google Shape;591;p46"/>
          <p:cNvPicPr preferRelativeResize="0"/>
          <p:nvPr/>
        </p:nvPicPr>
        <p:blipFill rotWithShape="1">
          <a:blip r:embed="rId7">
            <a:alphaModFix amt="63000"/>
          </a:blip>
          <a:srcRect l="17536" t="30943" r="20804" b="36495"/>
          <a:stretch/>
        </p:blipFill>
        <p:spPr>
          <a:xfrm rot="-2080536">
            <a:off x="2465628" y="-736693"/>
            <a:ext cx="3899224" cy="11582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0">
          <a:extLst>
            <a:ext uri="{FF2B5EF4-FFF2-40B4-BE49-F238E27FC236}">
              <a16:creationId xmlns:a16="http://schemas.microsoft.com/office/drawing/2014/main" id="{4E56B48A-E8B4-F8A0-359B-C8E64C3BC422}"/>
            </a:ext>
          </a:extLst>
        </p:cNvPr>
        <p:cNvGrpSpPr/>
        <p:nvPr/>
      </p:nvGrpSpPr>
      <p:grpSpPr>
        <a:xfrm>
          <a:off x="0" y="0"/>
          <a:ext cx="0" cy="0"/>
          <a:chOff x="0" y="0"/>
          <a:chExt cx="0" cy="0"/>
        </a:xfrm>
      </p:grpSpPr>
      <p:pic>
        <p:nvPicPr>
          <p:cNvPr id="601" name="Google Shape;601;p47">
            <a:extLst>
              <a:ext uri="{FF2B5EF4-FFF2-40B4-BE49-F238E27FC236}">
                <a16:creationId xmlns:a16="http://schemas.microsoft.com/office/drawing/2014/main" id="{1CBBD6DF-1476-E4C0-D86B-F65F36C0C21A}"/>
              </a:ext>
            </a:extLst>
          </p:cNvPr>
          <p:cNvPicPr preferRelativeResize="0"/>
          <p:nvPr/>
        </p:nvPicPr>
        <p:blipFill rotWithShape="1">
          <a:blip r:embed="rId3">
            <a:alphaModFix/>
          </a:blip>
          <a:srcRect l="3061" t="37780" r="11424" b="34639"/>
          <a:stretch/>
        </p:blipFill>
        <p:spPr>
          <a:xfrm>
            <a:off x="6416132" y="4778253"/>
            <a:ext cx="3073373" cy="557526"/>
          </a:xfrm>
          <a:prstGeom prst="rect">
            <a:avLst/>
          </a:prstGeom>
          <a:noFill/>
          <a:ln>
            <a:noFill/>
          </a:ln>
        </p:spPr>
      </p:pic>
      <p:pic>
        <p:nvPicPr>
          <p:cNvPr id="602" name="Google Shape;602;p47">
            <a:extLst>
              <a:ext uri="{FF2B5EF4-FFF2-40B4-BE49-F238E27FC236}">
                <a16:creationId xmlns:a16="http://schemas.microsoft.com/office/drawing/2014/main" id="{20927B34-6476-C058-85F4-C7558D39600D}"/>
              </a:ext>
            </a:extLst>
          </p:cNvPr>
          <p:cNvPicPr preferRelativeResize="0"/>
          <p:nvPr/>
        </p:nvPicPr>
        <p:blipFill rotWithShape="1">
          <a:blip r:embed="rId4">
            <a:alphaModFix amt="57000"/>
          </a:blip>
          <a:srcRect l="36305" t="26731" r="30909" b="23776"/>
          <a:stretch/>
        </p:blipFill>
        <p:spPr>
          <a:xfrm flipH="1">
            <a:off x="-528075" y="1470875"/>
            <a:ext cx="2119848" cy="1800074"/>
          </a:xfrm>
          <a:prstGeom prst="rect">
            <a:avLst/>
          </a:prstGeom>
          <a:noFill/>
          <a:ln>
            <a:noFill/>
          </a:ln>
        </p:spPr>
      </p:pic>
      <p:pic>
        <p:nvPicPr>
          <p:cNvPr id="606" name="Google Shape;606;p47">
            <a:extLst>
              <a:ext uri="{FF2B5EF4-FFF2-40B4-BE49-F238E27FC236}">
                <a16:creationId xmlns:a16="http://schemas.microsoft.com/office/drawing/2014/main" id="{FECE0A44-E24C-9904-54AF-9AE3BAA34FDE}"/>
              </a:ext>
            </a:extLst>
          </p:cNvPr>
          <p:cNvPicPr preferRelativeResize="0"/>
          <p:nvPr/>
        </p:nvPicPr>
        <p:blipFill rotWithShape="1">
          <a:blip r:embed="rId5">
            <a:alphaModFix/>
          </a:blip>
          <a:srcRect l="28680" t="19555" r="23804" b="32703"/>
          <a:stretch/>
        </p:blipFill>
        <p:spPr>
          <a:xfrm rot="5400000">
            <a:off x="7171123" y="2126184"/>
            <a:ext cx="1287874" cy="727826"/>
          </a:xfrm>
          <a:prstGeom prst="rect">
            <a:avLst/>
          </a:prstGeom>
          <a:noFill/>
          <a:ln>
            <a:noFill/>
          </a:ln>
        </p:spPr>
      </p:pic>
      <p:pic>
        <p:nvPicPr>
          <p:cNvPr id="626" name="Google Shape;626;p47">
            <a:extLst>
              <a:ext uri="{FF2B5EF4-FFF2-40B4-BE49-F238E27FC236}">
                <a16:creationId xmlns:a16="http://schemas.microsoft.com/office/drawing/2014/main" id="{D48A7F61-C17E-CB33-B851-F6B8994469C0}"/>
              </a:ext>
            </a:extLst>
          </p:cNvPr>
          <p:cNvPicPr preferRelativeResize="0"/>
          <p:nvPr/>
        </p:nvPicPr>
        <p:blipFill rotWithShape="1">
          <a:blip r:embed="rId6">
            <a:alphaModFix amt="63000"/>
          </a:blip>
          <a:srcRect l="17536" t="30943" r="20804" b="36495"/>
          <a:stretch/>
        </p:blipFill>
        <p:spPr>
          <a:xfrm rot="6776336">
            <a:off x="-2640818" y="2118352"/>
            <a:ext cx="4824681" cy="1433138"/>
          </a:xfrm>
          <a:prstGeom prst="rect">
            <a:avLst/>
          </a:prstGeom>
          <a:noFill/>
          <a:ln>
            <a:noFill/>
          </a:ln>
        </p:spPr>
      </p:pic>
      <p:pic>
        <p:nvPicPr>
          <p:cNvPr id="627" name="Google Shape;627;p47">
            <a:extLst>
              <a:ext uri="{FF2B5EF4-FFF2-40B4-BE49-F238E27FC236}">
                <a16:creationId xmlns:a16="http://schemas.microsoft.com/office/drawing/2014/main" id="{EC2620BB-A8F7-63DD-F0FF-5D74F49F9556}"/>
              </a:ext>
            </a:extLst>
          </p:cNvPr>
          <p:cNvPicPr preferRelativeResize="0"/>
          <p:nvPr/>
        </p:nvPicPr>
        <p:blipFill rotWithShape="1">
          <a:blip r:embed="rId7">
            <a:alphaModFix/>
          </a:blip>
          <a:srcRect l="45691" t="12052" r="18787" b="20159"/>
          <a:stretch/>
        </p:blipFill>
        <p:spPr>
          <a:xfrm>
            <a:off x="29750" y="378840"/>
            <a:ext cx="1366949" cy="1467299"/>
          </a:xfrm>
          <a:prstGeom prst="rect">
            <a:avLst/>
          </a:prstGeom>
          <a:noFill/>
          <a:ln>
            <a:noFill/>
          </a:ln>
        </p:spPr>
      </p:pic>
      <p:sp>
        <p:nvSpPr>
          <p:cNvPr id="6" name="Google Shape;547;p45">
            <a:extLst>
              <a:ext uri="{FF2B5EF4-FFF2-40B4-BE49-F238E27FC236}">
                <a16:creationId xmlns:a16="http://schemas.microsoft.com/office/drawing/2014/main" id="{B80AC51C-3D96-1374-3AEF-313EAD7B25F4}"/>
              </a:ext>
            </a:extLst>
          </p:cNvPr>
          <p:cNvSpPr txBox="1">
            <a:spLocks/>
          </p:cNvSpPr>
          <p:nvPr/>
        </p:nvSpPr>
        <p:spPr>
          <a:xfrm>
            <a:off x="226791" y="731920"/>
            <a:ext cx="3536789" cy="5817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38100" lvl="0" indent="-323850" algn="ctr" rtl="0">
              <a:lnSpc>
                <a:spcPct val="100000"/>
              </a:lnSpc>
              <a:spcBef>
                <a:spcPts val="0"/>
              </a:spcBef>
              <a:spcAft>
                <a:spcPts val="0"/>
              </a:spcAft>
              <a:buClr>
                <a:schemeClr val="lt2"/>
              </a:buClr>
              <a:buSzPts val="1500"/>
              <a:buFont typeface="Actor"/>
              <a:buChar char="●"/>
              <a:defRPr sz="1700" b="0" i="0" u="none" strike="noStrike" cap="none">
                <a:solidFill>
                  <a:schemeClr val="dk1"/>
                </a:solidFill>
                <a:latin typeface="Catamaran"/>
                <a:ea typeface="Catamaran"/>
                <a:cs typeface="Catamaran"/>
                <a:sym typeface="Catamaran"/>
              </a:defRPr>
            </a:lvl1pPr>
            <a:lvl2pPr marL="914400" marR="0" lvl="1" indent="-323850" algn="l" rtl="0">
              <a:lnSpc>
                <a:spcPct val="100000"/>
              </a:lnSpc>
              <a:spcBef>
                <a:spcPts val="0"/>
              </a:spcBef>
              <a:spcAft>
                <a:spcPts val="0"/>
              </a:spcAft>
              <a:buClr>
                <a:schemeClr val="lt2"/>
              </a:buClr>
              <a:buSzPts val="1500"/>
              <a:buFont typeface="Actor"/>
              <a:buChar char="○"/>
              <a:defRPr sz="1400" b="0" i="0" u="none" strike="noStrike" cap="none">
                <a:solidFill>
                  <a:schemeClr val="dk1"/>
                </a:solidFill>
                <a:latin typeface="Catamaran"/>
                <a:ea typeface="Catamaran"/>
                <a:cs typeface="Catamaran"/>
                <a:sym typeface="Catamaran"/>
              </a:defRPr>
            </a:lvl2pPr>
            <a:lvl3pPr marL="1371600" marR="0" lvl="2"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3pPr>
            <a:lvl4pPr marL="1828800" marR="0" lvl="3"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4pPr>
            <a:lvl5pPr marL="2286000" marR="0" lvl="4"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5pPr>
            <a:lvl6pPr marL="2743200" marR="0" lvl="5"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6pPr>
            <a:lvl7pPr marL="3200400" marR="0" lvl="6"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7pPr>
            <a:lvl8pPr marL="3657600" marR="0" lvl="7"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8pPr>
            <a:lvl9pPr marL="4114800" marR="0" lvl="8"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9pPr>
          </a:lstStyle>
          <a:p>
            <a:pPr marL="0" indent="0">
              <a:buSzPts val="1100"/>
            </a:pPr>
            <a:r>
              <a:rPr lang="en" sz="2000" dirty="0">
                <a:solidFill>
                  <a:schemeClr val="tx1">
                    <a:lumMod val="75000"/>
                    <a:lumOff val="25000"/>
                  </a:schemeClr>
                </a:solidFill>
              </a:rPr>
              <a:t>Género de los participantes</a:t>
            </a:r>
            <a:endParaRPr lang="es-MX" sz="2000" dirty="0">
              <a:solidFill>
                <a:schemeClr val="tx1">
                  <a:lumMod val="75000"/>
                  <a:lumOff val="25000"/>
                </a:schemeClr>
              </a:solidFill>
              <a:latin typeface="Amatic SC" panose="00000500000000000000" pitchFamily="2" charset="-79"/>
              <a:cs typeface="Amatic SC" panose="00000500000000000000" pitchFamily="2" charset="-79"/>
            </a:endParaRPr>
          </a:p>
        </p:txBody>
      </p:sp>
      <p:grpSp>
        <p:nvGrpSpPr>
          <p:cNvPr id="7" name="Grupo 6">
            <a:extLst>
              <a:ext uri="{FF2B5EF4-FFF2-40B4-BE49-F238E27FC236}">
                <a16:creationId xmlns:a16="http://schemas.microsoft.com/office/drawing/2014/main" id="{56A0AF6E-EB69-30A8-5FB1-31F6132444A0}"/>
              </a:ext>
            </a:extLst>
          </p:cNvPr>
          <p:cNvGrpSpPr/>
          <p:nvPr/>
        </p:nvGrpSpPr>
        <p:grpSpPr>
          <a:xfrm>
            <a:off x="140875" y="868957"/>
            <a:ext cx="4542250" cy="3405585"/>
            <a:chOff x="746429" y="1147522"/>
            <a:chExt cx="4019764" cy="2948465"/>
          </a:xfrm>
        </p:grpSpPr>
        <p:pic>
          <p:nvPicPr>
            <p:cNvPr id="8" name="Imagen 7">
              <a:extLst>
                <a:ext uri="{FF2B5EF4-FFF2-40B4-BE49-F238E27FC236}">
                  <a16:creationId xmlns:a16="http://schemas.microsoft.com/office/drawing/2014/main" id="{37EFBA61-1D96-00C3-5B27-AFF02497EAF3}"/>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9916" b="94958" l="8808" r="89767">
                          <a14:foregroundMark x1="45078" y1="90756" x2="34456" y2="90084"/>
                          <a14:foregroundMark x1="43523" y1="94958" x2="38083" y2="94286"/>
                          <a14:foregroundMark x1="81865" y1="50588" x2="83420" y2="54790"/>
                          <a14:foregroundMark x1="83290" y1="58319" x2="84845" y2="59328"/>
                          <a14:foregroundMark x1="9845" y1="58655" x2="8808" y2="53109"/>
                        </a14:backgroundRemoval>
                      </a14:imgEffect>
                    </a14:imgLayer>
                  </a14:imgProps>
                </a:ext>
              </a:extLst>
            </a:blip>
            <a:stretch>
              <a:fillRect/>
            </a:stretch>
          </p:blipFill>
          <p:spPr>
            <a:xfrm>
              <a:off x="746429" y="1147522"/>
              <a:ext cx="3825571" cy="2948465"/>
            </a:xfrm>
            <a:prstGeom prst="rect">
              <a:avLst/>
            </a:prstGeom>
          </p:spPr>
        </p:pic>
        <p:sp>
          <p:nvSpPr>
            <p:cNvPr id="9" name="Google Shape;498;p54">
              <a:extLst>
                <a:ext uri="{FF2B5EF4-FFF2-40B4-BE49-F238E27FC236}">
                  <a16:creationId xmlns:a16="http://schemas.microsoft.com/office/drawing/2014/main" id="{530D94A8-834C-9A13-A58C-883DEA70E193}"/>
                </a:ext>
              </a:extLst>
            </p:cNvPr>
            <p:cNvSpPr txBox="1">
              <a:spLocks/>
            </p:cNvSpPr>
            <p:nvPr/>
          </p:nvSpPr>
          <p:spPr>
            <a:xfrm>
              <a:off x="3952422" y="2520779"/>
              <a:ext cx="813771" cy="2588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lgn="ctr">
                <a:buNone/>
              </a:pPr>
              <a:r>
                <a:rPr lang="es-MX" sz="1100" dirty="0">
                  <a:latin typeface="Catamaran" panose="020B0604020202020204" charset="0"/>
                  <a:cs typeface="Catamaran" panose="020B0604020202020204" charset="0"/>
                </a:rPr>
                <a:t>Hombres</a:t>
              </a:r>
            </a:p>
          </p:txBody>
        </p:sp>
        <p:sp>
          <p:nvSpPr>
            <p:cNvPr id="10" name="Google Shape;498;p54">
              <a:extLst>
                <a:ext uri="{FF2B5EF4-FFF2-40B4-BE49-F238E27FC236}">
                  <a16:creationId xmlns:a16="http://schemas.microsoft.com/office/drawing/2014/main" id="{C7B8F79D-71B6-9A05-28E2-528AE5E84E73}"/>
                </a:ext>
              </a:extLst>
            </p:cNvPr>
            <p:cNvSpPr txBox="1">
              <a:spLocks/>
            </p:cNvSpPr>
            <p:nvPr/>
          </p:nvSpPr>
          <p:spPr>
            <a:xfrm>
              <a:off x="3952421" y="2711454"/>
              <a:ext cx="813771" cy="2588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lgn="ctr">
                <a:buNone/>
              </a:pPr>
              <a:r>
                <a:rPr lang="es-MX" sz="1100" dirty="0">
                  <a:latin typeface="Catamaran" panose="020B0604020202020204" charset="0"/>
                  <a:cs typeface="Catamaran" panose="020B0604020202020204" charset="0"/>
                </a:rPr>
                <a:t>Mujeres</a:t>
              </a:r>
            </a:p>
          </p:txBody>
        </p:sp>
      </p:grpSp>
      <p:graphicFrame>
        <p:nvGraphicFramePr>
          <p:cNvPr id="11" name="Tabla 10">
            <a:extLst>
              <a:ext uri="{FF2B5EF4-FFF2-40B4-BE49-F238E27FC236}">
                <a16:creationId xmlns:a16="http://schemas.microsoft.com/office/drawing/2014/main" id="{904794DE-082A-EFDE-C692-1A26B0DB270A}"/>
              </a:ext>
            </a:extLst>
          </p:cNvPr>
          <p:cNvGraphicFramePr>
            <a:graphicFrameLocks noGrp="1"/>
          </p:cNvGraphicFramePr>
          <p:nvPr>
            <p:extLst>
              <p:ext uri="{D42A27DB-BD31-4B8C-83A1-F6EECF244321}">
                <p14:modId xmlns:p14="http://schemas.microsoft.com/office/powerpoint/2010/main" val="1420599175"/>
              </p:ext>
            </p:extLst>
          </p:nvPr>
        </p:nvGraphicFramePr>
        <p:xfrm>
          <a:off x="4708188" y="1177075"/>
          <a:ext cx="3792533" cy="3340999"/>
        </p:xfrm>
        <a:graphic>
          <a:graphicData uri="http://schemas.openxmlformats.org/drawingml/2006/table">
            <a:tbl>
              <a:tblPr firstRow="1" bandRow="1">
                <a:tableStyleId>{0ABC889B-D672-42EC-825F-092DBC71883A}</a:tableStyleId>
              </a:tblPr>
              <a:tblGrid>
                <a:gridCol w="900476">
                  <a:extLst>
                    <a:ext uri="{9D8B030D-6E8A-4147-A177-3AD203B41FA5}">
                      <a16:colId xmlns:a16="http://schemas.microsoft.com/office/drawing/2014/main" val="3816052284"/>
                    </a:ext>
                  </a:extLst>
                </a:gridCol>
                <a:gridCol w="964019">
                  <a:extLst>
                    <a:ext uri="{9D8B030D-6E8A-4147-A177-3AD203B41FA5}">
                      <a16:colId xmlns:a16="http://schemas.microsoft.com/office/drawing/2014/main" val="115993887"/>
                    </a:ext>
                  </a:extLst>
                </a:gridCol>
                <a:gridCol w="766832">
                  <a:extLst>
                    <a:ext uri="{9D8B030D-6E8A-4147-A177-3AD203B41FA5}">
                      <a16:colId xmlns:a16="http://schemas.microsoft.com/office/drawing/2014/main" val="2414306674"/>
                    </a:ext>
                  </a:extLst>
                </a:gridCol>
                <a:gridCol w="1161206">
                  <a:extLst>
                    <a:ext uri="{9D8B030D-6E8A-4147-A177-3AD203B41FA5}">
                      <a16:colId xmlns:a16="http://schemas.microsoft.com/office/drawing/2014/main" val="1490991499"/>
                    </a:ext>
                  </a:extLst>
                </a:gridCol>
              </a:tblGrid>
              <a:tr h="426949">
                <a:tc>
                  <a:txBody>
                    <a:bodyPr/>
                    <a:lstStyle/>
                    <a:p>
                      <a:r>
                        <a:rPr lang="es-MX" dirty="0">
                          <a:latin typeface="Catamaran" panose="020B0604020202020204" charset="0"/>
                          <a:cs typeface="Catamaran" panose="020B0604020202020204" charset="0"/>
                        </a:rPr>
                        <a:t>Género</a:t>
                      </a:r>
                    </a:p>
                  </a:txBody>
                  <a:tcPr/>
                </a:tc>
                <a:tc>
                  <a:txBody>
                    <a:bodyPr/>
                    <a:lstStyle/>
                    <a:p>
                      <a:r>
                        <a:rPr lang="es-MX" dirty="0">
                          <a:latin typeface="Catamaran" panose="020B0604020202020204" charset="0"/>
                          <a:cs typeface="Catamaran" panose="020B0604020202020204" charset="0"/>
                        </a:rPr>
                        <a:t>Gustos</a:t>
                      </a:r>
                    </a:p>
                  </a:txBody>
                  <a:tcPr/>
                </a:tc>
                <a:tc>
                  <a:txBody>
                    <a:bodyPr/>
                    <a:lstStyle/>
                    <a:p>
                      <a:r>
                        <a:rPr lang="es-MX" dirty="0">
                          <a:latin typeface="Catamaran" panose="020B0604020202020204" charset="0"/>
                          <a:cs typeface="Catamaran" panose="020B0604020202020204" charset="0"/>
                        </a:rPr>
                        <a:t>Total</a:t>
                      </a:r>
                    </a:p>
                  </a:txBody>
                  <a:tcPr/>
                </a:tc>
                <a:tc>
                  <a:txBody>
                    <a:bodyPr/>
                    <a:lstStyle/>
                    <a:p>
                      <a:r>
                        <a:rPr lang="es-MX" dirty="0">
                          <a:latin typeface="Catamaran" panose="020B0604020202020204" charset="0"/>
                          <a:cs typeface="Catamaran" panose="020B0604020202020204" charset="0"/>
                        </a:rPr>
                        <a:t>Porcentaje</a:t>
                      </a:r>
                    </a:p>
                  </a:txBody>
                  <a:tcPr/>
                </a:tc>
                <a:extLst>
                  <a:ext uri="{0D108BD9-81ED-4DB2-BD59-A6C34878D82A}">
                    <a16:rowId xmlns:a16="http://schemas.microsoft.com/office/drawing/2014/main" val="3237007283"/>
                  </a:ext>
                </a:extLst>
              </a:tr>
              <a:tr h="544401">
                <a:tc>
                  <a:txBody>
                    <a:bodyPr/>
                    <a:lstStyle/>
                    <a:p>
                      <a:r>
                        <a:rPr lang="es-MX" dirty="0">
                          <a:latin typeface="Catamaran" panose="020B0604020202020204" charset="0"/>
                          <a:cs typeface="Catamaran" panose="020B0604020202020204" charset="0"/>
                        </a:rPr>
                        <a:t>Hombres</a:t>
                      </a:r>
                    </a:p>
                  </a:txBody>
                  <a:tcPr/>
                </a:tc>
                <a:tc>
                  <a:txBody>
                    <a:bodyPr/>
                    <a:lstStyle/>
                    <a:p>
                      <a:r>
                        <a:rPr lang="es-MX" dirty="0">
                          <a:latin typeface="Catamaran" panose="020B0604020202020204" charset="0"/>
                          <a:cs typeface="Catamaran" panose="020B0604020202020204" charset="0"/>
                        </a:rPr>
                        <a:t>Ambos</a:t>
                      </a:r>
                    </a:p>
                  </a:txBody>
                  <a:tcPr/>
                </a:tc>
                <a:tc>
                  <a:txBody>
                    <a:bodyPr/>
                    <a:lstStyle/>
                    <a:p>
                      <a:r>
                        <a:rPr lang="es-MX" dirty="0">
                          <a:latin typeface="Catamaran" panose="020B0604020202020204" charset="0"/>
                          <a:cs typeface="Catamaran" panose="020B0604020202020204" charset="0"/>
                        </a:rPr>
                        <a:t>13</a:t>
                      </a:r>
                    </a:p>
                  </a:txBody>
                  <a:tcPr/>
                </a:tc>
                <a:tc>
                  <a:txBody>
                    <a:bodyPr/>
                    <a:lstStyle/>
                    <a:p>
                      <a:r>
                        <a:rPr lang="es-MX" dirty="0">
                          <a:latin typeface="Catamaran" panose="020B0604020202020204" charset="0"/>
                          <a:cs typeface="Catamaran" panose="020B0604020202020204" charset="0"/>
                        </a:rPr>
                        <a:t>3.5%</a:t>
                      </a:r>
                    </a:p>
                  </a:txBody>
                  <a:tcPr/>
                </a:tc>
                <a:extLst>
                  <a:ext uri="{0D108BD9-81ED-4DB2-BD59-A6C34878D82A}">
                    <a16:rowId xmlns:a16="http://schemas.microsoft.com/office/drawing/2014/main" val="3359682407"/>
                  </a:ext>
                </a:extLst>
              </a:tr>
              <a:tr h="544401">
                <a:tc>
                  <a:txBody>
                    <a:bodyPr/>
                    <a:lstStyle/>
                    <a:p>
                      <a:r>
                        <a:rPr lang="es-MX" dirty="0">
                          <a:latin typeface="Catamaran" panose="020B0604020202020204" charset="0"/>
                          <a:cs typeface="Catamaran" panose="020B0604020202020204" charset="0"/>
                        </a:rPr>
                        <a:t>Hombres</a:t>
                      </a:r>
                    </a:p>
                  </a:txBody>
                  <a:tcPr/>
                </a:tc>
                <a:tc>
                  <a:txBody>
                    <a:bodyPr/>
                    <a:lstStyle/>
                    <a:p>
                      <a:r>
                        <a:rPr lang="es-MX" dirty="0">
                          <a:latin typeface="Catamaran" panose="020B0604020202020204" charset="0"/>
                          <a:cs typeface="Catamaran" panose="020B0604020202020204" charset="0"/>
                        </a:rPr>
                        <a:t>Hombres</a:t>
                      </a:r>
                    </a:p>
                  </a:txBody>
                  <a:tcPr/>
                </a:tc>
                <a:tc>
                  <a:txBody>
                    <a:bodyPr/>
                    <a:lstStyle/>
                    <a:p>
                      <a:r>
                        <a:rPr lang="es-MX" dirty="0">
                          <a:latin typeface="Catamaran" panose="020B0604020202020204" charset="0"/>
                          <a:cs typeface="Catamaran" panose="020B0604020202020204" charset="0"/>
                        </a:rPr>
                        <a:t>33</a:t>
                      </a:r>
                    </a:p>
                  </a:txBody>
                  <a:tcPr/>
                </a:tc>
                <a:tc>
                  <a:txBody>
                    <a:bodyPr/>
                    <a:lstStyle/>
                    <a:p>
                      <a:r>
                        <a:rPr lang="es-MX" dirty="0">
                          <a:latin typeface="Catamaran" panose="020B0604020202020204" charset="0"/>
                          <a:cs typeface="Catamaran" panose="020B0604020202020204" charset="0"/>
                        </a:rPr>
                        <a:t>8.9%</a:t>
                      </a:r>
                    </a:p>
                  </a:txBody>
                  <a:tcPr/>
                </a:tc>
                <a:extLst>
                  <a:ext uri="{0D108BD9-81ED-4DB2-BD59-A6C34878D82A}">
                    <a16:rowId xmlns:a16="http://schemas.microsoft.com/office/drawing/2014/main" val="1902409249"/>
                  </a:ext>
                </a:extLst>
              </a:tr>
              <a:tr h="544401">
                <a:tc>
                  <a:txBody>
                    <a:bodyPr/>
                    <a:lstStyle/>
                    <a:p>
                      <a:r>
                        <a:rPr lang="es-MX" dirty="0">
                          <a:latin typeface="Catamaran" panose="020B0604020202020204" charset="0"/>
                          <a:cs typeface="Catamaran" panose="020B0604020202020204" charset="0"/>
                        </a:rPr>
                        <a:t>Hombres</a:t>
                      </a:r>
                    </a:p>
                  </a:txBody>
                  <a:tcPr/>
                </a:tc>
                <a:tc>
                  <a:txBody>
                    <a:bodyPr/>
                    <a:lstStyle/>
                    <a:p>
                      <a:r>
                        <a:rPr lang="es-MX" dirty="0">
                          <a:latin typeface="Catamaran" panose="020B0604020202020204" charset="0"/>
                          <a:cs typeface="Catamaran" panose="020B0604020202020204" charset="0"/>
                        </a:rPr>
                        <a:t>Mujeres</a:t>
                      </a:r>
                    </a:p>
                  </a:txBody>
                  <a:tcPr/>
                </a:tc>
                <a:tc>
                  <a:txBody>
                    <a:bodyPr/>
                    <a:lstStyle/>
                    <a:p>
                      <a:r>
                        <a:rPr lang="es-MX" dirty="0">
                          <a:latin typeface="Catamaran" panose="020B0604020202020204" charset="0"/>
                          <a:cs typeface="Catamaran" panose="020B0604020202020204" charset="0"/>
                        </a:rPr>
                        <a:t>324</a:t>
                      </a:r>
                    </a:p>
                  </a:txBody>
                  <a:tcPr/>
                </a:tc>
                <a:tc>
                  <a:txBody>
                    <a:bodyPr/>
                    <a:lstStyle/>
                    <a:p>
                      <a:r>
                        <a:rPr lang="es-MX" dirty="0">
                          <a:latin typeface="Catamaran" panose="020B0604020202020204" charset="0"/>
                          <a:cs typeface="Catamaran" panose="020B0604020202020204" charset="0"/>
                        </a:rPr>
                        <a:t>87.6%</a:t>
                      </a:r>
                    </a:p>
                  </a:txBody>
                  <a:tcPr/>
                </a:tc>
                <a:extLst>
                  <a:ext uri="{0D108BD9-81ED-4DB2-BD59-A6C34878D82A}">
                    <a16:rowId xmlns:a16="http://schemas.microsoft.com/office/drawing/2014/main" val="1704678696"/>
                  </a:ext>
                </a:extLst>
              </a:tr>
              <a:tr h="426949">
                <a:tc>
                  <a:txBody>
                    <a:bodyPr/>
                    <a:lstStyle/>
                    <a:p>
                      <a:r>
                        <a:rPr lang="es-MX" dirty="0">
                          <a:latin typeface="Catamaran" panose="020B0604020202020204" charset="0"/>
                          <a:cs typeface="Catamaran" panose="020B0604020202020204" charset="0"/>
                        </a:rPr>
                        <a:t>Mujeres</a:t>
                      </a:r>
                    </a:p>
                  </a:txBody>
                  <a:tcPr/>
                </a:tc>
                <a:tc>
                  <a:txBody>
                    <a:bodyPr/>
                    <a:lstStyle/>
                    <a:p>
                      <a:r>
                        <a:rPr lang="es-MX" dirty="0">
                          <a:latin typeface="Catamaran" panose="020B0604020202020204" charset="0"/>
                          <a:cs typeface="Catamaran" panose="020B0604020202020204" charset="0"/>
                        </a:rPr>
                        <a:t>Ambos</a:t>
                      </a:r>
                    </a:p>
                  </a:txBody>
                  <a:tcPr/>
                </a:tc>
                <a:tc>
                  <a:txBody>
                    <a:bodyPr/>
                    <a:lstStyle/>
                    <a:p>
                      <a:r>
                        <a:rPr lang="es-MX" dirty="0">
                          <a:latin typeface="Catamaran" panose="020B0604020202020204" charset="0"/>
                          <a:cs typeface="Catamaran" panose="020B0604020202020204" charset="0"/>
                        </a:rPr>
                        <a:t>59</a:t>
                      </a:r>
                    </a:p>
                  </a:txBody>
                  <a:tcPr/>
                </a:tc>
                <a:tc>
                  <a:txBody>
                    <a:bodyPr/>
                    <a:lstStyle/>
                    <a:p>
                      <a:r>
                        <a:rPr lang="es-MX" dirty="0">
                          <a:latin typeface="Catamaran" panose="020B0604020202020204" charset="0"/>
                          <a:cs typeface="Catamaran" panose="020B0604020202020204" charset="0"/>
                        </a:rPr>
                        <a:t>33.7%</a:t>
                      </a:r>
                    </a:p>
                  </a:txBody>
                  <a:tcPr/>
                </a:tc>
                <a:extLst>
                  <a:ext uri="{0D108BD9-81ED-4DB2-BD59-A6C34878D82A}">
                    <a16:rowId xmlns:a16="http://schemas.microsoft.com/office/drawing/2014/main" val="2106981415"/>
                  </a:ext>
                </a:extLst>
              </a:tr>
              <a:tr h="426949">
                <a:tc>
                  <a:txBody>
                    <a:bodyPr/>
                    <a:lstStyle/>
                    <a:p>
                      <a:r>
                        <a:rPr lang="es-MX" dirty="0">
                          <a:latin typeface="Catamaran" panose="020B0604020202020204" charset="0"/>
                          <a:cs typeface="Catamaran" panose="020B0604020202020204" charset="0"/>
                        </a:rPr>
                        <a:t>Mujeres</a:t>
                      </a:r>
                    </a:p>
                  </a:txBody>
                  <a:tcPr/>
                </a:tc>
                <a:tc>
                  <a:txBody>
                    <a:bodyPr/>
                    <a:lstStyle/>
                    <a:p>
                      <a:r>
                        <a:rPr lang="es-MX" dirty="0">
                          <a:latin typeface="Catamaran" panose="020B0604020202020204" charset="0"/>
                          <a:cs typeface="Catamaran" panose="020B0604020202020204" charset="0"/>
                        </a:rPr>
                        <a:t>Hombres</a:t>
                      </a:r>
                    </a:p>
                  </a:txBody>
                  <a:tcPr/>
                </a:tc>
                <a:tc>
                  <a:txBody>
                    <a:bodyPr/>
                    <a:lstStyle/>
                    <a:p>
                      <a:r>
                        <a:rPr lang="es-MX" dirty="0">
                          <a:latin typeface="Catamaran" panose="020B0604020202020204" charset="0"/>
                          <a:cs typeface="Catamaran" panose="020B0604020202020204" charset="0"/>
                        </a:rPr>
                        <a:t>102</a:t>
                      </a:r>
                    </a:p>
                  </a:txBody>
                  <a:tcPr/>
                </a:tc>
                <a:tc>
                  <a:txBody>
                    <a:bodyPr/>
                    <a:lstStyle/>
                    <a:p>
                      <a:r>
                        <a:rPr lang="es-MX" dirty="0">
                          <a:latin typeface="Catamaran" panose="020B0604020202020204" charset="0"/>
                          <a:cs typeface="Catamaran" panose="020B0604020202020204" charset="0"/>
                        </a:rPr>
                        <a:t>58.3%</a:t>
                      </a:r>
                    </a:p>
                  </a:txBody>
                  <a:tcPr/>
                </a:tc>
                <a:extLst>
                  <a:ext uri="{0D108BD9-81ED-4DB2-BD59-A6C34878D82A}">
                    <a16:rowId xmlns:a16="http://schemas.microsoft.com/office/drawing/2014/main" val="10527977"/>
                  </a:ext>
                </a:extLst>
              </a:tr>
              <a:tr h="426949">
                <a:tc>
                  <a:txBody>
                    <a:bodyPr/>
                    <a:lstStyle/>
                    <a:p>
                      <a:r>
                        <a:rPr lang="es-MX" dirty="0">
                          <a:latin typeface="Catamaran" panose="020B0604020202020204" charset="0"/>
                          <a:cs typeface="Catamaran" panose="020B0604020202020204" charset="0"/>
                        </a:rPr>
                        <a:t>Mujeres</a:t>
                      </a:r>
                    </a:p>
                  </a:txBody>
                  <a:tcPr/>
                </a:tc>
                <a:tc>
                  <a:txBody>
                    <a:bodyPr/>
                    <a:lstStyle/>
                    <a:p>
                      <a:r>
                        <a:rPr lang="es-MX" dirty="0">
                          <a:latin typeface="Catamaran" panose="020B0604020202020204" charset="0"/>
                          <a:cs typeface="Catamaran" panose="020B0604020202020204" charset="0"/>
                        </a:rPr>
                        <a:t>Mujeres</a:t>
                      </a:r>
                    </a:p>
                  </a:txBody>
                  <a:tcPr/>
                </a:tc>
                <a:tc>
                  <a:txBody>
                    <a:bodyPr/>
                    <a:lstStyle/>
                    <a:p>
                      <a:r>
                        <a:rPr lang="es-MX" dirty="0">
                          <a:latin typeface="Catamaran" panose="020B0604020202020204" charset="0"/>
                          <a:cs typeface="Catamaran" panose="020B0604020202020204" charset="0"/>
                        </a:rPr>
                        <a:t>14</a:t>
                      </a:r>
                    </a:p>
                  </a:txBody>
                  <a:tcPr/>
                </a:tc>
                <a:tc>
                  <a:txBody>
                    <a:bodyPr/>
                    <a:lstStyle/>
                    <a:p>
                      <a:r>
                        <a:rPr lang="es-MX" dirty="0">
                          <a:latin typeface="Catamaran" panose="020B0604020202020204" charset="0"/>
                          <a:cs typeface="Catamaran" panose="020B0604020202020204" charset="0"/>
                        </a:rPr>
                        <a:t>8%</a:t>
                      </a:r>
                    </a:p>
                  </a:txBody>
                  <a:tcPr/>
                </a:tc>
                <a:extLst>
                  <a:ext uri="{0D108BD9-81ED-4DB2-BD59-A6C34878D82A}">
                    <a16:rowId xmlns:a16="http://schemas.microsoft.com/office/drawing/2014/main" val="2465979099"/>
                  </a:ext>
                </a:extLst>
              </a:tr>
            </a:tbl>
          </a:graphicData>
        </a:graphic>
      </p:graphicFrame>
      <p:sp>
        <p:nvSpPr>
          <p:cNvPr id="12" name="Google Shape;547;p45">
            <a:extLst>
              <a:ext uri="{FF2B5EF4-FFF2-40B4-BE49-F238E27FC236}">
                <a16:creationId xmlns:a16="http://schemas.microsoft.com/office/drawing/2014/main" id="{9205DE77-F806-A29E-6562-CDC1ACD12584}"/>
              </a:ext>
            </a:extLst>
          </p:cNvPr>
          <p:cNvSpPr txBox="1">
            <a:spLocks/>
          </p:cNvSpPr>
          <p:nvPr/>
        </p:nvSpPr>
        <p:spPr>
          <a:xfrm>
            <a:off x="4708188" y="441022"/>
            <a:ext cx="3792534" cy="5817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Catamaran"/>
              <a:buNone/>
              <a:defRPr sz="2800" b="0" i="0" u="none" strike="noStrike" cap="none">
                <a:solidFill>
                  <a:schemeClr val="dk1"/>
                </a:solidFill>
                <a:latin typeface="Catamaran"/>
                <a:ea typeface="Catamaran"/>
                <a:cs typeface="Catamaran"/>
                <a:sym typeface="Catamaran"/>
              </a:defRPr>
            </a:lvl1pPr>
            <a:lvl2pPr marL="914400" marR="0" lvl="1"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2pPr>
            <a:lvl3pPr marL="1371600" marR="0" lvl="2"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3pPr>
            <a:lvl4pPr marL="1828800" marR="0" lvl="3"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4pPr>
            <a:lvl5pPr marL="2286000" marR="0" lvl="4"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5pPr>
            <a:lvl6pPr marL="2743200" marR="0" lvl="5"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6pPr>
            <a:lvl7pPr marL="3200400" marR="0" lvl="6"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7pPr>
            <a:lvl8pPr marL="3657600" marR="0" lvl="7"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8pPr>
            <a:lvl9pPr marL="4114800" marR="0" lvl="8"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9pPr>
          </a:lstStyle>
          <a:p>
            <a:pPr marL="0" indent="0">
              <a:buSzPts val="1100"/>
            </a:pPr>
            <a:r>
              <a:rPr lang="en" sz="2000" dirty="0">
                <a:solidFill>
                  <a:schemeClr val="tx1">
                    <a:lumMod val="75000"/>
                    <a:lumOff val="25000"/>
                  </a:schemeClr>
                </a:solidFill>
              </a:rPr>
              <a:t>Preferencias de los participantes</a:t>
            </a:r>
            <a:endParaRPr lang="es-MX" sz="2000" dirty="0">
              <a:solidFill>
                <a:schemeClr val="tx1">
                  <a:lumMod val="75000"/>
                  <a:lumOff val="25000"/>
                </a:schemeClr>
              </a:solidFill>
              <a:latin typeface="Amatic SC" panose="00000500000000000000" pitchFamily="2" charset="-79"/>
              <a:cs typeface="Amatic SC" panose="00000500000000000000" pitchFamily="2" charset="-79"/>
            </a:endParaRPr>
          </a:p>
        </p:txBody>
      </p:sp>
    </p:spTree>
    <p:extLst>
      <p:ext uri="{BB962C8B-B14F-4D97-AF65-F5344CB8AC3E}">
        <p14:creationId xmlns:p14="http://schemas.microsoft.com/office/powerpoint/2010/main" val="4232303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0">
          <a:extLst>
            <a:ext uri="{FF2B5EF4-FFF2-40B4-BE49-F238E27FC236}">
              <a16:creationId xmlns:a16="http://schemas.microsoft.com/office/drawing/2014/main" id="{27C040F0-6974-879C-2BB0-382BCCDD4296}"/>
            </a:ext>
          </a:extLst>
        </p:cNvPr>
        <p:cNvGrpSpPr/>
        <p:nvPr/>
      </p:nvGrpSpPr>
      <p:grpSpPr>
        <a:xfrm>
          <a:off x="0" y="0"/>
          <a:ext cx="0" cy="0"/>
          <a:chOff x="0" y="0"/>
          <a:chExt cx="0" cy="0"/>
        </a:xfrm>
      </p:grpSpPr>
      <p:pic>
        <p:nvPicPr>
          <p:cNvPr id="601" name="Google Shape;601;p47">
            <a:extLst>
              <a:ext uri="{FF2B5EF4-FFF2-40B4-BE49-F238E27FC236}">
                <a16:creationId xmlns:a16="http://schemas.microsoft.com/office/drawing/2014/main" id="{5B5AF466-BF46-3910-53B9-02B36264D314}"/>
              </a:ext>
            </a:extLst>
          </p:cNvPr>
          <p:cNvPicPr preferRelativeResize="0"/>
          <p:nvPr/>
        </p:nvPicPr>
        <p:blipFill rotWithShape="1">
          <a:blip r:embed="rId3">
            <a:alphaModFix/>
          </a:blip>
          <a:srcRect l="3061" t="37780" r="11424" b="34639"/>
          <a:stretch/>
        </p:blipFill>
        <p:spPr>
          <a:xfrm>
            <a:off x="6374569" y="4778253"/>
            <a:ext cx="3073373" cy="557526"/>
          </a:xfrm>
          <a:prstGeom prst="rect">
            <a:avLst/>
          </a:prstGeom>
          <a:noFill/>
          <a:ln>
            <a:noFill/>
          </a:ln>
        </p:spPr>
      </p:pic>
      <p:pic>
        <p:nvPicPr>
          <p:cNvPr id="602" name="Google Shape;602;p47">
            <a:extLst>
              <a:ext uri="{FF2B5EF4-FFF2-40B4-BE49-F238E27FC236}">
                <a16:creationId xmlns:a16="http://schemas.microsoft.com/office/drawing/2014/main" id="{7A92A86C-E22C-1741-CCBE-0CB809614217}"/>
              </a:ext>
            </a:extLst>
          </p:cNvPr>
          <p:cNvPicPr preferRelativeResize="0"/>
          <p:nvPr/>
        </p:nvPicPr>
        <p:blipFill rotWithShape="1">
          <a:blip r:embed="rId4">
            <a:alphaModFix amt="57000"/>
          </a:blip>
          <a:srcRect l="36305" t="26731" r="30909" b="23776"/>
          <a:stretch/>
        </p:blipFill>
        <p:spPr>
          <a:xfrm flipH="1">
            <a:off x="-528075" y="1470875"/>
            <a:ext cx="2119848" cy="1800074"/>
          </a:xfrm>
          <a:prstGeom prst="rect">
            <a:avLst/>
          </a:prstGeom>
          <a:noFill/>
          <a:ln>
            <a:noFill/>
          </a:ln>
        </p:spPr>
      </p:pic>
      <p:pic>
        <p:nvPicPr>
          <p:cNvPr id="606" name="Google Shape;606;p47">
            <a:extLst>
              <a:ext uri="{FF2B5EF4-FFF2-40B4-BE49-F238E27FC236}">
                <a16:creationId xmlns:a16="http://schemas.microsoft.com/office/drawing/2014/main" id="{31A92369-C86D-CB5C-0260-A3FE8CC6C3EA}"/>
              </a:ext>
            </a:extLst>
          </p:cNvPr>
          <p:cNvPicPr preferRelativeResize="0"/>
          <p:nvPr/>
        </p:nvPicPr>
        <p:blipFill rotWithShape="1">
          <a:blip r:embed="rId5">
            <a:alphaModFix/>
          </a:blip>
          <a:srcRect l="28680" t="19555" r="23804" b="32703"/>
          <a:stretch/>
        </p:blipFill>
        <p:spPr>
          <a:xfrm rot="5400000">
            <a:off x="7171123" y="2126184"/>
            <a:ext cx="1287874" cy="727826"/>
          </a:xfrm>
          <a:prstGeom prst="rect">
            <a:avLst/>
          </a:prstGeom>
          <a:noFill/>
          <a:ln>
            <a:noFill/>
          </a:ln>
        </p:spPr>
      </p:pic>
      <p:pic>
        <p:nvPicPr>
          <p:cNvPr id="626" name="Google Shape;626;p47">
            <a:extLst>
              <a:ext uri="{FF2B5EF4-FFF2-40B4-BE49-F238E27FC236}">
                <a16:creationId xmlns:a16="http://schemas.microsoft.com/office/drawing/2014/main" id="{5D6A750D-93C1-6FCE-63BC-19F9B71AE7BE}"/>
              </a:ext>
            </a:extLst>
          </p:cNvPr>
          <p:cNvPicPr preferRelativeResize="0"/>
          <p:nvPr/>
        </p:nvPicPr>
        <p:blipFill rotWithShape="1">
          <a:blip r:embed="rId6">
            <a:alphaModFix amt="63000"/>
          </a:blip>
          <a:srcRect l="17536" t="30943" r="20804" b="36495"/>
          <a:stretch/>
        </p:blipFill>
        <p:spPr>
          <a:xfrm rot="6776336">
            <a:off x="-2640818" y="2118352"/>
            <a:ext cx="4824681" cy="1433138"/>
          </a:xfrm>
          <a:prstGeom prst="rect">
            <a:avLst/>
          </a:prstGeom>
          <a:noFill/>
          <a:ln>
            <a:noFill/>
          </a:ln>
        </p:spPr>
      </p:pic>
      <p:pic>
        <p:nvPicPr>
          <p:cNvPr id="627" name="Google Shape;627;p47">
            <a:extLst>
              <a:ext uri="{FF2B5EF4-FFF2-40B4-BE49-F238E27FC236}">
                <a16:creationId xmlns:a16="http://schemas.microsoft.com/office/drawing/2014/main" id="{8EEEF22C-8D12-8E6F-CEF2-337715952F1C}"/>
              </a:ext>
            </a:extLst>
          </p:cNvPr>
          <p:cNvPicPr preferRelativeResize="0"/>
          <p:nvPr/>
        </p:nvPicPr>
        <p:blipFill rotWithShape="1">
          <a:blip r:embed="rId7">
            <a:alphaModFix/>
          </a:blip>
          <a:srcRect l="45691" t="12052" r="18787" b="20159"/>
          <a:stretch/>
        </p:blipFill>
        <p:spPr>
          <a:xfrm>
            <a:off x="29750" y="378840"/>
            <a:ext cx="1366949" cy="1467299"/>
          </a:xfrm>
          <a:prstGeom prst="rect">
            <a:avLst/>
          </a:prstGeom>
          <a:noFill/>
          <a:ln>
            <a:noFill/>
          </a:ln>
        </p:spPr>
      </p:pic>
      <p:sp>
        <p:nvSpPr>
          <p:cNvPr id="6" name="Google Shape;547;p45">
            <a:extLst>
              <a:ext uri="{FF2B5EF4-FFF2-40B4-BE49-F238E27FC236}">
                <a16:creationId xmlns:a16="http://schemas.microsoft.com/office/drawing/2014/main" id="{8B52470E-AF6E-CA58-B2ED-8EF7AF09D039}"/>
              </a:ext>
            </a:extLst>
          </p:cNvPr>
          <p:cNvSpPr txBox="1">
            <a:spLocks/>
          </p:cNvSpPr>
          <p:nvPr/>
        </p:nvSpPr>
        <p:spPr>
          <a:xfrm>
            <a:off x="2146476" y="168286"/>
            <a:ext cx="4851047" cy="5817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38100" lvl="0" indent="-323850" algn="ctr" rtl="0">
              <a:lnSpc>
                <a:spcPct val="100000"/>
              </a:lnSpc>
              <a:spcBef>
                <a:spcPts val="0"/>
              </a:spcBef>
              <a:spcAft>
                <a:spcPts val="0"/>
              </a:spcAft>
              <a:buClr>
                <a:schemeClr val="lt2"/>
              </a:buClr>
              <a:buSzPts val="1500"/>
              <a:buFont typeface="Actor"/>
              <a:buChar char="●"/>
              <a:defRPr sz="1700" b="0" i="0" u="none" strike="noStrike" cap="none">
                <a:solidFill>
                  <a:schemeClr val="dk1"/>
                </a:solidFill>
                <a:latin typeface="Catamaran"/>
                <a:ea typeface="Catamaran"/>
                <a:cs typeface="Catamaran"/>
                <a:sym typeface="Catamaran"/>
              </a:defRPr>
            </a:lvl1pPr>
            <a:lvl2pPr marL="914400" marR="0" lvl="1" indent="-323850" algn="l" rtl="0">
              <a:lnSpc>
                <a:spcPct val="100000"/>
              </a:lnSpc>
              <a:spcBef>
                <a:spcPts val="0"/>
              </a:spcBef>
              <a:spcAft>
                <a:spcPts val="0"/>
              </a:spcAft>
              <a:buClr>
                <a:schemeClr val="lt2"/>
              </a:buClr>
              <a:buSzPts val="1500"/>
              <a:buFont typeface="Actor"/>
              <a:buChar char="○"/>
              <a:defRPr sz="1400" b="0" i="0" u="none" strike="noStrike" cap="none">
                <a:solidFill>
                  <a:schemeClr val="dk1"/>
                </a:solidFill>
                <a:latin typeface="Catamaran"/>
                <a:ea typeface="Catamaran"/>
                <a:cs typeface="Catamaran"/>
                <a:sym typeface="Catamaran"/>
              </a:defRPr>
            </a:lvl2pPr>
            <a:lvl3pPr marL="1371600" marR="0" lvl="2"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3pPr>
            <a:lvl4pPr marL="1828800" marR="0" lvl="3"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4pPr>
            <a:lvl5pPr marL="2286000" marR="0" lvl="4"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5pPr>
            <a:lvl6pPr marL="2743200" marR="0" lvl="5"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6pPr>
            <a:lvl7pPr marL="3200400" marR="0" lvl="6"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7pPr>
            <a:lvl8pPr marL="3657600" marR="0" lvl="7"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8pPr>
            <a:lvl9pPr marL="4114800" marR="0" lvl="8"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9pPr>
          </a:lstStyle>
          <a:p>
            <a:pPr marL="0" indent="0">
              <a:buSzPts val="1100"/>
            </a:pPr>
            <a:r>
              <a:rPr lang="en" sz="2000" dirty="0">
                <a:solidFill>
                  <a:schemeClr val="tx1">
                    <a:lumMod val="75000"/>
                    <a:lumOff val="25000"/>
                  </a:schemeClr>
                </a:solidFill>
              </a:rPr>
              <a:t>¿Qué buscan los participantes?</a:t>
            </a:r>
            <a:endParaRPr lang="es-MX" sz="2000" dirty="0">
              <a:solidFill>
                <a:schemeClr val="tx1">
                  <a:lumMod val="75000"/>
                  <a:lumOff val="25000"/>
                </a:schemeClr>
              </a:solidFill>
              <a:latin typeface="Amatic SC" panose="00000500000000000000" pitchFamily="2" charset="-79"/>
              <a:cs typeface="Amatic SC" panose="00000500000000000000" pitchFamily="2" charset="-79"/>
            </a:endParaRPr>
          </a:p>
        </p:txBody>
      </p:sp>
      <p:pic>
        <p:nvPicPr>
          <p:cNvPr id="14" name="Imagen 13">
            <a:extLst>
              <a:ext uri="{FF2B5EF4-FFF2-40B4-BE49-F238E27FC236}">
                <a16:creationId xmlns:a16="http://schemas.microsoft.com/office/drawing/2014/main" id="{3D56161A-0BCB-B830-95C1-8A5A4457C7CB}"/>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7460" b="90726" l="9581" r="93214">
                        <a14:foregroundMark x1="37525" y1="10282" x2="54691" y2="7661"/>
                        <a14:foregroundMark x1="54691" y1="7661" x2="56287" y2="7863"/>
                        <a14:foregroundMark x1="93214" y1="43750" x2="78842" y2="62097"/>
                        <a14:foregroundMark x1="78842" y1="62097" x2="77844" y2="52823"/>
                        <a14:foregroundMark x1="60279" y1="90121" x2="47705" y2="90726"/>
                        <a14:foregroundMark x1="10180" y1="53629" x2="9980" y2="45968"/>
                      </a14:backgroundRemoval>
                    </a14:imgEffect>
                  </a14:imgLayer>
                </a14:imgProps>
              </a:ext>
            </a:extLst>
          </a:blip>
          <a:stretch>
            <a:fillRect/>
          </a:stretch>
        </p:blipFill>
        <p:spPr>
          <a:xfrm>
            <a:off x="4773475" y="678539"/>
            <a:ext cx="3919476" cy="3880359"/>
          </a:xfrm>
          <a:prstGeom prst="rect">
            <a:avLst/>
          </a:prstGeom>
        </p:spPr>
      </p:pic>
      <p:pic>
        <p:nvPicPr>
          <p:cNvPr id="16" name="Imagen 15">
            <a:extLst>
              <a:ext uri="{FF2B5EF4-FFF2-40B4-BE49-F238E27FC236}">
                <a16:creationId xmlns:a16="http://schemas.microsoft.com/office/drawing/2014/main" id="{A32FF167-44EE-9286-6057-62AED140F6A7}"/>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4536" b="93608" l="9785" r="92368">
                        <a14:foregroundMark x1="52838" y1="45567" x2="38552" y2="46392"/>
                        <a14:foregroundMark x1="38552" y1="46392" x2="59883" y2="60825"/>
                        <a14:foregroundMark x1="59883" y1="60825" x2="71037" y2="35052"/>
                        <a14:foregroundMark x1="71037" y1="35052" x2="45401" y2="34639"/>
                        <a14:foregroundMark x1="45401" y1="34639" x2="34442" y2="69278"/>
                        <a14:foregroundMark x1="34442" y1="69278" x2="58708" y2="78763"/>
                        <a14:foregroundMark x1="58708" y1="78763" x2="77299" y2="56907"/>
                        <a14:foregroundMark x1="77299" y1="56907" x2="68689" y2="26392"/>
                        <a14:foregroundMark x1="68689" y1="26392" x2="36204" y2="21237"/>
                        <a14:foregroundMark x1="36204" y1="21237" x2="24266" y2="40619"/>
                        <a14:foregroundMark x1="24266" y1="40619" x2="26419" y2="63918"/>
                        <a14:foregroundMark x1="26419" y1="63918" x2="55186" y2="73608"/>
                        <a14:foregroundMark x1="55186" y1="73608" x2="74560" y2="67216"/>
                        <a14:foregroundMark x1="74560" y1="67216" x2="81018" y2="42887"/>
                        <a14:foregroundMark x1="81018" y1="42887" x2="80039" y2="38557"/>
                        <a14:foregroundMark x1="24070" y1="35670" x2="48532" y2="16701"/>
                        <a14:foregroundMark x1="48532" y1="16701" x2="36986" y2="12165"/>
                        <a14:foregroundMark x1="36986" y1="12165" x2="24853" y2="18763"/>
                        <a14:foregroundMark x1="24853" y1="18763" x2="16243" y2="57320"/>
                        <a14:foregroundMark x1="47750" y1="4948" x2="49119" y2="5361"/>
                        <a14:foregroundMark x1="92368" y1="44948" x2="90020" y2="58557"/>
                        <a14:foregroundMark x1="51468" y1="93402" x2="54599" y2="93608"/>
                        <a14:foregroundMark x1="38160" y1="28866" x2="53033" y2="40825"/>
                        <a14:foregroundMark x1="42857" y1="28247" x2="34834" y2="38969"/>
                        <a14:foregroundMark x1="54012" y1="27010" x2="50685" y2="10103"/>
                        <a14:foregroundMark x1="24462" y1="59794" x2="33268" y2="80000"/>
                        <a14:foregroundMark x1="33268" y1="80000" x2="34442" y2="80825"/>
                      </a14:backgroundRemoval>
                    </a14:imgEffect>
                  </a14:imgLayer>
                </a14:imgProps>
              </a:ext>
            </a:extLst>
          </a:blip>
          <a:stretch>
            <a:fillRect/>
          </a:stretch>
        </p:blipFill>
        <p:spPr>
          <a:xfrm>
            <a:off x="154895" y="750082"/>
            <a:ext cx="3989405" cy="3786422"/>
          </a:xfrm>
          <a:prstGeom prst="rect">
            <a:avLst/>
          </a:prstGeom>
        </p:spPr>
      </p:pic>
      <p:grpSp>
        <p:nvGrpSpPr>
          <p:cNvPr id="31" name="Grupo 30">
            <a:extLst>
              <a:ext uri="{FF2B5EF4-FFF2-40B4-BE49-F238E27FC236}">
                <a16:creationId xmlns:a16="http://schemas.microsoft.com/office/drawing/2014/main" id="{0E79E4CF-7C22-EA67-9954-5108E034A599}"/>
              </a:ext>
            </a:extLst>
          </p:cNvPr>
          <p:cNvGrpSpPr/>
          <p:nvPr/>
        </p:nvGrpSpPr>
        <p:grpSpPr>
          <a:xfrm>
            <a:off x="538113" y="4479328"/>
            <a:ext cx="3649332" cy="322041"/>
            <a:chOff x="538113" y="4479328"/>
            <a:chExt cx="3649332" cy="322041"/>
          </a:xfrm>
        </p:grpSpPr>
        <p:pic>
          <p:nvPicPr>
            <p:cNvPr id="23" name="Imagen 22">
              <a:extLst>
                <a:ext uri="{FF2B5EF4-FFF2-40B4-BE49-F238E27FC236}">
                  <a16:creationId xmlns:a16="http://schemas.microsoft.com/office/drawing/2014/main" id="{155C43FF-7C93-C422-CB38-B2E653597A2A}"/>
                </a:ext>
              </a:extLst>
            </p:cNvPr>
            <p:cNvPicPr>
              <a:picLocks noChangeAspect="1"/>
            </p:cNvPicPr>
            <p:nvPr/>
          </p:nvPicPr>
          <p:blipFill>
            <a:blip r:embed="rId12"/>
            <a:stretch>
              <a:fillRect/>
            </a:stretch>
          </p:blipFill>
          <p:spPr>
            <a:xfrm>
              <a:off x="538113" y="4493499"/>
              <a:ext cx="289927" cy="307870"/>
            </a:xfrm>
            <a:prstGeom prst="rect">
              <a:avLst/>
            </a:prstGeom>
          </p:spPr>
        </p:pic>
        <p:pic>
          <p:nvPicPr>
            <p:cNvPr id="25" name="Imagen 24">
              <a:extLst>
                <a:ext uri="{FF2B5EF4-FFF2-40B4-BE49-F238E27FC236}">
                  <a16:creationId xmlns:a16="http://schemas.microsoft.com/office/drawing/2014/main" id="{6D7F040D-64C8-0C2C-6AFC-2EC812144946}"/>
                </a:ext>
              </a:extLst>
            </p:cNvPr>
            <p:cNvPicPr>
              <a:picLocks noChangeAspect="1"/>
            </p:cNvPicPr>
            <p:nvPr/>
          </p:nvPicPr>
          <p:blipFill>
            <a:blip r:embed="rId13"/>
            <a:stretch>
              <a:fillRect/>
            </a:stretch>
          </p:blipFill>
          <p:spPr>
            <a:xfrm>
              <a:off x="2975748" y="4493498"/>
              <a:ext cx="292153" cy="296040"/>
            </a:xfrm>
            <a:prstGeom prst="rect">
              <a:avLst/>
            </a:prstGeom>
          </p:spPr>
        </p:pic>
        <p:pic>
          <p:nvPicPr>
            <p:cNvPr id="27" name="Imagen 26">
              <a:extLst>
                <a:ext uri="{FF2B5EF4-FFF2-40B4-BE49-F238E27FC236}">
                  <a16:creationId xmlns:a16="http://schemas.microsoft.com/office/drawing/2014/main" id="{00E329F7-C4AE-EAE6-9677-B496D4BD2D15}"/>
                </a:ext>
              </a:extLst>
            </p:cNvPr>
            <p:cNvPicPr>
              <a:picLocks noChangeAspect="1"/>
            </p:cNvPicPr>
            <p:nvPr/>
          </p:nvPicPr>
          <p:blipFill>
            <a:blip r:embed="rId14"/>
            <a:stretch>
              <a:fillRect/>
            </a:stretch>
          </p:blipFill>
          <p:spPr>
            <a:xfrm>
              <a:off x="1790289" y="4486463"/>
              <a:ext cx="292153" cy="304422"/>
            </a:xfrm>
            <a:prstGeom prst="rect">
              <a:avLst/>
            </a:prstGeom>
          </p:spPr>
        </p:pic>
        <p:sp>
          <p:nvSpPr>
            <p:cNvPr id="28" name="Google Shape;498;p54">
              <a:extLst>
                <a:ext uri="{FF2B5EF4-FFF2-40B4-BE49-F238E27FC236}">
                  <a16:creationId xmlns:a16="http://schemas.microsoft.com/office/drawing/2014/main" id="{A8A9B8DB-F76B-F064-EE40-281F94CF7C82}"/>
                </a:ext>
              </a:extLst>
            </p:cNvPr>
            <p:cNvSpPr txBox="1">
              <a:spLocks/>
            </p:cNvSpPr>
            <p:nvPr/>
          </p:nvSpPr>
          <p:spPr>
            <a:xfrm>
              <a:off x="745107" y="4498746"/>
              <a:ext cx="919544" cy="2989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lgn="ctr">
                <a:buNone/>
              </a:pPr>
              <a:r>
                <a:rPr lang="es-MX" sz="1100" dirty="0">
                  <a:latin typeface="Catamaran" panose="020B0604020202020204" charset="0"/>
                  <a:cs typeface="Catamaran" panose="020B0604020202020204" charset="0"/>
                </a:rPr>
                <a:t>Relación</a:t>
              </a:r>
            </a:p>
          </p:txBody>
        </p:sp>
        <p:sp>
          <p:nvSpPr>
            <p:cNvPr id="29" name="Google Shape;498;p54">
              <a:extLst>
                <a:ext uri="{FF2B5EF4-FFF2-40B4-BE49-F238E27FC236}">
                  <a16:creationId xmlns:a16="http://schemas.microsoft.com/office/drawing/2014/main" id="{1EF162F3-83BD-78C7-19E9-C92437CCF133}"/>
                </a:ext>
              </a:extLst>
            </p:cNvPr>
            <p:cNvSpPr txBox="1">
              <a:spLocks/>
            </p:cNvSpPr>
            <p:nvPr/>
          </p:nvSpPr>
          <p:spPr>
            <a:xfrm>
              <a:off x="2012365" y="4497471"/>
              <a:ext cx="919544" cy="2989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lgn="ctr">
                <a:buNone/>
              </a:pPr>
              <a:r>
                <a:rPr lang="es-MX" sz="1100" dirty="0">
                  <a:latin typeface="Catamaran" panose="020B0604020202020204" charset="0"/>
                  <a:cs typeface="Catamaran" panose="020B0604020202020204" charset="0"/>
                </a:rPr>
                <a:t>Amistad</a:t>
              </a:r>
            </a:p>
          </p:txBody>
        </p:sp>
        <p:sp>
          <p:nvSpPr>
            <p:cNvPr id="30" name="Google Shape;498;p54">
              <a:extLst>
                <a:ext uri="{FF2B5EF4-FFF2-40B4-BE49-F238E27FC236}">
                  <a16:creationId xmlns:a16="http://schemas.microsoft.com/office/drawing/2014/main" id="{DFF8A8EA-C9E8-DAC8-C9DE-10F186F16025}"/>
                </a:ext>
              </a:extLst>
            </p:cNvPr>
            <p:cNvSpPr txBox="1">
              <a:spLocks/>
            </p:cNvSpPr>
            <p:nvPr/>
          </p:nvSpPr>
          <p:spPr>
            <a:xfrm>
              <a:off x="3267901" y="4479328"/>
              <a:ext cx="919544" cy="2989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lgn="ctr">
                <a:buNone/>
              </a:pPr>
              <a:r>
                <a:rPr lang="es-MX" sz="1100" dirty="0">
                  <a:latin typeface="Catamaran" panose="020B0604020202020204" charset="0"/>
                  <a:cs typeface="Catamaran" panose="020B0604020202020204" charset="0"/>
                </a:rPr>
                <a:t>Algo Casual</a:t>
              </a:r>
            </a:p>
          </p:txBody>
        </p:sp>
      </p:grpSp>
      <p:grpSp>
        <p:nvGrpSpPr>
          <p:cNvPr id="41" name="Grupo 40">
            <a:extLst>
              <a:ext uri="{FF2B5EF4-FFF2-40B4-BE49-F238E27FC236}">
                <a16:creationId xmlns:a16="http://schemas.microsoft.com/office/drawing/2014/main" id="{B6FF7B98-7105-9305-8969-B4F6438B4BB4}"/>
              </a:ext>
            </a:extLst>
          </p:cNvPr>
          <p:cNvGrpSpPr/>
          <p:nvPr/>
        </p:nvGrpSpPr>
        <p:grpSpPr>
          <a:xfrm>
            <a:off x="5003357" y="4479328"/>
            <a:ext cx="3779412" cy="371925"/>
            <a:chOff x="5103110" y="4403112"/>
            <a:chExt cx="3779412" cy="371925"/>
          </a:xfrm>
        </p:grpSpPr>
        <p:pic>
          <p:nvPicPr>
            <p:cNvPr id="33" name="Imagen 32">
              <a:extLst>
                <a:ext uri="{FF2B5EF4-FFF2-40B4-BE49-F238E27FC236}">
                  <a16:creationId xmlns:a16="http://schemas.microsoft.com/office/drawing/2014/main" id="{DA94DC60-655E-712A-E6B7-4AB7F1B7AD91}"/>
                </a:ext>
              </a:extLst>
            </p:cNvPr>
            <p:cNvPicPr>
              <a:picLocks noChangeAspect="1"/>
            </p:cNvPicPr>
            <p:nvPr/>
          </p:nvPicPr>
          <p:blipFill>
            <a:blip r:embed="rId15"/>
            <a:stretch>
              <a:fillRect/>
            </a:stretch>
          </p:blipFill>
          <p:spPr>
            <a:xfrm>
              <a:off x="5103110" y="4416133"/>
              <a:ext cx="355765" cy="348353"/>
            </a:xfrm>
            <a:prstGeom prst="rect">
              <a:avLst/>
            </a:prstGeom>
          </p:spPr>
        </p:pic>
        <p:pic>
          <p:nvPicPr>
            <p:cNvPr id="35" name="Imagen 34">
              <a:extLst>
                <a:ext uri="{FF2B5EF4-FFF2-40B4-BE49-F238E27FC236}">
                  <a16:creationId xmlns:a16="http://schemas.microsoft.com/office/drawing/2014/main" id="{38ABE88E-5A2D-5293-D44E-E1782BEC87A9}"/>
                </a:ext>
              </a:extLst>
            </p:cNvPr>
            <p:cNvPicPr>
              <a:picLocks noChangeAspect="1"/>
            </p:cNvPicPr>
            <p:nvPr/>
          </p:nvPicPr>
          <p:blipFill>
            <a:blip r:embed="rId16"/>
            <a:stretch>
              <a:fillRect/>
            </a:stretch>
          </p:blipFill>
          <p:spPr>
            <a:xfrm>
              <a:off x="6332980" y="4403112"/>
              <a:ext cx="369681" cy="348353"/>
            </a:xfrm>
            <a:prstGeom prst="rect">
              <a:avLst/>
            </a:prstGeom>
          </p:spPr>
        </p:pic>
        <p:pic>
          <p:nvPicPr>
            <p:cNvPr id="37" name="Imagen 36">
              <a:extLst>
                <a:ext uri="{FF2B5EF4-FFF2-40B4-BE49-F238E27FC236}">
                  <a16:creationId xmlns:a16="http://schemas.microsoft.com/office/drawing/2014/main" id="{D08E7C93-8E4F-33DB-F35B-C46BABB2F6D8}"/>
                </a:ext>
              </a:extLst>
            </p:cNvPr>
            <p:cNvPicPr>
              <a:picLocks noChangeAspect="1"/>
            </p:cNvPicPr>
            <p:nvPr/>
          </p:nvPicPr>
          <p:blipFill>
            <a:blip r:embed="rId17"/>
            <a:stretch>
              <a:fillRect/>
            </a:stretch>
          </p:blipFill>
          <p:spPr>
            <a:xfrm>
              <a:off x="7576766" y="4405583"/>
              <a:ext cx="376052" cy="369454"/>
            </a:xfrm>
            <a:prstGeom prst="rect">
              <a:avLst/>
            </a:prstGeom>
          </p:spPr>
        </p:pic>
        <p:sp>
          <p:nvSpPr>
            <p:cNvPr id="38" name="Google Shape;498;p54">
              <a:extLst>
                <a:ext uri="{FF2B5EF4-FFF2-40B4-BE49-F238E27FC236}">
                  <a16:creationId xmlns:a16="http://schemas.microsoft.com/office/drawing/2014/main" id="{03BE764D-20EF-66F8-9962-0BDE131FB806}"/>
                </a:ext>
              </a:extLst>
            </p:cNvPr>
            <p:cNvSpPr txBox="1">
              <a:spLocks/>
            </p:cNvSpPr>
            <p:nvPr/>
          </p:nvSpPr>
          <p:spPr>
            <a:xfrm>
              <a:off x="5381422" y="4421740"/>
              <a:ext cx="919544" cy="2989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lgn="ctr">
                <a:buNone/>
              </a:pPr>
              <a:r>
                <a:rPr lang="es-MX" sz="1100" dirty="0">
                  <a:latin typeface="Catamaran" panose="020B0604020202020204" charset="0"/>
                  <a:cs typeface="Catamaran" panose="020B0604020202020204" charset="0"/>
                </a:rPr>
                <a:t>Relación</a:t>
              </a:r>
            </a:p>
          </p:txBody>
        </p:sp>
        <p:sp>
          <p:nvSpPr>
            <p:cNvPr id="39" name="Google Shape;498;p54">
              <a:extLst>
                <a:ext uri="{FF2B5EF4-FFF2-40B4-BE49-F238E27FC236}">
                  <a16:creationId xmlns:a16="http://schemas.microsoft.com/office/drawing/2014/main" id="{9F19F4B5-1BFA-D321-DBDF-ED74E1C62511}"/>
                </a:ext>
              </a:extLst>
            </p:cNvPr>
            <p:cNvSpPr txBox="1">
              <a:spLocks/>
            </p:cNvSpPr>
            <p:nvPr/>
          </p:nvSpPr>
          <p:spPr>
            <a:xfrm>
              <a:off x="6610464" y="4427827"/>
              <a:ext cx="919544" cy="2989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lgn="ctr">
                <a:buNone/>
              </a:pPr>
              <a:r>
                <a:rPr lang="es-MX" sz="1100" dirty="0">
                  <a:latin typeface="Catamaran" panose="020B0604020202020204" charset="0"/>
                  <a:cs typeface="Catamaran" panose="020B0604020202020204" charset="0"/>
                </a:rPr>
                <a:t>Amistad</a:t>
              </a:r>
            </a:p>
          </p:txBody>
        </p:sp>
        <p:sp>
          <p:nvSpPr>
            <p:cNvPr id="40" name="Google Shape;498;p54">
              <a:extLst>
                <a:ext uri="{FF2B5EF4-FFF2-40B4-BE49-F238E27FC236}">
                  <a16:creationId xmlns:a16="http://schemas.microsoft.com/office/drawing/2014/main" id="{2163EEFC-9C83-5644-DA49-CE5D0D7D7B6F}"/>
                </a:ext>
              </a:extLst>
            </p:cNvPr>
            <p:cNvSpPr txBox="1">
              <a:spLocks/>
            </p:cNvSpPr>
            <p:nvPr/>
          </p:nvSpPr>
          <p:spPr>
            <a:xfrm>
              <a:off x="7962978" y="4419595"/>
              <a:ext cx="919544" cy="2989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lgn="ctr">
                <a:buNone/>
              </a:pPr>
              <a:r>
                <a:rPr lang="es-MX" sz="1100" dirty="0">
                  <a:latin typeface="Catamaran" panose="020B0604020202020204" charset="0"/>
                  <a:cs typeface="Catamaran" panose="020B0604020202020204" charset="0"/>
                </a:rPr>
                <a:t>Algo Casual</a:t>
              </a:r>
            </a:p>
          </p:txBody>
        </p:sp>
      </p:grpSp>
    </p:spTree>
    <p:extLst>
      <p:ext uri="{BB962C8B-B14F-4D97-AF65-F5344CB8AC3E}">
        <p14:creationId xmlns:p14="http://schemas.microsoft.com/office/powerpoint/2010/main" val="1860966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0">
          <a:extLst>
            <a:ext uri="{FF2B5EF4-FFF2-40B4-BE49-F238E27FC236}">
              <a16:creationId xmlns:a16="http://schemas.microsoft.com/office/drawing/2014/main" id="{F6F39F4F-1169-746C-2CEE-765E42363E2D}"/>
            </a:ext>
          </a:extLst>
        </p:cNvPr>
        <p:cNvGrpSpPr/>
        <p:nvPr/>
      </p:nvGrpSpPr>
      <p:grpSpPr>
        <a:xfrm>
          <a:off x="0" y="0"/>
          <a:ext cx="0" cy="0"/>
          <a:chOff x="0" y="0"/>
          <a:chExt cx="0" cy="0"/>
        </a:xfrm>
      </p:grpSpPr>
      <p:pic>
        <p:nvPicPr>
          <p:cNvPr id="601" name="Google Shape;601;p47">
            <a:extLst>
              <a:ext uri="{FF2B5EF4-FFF2-40B4-BE49-F238E27FC236}">
                <a16:creationId xmlns:a16="http://schemas.microsoft.com/office/drawing/2014/main" id="{1C02D3AC-31DD-3772-D3F7-6D4FBD6B0525}"/>
              </a:ext>
            </a:extLst>
          </p:cNvPr>
          <p:cNvPicPr preferRelativeResize="0"/>
          <p:nvPr/>
        </p:nvPicPr>
        <p:blipFill rotWithShape="1">
          <a:blip r:embed="rId3">
            <a:alphaModFix/>
          </a:blip>
          <a:srcRect l="3061" t="37780" r="11424" b="34639"/>
          <a:stretch/>
        </p:blipFill>
        <p:spPr>
          <a:xfrm>
            <a:off x="6416132" y="4778253"/>
            <a:ext cx="3073373" cy="557526"/>
          </a:xfrm>
          <a:prstGeom prst="rect">
            <a:avLst/>
          </a:prstGeom>
          <a:noFill/>
          <a:ln>
            <a:noFill/>
          </a:ln>
        </p:spPr>
      </p:pic>
      <p:pic>
        <p:nvPicPr>
          <p:cNvPr id="602" name="Google Shape;602;p47">
            <a:extLst>
              <a:ext uri="{FF2B5EF4-FFF2-40B4-BE49-F238E27FC236}">
                <a16:creationId xmlns:a16="http://schemas.microsoft.com/office/drawing/2014/main" id="{8C0AC6B5-A5DE-6107-5606-00E188A5C68B}"/>
              </a:ext>
            </a:extLst>
          </p:cNvPr>
          <p:cNvPicPr preferRelativeResize="0"/>
          <p:nvPr/>
        </p:nvPicPr>
        <p:blipFill rotWithShape="1">
          <a:blip r:embed="rId4">
            <a:alphaModFix amt="57000"/>
          </a:blip>
          <a:srcRect l="36305" t="26731" r="30909" b="23776"/>
          <a:stretch/>
        </p:blipFill>
        <p:spPr>
          <a:xfrm flipH="1">
            <a:off x="-528075" y="1470875"/>
            <a:ext cx="2119848" cy="1800074"/>
          </a:xfrm>
          <a:prstGeom prst="rect">
            <a:avLst/>
          </a:prstGeom>
          <a:noFill/>
          <a:ln>
            <a:noFill/>
          </a:ln>
        </p:spPr>
      </p:pic>
      <p:pic>
        <p:nvPicPr>
          <p:cNvPr id="606" name="Google Shape;606;p47">
            <a:extLst>
              <a:ext uri="{FF2B5EF4-FFF2-40B4-BE49-F238E27FC236}">
                <a16:creationId xmlns:a16="http://schemas.microsoft.com/office/drawing/2014/main" id="{2B963AFE-8F48-F96F-02D2-9EE88923FC41}"/>
              </a:ext>
            </a:extLst>
          </p:cNvPr>
          <p:cNvPicPr preferRelativeResize="0"/>
          <p:nvPr/>
        </p:nvPicPr>
        <p:blipFill rotWithShape="1">
          <a:blip r:embed="rId5">
            <a:alphaModFix/>
          </a:blip>
          <a:srcRect l="28680" t="19555" r="23804" b="32703"/>
          <a:stretch/>
        </p:blipFill>
        <p:spPr>
          <a:xfrm rot="5400000">
            <a:off x="7171123" y="2126184"/>
            <a:ext cx="1287874" cy="727826"/>
          </a:xfrm>
          <a:prstGeom prst="rect">
            <a:avLst/>
          </a:prstGeom>
          <a:noFill/>
          <a:ln>
            <a:noFill/>
          </a:ln>
        </p:spPr>
      </p:pic>
      <p:pic>
        <p:nvPicPr>
          <p:cNvPr id="626" name="Google Shape;626;p47">
            <a:extLst>
              <a:ext uri="{FF2B5EF4-FFF2-40B4-BE49-F238E27FC236}">
                <a16:creationId xmlns:a16="http://schemas.microsoft.com/office/drawing/2014/main" id="{636F7A33-CA02-9B96-A173-69654E48A287}"/>
              </a:ext>
            </a:extLst>
          </p:cNvPr>
          <p:cNvPicPr preferRelativeResize="0"/>
          <p:nvPr/>
        </p:nvPicPr>
        <p:blipFill rotWithShape="1">
          <a:blip r:embed="rId6">
            <a:alphaModFix amt="63000"/>
          </a:blip>
          <a:srcRect l="17536" t="30943" r="20804" b="36495"/>
          <a:stretch/>
        </p:blipFill>
        <p:spPr>
          <a:xfrm rot="6776336">
            <a:off x="-2640818" y="2118352"/>
            <a:ext cx="4824681" cy="1433138"/>
          </a:xfrm>
          <a:prstGeom prst="rect">
            <a:avLst/>
          </a:prstGeom>
          <a:noFill/>
          <a:ln>
            <a:noFill/>
          </a:ln>
        </p:spPr>
      </p:pic>
      <p:pic>
        <p:nvPicPr>
          <p:cNvPr id="627" name="Google Shape;627;p47">
            <a:extLst>
              <a:ext uri="{FF2B5EF4-FFF2-40B4-BE49-F238E27FC236}">
                <a16:creationId xmlns:a16="http://schemas.microsoft.com/office/drawing/2014/main" id="{63483693-1665-3268-F525-F3A332063506}"/>
              </a:ext>
            </a:extLst>
          </p:cNvPr>
          <p:cNvPicPr preferRelativeResize="0"/>
          <p:nvPr/>
        </p:nvPicPr>
        <p:blipFill rotWithShape="1">
          <a:blip r:embed="rId7">
            <a:alphaModFix/>
          </a:blip>
          <a:srcRect l="45691" t="12052" r="18787" b="20159"/>
          <a:stretch/>
        </p:blipFill>
        <p:spPr>
          <a:xfrm>
            <a:off x="29750" y="378840"/>
            <a:ext cx="1366949" cy="1467299"/>
          </a:xfrm>
          <a:prstGeom prst="rect">
            <a:avLst/>
          </a:prstGeom>
          <a:noFill/>
          <a:ln>
            <a:noFill/>
          </a:ln>
        </p:spPr>
      </p:pic>
      <p:sp>
        <p:nvSpPr>
          <p:cNvPr id="6" name="Google Shape;547;p45">
            <a:extLst>
              <a:ext uri="{FF2B5EF4-FFF2-40B4-BE49-F238E27FC236}">
                <a16:creationId xmlns:a16="http://schemas.microsoft.com/office/drawing/2014/main" id="{382B9D31-A19C-CE90-3127-03BB52F0F3B9}"/>
              </a:ext>
            </a:extLst>
          </p:cNvPr>
          <p:cNvSpPr txBox="1">
            <a:spLocks/>
          </p:cNvSpPr>
          <p:nvPr/>
        </p:nvSpPr>
        <p:spPr>
          <a:xfrm>
            <a:off x="2803605" y="203600"/>
            <a:ext cx="3536789" cy="5817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38100" lvl="0" indent="-323850" algn="ctr" rtl="0">
              <a:lnSpc>
                <a:spcPct val="100000"/>
              </a:lnSpc>
              <a:spcBef>
                <a:spcPts val="0"/>
              </a:spcBef>
              <a:spcAft>
                <a:spcPts val="0"/>
              </a:spcAft>
              <a:buClr>
                <a:schemeClr val="lt2"/>
              </a:buClr>
              <a:buSzPts val="1500"/>
              <a:buFont typeface="Actor"/>
              <a:buChar char="●"/>
              <a:defRPr sz="1700" b="0" i="0" u="none" strike="noStrike" cap="none">
                <a:solidFill>
                  <a:schemeClr val="dk1"/>
                </a:solidFill>
                <a:latin typeface="Catamaran"/>
                <a:ea typeface="Catamaran"/>
                <a:cs typeface="Catamaran"/>
                <a:sym typeface="Catamaran"/>
              </a:defRPr>
            </a:lvl1pPr>
            <a:lvl2pPr marL="914400" marR="0" lvl="1" indent="-323850" algn="l" rtl="0">
              <a:lnSpc>
                <a:spcPct val="100000"/>
              </a:lnSpc>
              <a:spcBef>
                <a:spcPts val="0"/>
              </a:spcBef>
              <a:spcAft>
                <a:spcPts val="0"/>
              </a:spcAft>
              <a:buClr>
                <a:schemeClr val="lt2"/>
              </a:buClr>
              <a:buSzPts val="1500"/>
              <a:buFont typeface="Actor"/>
              <a:buChar char="○"/>
              <a:defRPr sz="1400" b="0" i="0" u="none" strike="noStrike" cap="none">
                <a:solidFill>
                  <a:schemeClr val="dk1"/>
                </a:solidFill>
                <a:latin typeface="Catamaran"/>
                <a:ea typeface="Catamaran"/>
                <a:cs typeface="Catamaran"/>
                <a:sym typeface="Catamaran"/>
              </a:defRPr>
            </a:lvl2pPr>
            <a:lvl3pPr marL="1371600" marR="0" lvl="2"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3pPr>
            <a:lvl4pPr marL="1828800" marR="0" lvl="3"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4pPr>
            <a:lvl5pPr marL="2286000" marR="0" lvl="4"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5pPr>
            <a:lvl6pPr marL="2743200" marR="0" lvl="5"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6pPr>
            <a:lvl7pPr marL="3200400" marR="0" lvl="6"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7pPr>
            <a:lvl8pPr marL="3657600" marR="0" lvl="7"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8pPr>
            <a:lvl9pPr marL="4114800" marR="0" lvl="8"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9pPr>
          </a:lstStyle>
          <a:p>
            <a:pPr marL="0" indent="0">
              <a:buSzPts val="1100"/>
            </a:pPr>
            <a:r>
              <a:rPr lang="en" sz="3600" dirty="0">
                <a:solidFill>
                  <a:schemeClr val="tx1">
                    <a:lumMod val="75000"/>
                    <a:lumOff val="25000"/>
                  </a:schemeClr>
                </a:solidFill>
                <a:latin typeface="Catamaran" panose="020B0604020202020204" charset="0"/>
                <a:cs typeface="Catamaran" panose="020B0604020202020204" charset="0"/>
              </a:rPr>
              <a:t>Hobbies</a:t>
            </a:r>
            <a:endParaRPr lang="es-MX" sz="3600" dirty="0">
              <a:solidFill>
                <a:schemeClr val="tx1">
                  <a:lumMod val="75000"/>
                  <a:lumOff val="25000"/>
                </a:schemeClr>
              </a:solidFill>
              <a:latin typeface="Catamaran" panose="020B0604020202020204" charset="0"/>
              <a:cs typeface="Catamaran" panose="020B0604020202020204" charset="0"/>
            </a:endParaRPr>
          </a:p>
        </p:txBody>
      </p:sp>
      <p:pic>
        <p:nvPicPr>
          <p:cNvPr id="3" name="Imagen 2">
            <a:extLst>
              <a:ext uri="{FF2B5EF4-FFF2-40B4-BE49-F238E27FC236}">
                <a16:creationId xmlns:a16="http://schemas.microsoft.com/office/drawing/2014/main" id="{1EE81C01-3434-0707-E4FB-197E93C76E4E}"/>
              </a:ext>
            </a:extLst>
          </p:cNvPr>
          <p:cNvPicPr>
            <a:picLocks noChangeAspect="1"/>
          </p:cNvPicPr>
          <p:nvPr/>
        </p:nvPicPr>
        <p:blipFill>
          <a:blip r:embed="rId8"/>
          <a:stretch>
            <a:fillRect/>
          </a:stretch>
        </p:blipFill>
        <p:spPr>
          <a:xfrm>
            <a:off x="173450" y="914601"/>
            <a:ext cx="8940800" cy="3618148"/>
          </a:xfrm>
          <a:prstGeom prst="rect">
            <a:avLst/>
          </a:prstGeom>
        </p:spPr>
      </p:pic>
      <p:sp>
        <p:nvSpPr>
          <p:cNvPr id="4" name="Google Shape;498;p54">
            <a:extLst>
              <a:ext uri="{FF2B5EF4-FFF2-40B4-BE49-F238E27FC236}">
                <a16:creationId xmlns:a16="http://schemas.microsoft.com/office/drawing/2014/main" id="{BE1D31DF-4B68-4F84-322F-1A7CC47DD9F1}"/>
              </a:ext>
            </a:extLst>
          </p:cNvPr>
          <p:cNvSpPr txBox="1">
            <a:spLocks/>
          </p:cNvSpPr>
          <p:nvPr/>
        </p:nvSpPr>
        <p:spPr>
          <a:xfrm>
            <a:off x="-77692" y="593287"/>
            <a:ext cx="919544" cy="2989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lgn="ctr">
              <a:buNone/>
            </a:pPr>
            <a:r>
              <a:rPr lang="es-MX" sz="1100" dirty="0">
                <a:solidFill>
                  <a:schemeClr val="tx1">
                    <a:lumMod val="65000"/>
                    <a:lumOff val="35000"/>
                  </a:schemeClr>
                </a:solidFill>
                <a:latin typeface="Catamaran" panose="020B0604020202020204" charset="0"/>
                <a:cs typeface="Catamaran" panose="020B0604020202020204" charset="0"/>
              </a:rPr>
              <a:t>Porcentaje</a:t>
            </a:r>
          </a:p>
        </p:txBody>
      </p:sp>
      <p:sp>
        <p:nvSpPr>
          <p:cNvPr id="5" name="Google Shape;498;p54">
            <a:extLst>
              <a:ext uri="{FF2B5EF4-FFF2-40B4-BE49-F238E27FC236}">
                <a16:creationId xmlns:a16="http://schemas.microsoft.com/office/drawing/2014/main" id="{3C2BF30D-53CD-75C3-C768-AA896F491352}"/>
              </a:ext>
            </a:extLst>
          </p:cNvPr>
          <p:cNvSpPr txBox="1">
            <a:spLocks/>
          </p:cNvSpPr>
          <p:nvPr/>
        </p:nvSpPr>
        <p:spPr>
          <a:xfrm>
            <a:off x="4851" y="4711466"/>
            <a:ext cx="8698278" cy="4320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buNone/>
            </a:pPr>
            <a:r>
              <a:rPr lang="es-MX" sz="1100" dirty="0">
                <a:solidFill>
                  <a:schemeClr val="tx1">
                    <a:lumMod val="65000"/>
                    <a:lumOff val="35000"/>
                  </a:schemeClr>
                </a:solidFill>
                <a:latin typeface="Catamaran" panose="020B0604020202020204" charset="0"/>
                <a:cs typeface="Catamaran" panose="020B0604020202020204" charset="0"/>
              </a:rPr>
              <a:t>*Se puede seleccionar más de uno</a:t>
            </a:r>
          </a:p>
          <a:p>
            <a:pPr marL="0" indent="0">
              <a:buNone/>
            </a:pPr>
            <a:r>
              <a:rPr lang="es-MX" sz="1100" dirty="0">
                <a:solidFill>
                  <a:schemeClr val="tx1">
                    <a:lumMod val="65000"/>
                    <a:lumOff val="35000"/>
                  </a:schemeClr>
                </a:solidFill>
                <a:latin typeface="Catamaran" panose="020B0604020202020204" charset="0"/>
                <a:cs typeface="Catamaran" panose="020B0604020202020204" charset="0"/>
              </a:rPr>
              <a:t>** El porcentaje está calculado respecto al género con el que se identifican los participantes</a:t>
            </a:r>
          </a:p>
        </p:txBody>
      </p:sp>
    </p:spTree>
    <p:extLst>
      <p:ext uri="{BB962C8B-B14F-4D97-AF65-F5344CB8AC3E}">
        <p14:creationId xmlns:p14="http://schemas.microsoft.com/office/powerpoint/2010/main" val="1208956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0">
          <a:extLst>
            <a:ext uri="{FF2B5EF4-FFF2-40B4-BE49-F238E27FC236}">
              <a16:creationId xmlns:a16="http://schemas.microsoft.com/office/drawing/2014/main" id="{368454B0-6BC9-A476-8CC6-DCF69C362DE0}"/>
            </a:ext>
          </a:extLst>
        </p:cNvPr>
        <p:cNvGrpSpPr/>
        <p:nvPr/>
      </p:nvGrpSpPr>
      <p:grpSpPr>
        <a:xfrm>
          <a:off x="0" y="0"/>
          <a:ext cx="0" cy="0"/>
          <a:chOff x="0" y="0"/>
          <a:chExt cx="0" cy="0"/>
        </a:xfrm>
      </p:grpSpPr>
      <p:pic>
        <p:nvPicPr>
          <p:cNvPr id="601" name="Google Shape;601;p47">
            <a:extLst>
              <a:ext uri="{FF2B5EF4-FFF2-40B4-BE49-F238E27FC236}">
                <a16:creationId xmlns:a16="http://schemas.microsoft.com/office/drawing/2014/main" id="{5F478003-5C7C-CD14-E1B1-092D0520AF83}"/>
              </a:ext>
            </a:extLst>
          </p:cNvPr>
          <p:cNvPicPr preferRelativeResize="0"/>
          <p:nvPr/>
        </p:nvPicPr>
        <p:blipFill rotWithShape="1">
          <a:blip r:embed="rId3">
            <a:alphaModFix/>
          </a:blip>
          <a:srcRect l="3061" t="37780" r="11424" b="34639"/>
          <a:stretch/>
        </p:blipFill>
        <p:spPr>
          <a:xfrm>
            <a:off x="6416132" y="4778253"/>
            <a:ext cx="3073373" cy="557526"/>
          </a:xfrm>
          <a:prstGeom prst="rect">
            <a:avLst/>
          </a:prstGeom>
          <a:noFill/>
          <a:ln>
            <a:noFill/>
          </a:ln>
        </p:spPr>
      </p:pic>
      <p:pic>
        <p:nvPicPr>
          <p:cNvPr id="602" name="Google Shape;602;p47">
            <a:extLst>
              <a:ext uri="{FF2B5EF4-FFF2-40B4-BE49-F238E27FC236}">
                <a16:creationId xmlns:a16="http://schemas.microsoft.com/office/drawing/2014/main" id="{BC30B63E-3E53-703D-77B3-B06A3A943A1F}"/>
              </a:ext>
            </a:extLst>
          </p:cNvPr>
          <p:cNvPicPr preferRelativeResize="0"/>
          <p:nvPr/>
        </p:nvPicPr>
        <p:blipFill rotWithShape="1">
          <a:blip r:embed="rId4">
            <a:alphaModFix amt="57000"/>
          </a:blip>
          <a:srcRect l="36305" t="26731" r="30909" b="23776"/>
          <a:stretch/>
        </p:blipFill>
        <p:spPr>
          <a:xfrm flipH="1">
            <a:off x="-528075" y="1470875"/>
            <a:ext cx="2119848" cy="1800074"/>
          </a:xfrm>
          <a:prstGeom prst="rect">
            <a:avLst/>
          </a:prstGeom>
          <a:noFill/>
          <a:ln>
            <a:noFill/>
          </a:ln>
        </p:spPr>
      </p:pic>
      <p:pic>
        <p:nvPicPr>
          <p:cNvPr id="606" name="Google Shape;606;p47">
            <a:extLst>
              <a:ext uri="{FF2B5EF4-FFF2-40B4-BE49-F238E27FC236}">
                <a16:creationId xmlns:a16="http://schemas.microsoft.com/office/drawing/2014/main" id="{6F03FF48-4B0E-2F34-32BC-0ACDC47FD984}"/>
              </a:ext>
            </a:extLst>
          </p:cNvPr>
          <p:cNvPicPr preferRelativeResize="0"/>
          <p:nvPr/>
        </p:nvPicPr>
        <p:blipFill rotWithShape="1">
          <a:blip r:embed="rId5">
            <a:alphaModFix/>
          </a:blip>
          <a:srcRect l="28680" t="19555" r="23804" b="32703"/>
          <a:stretch/>
        </p:blipFill>
        <p:spPr>
          <a:xfrm rot="5400000">
            <a:off x="7171123" y="2126184"/>
            <a:ext cx="1287874" cy="727826"/>
          </a:xfrm>
          <a:prstGeom prst="rect">
            <a:avLst/>
          </a:prstGeom>
          <a:noFill/>
          <a:ln>
            <a:noFill/>
          </a:ln>
        </p:spPr>
      </p:pic>
      <p:pic>
        <p:nvPicPr>
          <p:cNvPr id="626" name="Google Shape;626;p47">
            <a:extLst>
              <a:ext uri="{FF2B5EF4-FFF2-40B4-BE49-F238E27FC236}">
                <a16:creationId xmlns:a16="http://schemas.microsoft.com/office/drawing/2014/main" id="{3955F77F-5CF1-806C-2204-55B98E5D37D5}"/>
              </a:ext>
            </a:extLst>
          </p:cNvPr>
          <p:cNvPicPr preferRelativeResize="0"/>
          <p:nvPr/>
        </p:nvPicPr>
        <p:blipFill rotWithShape="1">
          <a:blip r:embed="rId6">
            <a:alphaModFix amt="63000"/>
          </a:blip>
          <a:srcRect l="17536" t="30943" r="20804" b="36495"/>
          <a:stretch/>
        </p:blipFill>
        <p:spPr>
          <a:xfrm rot="6776336">
            <a:off x="-2640818" y="2118352"/>
            <a:ext cx="4824681" cy="1433138"/>
          </a:xfrm>
          <a:prstGeom prst="rect">
            <a:avLst/>
          </a:prstGeom>
          <a:noFill/>
          <a:ln>
            <a:noFill/>
          </a:ln>
        </p:spPr>
      </p:pic>
      <p:pic>
        <p:nvPicPr>
          <p:cNvPr id="627" name="Google Shape;627;p47">
            <a:extLst>
              <a:ext uri="{FF2B5EF4-FFF2-40B4-BE49-F238E27FC236}">
                <a16:creationId xmlns:a16="http://schemas.microsoft.com/office/drawing/2014/main" id="{CAF01265-96CC-5526-B3C0-D66F76983791}"/>
              </a:ext>
            </a:extLst>
          </p:cNvPr>
          <p:cNvPicPr preferRelativeResize="0"/>
          <p:nvPr/>
        </p:nvPicPr>
        <p:blipFill rotWithShape="1">
          <a:blip r:embed="rId7">
            <a:alphaModFix/>
          </a:blip>
          <a:srcRect l="45691" t="12052" r="18787" b="20159"/>
          <a:stretch/>
        </p:blipFill>
        <p:spPr>
          <a:xfrm>
            <a:off x="29750" y="378840"/>
            <a:ext cx="1366949" cy="1467299"/>
          </a:xfrm>
          <a:prstGeom prst="rect">
            <a:avLst/>
          </a:prstGeom>
          <a:noFill/>
          <a:ln>
            <a:noFill/>
          </a:ln>
        </p:spPr>
      </p:pic>
      <p:sp>
        <p:nvSpPr>
          <p:cNvPr id="7" name="Google Shape;498;p54">
            <a:extLst>
              <a:ext uri="{FF2B5EF4-FFF2-40B4-BE49-F238E27FC236}">
                <a16:creationId xmlns:a16="http://schemas.microsoft.com/office/drawing/2014/main" id="{2C7A529D-8443-8020-92D4-6A795E5FAC2F}"/>
              </a:ext>
            </a:extLst>
          </p:cNvPr>
          <p:cNvSpPr txBox="1">
            <a:spLocks/>
          </p:cNvSpPr>
          <p:nvPr/>
        </p:nvSpPr>
        <p:spPr>
          <a:xfrm>
            <a:off x="4851" y="4711466"/>
            <a:ext cx="8698278" cy="4320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buNone/>
            </a:pPr>
            <a:r>
              <a:rPr lang="es-MX" sz="1100" dirty="0">
                <a:solidFill>
                  <a:schemeClr val="tx1">
                    <a:lumMod val="65000"/>
                    <a:lumOff val="35000"/>
                  </a:schemeClr>
                </a:solidFill>
                <a:latin typeface="Catamaran" panose="020B0604020202020204" charset="0"/>
                <a:cs typeface="Catamaran" panose="020B0604020202020204" charset="0"/>
              </a:rPr>
              <a:t>*Se puede seleccionar más de uno</a:t>
            </a:r>
          </a:p>
          <a:p>
            <a:pPr marL="0" indent="0">
              <a:buNone/>
            </a:pPr>
            <a:r>
              <a:rPr lang="es-MX" sz="1100" dirty="0">
                <a:solidFill>
                  <a:schemeClr val="tx1">
                    <a:lumMod val="65000"/>
                    <a:lumOff val="35000"/>
                  </a:schemeClr>
                </a:solidFill>
                <a:latin typeface="Catamaran" panose="020B0604020202020204" charset="0"/>
                <a:cs typeface="Catamaran" panose="020B0604020202020204" charset="0"/>
              </a:rPr>
              <a:t>** El porcentaje está calculado respecto al género con el que se identifican los participantes</a:t>
            </a:r>
          </a:p>
        </p:txBody>
      </p:sp>
      <p:pic>
        <p:nvPicPr>
          <p:cNvPr id="5" name="Imagen 4">
            <a:extLst>
              <a:ext uri="{FF2B5EF4-FFF2-40B4-BE49-F238E27FC236}">
                <a16:creationId xmlns:a16="http://schemas.microsoft.com/office/drawing/2014/main" id="{B1DDBAB1-7100-C5A5-D7EF-C997FAA26824}"/>
              </a:ext>
            </a:extLst>
          </p:cNvPr>
          <p:cNvPicPr>
            <a:picLocks noChangeAspect="1"/>
          </p:cNvPicPr>
          <p:nvPr/>
        </p:nvPicPr>
        <p:blipFill>
          <a:blip r:embed="rId8"/>
          <a:stretch>
            <a:fillRect/>
          </a:stretch>
        </p:blipFill>
        <p:spPr>
          <a:xfrm>
            <a:off x="29750" y="812088"/>
            <a:ext cx="9144000" cy="3932772"/>
          </a:xfrm>
          <a:prstGeom prst="rect">
            <a:avLst/>
          </a:prstGeom>
        </p:spPr>
      </p:pic>
      <p:sp>
        <p:nvSpPr>
          <p:cNvPr id="4" name="Google Shape;498;p54">
            <a:extLst>
              <a:ext uri="{FF2B5EF4-FFF2-40B4-BE49-F238E27FC236}">
                <a16:creationId xmlns:a16="http://schemas.microsoft.com/office/drawing/2014/main" id="{821AD1C2-0BA2-690E-8A5E-194E22747624}"/>
              </a:ext>
            </a:extLst>
          </p:cNvPr>
          <p:cNvSpPr txBox="1">
            <a:spLocks/>
          </p:cNvSpPr>
          <p:nvPr/>
        </p:nvSpPr>
        <p:spPr>
          <a:xfrm>
            <a:off x="-121571" y="646451"/>
            <a:ext cx="919544" cy="2989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2pPr>
            <a:lvl3pPr marL="1371600" marR="0" lvl="2"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3pPr>
            <a:lvl4pPr marL="1828800" marR="0" lvl="3"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4pPr>
            <a:lvl5pPr marL="2286000" marR="0" lvl="4"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5pPr>
            <a:lvl6pPr marL="2743200" marR="0" lvl="5"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6pPr>
            <a:lvl7pPr marL="3200400" marR="0" lvl="6"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7pPr>
            <a:lvl8pPr marL="3657600" marR="0" lvl="7"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8pPr>
            <a:lvl9pPr marL="4114800" marR="0" lvl="8" indent="-330200" algn="l" rtl="0">
              <a:lnSpc>
                <a:spcPct val="100000"/>
              </a:lnSpc>
              <a:spcBef>
                <a:spcPts val="0"/>
              </a:spcBef>
              <a:spcAft>
                <a:spcPts val="0"/>
              </a:spcAft>
              <a:buClr>
                <a:schemeClr val="dk1"/>
              </a:buClr>
              <a:buSzPts val="1600"/>
              <a:buFont typeface="Karla"/>
              <a:buChar char="■"/>
              <a:defRPr sz="1600" b="0" i="0" u="none" strike="noStrike" cap="none">
                <a:solidFill>
                  <a:schemeClr val="dk1"/>
                </a:solidFill>
                <a:latin typeface="Karla"/>
                <a:ea typeface="Karla"/>
                <a:cs typeface="Karla"/>
                <a:sym typeface="Karla"/>
              </a:defRPr>
            </a:lvl9pPr>
          </a:lstStyle>
          <a:p>
            <a:pPr marL="0" indent="0" algn="ctr">
              <a:buNone/>
            </a:pPr>
            <a:r>
              <a:rPr lang="es-MX" sz="1100" dirty="0">
                <a:solidFill>
                  <a:schemeClr val="tx1">
                    <a:lumMod val="65000"/>
                    <a:lumOff val="35000"/>
                  </a:schemeClr>
                </a:solidFill>
                <a:latin typeface="Catamaran" panose="020B0604020202020204" charset="0"/>
                <a:cs typeface="Catamaran" panose="020B0604020202020204" charset="0"/>
              </a:rPr>
              <a:t>Porcentaje</a:t>
            </a:r>
          </a:p>
        </p:txBody>
      </p:sp>
      <p:sp>
        <p:nvSpPr>
          <p:cNvPr id="6" name="Google Shape;547;p45">
            <a:extLst>
              <a:ext uri="{FF2B5EF4-FFF2-40B4-BE49-F238E27FC236}">
                <a16:creationId xmlns:a16="http://schemas.microsoft.com/office/drawing/2014/main" id="{8BFBFFC2-C5A3-88C3-23DE-0BC8A10117FF}"/>
              </a:ext>
            </a:extLst>
          </p:cNvPr>
          <p:cNvSpPr txBox="1">
            <a:spLocks/>
          </p:cNvSpPr>
          <p:nvPr/>
        </p:nvSpPr>
        <p:spPr>
          <a:xfrm>
            <a:off x="2758249" y="43165"/>
            <a:ext cx="3687002" cy="5817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38100" lvl="0" indent="-323850" algn="ctr" rtl="0">
              <a:lnSpc>
                <a:spcPct val="100000"/>
              </a:lnSpc>
              <a:spcBef>
                <a:spcPts val="0"/>
              </a:spcBef>
              <a:spcAft>
                <a:spcPts val="0"/>
              </a:spcAft>
              <a:buClr>
                <a:schemeClr val="lt2"/>
              </a:buClr>
              <a:buSzPts val="1500"/>
              <a:buFont typeface="Actor"/>
              <a:buChar char="●"/>
              <a:defRPr sz="1700" b="0" i="0" u="none" strike="noStrike" cap="none">
                <a:solidFill>
                  <a:schemeClr val="dk1"/>
                </a:solidFill>
                <a:latin typeface="Catamaran"/>
                <a:ea typeface="Catamaran"/>
                <a:cs typeface="Catamaran"/>
                <a:sym typeface="Catamaran"/>
              </a:defRPr>
            </a:lvl1pPr>
            <a:lvl2pPr marL="914400" marR="0" lvl="1" indent="-323850" algn="l" rtl="0">
              <a:lnSpc>
                <a:spcPct val="100000"/>
              </a:lnSpc>
              <a:spcBef>
                <a:spcPts val="0"/>
              </a:spcBef>
              <a:spcAft>
                <a:spcPts val="0"/>
              </a:spcAft>
              <a:buClr>
                <a:schemeClr val="lt2"/>
              </a:buClr>
              <a:buSzPts val="1500"/>
              <a:buFont typeface="Actor"/>
              <a:buChar char="○"/>
              <a:defRPr sz="1400" b="0" i="0" u="none" strike="noStrike" cap="none">
                <a:solidFill>
                  <a:schemeClr val="dk1"/>
                </a:solidFill>
                <a:latin typeface="Catamaran"/>
                <a:ea typeface="Catamaran"/>
                <a:cs typeface="Catamaran"/>
                <a:sym typeface="Catamaran"/>
              </a:defRPr>
            </a:lvl2pPr>
            <a:lvl3pPr marL="1371600" marR="0" lvl="2"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3pPr>
            <a:lvl4pPr marL="1828800" marR="0" lvl="3"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4pPr>
            <a:lvl5pPr marL="2286000" marR="0" lvl="4"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5pPr>
            <a:lvl6pPr marL="2743200" marR="0" lvl="5"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6pPr>
            <a:lvl7pPr marL="3200400" marR="0" lvl="6"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7pPr>
            <a:lvl8pPr marL="3657600" marR="0" lvl="7"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8pPr>
            <a:lvl9pPr marL="4114800" marR="0" lvl="8"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9pPr>
          </a:lstStyle>
          <a:p>
            <a:pPr marL="0" indent="0">
              <a:buSzPts val="1100"/>
            </a:pPr>
            <a:r>
              <a:rPr lang="en" sz="2000" dirty="0">
                <a:solidFill>
                  <a:schemeClr val="tx1">
                    <a:lumMod val="75000"/>
                    <a:lumOff val="25000"/>
                  </a:schemeClr>
                </a:solidFill>
              </a:rPr>
              <a:t>Lugares favoritos para la primera cita</a:t>
            </a:r>
            <a:endParaRPr lang="es-MX" sz="2000" dirty="0">
              <a:solidFill>
                <a:schemeClr val="tx1">
                  <a:lumMod val="75000"/>
                  <a:lumOff val="25000"/>
                </a:schemeClr>
              </a:solidFill>
              <a:latin typeface="Amatic SC" panose="00000500000000000000" pitchFamily="2" charset="-79"/>
              <a:cs typeface="Amatic SC" panose="00000500000000000000" pitchFamily="2" charset="-79"/>
            </a:endParaRPr>
          </a:p>
        </p:txBody>
      </p:sp>
    </p:spTree>
    <p:extLst>
      <p:ext uri="{BB962C8B-B14F-4D97-AF65-F5344CB8AC3E}">
        <p14:creationId xmlns:p14="http://schemas.microsoft.com/office/powerpoint/2010/main" val="1910453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6">
          <a:extLst>
            <a:ext uri="{FF2B5EF4-FFF2-40B4-BE49-F238E27FC236}">
              <a16:creationId xmlns:a16="http://schemas.microsoft.com/office/drawing/2014/main" id="{873CB705-0B83-DE8E-B40D-51C4AB5CE6F6}"/>
            </a:ext>
          </a:extLst>
        </p:cNvPr>
        <p:cNvGrpSpPr/>
        <p:nvPr/>
      </p:nvGrpSpPr>
      <p:grpSpPr>
        <a:xfrm>
          <a:off x="0" y="0"/>
          <a:ext cx="0" cy="0"/>
          <a:chOff x="0" y="0"/>
          <a:chExt cx="0" cy="0"/>
        </a:xfrm>
      </p:grpSpPr>
      <p:pic>
        <p:nvPicPr>
          <p:cNvPr id="577" name="Google Shape;577;p46">
            <a:extLst>
              <a:ext uri="{FF2B5EF4-FFF2-40B4-BE49-F238E27FC236}">
                <a16:creationId xmlns:a16="http://schemas.microsoft.com/office/drawing/2014/main" id="{2B155189-020F-97DC-73BF-07AFA27F11FC}"/>
              </a:ext>
            </a:extLst>
          </p:cNvPr>
          <p:cNvPicPr preferRelativeResize="0"/>
          <p:nvPr/>
        </p:nvPicPr>
        <p:blipFill rotWithShape="1">
          <a:blip r:embed="rId3">
            <a:alphaModFix amt="76000"/>
          </a:blip>
          <a:srcRect l="50645" t="40792" r="22239" b="48411"/>
          <a:stretch/>
        </p:blipFill>
        <p:spPr>
          <a:xfrm>
            <a:off x="-251173" y="1427875"/>
            <a:ext cx="2446373" cy="547925"/>
          </a:xfrm>
          <a:prstGeom prst="rect">
            <a:avLst/>
          </a:prstGeom>
          <a:noFill/>
          <a:ln>
            <a:noFill/>
          </a:ln>
        </p:spPr>
      </p:pic>
      <p:sp>
        <p:nvSpPr>
          <p:cNvPr id="578" name="Google Shape;578;p46">
            <a:extLst>
              <a:ext uri="{FF2B5EF4-FFF2-40B4-BE49-F238E27FC236}">
                <a16:creationId xmlns:a16="http://schemas.microsoft.com/office/drawing/2014/main" id="{9A721234-5D95-8205-1791-75BDFA0012F6}"/>
              </a:ext>
            </a:extLst>
          </p:cNvPr>
          <p:cNvSpPr/>
          <p:nvPr/>
        </p:nvSpPr>
        <p:spPr>
          <a:xfrm>
            <a:off x="273278" y="13351"/>
            <a:ext cx="439944" cy="4995055"/>
          </a:xfrm>
          <a:custGeom>
            <a:avLst/>
            <a:gdLst/>
            <a:ahLst/>
            <a:cxnLst/>
            <a:rect l="l" t="t" r="r" b="b"/>
            <a:pathLst>
              <a:path w="7860" h="95453" extrusionOk="0">
                <a:moveTo>
                  <a:pt x="3582" y="28084"/>
                </a:moveTo>
                <a:cubicBezTo>
                  <a:pt x="3748" y="28084"/>
                  <a:pt x="3914" y="28121"/>
                  <a:pt x="4037" y="28254"/>
                </a:cubicBezTo>
                <a:cubicBezTo>
                  <a:pt x="4049" y="28265"/>
                  <a:pt x="4061" y="28301"/>
                  <a:pt x="4061" y="28313"/>
                </a:cubicBezTo>
                <a:cubicBezTo>
                  <a:pt x="4120" y="28361"/>
                  <a:pt x="4132" y="28432"/>
                  <a:pt x="4132" y="28504"/>
                </a:cubicBezTo>
                <a:cubicBezTo>
                  <a:pt x="4156" y="28599"/>
                  <a:pt x="4132" y="28682"/>
                  <a:pt x="4120" y="28754"/>
                </a:cubicBezTo>
                <a:cubicBezTo>
                  <a:pt x="4025" y="29182"/>
                  <a:pt x="3728" y="29575"/>
                  <a:pt x="3454" y="29920"/>
                </a:cubicBezTo>
                <a:cubicBezTo>
                  <a:pt x="2966" y="30540"/>
                  <a:pt x="2335" y="31075"/>
                  <a:pt x="1620" y="31409"/>
                </a:cubicBezTo>
                <a:cubicBezTo>
                  <a:pt x="1471" y="31483"/>
                  <a:pt x="1249" y="31573"/>
                  <a:pt x="1045" y="31573"/>
                </a:cubicBezTo>
                <a:cubicBezTo>
                  <a:pt x="891" y="31573"/>
                  <a:pt x="748" y="31522"/>
                  <a:pt x="656" y="31373"/>
                </a:cubicBezTo>
                <a:cubicBezTo>
                  <a:pt x="549" y="31218"/>
                  <a:pt x="584" y="30980"/>
                  <a:pt x="632" y="30802"/>
                </a:cubicBezTo>
                <a:cubicBezTo>
                  <a:pt x="644" y="30706"/>
                  <a:pt x="691" y="30635"/>
                  <a:pt x="715" y="30563"/>
                </a:cubicBezTo>
                <a:cubicBezTo>
                  <a:pt x="846" y="30004"/>
                  <a:pt x="1180" y="29504"/>
                  <a:pt x="1549" y="29099"/>
                </a:cubicBezTo>
                <a:cubicBezTo>
                  <a:pt x="2049" y="28563"/>
                  <a:pt x="2751" y="28135"/>
                  <a:pt x="3501" y="28087"/>
                </a:cubicBezTo>
                <a:cubicBezTo>
                  <a:pt x="3528" y="28085"/>
                  <a:pt x="3555" y="28084"/>
                  <a:pt x="3582" y="28084"/>
                </a:cubicBezTo>
                <a:close/>
                <a:moveTo>
                  <a:pt x="4752" y="0"/>
                </a:moveTo>
                <a:cubicBezTo>
                  <a:pt x="3799" y="893"/>
                  <a:pt x="3085" y="1953"/>
                  <a:pt x="2442" y="3084"/>
                </a:cubicBezTo>
                <a:cubicBezTo>
                  <a:pt x="2311" y="3143"/>
                  <a:pt x="2251" y="3250"/>
                  <a:pt x="2204" y="3381"/>
                </a:cubicBezTo>
                <a:cubicBezTo>
                  <a:pt x="2120" y="3727"/>
                  <a:pt x="1882" y="3989"/>
                  <a:pt x="1715" y="4298"/>
                </a:cubicBezTo>
                <a:cubicBezTo>
                  <a:pt x="1084" y="5525"/>
                  <a:pt x="608" y="6787"/>
                  <a:pt x="525" y="8156"/>
                </a:cubicBezTo>
                <a:cubicBezTo>
                  <a:pt x="418" y="9775"/>
                  <a:pt x="1013" y="11192"/>
                  <a:pt x="1834" y="12537"/>
                </a:cubicBezTo>
                <a:cubicBezTo>
                  <a:pt x="3037" y="14538"/>
                  <a:pt x="4275" y="16538"/>
                  <a:pt x="5133" y="18740"/>
                </a:cubicBezTo>
                <a:cubicBezTo>
                  <a:pt x="5573" y="19860"/>
                  <a:pt x="5906" y="21003"/>
                  <a:pt x="5990" y="22205"/>
                </a:cubicBezTo>
                <a:cubicBezTo>
                  <a:pt x="6061" y="22717"/>
                  <a:pt x="6061" y="23217"/>
                  <a:pt x="5990" y="23729"/>
                </a:cubicBezTo>
                <a:cubicBezTo>
                  <a:pt x="6025" y="23979"/>
                  <a:pt x="5930" y="24217"/>
                  <a:pt x="5895" y="24455"/>
                </a:cubicBezTo>
                <a:cubicBezTo>
                  <a:pt x="5775" y="25551"/>
                  <a:pt x="5430" y="26587"/>
                  <a:pt x="4978" y="27575"/>
                </a:cubicBezTo>
                <a:cubicBezTo>
                  <a:pt x="4902" y="27727"/>
                  <a:pt x="4826" y="27801"/>
                  <a:pt x="4719" y="27801"/>
                </a:cubicBezTo>
                <a:cubicBezTo>
                  <a:pt x="4658" y="27801"/>
                  <a:pt x="4588" y="27777"/>
                  <a:pt x="4501" y="27730"/>
                </a:cubicBezTo>
                <a:cubicBezTo>
                  <a:pt x="4183" y="27544"/>
                  <a:pt x="3851" y="27479"/>
                  <a:pt x="3507" y="27479"/>
                </a:cubicBezTo>
                <a:cubicBezTo>
                  <a:pt x="3299" y="27479"/>
                  <a:pt x="3086" y="27503"/>
                  <a:pt x="2870" y="27539"/>
                </a:cubicBezTo>
                <a:cubicBezTo>
                  <a:pt x="1418" y="27789"/>
                  <a:pt x="96" y="29480"/>
                  <a:pt x="49" y="30932"/>
                </a:cubicBezTo>
                <a:cubicBezTo>
                  <a:pt x="1" y="31123"/>
                  <a:pt x="1" y="31325"/>
                  <a:pt x="49" y="31540"/>
                </a:cubicBezTo>
                <a:cubicBezTo>
                  <a:pt x="188" y="32078"/>
                  <a:pt x="478" y="32357"/>
                  <a:pt x="918" y="32357"/>
                </a:cubicBezTo>
                <a:cubicBezTo>
                  <a:pt x="1003" y="32357"/>
                  <a:pt x="1095" y="32347"/>
                  <a:pt x="1192" y="32325"/>
                </a:cubicBezTo>
                <a:cubicBezTo>
                  <a:pt x="1501" y="32254"/>
                  <a:pt x="1799" y="32147"/>
                  <a:pt x="2085" y="31968"/>
                </a:cubicBezTo>
                <a:cubicBezTo>
                  <a:pt x="3216" y="31242"/>
                  <a:pt x="3990" y="30170"/>
                  <a:pt x="4740" y="29087"/>
                </a:cubicBezTo>
                <a:cubicBezTo>
                  <a:pt x="4864" y="28907"/>
                  <a:pt x="4962" y="28811"/>
                  <a:pt x="5066" y="28811"/>
                </a:cubicBezTo>
                <a:cubicBezTo>
                  <a:pt x="5162" y="28811"/>
                  <a:pt x="5263" y="28892"/>
                  <a:pt x="5394" y="29063"/>
                </a:cubicBezTo>
                <a:cubicBezTo>
                  <a:pt x="5704" y="29480"/>
                  <a:pt x="6025" y="29885"/>
                  <a:pt x="6264" y="30361"/>
                </a:cubicBezTo>
                <a:cubicBezTo>
                  <a:pt x="6764" y="31373"/>
                  <a:pt x="7180" y="32421"/>
                  <a:pt x="7240" y="33564"/>
                </a:cubicBezTo>
                <a:cubicBezTo>
                  <a:pt x="7299" y="33945"/>
                  <a:pt x="7311" y="34338"/>
                  <a:pt x="7240" y="34719"/>
                </a:cubicBezTo>
                <a:cubicBezTo>
                  <a:pt x="7240" y="35540"/>
                  <a:pt x="7026" y="36314"/>
                  <a:pt x="6764" y="37076"/>
                </a:cubicBezTo>
                <a:cubicBezTo>
                  <a:pt x="6299" y="38445"/>
                  <a:pt x="5537" y="39695"/>
                  <a:pt x="5002" y="41029"/>
                </a:cubicBezTo>
                <a:cubicBezTo>
                  <a:pt x="4466" y="42374"/>
                  <a:pt x="3847" y="43684"/>
                  <a:pt x="3454" y="45077"/>
                </a:cubicBezTo>
                <a:cubicBezTo>
                  <a:pt x="2906" y="47006"/>
                  <a:pt x="2442" y="48935"/>
                  <a:pt x="1894" y="50852"/>
                </a:cubicBezTo>
                <a:cubicBezTo>
                  <a:pt x="1263" y="53078"/>
                  <a:pt x="846" y="55316"/>
                  <a:pt x="703" y="57626"/>
                </a:cubicBezTo>
                <a:cubicBezTo>
                  <a:pt x="632" y="57793"/>
                  <a:pt x="727" y="57995"/>
                  <a:pt x="632" y="58162"/>
                </a:cubicBezTo>
                <a:cubicBezTo>
                  <a:pt x="608" y="59269"/>
                  <a:pt x="549" y="60365"/>
                  <a:pt x="894" y="61424"/>
                </a:cubicBezTo>
                <a:cubicBezTo>
                  <a:pt x="1251" y="62544"/>
                  <a:pt x="1775" y="63532"/>
                  <a:pt x="3108" y="63734"/>
                </a:cubicBezTo>
                <a:cubicBezTo>
                  <a:pt x="3142" y="63738"/>
                  <a:pt x="3176" y="63739"/>
                  <a:pt x="3210" y="63739"/>
                </a:cubicBezTo>
                <a:cubicBezTo>
                  <a:pt x="3411" y="63739"/>
                  <a:pt x="3605" y="63686"/>
                  <a:pt x="3799" y="63686"/>
                </a:cubicBezTo>
                <a:cubicBezTo>
                  <a:pt x="4061" y="63686"/>
                  <a:pt x="4120" y="63758"/>
                  <a:pt x="4037" y="64008"/>
                </a:cubicBezTo>
                <a:cubicBezTo>
                  <a:pt x="3228" y="66068"/>
                  <a:pt x="2894" y="68223"/>
                  <a:pt x="2727" y="70402"/>
                </a:cubicBezTo>
                <a:cubicBezTo>
                  <a:pt x="2656" y="70533"/>
                  <a:pt x="2739" y="70711"/>
                  <a:pt x="2656" y="70842"/>
                </a:cubicBezTo>
                <a:lnTo>
                  <a:pt x="2656" y="72688"/>
                </a:lnTo>
                <a:cubicBezTo>
                  <a:pt x="2632" y="73890"/>
                  <a:pt x="2727" y="75069"/>
                  <a:pt x="3085" y="76236"/>
                </a:cubicBezTo>
                <a:cubicBezTo>
                  <a:pt x="3382" y="77212"/>
                  <a:pt x="3870" y="78105"/>
                  <a:pt x="4275" y="79046"/>
                </a:cubicBezTo>
                <a:cubicBezTo>
                  <a:pt x="4775" y="80260"/>
                  <a:pt x="5228" y="81486"/>
                  <a:pt x="5299" y="82808"/>
                </a:cubicBezTo>
                <a:cubicBezTo>
                  <a:pt x="5406" y="84749"/>
                  <a:pt x="4775" y="86511"/>
                  <a:pt x="4025" y="88261"/>
                </a:cubicBezTo>
                <a:cubicBezTo>
                  <a:pt x="3335" y="89809"/>
                  <a:pt x="2477" y="91261"/>
                  <a:pt x="1501" y="92642"/>
                </a:cubicBezTo>
                <a:cubicBezTo>
                  <a:pt x="1072" y="93273"/>
                  <a:pt x="763" y="93976"/>
                  <a:pt x="715" y="94762"/>
                </a:cubicBezTo>
                <a:cubicBezTo>
                  <a:pt x="703" y="95107"/>
                  <a:pt x="822" y="95321"/>
                  <a:pt x="1144" y="95417"/>
                </a:cubicBezTo>
                <a:cubicBezTo>
                  <a:pt x="1221" y="95440"/>
                  <a:pt x="1293" y="95452"/>
                  <a:pt x="1364" y="95452"/>
                </a:cubicBezTo>
                <a:cubicBezTo>
                  <a:pt x="1436" y="95452"/>
                  <a:pt x="1507" y="95440"/>
                  <a:pt x="1584" y="95417"/>
                </a:cubicBezTo>
                <a:cubicBezTo>
                  <a:pt x="1775" y="95369"/>
                  <a:pt x="1977" y="95345"/>
                  <a:pt x="2180" y="95298"/>
                </a:cubicBezTo>
                <a:cubicBezTo>
                  <a:pt x="2323" y="95250"/>
                  <a:pt x="2382" y="95131"/>
                  <a:pt x="2358" y="94988"/>
                </a:cubicBezTo>
                <a:cubicBezTo>
                  <a:pt x="2323" y="94845"/>
                  <a:pt x="2239" y="94786"/>
                  <a:pt x="2096" y="94774"/>
                </a:cubicBezTo>
                <a:cubicBezTo>
                  <a:pt x="2009" y="94774"/>
                  <a:pt x="1922" y="94768"/>
                  <a:pt x="1834" y="94768"/>
                </a:cubicBezTo>
                <a:cubicBezTo>
                  <a:pt x="1791" y="94768"/>
                  <a:pt x="1747" y="94770"/>
                  <a:pt x="1704" y="94774"/>
                </a:cubicBezTo>
                <a:cubicBezTo>
                  <a:pt x="1652" y="94780"/>
                  <a:pt x="1606" y="94783"/>
                  <a:pt x="1564" y="94783"/>
                </a:cubicBezTo>
                <a:cubicBezTo>
                  <a:pt x="1364" y="94783"/>
                  <a:pt x="1281" y="94698"/>
                  <a:pt x="1370" y="94393"/>
                </a:cubicBezTo>
                <a:cubicBezTo>
                  <a:pt x="1501" y="93869"/>
                  <a:pt x="1727" y="93393"/>
                  <a:pt x="2013" y="92964"/>
                </a:cubicBezTo>
                <a:cubicBezTo>
                  <a:pt x="2954" y="91571"/>
                  <a:pt x="3811" y="90166"/>
                  <a:pt x="4501" y="88630"/>
                </a:cubicBezTo>
                <a:cubicBezTo>
                  <a:pt x="5180" y="87070"/>
                  <a:pt x="5644" y="85439"/>
                  <a:pt x="5811" y="83748"/>
                </a:cubicBezTo>
                <a:cubicBezTo>
                  <a:pt x="5847" y="83463"/>
                  <a:pt x="5847" y="83165"/>
                  <a:pt x="5811" y="82879"/>
                </a:cubicBezTo>
                <a:cubicBezTo>
                  <a:pt x="5728" y="81379"/>
                  <a:pt x="5240" y="80010"/>
                  <a:pt x="4644" y="78641"/>
                </a:cubicBezTo>
                <a:cubicBezTo>
                  <a:pt x="4204" y="77629"/>
                  <a:pt x="3680" y="76652"/>
                  <a:pt x="3406" y="75557"/>
                </a:cubicBezTo>
                <a:cubicBezTo>
                  <a:pt x="3025" y="74009"/>
                  <a:pt x="3156" y="72449"/>
                  <a:pt x="3156" y="70890"/>
                </a:cubicBezTo>
                <a:cubicBezTo>
                  <a:pt x="3228" y="70759"/>
                  <a:pt x="3132" y="70580"/>
                  <a:pt x="3228" y="70437"/>
                </a:cubicBezTo>
                <a:cubicBezTo>
                  <a:pt x="3216" y="69866"/>
                  <a:pt x="3335" y="69282"/>
                  <a:pt x="3406" y="68699"/>
                </a:cubicBezTo>
                <a:cubicBezTo>
                  <a:pt x="3573" y="67306"/>
                  <a:pt x="3859" y="65949"/>
                  <a:pt x="4323" y="64627"/>
                </a:cubicBezTo>
                <a:cubicBezTo>
                  <a:pt x="4561" y="63925"/>
                  <a:pt x="4835" y="63294"/>
                  <a:pt x="5633" y="62913"/>
                </a:cubicBezTo>
                <a:cubicBezTo>
                  <a:pt x="6406" y="62544"/>
                  <a:pt x="6942" y="61805"/>
                  <a:pt x="7276" y="60996"/>
                </a:cubicBezTo>
                <a:cubicBezTo>
                  <a:pt x="7419" y="60662"/>
                  <a:pt x="7716" y="60293"/>
                  <a:pt x="7276" y="59960"/>
                </a:cubicBezTo>
                <a:cubicBezTo>
                  <a:pt x="7198" y="59900"/>
                  <a:pt x="7109" y="59870"/>
                  <a:pt x="7012" y="59870"/>
                </a:cubicBezTo>
                <a:cubicBezTo>
                  <a:pt x="6782" y="59870"/>
                  <a:pt x="6508" y="60038"/>
                  <a:pt x="6240" y="60365"/>
                </a:cubicBezTo>
                <a:cubicBezTo>
                  <a:pt x="5644" y="61079"/>
                  <a:pt x="5037" y="61793"/>
                  <a:pt x="4644" y="62639"/>
                </a:cubicBezTo>
                <a:cubicBezTo>
                  <a:pt x="4561" y="62817"/>
                  <a:pt x="4442" y="62924"/>
                  <a:pt x="4228" y="62996"/>
                </a:cubicBezTo>
                <a:cubicBezTo>
                  <a:pt x="3936" y="63090"/>
                  <a:pt x="3660" y="63137"/>
                  <a:pt x="3402" y="63137"/>
                </a:cubicBezTo>
                <a:cubicBezTo>
                  <a:pt x="2554" y="63137"/>
                  <a:pt x="1902" y="62635"/>
                  <a:pt x="1537" y="61686"/>
                </a:cubicBezTo>
                <a:cubicBezTo>
                  <a:pt x="1120" y="60591"/>
                  <a:pt x="1084" y="59448"/>
                  <a:pt x="1132" y="58281"/>
                </a:cubicBezTo>
                <a:cubicBezTo>
                  <a:pt x="1227" y="58114"/>
                  <a:pt x="1108" y="57912"/>
                  <a:pt x="1203" y="57745"/>
                </a:cubicBezTo>
                <a:cubicBezTo>
                  <a:pt x="1192" y="56388"/>
                  <a:pt x="1465" y="55078"/>
                  <a:pt x="1715" y="53757"/>
                </a:cubicBezTo>
                <a:cubicBezTo>
                  <a:pt x="2073" y="51911"/>
                  <a:pt x="2680" y="50125"/>
                  <a:pt x="3132" y="48292"/>
                </a:cubicBezTo>
                <a:cubicBezTo>
                  <a:pt x="3930" y="45006"/>
                  <a:pt x="5097" y="41850"/>
                  <a:pt x="6597" y="38814"/>
                </a:cubicBezTo>
                <a:cubicBezTo>
                  <a:pt x="7216" y="37540"/>
                  <a:pt x="7633" y="36183"/>
                  <a:pt x="7728" y="34754"/>
                </a:cubicBezTo>
                <a:cubicBezTo>
                  <a:pt x="7800" y="34588"/>
                  <a:pt x="7692" y="34385"/>
                  <a:pt x="7800" y="34219"/>
                </a:cubicBezTo>
                <a:cubicBezTo>
                  <a:pt x="7847" y="34207"/>
                  <a:pt x="7847" y="34159"/>
                  <a:pt x="7847" y="34100"/>
                </a:cubicBezTo>
                <a:cubicBezTo>
                  <a:pt x="7740" y="33909"/>
                  <a:pt x="7859" y="33683"/>
                  <a:pt x="7776" y="33468"/>
                </a:cubicBezTo>
                <a:cubicBezTo>
                  <a:pt x="7549" y="31540"/>
                  <a:pt x="6907" y="29778"/>
                  <a:pt x="5514" y="28373"/>
                </a:cubicBezTo>
                <a:cubicBezTo>
                  <a:pt x="5359" y="28206"/>
                  <a:pt x="5311" y="28099"/>
                  <a:pt x="5418" y="27896"/>
                </a:cubicBezTo>
                <a:cubicBezTo>
                  <a:pt x="6061" y="26432"/>
                  <a:pt x="6502" y="24944"/>
                  <a:pt x="6537" y="23336"/>
                </a:cubicBezTo>
                <a:cubicBezTo>
                  <a:pt x="6585" y="23134"/>
                  <a:pt x="6585" y="22931"/>
                  <a:pt x="6537" y="22729"/>
                </a:cubicBezTo>
                <a:cubicBezTo>
                  <a:pt x="6537" y="21705"/>
                  <a:pt x="6323" y="20705"/>
                  <a:pt x="6025" y="19717"/>
                </a:cubicBezTo>
                <a:cubicBezTo>
                  <a:pt x="5287" y="17300"/>
                  <a:pt x="4037" y="15121"/>
                  <a:pt x="2716" y="12978"/>
                </a:cubicBezTo>
                <a:cubicBezTo>
                  <a:pt x="2120" y="12025"/>
                  <a:pt x="1525" y="11061"/>
                  <a:pt x="1239" y="9954"/>
                </a:cubicBezTo>
                <a:cubicBezTo>
                  <a:pt x="727" y="8037"/>
                  <a:pt x="1227" y="6251"/>
                  <a:pt x="2096" y="4560"/>
                </a:cubicBezTo>
                <a:cubicBezTo>
                  <a:pt x="2882" y="3024"/>
                  <a:pt x="3739" y="1524"/>
                  <a:pt x="4835" y="179"/>
                </a:cubicBezTo>
                <a:cubicBezTo>
                  <a:pt x="4882" y="72"/>
                  <a:pt x="4823" y="36"/>
                  <a:pt x="4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9" name="Google Shape;579;p46">
            <a:extLst>
              <a:ext uri="{FF2B5EF4-FFF2-40B4-BE49-F238E27FC236}">
                <a16:creationId xmlns:a16="http://schemas.microsoft.com/office/drawing/2014/main" id="{97FBB5BB-E4E0-F8AF-241D-421541CF9A55}"/>
              </a:ext>
            </a:extLst>
          </p:cNvPr>
          <p:cNvPicPr preferRelativeResize="0"/>
          <p:nvPr/>
        </p:nvPicPr>
        <p:blipFill rotWithShape="1">
          <a:blip r:embed="rId4">
            <a:alphaModFix/>
          </a:blip>
          <a:srcRect l="28680" t="19555" r="23804" b="32703"/>
          <a:stretch/>
        </p:blipFill>
        <p:spPr>
          <a:xfrm rot="519689">
            <a:off x="564948" y="1726121"/>
            <a:ext cx="1287873" cy="727826"/>
          </a:xfrm>
          <a:prstGeom prst="rect">
            <a:avLst/>
          </a:prstGeom>
          <a:noFill/>
          <a:ln>
            <a:noFill/>
          </a:ln>
        </p:spPr>
      </p:pic>
      <p:grpSp>
        <p:nvGrpSpPr>
          <p:cNvPr id="580" name="Google Shape;580;p46">
            <a:extLst>
              <a:ext uri="{FF2B5EF4-FFF2-40B4-BE49-F238E27FC236}">
                <a16:creationId xmlns:a16="http://schemas.microsoft.com/office/drawing/2014/main" id="{C83F8955-F51B-8746-7FA5-13C5F3DE3AB0}"/>
              </a:ext>
            </a:extLst>
          </p:cNvPr>
          <p:cNvGrpSpPr/>
          <p:nvPr/>
        </p:nvGrpSpPr>
        <p:grpSpPr>
          <a:xfrm>
            <a:off x="158798" y="2487971"/>
            <a:ext cx="1741471" cy="1886746"/>
            <a:chOff x="5032175" y="2294450"/>
            <a:chExt cx="1144500" cy="1239975"/>
          </a:xfrm>
        </p:grpSpPr>
        <p:sp>
          <p:nvSpPr>
            <p:cNvPr id="581" name="Google Shape;581;p46">
              <a:extLst>
                <a:ext uri="{FF2B5EF4-FFF2-40B4-BE49-F238E27FC236}">
                  <a16:creationId xmlns:a16="http://schemas.microsoft.com/office/drawing/2014/main" id="{69259375-A5CF-C106-6D9D-92BEFAE0C726}"/>
                </a:ext>
              </a:extLst>
            </p:cNvPr>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6">
              <a:extLst>
                <a:ext uri="{FF2B5EF4-FFF2-40B4-BE49-F238E27FC236}">
                  <a16:creationId xmlns:a16="http://schemas.microsoft.com/office/drawing/2014/main" id="{C3DD8CB9-2CF0-3DFA-2872-4354D3342A4C}"/>
                </a:ext>
              </a:extLst>
            </p:cNvPr>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6">
              <a:extLst>
                <a:ext uri="{FF2B5EF4-FFF2-40B4-BE49-F238E27FC236}">
                  <a16:creationId xmlns:a16="http://schemas.microsoft.com/office/drawing/2014/main" id="{7AF4E307-5AC1-34D5-2BC1-675D87E99821}"/>
                </a:ext>
              </a:extLst>
            </p:cNvPr>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6">
              <a:extLst>
                <a:ext uri="{FF2B5EF4-FFF2-40B4-BE49-F238E27FC236}">
                  <a16:creationId xmlns:a16="http://schemas.microsoft.com/office/drawing/2014/main" id="{A29FB3A0-2993-C7C0-BD4D-894321EC102B}"/>
                </a:ext>
              </a:extLst>
            </p:cNvPr>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5" name="Google Shape;585;p46">
            <a:extLst>
              <a:ext uri="{FF2B5EF4-FFF2-40B4-BE49-F238E27FC236}">
                <a16:creationId xmlns:a16="http://schemas.microsoft.com/office/drawing/2014/main" id="{7339EF76-E2B8-134D-5749-A614BC11B07F}"/>
              </a:ext>
            </a:extLst>
          </p:cNvPr>
          <p:cNvPicPr preferRelativeResize="0"/>
          <p:nvPr/>
        </p:nvPicPr>
        <p:blipFill rotWithShape="1">
          <a:blip r:embed="rId5">
            <a:alphaModFix amt="76000"/>
          </a:blip>
          <a:srcRect l="37412" t="9009" r="30455" b="20771"/>
          <a:stretch/>
        </p:blipFill>
        <p:spPr>
          <a:xfrm>
            <a:off x="3969039" y="693909"/>
            <a:ext cx="1432411" cy="1760740"/>
          </a:xfrm>
          <a:prstGeom prst="rect">
            <a:avLst/>
          </a:prstGeom>
          <a:noFill/>
          <a:ln>
            <a:noFill/>
          </a:ln>
        </p:spPr>
      </p:pic>
      <p:sp>
        <p:nvSpPr>
          <p:cNvPr id="586" name="Google Shape;586;p46">
            <a:extLst>
              <a:ext uri="{FF2B5EF4-FFF2-40B4-BE49-F238E27FC236}">
                <a16:creationId xmlns:a16="http://schemas.microsoft.com/office/drawing/2014/main" id="{6AA267AB-0B3B-6B38-0AAC-6639230562E7}"/>
              </a:ext>
            </a:extLst>
          </p:cNvPr>
          <p:cNvSpPr txBox="1">
            <a:spLocks noGrp="1"/>
          </p:cNvSpPr>
          <p:nvPr>
            <p:ph type="title"/>
          </p:nvPr>
        </p:nvSpPr>
        <p:spPr>
          <a:xfrm>
            <a:off x="1945993" y="2119963"/>
            <a:ext cx="5410222" cy="181132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Metodología</a:t>
            </a:r>
            <a:endParaRPr dirty="0"/>
          </a:p>
        </p:txBody>
      </p:sp>
      <p:sp>
        <p:nvSpPr>
          <p:cNvPr id="587" name="Google Shape;587;p46">
            <a:extLst>
              <a:ext uri="{FF2B5EF4-FFF2-40B4-BE49-F238E27FC236}">
                <a16:creationId xmlns:a16="http://schemas.microsoft.com/office/drawing/2014/main" id="{CFD53ABC-C734-DB05-05E7-0486454658EC}"/>
              </a:ext>
            </a:extLst>
          </p:cNvPr>
          <p:cNvSpPr txBox="1">
            <a:spLocks noGrp="1"/>
          </p:cNvSpPr>
          <p:nvPr>
            <p:ph type="title" idx="2"/>
          </p:nvPr>
        </p:nvSpPr>
        <p:spPr>
          <a:xfrm>
            <a:off x="2652300" y="1010300"/>
            <a:ext cx="3839400" cy="10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03</a:t>
            </a:r>
            <a:endParaRPr dirty="0"/>
          </a:p>
        </p:txBody>
      </p:sp>
      <p:pic>
        <p:nvPicPr>
          <p:cNvPr id="589" name="Google Shape;589;p46">
            <a:extLst>
              <a:ext uri="{FF2B5EF4-FFF2-40B4-BE49-F238E27FC236}">
                <a16:creationId xmlns:a16="http://schemas.microsoft.com/office/drawing/2014/main" id="{6D987E7B-0923-A770-2024-95CB59D3B833}"/>
              </a:ext>
            </a:extLst>
          </p:cNvPr>
          <p:cNvPicPr preferRelativeResize="0"/>
          <p:nvPr/>
        </p:nvPicPr>
        <p:blipFill rotWithShape="1">
          <a:blip r:embed="rId6">
            <a:alphaModFix/>
          </a:blip>
          <a:srcRect l="45691" t="12052" r="18787" b="20159"/>
          <a:stretch/>
        </p:blipFill>
        <p:spPr>
          <a:xfrm>
            <a:off x="7565300" y="2642451"/>
            <a:ext cx="1149350" cy="1233725"/>
          </a:xfrm>
          <a:prstGeom prst="rect">
            <a:avLst/>
          </a:prstGeom>
          <a:noFill/>
          <a:ln>
            <a:noFill/>
          </a:ln>
        </p:spPr>
      </p:pic>
      <p:pic>
        <p:nvPicPr>
          <p:cNvPr id="590" name="Google Shape;590;p46">
            <a:extLst>
              <a:ext uri="{FF2B5EF4-FFF2-40B4-BE49-F238E27FC236}">
                <a16:creationId xmlns:a16="http://schemas.microsoft.com/office/drawing/2014/main" id="{D4FFCA85-B012-BC67-11DC-5124A0D5D39F}"/>
              </a:ext>
            </a:extLst>
          </p:cNvPr>
          <p:cNvPicPr preferRelativeResize="0"/>
          <p:nvPr/>
        </p:nvPicPr>
        <p:blipFill rotWithShape="1">
          <a:blip r:embed="rId4">
            <a:alphaModFix/>
          </a:blip>
          <a:srcRect l="28680" t="19555" r="23804" b="32703"/>
          <a:stretch/>
        </p:blipFill>
        <p:spPr>
          <a:xfrm rot="5400000">
            <a:off x="7242648" y="703547"/>
            <a:ext cx="1287874" cy="727826"/>
          </a:xfrm>
          <a:prstGeom prst="rect">
            <a:avLst/>
          </a:prstGeom>
          <a:noFill/>
          <a:ln>
            <a:noFill/>
          </a:ln>
        </p:spPr>
      </p:pic>
      <p:pic>
        <p:nvPicPr>
          <p:cNvPr id="591" name="Google Shape;591;p46">
            <a:extLst>
              <a:ext uri="{FF2B5EF4-FFF2-40B4-BE49-F238E27FC236}">
                <a16:creationId xmlns:a16="http://schemas.microsoft.com/office/drawing/2014/main" id="{62D9DF4A-21F4-5E59-4C7F-81A8B81DD5D6}"/>
              </a:ext>
            </a:extLst>
          </p:cNvPr>
          <p:cNvPicPr preferRelativeResize="0"/>
          <p:nvPr/>
        </p:nvPicPr>
        <p:blipFill rotWithShape="1">
          <a:blip r:embed="rId7">
            <a:alphaModFix amt="63000"/>
          </a:blip>
          <a:srcRect l="17536" t="30943" r="20804" b="36495"/>
          <a:stretch/>
        </p:blipFill>
        <p:spPr>
          <a:xfrm rot="-2080536">
            <a:off x="2465628" y="-736693"/>
            <a:ext cx="3899224" cy="1158237"/>
          </a:xfrm>
          <a:prstGeom prst="rect">
            <a:avLst/>
          </a:prstGeom>
          <a:noFill/>
          <a:ln>
            <a:noFill/>
          </a:ln>
        </p:spPr>
      </p:pic>
    </p:spTree>
    <p:extLst>
      <p:ext uri="{BB962C8B-B14F-4D97-AF65-F5344CB8AC3E}">
        <p14:creationId xmlns:p14="http://schemas.microsoft.com/office/powerpoint/2010/main" val="3081537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pic>
        <p:nvPicPr>
          <p:cNvPr id="601" name="Google Shape;601;p47"/>
          <p:cNvPicPr preferRelativeResize="0"/>
          <p:nvPr/>
        </p:nvPicPr>
        <p:blipFill rotWithShape="1">
          <a:blip r:embed="rId3">
            <a:alphaModFix/>
          </a:blip>
          <a:srcRect l="3061" t="37780" r="11424" b="34639"/>
          <a:stretch/>
        </p:blipFill>
        <p:spPr>
          <a:xfrm>
            <a:off x="6756600" y="3589150"/>
            <a:ext cx="3073373" cy="557526"/>
          </a:xfrm>
          <a:prstGeom prst="rect">
            <a:avLst/>
          </a:prstGeom>
          <a:noFill/>
          <a:ln>
            <a:noFill/>
          </a:ln>
        </p:spPr>
      </p:pic>
      <p:pic>
        <p:nvPicPr>
          <p:cNvPr id="4" name="Google Shape;1571;p77">
            <a:extLst>
              <a:ext uri="{FF2B5EF4-FFF2-40B4-BE49-F238E27FC236}">
                <a16:creationId xmlns:a16="http://schemas.microsoft.com/office/drawing/2014/main" id="{C3B45E3D-204A-8C3B-5B7E-E882F8B144C0}"/>
              </a:ext>
            </a:extLst>
          </p:cNvPr>
          <p:cNvPicPr preferRelativeResize="0"/>
          <p:nvPr/>
        </p:nvPicPr>
        <p:blipFill rotWithShape="1">
          <a:blip r:embed="rId4">
            <a:alphaModFix amt="57000"/>
          </a:blip>
          <a:srcRect l="36305" t="26731" r="30909" b="23776"/>
          <a:stretch/>
        </p:blipFill>
        <p:spPr>
          <a:xfrm flipH="1">
            <a:off x="-1347590" y="-890757"/>
            <a:ext cx="2119848" cy="1800074"/>
          </a:xfrm>
          <a:prstGeom prst="rect">
            <a:avLst/>
          </a:prstGeom>
          <a:noFill/>
          <a:ln>
            <a:noFill/>
          </a:ln>
        </p:spPr>
      </p:pic>
      <p:sp>
        <p:nvSpPr>
          <p:cNvPr id="6" name="Google Shape;603;p47">
            <a:extLst>
              <a:ext uri="{FF2B5EF4-FFF2-40B4-BE49-F238E27FC236}">
                <a16:creationId xmlns:a16="http://schemas.microsoft.com/office/drawing/2014/main" id="{89F2920C-EC10-5D7B-ADDC-61A0ED2C577F}"/>
              </a:ext>
            </a:extLst>
          </p:cNvPr>
          <p:cNvSpPr txBox="1">
            <a:spLocks/>
          </p:cNvSpPr>
          <p:nvPr/>
        </p:nvSpPr>
        <p:spPr>
          <a:xfrm>
            <a:off x="425733" y="337887"/>
            <a:ext cx="1998782" cy="16437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38100" lvl="0" indent="-323850" algn="ctr" rtl="0">
              <a:lnSpc>
                <a:spcPct val="100000"/>
              </a:lnSpc>
              <a:spcBef>
                <a:spcPts val="0"/>
              </a:spcBef>
              <a:spcAft>
                <a:spcPts val="0"/>
              </a:spcAft>
              <a:buClr>
                <a:schemeClr val="lt2"/>
              </a:buClr>
              <a:buSzPts val="1500"/>
              <a:buFont typeface="Actor"/>
              <a:buChar char="●"/>
              <a:defRPr sz="1700" b="0" i="0" u="none" strike="noStrike" cap="none">
                <a:solidFill>
                  <a:schemeClr val="dk1"/>
                </a:solidFill>
                <a:latin typeface="Catamaran"/>
                <a:ea typeface="Catamaran"/>
                <a:cs typeface="Catamaran"/>
                <a:sym typeface="Catamaran"/>
              </a:defRPr>
            </a:lvl1pPr>
            <a:lvl2pPr marL="914400" marR="0" lvl="1" indent="-323850" algn="l" rtl="0">
              <a:lnSpc>
                <a:spcPct val="100000"/>
              </a:lnSpc>
              <a:spcBef>
                <a:spcPts val="0"/>
              </a:spcBef>
              <a:spcAft>
                <a:spcPts val="0"/>
              </a:spcAft>
              <a:buClr>
                <a:schemeClr val="lt2"/>
              </a:buClr>
              <a:buSzPts val="1500"/>
              <a:buFont typeface="Actor"/>
              <a:buChar char="○"/>
              <a:defRPr sz="1400" b="0" i="0" u="none" strike="noStrike" cap="none">
                <a:solidFill>
                  <a:schemeClr val="dk1"/>
                </a:solidFill>
                <a:latin typeface="Catamaran"/>
                <a:ea typeface="Catamaran"/>
                <a:cs typeface="Catamaran"/>
                <a:sym typeface="Catamaran"/>
              </a:defRPr>
            </a:lvl2pPr>
            <a:lvl3pPr marL="1371600" marR="0" lvl="2"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3pPr>
            <a:lvl4pPr marL="1828800" marR="0" lvl="3"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4pPr>
            <a:lvl5pPr marL="2286000" marR="0" lvl="4"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5pPr>
            <a:lvl6pPr marL="2743200" marR="0" lvl="5"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6pPr>
            <a:lvl7pPr marL="3200400" marR="0" lvl="6"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7pPr>
            <a:lvl8pPr marL="3657600" marR="0" lvl="7"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8pPr>
            <a:lvl9pPr marL="4114800" marR="0" lvl="8"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9pPr>
          </a:lstStyle>
          <a:p>
            <a:pPr marL="0" indent="0" algn="l">
              <a:buFont typeface="Actor"/>
              <a:buNone/>
            </a:pPr>
            <a:r>
              <a:rPr lang="es-MX" sz="2400" dirty="0">
                <a:latin typeface="Catamaran" panose="020B0604020202020204" charset="0"/>
                <a:cs typeface="Catamaran" panose="020B0604020202020204" charset="0"/>
              </a:rPr>
              <a:t>Ana</a:t>
            </a:r>
            <a:r>
              <a:rPr lang="es-MX" dirty="0"/>
              <a:t>: </a:t>
            </a:r>
          </a:p>
          <a:p>
            <a:pPr marL="285750" indent="-285750" algn="l"/>
            <a:r>
              <a:rPr lang="es-MX" dirty="0"/>
              <a:t>Leer</a:t>
            </a:r>
          </a:p>
          <a:p>
            <a:pPr marL="285750" indent="-285750" algn="l"/>
            <a:r>
              <a:rPr lang="es-MX" dirty="0"/>
              <a:t>Anime</a:t>
            </a:r>
          </a:p>
          <a:p>
            <a:pPr marL="285750" indent="-285750" algn="l"/>
            <a:r>
              <a:rPr lang="es-MX" dirty="0"/>
              <a:t>Cocinar</a:t>
            </a:r>
          </a:p>
          <a:p>
            <a:pPr marL="285750" indent="-285750" algn="l"/>
            <a:r>
              <a:rPr lang="es-MX" dirty="0"/>
              <a:t>Viajar</a:t>
            </a:r>
          </a:p>
        </p:txBody>
      </p:sp>
      <p:sp>
        <p:nvSpPr>
          <p:cNvPr id="9" name="Google Shape;603;p47">
            <a:extLst>
              <a:ext uri="{FF2B5EF4-FFF2-40B4-BE49-F238E27FC236}">
                <a16:creationId xmlns:a16="http://schemas.microsoft.com/office/drawing/2014/main" id="{5A81F457-6D7C-1B63-BE95-30A09584A692}"/>
              </a:ext>
            </a:extLst>
          </p:cNvPr>
          <p:cNvSpPr txBox="1">
            <a:spLocks/>
          </p:cNvSpPr>
          <p:nvPr/>
        </p:nvSpPr>
        <p:spPr>
          <a:xfrm>
            <a:off x="396799" y="2190666"/>
            <a:ext cx="1998782" cy="16437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38100" lvl="0" indent="-323850" algn="ctr" rtl="0">
              <a:lnSpc>
                <a:spcPct val="100000"/>
              </a:lnSpc>
              <a:spcBef>
                <a:spcPts val="0"/>
              </a:spcBef>
              <a:spcAft>
                <a:spcPts val="0"/>
              </a:spcAft>
              <a:buClr>
                <a:schemeClr val="lt2"/>
              </a:buClr>
              <a:buSzPts val="1500"/>
              <a:buFont typeface="Actor"/>
              <a:buChar char="●"/>
              <a:defRPr sz="1700" b="0" i="0" u="none" strike="noStrike" cap="none">
                <a:solidFill>
                  <a:schemeClr val="dk1"/>
                </a:solidFill>
                <a:latin typeface="Catamaran"/>
                <a:ea typeface="Catamaran"/>
                <a:cs typeface="Catamaran"/>
                <a:sym typeface="Catamaran"/>
              </a:defRPr>
            </a:lvl1pPr>
            <a:lvl2pPr marL="914400" marR="0" lvl="1" indent="-323850" algn="l" rtl="0">
              <a:lnSpc>
                <a:spcPct val="100000"/>
              </a:lnSpc>
              <a:spcBef>
                <a:spcPts val="0"/>
              </a:spcBef>
              <a:spcAft>
                <a:spcPts val="0"/>
              </a:spcAft>
              <a:buClr>
                <a:schemeClr val="lt2"/>
              </a:buClr>
              <a:buSzPts val="1500"/>
              <a:buFont typeface="Actor"/>
              <a:buChar char="○"/>
              <a:defRPr sz="1400" b="0" i="0" u="none" strike="noStrike" cap="none">
                <a:solidFill>
                  <a:schemeClr val="dk1"/>
                </a:solidFill>
                <a:latin typeface="Catamaran"/>
                <a:ea typeface="Catamaran"/>
                <a:cs typeface="Catamaran"/>
                <a:sym typeface="Catamaran"/>
              </a:defRPr>
            </a:lvl2pPr>
            <a:lvl3pPr marL="1371600" marR="0" lvl="2"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3pPr>
            <a:lvl4pPr marL="1828800" marR="0" lvl="3"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4pPr>
            <a:lvl5pPr marL="2286000" marR="0" lvl="4"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5pPr>
            <a:lvl6pPr marL="2743200" marR="0" lvl="5"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6pPr>
            <a:lvl7pPr marL="3200400" marR="0" lvl="6"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7pPr>
            <a:lvl8pPr marL="3657600" marR="0" lvl="7"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8pPr>
            <a:lvl9pPr marL="4114800" marR="0" lvl="8"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9pPr>
          </a:lstStyle>
          <a:p>
            <a:pPr marL="0" indent="0" algn="l">
              <a:buFont typeface="Actor"/>
              <a:buNone/>
            </a:pPr>
            <a:r>
              <a:rPr lang="es-MX" sz="2400" dirty="0">
                <a:latin typeface="Catamaran" panose="020B0604020202020204" charset="0"/>
                <a:cs typeface="Catamaran" panose="020B0604020202020204" charset="0"/>
              </a:rPr>
              <a:t>Luis</a:t>
            </a:r>
            <a:r>
              <a:rPr lang="es-MX" dirty="0"/>
              <a:t>: </a:t>
            </a:r>
          </a:p>
          <a:p>
            <a:pPr marL="285750" indent="-285750" algn="l"/>
            <a:r>
              <a:rPr lang="es-MX" dirty="0"/>
              <a:t>Cocinar</a:t>
            </a:r>
          </a:p>
          <a:p>
            <a:pPr marL="285750" indent="-285750" algn="l"/>
            <a:r>
              <a:rPr lang="es-MX" dirty="0"/>
              <a:t>Viajar</a:t>
            </a:r>
          </a:p>
          <a:p>
            <a:pPr marL="285750" indent="-285750" algn="l"/>
            <a:r>
              <a:rPr lang="es-MX" dirty="0"/>
              <a:t>Deporte</a:t>
            </a:r>
          </a:p>
          <a:p>
            <a:pPr marL="285750" indent="-285750" algn="l"/>
            <a:r>
              <a:rPr lang="es-MX" dirty="0"/>
              <a:t>Música</a:t>
            </a:r>
          </a:p>
        </p:txBody>
      </p:sp>
      <p:sp>
        <p:nvSpPr>
          <p:cNvPr id="33" name="CuadroTexto 32">
            <a:extLst>
              <a:ext uri="{FF2B5EF4-FFF2-40B4-BE49-F238E27FC236}">
                <a16:creationId xmlns:a16="http://schemas.microsoft.com/office/drawing/2014/main" id="{A0EB50B4-6851-C0A3-4E22-55F37056E887}"/>
              </a:ext>
            </a:extLst>
          </p:cNvPr>
          <p:cNvSpPr txBox="1"/>
          <p:nvPr/>
        </p:nvSpPr>
        <p:spPr>
          <a:xfrm>
            <a:off x="7739506" y="1369684"/>
            <a:ext cx="1202057" cy="369332"/>
          </a:xfrm>
          <a:prstGeom prst="rect">
            <a:avLst/>
          </a:prstGeom>
          <a:noFill/>
        </p:spPr>
        <p:txBody>
          <a:bodyPr wrap="square" rtlCol="0">
            <a:spAutoFit/>
          </a:bodyPr>
          <a:lstStyle/>
          <a:p>
            <a:r>
              <a:rPr lang="es-MX" sz="1800" b="1" dirty="0">
                <a:solidFill>
                  <a:schemeClr val="tx1">
                    <a:lumMod val="75000"/>
                    <a:lumOff val="25000"/>
                  </a:schemeClr>
                </a:solidFill>
                <a:latin typeface="Dreaming Outloud Pro" panose="03050502040302030504" pitchFamily="66" charset="0"/>
                <a:cs typeface="Dreaming Outloud Pro" panose="03050502040302030504" pitchFamily="66" charset="0"/>
              </a:rPr>
              <a:t>Unión = 6</a:t>
            </a:r>
            <a:endParaRPr lang="es-MX" sz="1800" dirty="0">
              <a:solidFill>
                <a:schemeClr val="tx1">
                  <a:lumMod val="75000"/>
                  <a:lumOff val="25000"/>
                </a:schemeClr>
              </a:solidFill>
            </a:endParaRPr>
          </a:p>
        </p:txBody>
      </p:sp>
      <p:grpSp>
        <p:nvGrpSpPr>
          <p:cNvPr id="37" name="Grupo 36">
            <a:extLst>
              <a:ext uri="{FF2B5EF4-FFF2-40B4-BE49-F238E27FC236}">
                <a16:creationId xmlns:a16="http://schemas.microsoft.com/office/drawing/2014/main" id="{C0C2E95C-6AF0-7813-4965-584E40D3308C}"/>
              </a:ext>
            </a:extLst>
          </p:cNvPr>
          <p:cNvGrpSpPr/>
          <p:nvPr/>
        </p:nvGrpSpPr>
        <p:grpSpPr>
          <a:xfrm>
            <a:off x="2282676" y="858633"/>
            <a:ext cx="5476139" cy="2532600"/>
            <a:chOff x="2702834" y="1387093"/>
            <a:chExt cx="5476139" cy="2532600"/>
          </a:xfrm>
        </p:grpSpPr>
        <p:pic>
          <p:nvPicPr>
            <p:cNvPr id="606" name="Google Shape;606;p47"/>
            <p:cNvPicPr preferRelativeResize="0"/>
            <p:nvPr/>
          </p:nvPicPr>
          <p:blipFill rotWithShape="1">
            <a:blip r:embed="rId5">
              <a:alphaModFix/>
            </a:blip>
            <a:srcRect l="28680" t="19555" r="23804" b="32703"/>
            <a:stretch/>
          </p:blipFill>
          <p:spPr>
            <a:xfrm rot="5400000">
              <a:off x="7171123" y="2126184"/>
              <a:ext cx="1287874" cy="727826"/>
            </a:xfrm>
            <a:prstGeom prst="rect">
              <a:avLst/>
            </a:prstGeom>
            <a:noFill/>
            <a:ln>
              <a:noFill/>
            </a:ln>
          </p:spPr>
        </p:pic>
        <p:sp>
          <p:nvSpPr>
            <p:cNvPr id="628" name="Google Shape;628;p47">
              <a:hlinkClick r:id="rId6" action="ppaction://hlinksldjump"/>
            </p:cNvPr>
            <p:cNvSpPr/>
            <p:nvPr/>
          </p:nvSpPr>
          <p:spPr>
            <a:xfrm>
              <a:off x="2702834" y="1658223"/>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1"/>
                  </a:solidFill>
                  <a:uFill>
                    <a:noFill/>
                  </a:uFill>
                  <a:latin typeface="Catamaran" panose="020B0604020202020204" charset="0"/>
                  <a:ea typeface="Cantata One"/>
                  <a:cs typeface="Catamaran" panose="020B0604020202020204" charset="0"/>
                  <a:sym typeface="Cantata One"/>
                </a:rPr>
                <a:t>Leer</a:t>
              </a:r>
              <a:endParaRPr sz="1600" dirty="0">
                <a:solidFill>
                  <a:schemeClr val="dk1"/>
                </a:solidFill>
                <a:latin typeface="Catamaran" panose="020B0604020202020204" charset="0"/>
                <a:ea typeface="Cantata One"/>
                <a:cs typeface="Catamaran" panose="020B0604020202020204" charset="0"/>
                <a:sym typeface="Cantata One"/>
              </a:endParaRPr>
            </a:p>
          </p:txBody>
        </p:sp>
        <p:sp>
          <p:nvSpPr>
            <p:cNvPr id="629" name="Google Shape;629;p47">
              <a:hlinkClick r:id="rId7" action="ppaction://hlinksldjump"/>
            </p:cNvPr>
            <p:cNvSpPr/>
            <p:nvPr/>
          </p:nvSpPr>
          <p:spPr>
            <a:xfrm>
              <a:off x="2703647" y="3383760"/>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1"/>
                  </a:solidFill>
                  <a:uFill>
                    <a:noFill/>
                  </a:uFill>
                  <a:latin typeface="Catamaran" panose="020B0604020202020204" charset="0"/>
                  <a:ea typeface="Cantata One"/>
                  <a:cs typeface="Catamaran" panose="020B0604020202020204" charset="0"/>
                  <a:sym typeface="Cantata One"/>
                </a:rPr>
                <a:t>Cocinar</a:t>
              </a:r>
              <a:endParaRPr sz="1600" dirty="0">
                <a:solidFill>
                  <a:schemeClr val="dk1"/>
                </a:solidFill>
                <a:latin typeface="Catamaran" panose="020B0604020202020204" charset="0"/>
                <a:ea typeface="Cantata One"/>
                <a:cs typeface="Catamaran" panose="020B0604020202020204" charset="0"/>
                <a:sym typeface="Cantata One"/>
              </a:endParaRPr>
            </a:p>
          </p:txBody>
        </p:sp>
        <p:sp>
          <p:nvSpPr>
            <p:cNvPr id="11" name="Google Shape;629;p47">
              <a:hlinkClick r:id="rId7" action="ppaction://hlinksldjump"/>
              <a:extLst>
                <a:ext uri="{FF2B5EF4-FFF2-40B4-BE49-F238E27FC236}">
                  <a16:creationId xmlns:a16="http://schemas.microsoft.com/office/drawing/2014/main" id="{AC58DBAB-F214-73C5-5649-E80473C56901}"/>
                </a:ext>
              </a:extLst>
            </p:cNvPr>
            <p:cNvSpPr/>
            <p:nvPr/>
          </p:nvSpPr>
          <p:spPr>
            <a:xfrm>
              <a:off x="4355091" y="3364296"/>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1"/>
                  </a:solidFill>
                  <a:uFill>
                    <a:noFill/>
                  </a:uFill>
                  <a:latin typeface="Catamaran" panose="020B0604020202020204" charset="0"/>
                  <a:ea typeface="Cantata One"/>
                  <a:cs typeface="Catamaran" panose="020B0604020202020204" charset="0"/>
                  <a:sym typeface="Cantata One"/>
                </a:rPr>
                <a:t>Viajar</a:t>
              </a:r>
              <a:endParaRPr sz="1600" dirty="0">
                <a:solidFill>
                  <a:schemeClr val="dk1"/>
                </a:solidFill>
                <a:latin typeface="Catamaran" panose="020B0604020202020204" charset="0"/>
                <a:ea typeface="Cantata One"/>
                <a:cs typeface="Catamaran" panose="020B0604020202020204" charset="0"/>
                <a:sym typeface="Cantata One"/>
              </a:endParaRPr>
            </a:p>
          </p:txBody>
        </p:sp>
        <p:sp>
          <p:nvSpPr>
            <p:cNvPr id="12" name="Google Shape;628;p47">
              <a:hlinkClick r:id="rId6" action="ppaction://hlinksldjump"/>
              <a:extLst>
                <a:ext uri="{FF2B5EF4-FFF2-40B4-BE49-F238E27FC236}">
                  <a16:creationId xmlns:a16="http://schemas.microsoft.com/office/drawing/2014/main" id="{1C223ABD-EAF5-19F3-7EFE-AF52576615E4}"/>
                </a:ext>
              </a:extLst>
            </p:cNvPr>
            <p:cNvSpPr/>
            <p:nvPr/>
          </p:nvSpPr>
          <p:spPr>
            <a:xfrm>
              <a:off x="2702834" y="2402100"/>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1"/>
                  </a:solidFill>
                  <a:uFill>
                    <a:noFill/>
                  </a:uFill>
                  <a:latin typeface="Catamaran" panose="020B0604020202020204" charset="0"/>
                  <a:ea typeface="Cantata One"/>
                  <a:cs typeface="Catamaran" panose="020B0604020202020204" charset="0"/>
                  <a:sym typeface="Cantata One"/>
                </a:rPr>
                <a:t>Deporte</a:t>
              </a:r>
              <a:endParaRPr sz="1600" dirty="0">
                <a:solidFill>
                  <a:schemeClr val="dk1"/>
                </a:solidFill>
                <a:latin typeface="Catamaran" panose="020B0604020202020204" charset="0"/>
                <a:ea typeface="Cantata One"/>
                <a:cs typeface="Catamaran" panose="020B0604020202020204" charset="0"/>
                <a:sym typeface="Cantata One"/>
              </a:endParaRPr>
            </a:p>
          </p:txBody>
        </p:sp>
        <p:sp>
          <p:nvSpPr>
            <p:cNvPr id="13" name="Google Shape;628;p47">
              <a:hlinkClick r:id="rId6" action="ppaction://hlinksldjump"/>
              <a:extLst>
                <a:ext uri="{FF2B5EF4-FFF2-40B4-BE49-F238E27FC236}">
                  <a16:creationId xmlns:a16="http://schemas.microsoft.com/office/drawing/2014/main" id="{1813F767-7FF2-F566-2EF8-30A13556C414}"/>
                </a:ext>
              </a:extLst>
            </p:cNvPr>
            <p:cNvSpPr/>
            <p:nvPr/>
          </p:nvSpPr>
          <p:spPr>
            <a:xfrm>
              <a:off x="4355091" y="1676510"/>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1"/>
                  </a:solidFill>
                  <a:uFill>
                    <a:noFill/>
                  </a:uFill>
                  <a:latin typeface="Catamaran" panose="020B0604020202020204" charset="0"/>
                  <a:ea typeface="Cantata One"/>
                  <a:cs typeface="Catamaran" panose="020B0604020202020204" charset="0"/>
                  <a:sym typeface="Cantata One"/>
                </a:rPr>
                <a:t>Cocinar</a:t>
              </a:r>
              <a:endParaRPr sz="1600" dirty="0">
                <a:solidFill>
                  <a:schemeClr val="dk1"/>
                </a:solidFill>
                <a:latin typeface="Catamaran" panose="020B0604020202020204" charset="0"/>
                <a:ea typeface="Cantata One"/>
                <a:cs typeface="Catamaran" panose="020B0604020202020204" charset="0"/>
                <a:sym typeface="Cantata One"/>
              </a:endParaRPr>
            </a:p>
          </p:txBody>
        </p:sp>
        <p:sp>
          <p:nvSpPr>
            <p:cNvPr id="14" name="Google Shape;628;p47">
              <a:hlinkClick r:id="rId6" action="ppaction://hlinksldjump"/>
              <a:extLst>
                <a:ext uri="{FF2B5EF4-FFF2-40B4-BE49-F238E27FC236}">
                  <a16:creationId xmlns:a16="http://schemas.microsoft.com/office/drawing/2014/main" id="{1906F8CD-79DD-BA04-88E5-56AF83668EE1}"/>
                </a:ext>
              </a:extLst>
            </p:cNvPr>
            <p:cNvSpPr/>
            <p:nvPr/>
          </p:nvSpPr>
          <p:spPr>
            <a:xfrm>
              <a:off x="6041932" y="1673783"/>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1"/>
                  </a:solidFill>
                  <a:uFill>
                    <a:noFill/>
                  </a:uFill>
                  <a:latin typeface="Catamaran" panose="020B0604020202020204" charset="0"/>
                  <a:ea typeface="Cantata One"/>
                  <a:cs typeface="Catamaran" panose="020B0604020202020204" charset="0"/>
                  <a:sym typeface="Cantata One"/>
                </a:rPr>
                <a:t>Viajar</a:t>
              </a:r>
              <a:endParaRPr sz="1600" dirty="0">
                <a:solidFill>
                  <a:schemeClr val="dk1"/>
                </a:solidFill>
                <a:latin typeface="Catamaran" panose="020B0604020202020204" charset="0"/>
                <a:ea typeface="Cantata One"/>
                <a:cs typeface="Catamaran" panose="020B0604020202020204" charset="0"/>
                <a:sym typeface="Cantata One"/>
              </a:endParaRPr>
            </a:p>
          </p:txBody>
        </p:sp>
        <p:sp>
          <p:nvSpPr>
            <p:cNvPr id="15" name="Google Shape;628;p47">
              <a:hlinkClick r:id="rId6" action="ppaction://hlinksldjump"/>
              <a:extLst>
                <a:ext uri="{FF2B5EF4-FFF2-40B4-BE49-F238E27FC236}">
                  <a16:creationId xmlns:a16="http://schemas.microsoft.com/office/drawing/2014/main" id="{C69530E1-3BC0-F504-01CB-C8394679BCA8}"/>
                </a:ext>
              </a:extLst>
            </p:cNvPr>
            <p:cNvSpPr/>
            <p:nvPr/>
          </p:nvSpPr>
          <p:spPr>
            <a:xfrm>
              <a:off x="4355091" y="2403900"/>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1"/>
                  </a:solidFill>
                  <a:uFill>
                    <a:noFill/>
                  </a:uFill>
                  <a:latin typeface="Catamaran" panose="020B0604020202020204" charset="0"/>
                  <a:ea typeface="Cantata One"/>
                  <a:cs typeface="Catamaran" panose="020B0604020202020204" charset="0"/>
                  <a:sym typeface="Cantata One"/>
                </a:rPr>
                <a:t>Música</a:t>
              </a:r>
              <a:endParaRPr sz="1600" dirty="0">
                <a:solidFill>
                  <a:schemeClr val="dk1"/>
                </a:solidFill>
                <a:latin typeface="Catamaran" panose="020B0604020202020204" charset="0"/>
                <a:ea typeface="Cantata One"/>
                <a:cs typeface="Catamaran" panose="020B0604020202020204" charset="0"/>
                <a:sym typeface="Cantata One"/>
              </a:endParaRPr>
            </a:p>
          </p:txBody>
        </p:sp>
        <p:sp>
          <p:nvSpPr>
            <p:cNvPr id="16" name="Google Shape;628;p47">
              <a:hlinkClick r:id="rId6" action="ppaction://hlinksldjump"/>
              <a:extLst>
                <a:ext uri="{FF2B5EF4-FFF2-40B4-BE49-F238E27FC236}">
                  <a16:creationId xmlns:a16="http://schemas.microsoft.com/office/drawing/2014/main" id="{C2557040-7696-DE53-3C9A-19054FB161FD}"/>
                </a:ext>
              </a:extLst>
            </p:cNvPr>
            <p:cNvSpPr/>
            <p:nvPr/>
          </p:nvSpPr>
          <p:spPr>
            <a:xfrm>
              <a:off x="6007348" y="2402100"/>
              <a:ext cx="1348769"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1"/>
                  </a:solidFill>
                  <a:uFill>
                    <a:noFill/>
                  </a:uFill>
                  <a:latin typeface="Catamaran" panose="020B0604020202020204" charset="0"/>
                  <a:ea typeface="Cantata One"/>
                  <a:cs typeface="Catamaran" panose="020B0604020202020204" charset="0"/>
                  <a:sym typeface="Cantata One"/>
                </a:rPr>
                <a:t>Anime</a:t>
              </a:r>
              <a:endParaRPr sz="1600" dirty="0">
                <a:solidFill>
                  <a:schemeClr val="dk1"/>
                </a:solidFill>
                <a:latin typeface="Catamaran" panose="020B0604020202020204" charset="0"/>
                <a:ea typeface="Cantata One"/>
                <a:cs typeface="Catamaran" panose="020B0604020202020204" charset="0"/>
                <a:sym typeface="Cantata One"/>
              </a:endParaRPr>
            </a:p>
          </p:txBody>
        </p:sp>
        <mc:AlternateContent xmlns:mc="http://schemas.openxmlformats.org/markup-compatibility/2006">
          <mc:Choice xmlns:p14="http://schemas.microsoft.com/office/powerpoint/2010/main" xmlns:aink="http://schemas.microsoft.com/office/drawing/2016/ink" Requires="p14 aink">
            <p:contentPart p14:bwMode="auto" r:id="rId8">
              <p14:nvContentPartPr>
                <p14:cNvPr id="27" name="Entrada de lápiz 26">
                  <a:extLst>
                    <a:ext uri="{FF2B5EF4-FFF2-40B4-BE49-F238E27FC236}">
                      <a16:creationId xmlns:a16="http://schemas.microsoft.com/office/drawing/2014/main" id="{CD0E9BA4-B28B-79B5-6AD9-81A33EA16CDC}"/>
                    </a:ext>
                  </a:extLst>
                </p14:cNvPr>
                <p14:cNvContentPartPr/>
                <p14:nvPr/>
              </p14:nvContentPartPr>
              <p14:xfrm>
                <a:off x="7837264" y="2391853"/>
                <a:ext cx="360" cy="360"/>
              </p14:xfrm>
            </p:contentPart>
          </mc:Choice>
          <mc:Fallback>
            <p:pic>
              <p:nvPicPr>
                <p:cNvPr id="27" name="Entrada de lápiz 26">
                  <a:extLst>
                    <a:ext uri="{FF2B5EF4-FFF2-40B4-BE49-F238E27FC236}">
                      <a16:creationId xmlns:a16="http://schemas.microsoft.com/office/drawing/2014/main" id="{CD0E9BA4-B28B-79B5-6AD9-81A33EA16CDC}"/>
                    </a:ext>
                  </a:extLst>
                </p:cNvPr>
                <p:cNvPicPr/>
                <p:nvPr/>
              </p:nvPicPr>
              <p:blipFill>
                <a:blip r:embed="rId9"/>
                <a:stretch>
                  <a:fillRect/>
                </a:stretch>
              </p:blipFill>
              <p:spPr>
                <a:xfrm>
                  <a:off x="7828624" y="2383213"/>
                  <a:ext cx="18000" cy="1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30" name="Entrada de lápiz 29">
                  <a:extLst>
                    <a:ext uri="{FF2B5EF4-FFF2-40B4-BE49-F238E27FC236}">
                      <a16:creationId xmlns:a16="http://schemas.microsoft.com/office/drawing/2014/main" id="{4ED50E54-1FE9-2AF8-3220-700B670F831B}"/>
                    </a:ext>
                  </a:extLst>
                </p14:cNvPr>
                <p14:cNvContentPartPr/>
                <p14:nvPr/>
              </p14:nvContentPartPr>
              <p14:xfrm>
                <a:off x="7709464" y="1387093"/>
                <a:ext cx="361800" cy="1513080"/>
              </p14:xfrm>
            </p:contentPart>
          </mc:Choice>
          <mc:Fallback>
            <p:pic>
              <p:nvPicPr>
                <p:cNvPr id="30" name="Entrada de lápiz 29">
                  <a:extLst>
                    <a:ext uri="{FF2B5EF4-FFF2-40B4-BE49-F238E27FC236}">
                      <a16:creationId xmlns:a16="http://schemas.microsoft.com/office/drawing/2014/main" id="{4ED50E54-1FE9-2AF8-3220-700B670F831B}"/>
                    </a:ext>
                  </a:extLst>
                </p:cNvPr>
                <p:cNvPicPr/>
                <p:nvPr/>
              </p:nvPicPr>
              <p:blipFill>
                <a:blip r:embed="rId11"/>
                <a:stretch>
                  <a:fillRect/>
                </a:stretch>
              </p:blipFill>
              <p:spPr>
                <a:xfrm>
                  <a:off x="7700824" y="1378453"/>
                  <a:ext cx="379440" cy="15307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32" name="Entrada de lápiz 31">
                  <a:extLst>
                    <a:ext uri="{FF2B5EF4-FFF2-40B4-BE49-F238E27FC236}">
                      <a16:creationId xmlns:a16="http://schemas.microsoft.com/office/drawing/2014/main" id="{60E123F0-0359-A373-2822-8266F55C9E74}"/>
                    </a:ext>
                  </a:extLst>
                </p14:cNvPr>
                <p14:cNvContentPartPr/>
                <p14:nvPr/>
              </p14:nvContentPartPr>
              <p14:xfrm>
                <a:off x="5951224" y="3198973"/>
                <a:ext cx="203400" cy="720720"/>
              </p14:xfrm>
            </p:contentPart>
          </mc:Choice>
          <mc:Fallback>
            <p:pic>
              <p:nvPicPr>
                <p:cNvPr id="32" name="Entrada de lápiz 31">
                  <a:extLst>
                    <a:ext uri="{FF2B5EF4-FFF2-40B4-BE49-F238E27FC236}">
                      <a16:creationId xmlns:a16="http://schemas.microsoft.com/office/drawing/2014/main" id="{60E123F0-0359-A373-2822-8266F55C9E74}"/>
                    </a:ext>
                  </a:extLst>
                </p:cNvPr>
                <p:cNvPicPr/>
                <p:nvPr/>
              </p:nvPicPr>
              <p:blipFill>
                <a:blip r:embed="rId13"/>
                <a:stretch>
                  <a:fillRect/>
                </a:stretch>
              </p:blipFill>
              <p:spPr>
                <a:xfrm>
                  <a:off x="5942224" y="3189973"/>
                  <a:ext cx="221040" cy="738360"/>
                </a:xfrm>
                <a:prstGeom prst="rect">
                  <a:avLst/>
                </a:prstGeom>
              </p:spPr>
            </p:pic>
          </mc:Fallback>
        </mc:AlternateContent>
        <p:sp>
          <p:nvSpPr>
            <p:cNvPr id="34" name="CuadroTexto 33">
              <a:extLst>
                <a:ext uri="{FF2B5EF4-FFF2-40B4-BE49-F238E27FC236}">
                  <a16:creationId xmlns:a16="http://schemas.microsoft.com/office/drawing/2014/main" id="{F173C8AE-CE30-F429-0FF1-7A17F8C5888E}"/>
                </a:ext>
              </a:extLst>
            </p:cNvPr>
            <p:cNvSpPr txBox="1"/>
            <p:nvPr/>
          </p:nvSpPr>
          <p:spPr>
            <a:xfrm>
              <a:off x="6309590" y="3260966"/>
              <a:ext cx="1869382" cy="369332"/>
            </a:xfrm>
            <a:prstGeom prst="rect">
              <a:avLst/>
            </a:prstGeom>
            <a:noFill/>
          </p:spPr>
          <p:txBody>
            <a:bodyPr wrap="square" rtlCol="0">
              <a:spAutoFit/>
            </a:bodyPr>
            <a:lstStyle/>
            <a:p>
              <a:r>
                <a:rPr lang="es-MX" sz="1800" b="1" dirty="0">
                  <a:solidFill>
                    <a:schemeClr val="tx1">
                      <a:lumMod val="75000"/>
                      <a:lumOff val="25000"/>
                    </a:schemeClr>
                  </a:solidFill>
                  <a:latin typeface="Dreaming Outloud Pro" panose="03050502040302030504" pitchFamily="66" charset="0"/>
                  <a:cs typeface="Dreaming Outloud Pro" panose="03050502040302030504" pitchFamily="66" charset="0"/>
                </a:rPr>
                <a:t>Intersección = 2</a:t>
              </a:r>
              <a:endParaRPr lang="es-MX" sz="1800" dirty="0">
                <a:solidFill>
                  <a:schemeClr val="tx1">
                    <a:lumMod val="75000"/>
                    <a:lumOff val="25000"/>
                  </a:schemeClr>
                </a:solidFill>
              </a:endParaRPr>
            </a:p>
          </p:txBody>
        </p:sp>
      </p:grpSp>
      <p:sp>
        <p:nvSpPr>
          <p:cNvPr id="38" name="Subtítulo 2">
            <a:extLst>
              <a:ext uri="{FF2B5EF4-FFF2-40B4-BE49-F238E27FC236}">
                <a16:creationId xmlns:a16="http://schemas.microsoft.com/office/drawing/2014/main" id="{F2A68FF7-2907-967B-B0C7-2D0BF8404C99}"/>
              </a:ext>
            </a:extLst>
          </p:cNvPr>
          <p:cNvSpPr txBox="1">
            <a:spLocks/>
          </p:cNvSpPr>
          <p:nvPr/>
        </p:nvSpPr>
        <p:spPr>
          <a:xfrm>
            <a:off x="2587450" y="238074"/>
            <a:ext cx="3519108" cy="50454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27000" lvl="1"/>
            <a:r>
              <a:rPr lang="es-MX" sz="2800" dirty="0">
                <a:latin typeface="Modern Love Grunge" panose="04070805081005020601" pitchFamily="82" charset="0"/>
                <a:cs typeface="Catamaran" panose="020B0604020202020204" charset="0"/>
              </a:rPr>
              <a:t>Distancia Jaccard</a:t>
            </a:r>
          </a:p>
        </p:txBody>
      </p:sp>
      <p:sp>
        <p:nvSpPr>
          <p:cNvPr id="40" name="CuadroTexto 39">
            <a:extLst>
              <a:ext uri="{FF2B5EF4-FFF2-40B4-BE49-F238E27FC236}">
                <a16:creationId xmlns:a16="http://schemas.microsoft.com/office/drawing/2014/main" id="{C86AE870-AC69-B496-6FBF-E0FA8735CB96}"/>
              </a:ext>
            </a:extLst>
          </p:cNvPr>
          <p:cNvSpPr txBox="1"/>
          <p:nvPr/>
        </p:nvSpPr>
        <p:spPr>
          <a:xfrm>
            <a:off x="7469821" y="3917038"/>
            <a:ext cx="1412530" cy="923330"/>
          </a:xfrm>
          <a:prstGeom prst="rect">
            <a:avLst/>
          </a:prstGeom>
          <a:noFill/>
        </p:spPr>
        <p:txBody>
          <a:bodyPr wrap="square" rtlCol="0">
            <a:spAutoFit/>
          </a:bodyPr>
          <a:lstStyle/>
          <a:p>
            <a:r>
              <a:rPr lang="es-MX" sz="1800" b="1" dirty="0">
                <a:solidFill>
                  <a:schemeClr val="tx1">
                    <a:lumMod val="75000"/>
                    <a:lumOff val="25000"/>
                  </a:schemeClr>
                </a:solidFill>
                <a:latin typeface="Dreaming Outloud Pro" panose="03050502040302030504" pitchFamily="66" charset="0"/>
                <a:cs typeface="Dreaming Outloud Pro" panose="03050502040302030504" pitchFamily="66" charset="0"/>
              </a:rPr>
              <a:t>Ana y Luis están a 2/3 de distancia</a:t>
            </a:r>
            <a:endParaRPr lang="es-MX" sz="1800" dirty="0">
              <a:solidFill>
                <a:schemeClr val="tx1">
                  <a:lumMod val="75000"/>
                  <a:lumOff val="25000"/>
                </a:schemeClr>
              </a:solidFill>
            </a:endParaRPr>
          </a:p>
        </p:txBody>
      </p:sp>
      <mc:AlternateContent xmlns:mc="http://schemas.openxmlformats.org/markup-compatibility/2006">
        <mc:Choice xmlns:a14="http://schemas.microsoft.com/office/drawing/2010/main" Requires="a14">
          <p:sp>
            <p:nvSpPr>
              <p:cNvPr id="41" name="CuadroTexto 40">
                <a:extLst>
                  <a:ext uri="{FF2B5EF4-FFF2-40B4-BE49-F238E27FC236}">
                    <a16:creationId xmlns:a16="http://schemas.microsoft.com/office/drawing/2014/main" id="{D3379081-CE4B-0374-2B55-D6CFF96F9356}"/>
                  </a:ext>
                </a:extLst>
              </p:cNvPr>
              <p:cNvSpPr txBox="1"/>
              <p:nvPr/>
            </p:nvSpPr>
            <p:spPr>
              <a:xfrm>
                <a:off x="2664864" y="3823702"/>
                <a:ext cx="3901837" cy="540404"/>
              </a:xfrm>
              <a:prstGeom prst="rect">
                <a:avLst/>
              </a:prstGeom>
              <a:noFill/>
            </p:spPr>
            <p:txBody>
              <a:bodyPr wrap="none" lIns="0" tIns="0" rIns="0" bIns="0" rtlCol="0">
                <a:spAutoFit/>
              </a:bodyPr>
              <a:lstStyle/>
              <a:p>
                <a:r>
                  <a:rPr lang="es-MX" sz="2400" dirty="0"/>
                  <a:t>1 - </a:t>
                </a:r>
                <a14:m>
                  <m:oMath xmlns:m="http://schemas.openxmlformats.org/officeDocument/2006/math">
                    <m:f>
                      <m:fPr>
                        <m:ctrlPr>
                          <a:rPr lang="es-MX" sz="2400" i="1" smtClean="0">
                            <a:latin typeface="Cambria Math" panose="02040503050406030204" pitchFamily="18" charset="0"/>
                          </a:rPr>
                        </m:ctrlPr>
                      </m:fPr>
                      <m:num>
                        <m:r>
                          <a:rPr lang="es-MX" sz="2400" b="0" i="1" smtClean="0">
                            <a:latin typeface="Cambria Math" panose="02040503050406030204" pitchFamily="18" charset="0"/>
                          </a:rPr>
                          <m:t># </m:t>
                        </m:r>
                        <m:r>
                          <a:rPr lang="es-MX" sz="2400" b="0" i="1" smtClean="0">
                            <a:latin typeface="Cambria Math" panose="02040503050406030204" pitchFamily="18" charset="0"/>
                          </a:rPr>
                          <m:t>𝐸𝑙𝑒𝑚𝑒𝑛𝑡𝑜𝑠</m:t>
                        </m:r>
                        <m:r>
                          <a:rPr lang="es-MX" sz="2400" b="0" i="1" smtClean="0">
                            <a:latin typeface="Cambria Math" panose="02040503050406030204" pitchFamily="18" charset="0"/>
                          </a:rPr>
                          <m:t> </m:t>
                        </m:r>
                        <m:r>
                          <a:rPr lang="es-MX" sz="2400" b="0" i="1" smtClean="0">
                            <a:latin typeface="Cambria Math" panose="02040503050406030204" pitchFamily="18" charset="0"/>
                          </a:rPr>
                          <m:t>𝑒𝑛</m:t>
                        </m:r>
                        <m:r>
                          <a:rPr lang="es-MX" sz="2400" b="0" i="1" smtClean="0">
                            <a:latin typeface="Cambria Math" panose="02040503050406030204" pitchFamily="18" charset="0"/>
                          </a:rPr>
                          <m:t> </m:t>
                        </m:r>
                        <m:r>
                          <a:rPr lang="es-MX" sz="2400" b="0" i="1" smtClean="0">
                            <a:latin typeface="Cambria Math" panose="02040503050406030204" pitchFamily="18" charset="0"/>
                          </a:rPr>
                          <m:t>𝑙𝑎</m:t>
                        </m:r>
                        <m:r>
                          <a:rPr lang="es-MX" sz="2400" b="0" i="1" smtClean="0">
                            <a:latin typeface="Cambria Math" panose="02040503050406030204" pitchFamily="18" charset="0"/>
                          </a:rPr>
                          <m:t> </m:t>
                        </m:r>
                        <m:r>
                          <a:rPr lang="es-MX" sz="2400" b="0" i="1" smtClean="0">
                            <a:latin typeface="Cambria Math" panose="02040503050406030204" pitchFamily="18" charset="0"/>
                          </a:rPr>
                          <m:t>𝑖𝑛𝑡𝑒𝑟𝑠𝑒𝑐𝑐𝑖</m:t>
                        </m:r>
                        <m:r>
                          <a:rPr lang="es-MX" sz="2400" b="0" i="1" smtClean="0">
                            <a:latin typeface="Cambria Math" panose="02040503050406030204" pitchFamily="18" charset="0"/>
                          </a:rPr>
                          <m:t>ó</m:t>
                        </m:r>
                        <m:r>
                          <a:rPr lang="es-MX" sz="2400" b="0" i="1" smtClean="0">
                            <a:latin typeface="Cambria Math" panose="02040503050406030204" pitchFamily="18" charset="0"/>
                          </a:rPr>
                          <m:t>𝑛</m:t>
                        </m:r>
                      </m:num>
                      <m:den>
                        <m:r>
                          <a:rPr lang="es-MX" sz="2400" b="0" i="1" smtClean="0">
                            <a:latin typeface="Cambria Math" panose="02040503050406030204" pitchFamily="18" charset="0"/>
                          </a:rPr>
                          <m:t># </m:t>
                        </m:r>
                        <m:r>
                          <a:rPr lang="es-MX" sz="2400" b="0" i="1" smtClean="0">
                            <a:latin typeface="Cambria Math" panose="02040503050406030204" pitchFamily="18" charset="0"/>
                          </a:rPr>
                          <m:t>𝐸𝑙𝑒𝑚𝑒𝑛𝑡𝑜𝑠</m:t>
                        </m:r>
                        <m:r>
                          <a:rPr lang="es-MX" sz="2400" b="0" i="1" smtClean="0">
                            <a:latin typeface="Cambria Math" panose="02040503050406030204" pitchFamily="18" charset="0"/>
                          </a:rPr>
                          <m:t> </m:t>
                        </m:r>
                        <m:r>
                          <a:rPr lang="es-MX" sz="2400" b="0" i="1" smtClean="0">
                            <a:latin typeface="Cambria Math" panose="02040503050406030204" pitchFamily="18" charset="0"/>
                          </a:rPr>
                          <m:t>𝑒𝑛</m:t>
                        </m:r>
                        <m:r>
                          <a:rPr lang="es-MX" sz="2400" b="0" i="1" smtClean="0">
                            <a:latin typeface="Cambria Math" panose="02040503050406030204" pitchFamily="18" charset="0"/>
                          </a:rPr>
                          <m:t> </m:t>
                        </m:r>
                        <m:r>
                          <a:rPr lang="es-MX" sz="2400" b="0" i="1" smtClean="0">
                            <a:latin typeface="Cambria Math" panose="02040503050406030204" pitchFamily="18" charset="0"/>
                          </a:rPr>
                          <m:t>𝑙𝑎</m:t>
                        </m:r>
                        <m:r>
                          <a:rPr lang="es-MX" sz="2400" b="0" i="1" smtClean="0">
                            <a:latin typeface="Cambria Math" panose="02040503050406030204" pitchFamily="18" charset="0"/>
                          </a:rPr>
                          <m:t> </m:t>
                        </m:r>
                        <m:r>
                          <a:rPr lang="es-MX" sz="2400" b="0" i="1" smtClean="0">
                            <a:latin typeface="Cambria Math" panose="02040503050406030204" pitchFamily="18" charset="0"/>
                          </a:rPr>
                          <m:t>𝑢𝑛𝑖</m:t>
                        </m:r>
                        <m:r>
                          <a:rPr lang="es-MX" sz="2400" b="0" i="1" smtClean="0">
                            <a:latin typeface="Cambria Math" panose="02040503050406030204" pitchFamily="18" charset="0"/>
                          </a:rPr>
                          <m:t>ó</m:t>
                        </m:r>
                        <m:r>
                          <a:rPr lang="es-MX" sz="2400" b="0" i="1" smtClean="0">
                            <a:latin typeface="Cambria Math" panose="02040503050406030204" pitchFamily="18" charset="0"/>
                          </a:rPr>
                          <m:t>𝑛</m:t>
                        </m:r>
                      </m:den>
                    </m:f>
                  </m:oMath>
                </a14:m>
                <a:r>
                  <a:rPr lang="es-MX" sz="2400" dirty="0"/>
                  <a:t> </a:t>
                </a:r>
              </a:p>
            </p:txBody>
          </p:sp>
        </mc:Choice>
        <mc:Fallback>
          <p:sp>
            <p:nvSpPr>
              <p:cNvPr id="41" name="CuadroTexto 40">
                <a:extLst>
                  <a:ext uri="{FF2B5EF4-FFF2-40B4-BE49-F238E27FC236}">
                    <a16:creationId xmlns:a16="http://schemas.microsoft.com/office/drawing/2014/main" id="{D3379081-CE4B-0374-2B55-D6CFF96F9356}"/>
                  </a:ext>
                </a:extLst>
              </p:cNvPr>
              <p:cNvSpPr txBox="1">
                <a:spLocks noRot="1" noChangeAspect="1" noMove="1" noResize="1" noEditPoints="1" noAdjustHandles="1" noChangeArrowheads="1" noChangeShapeType="1" noTextEdit="1"/>
              </p:cNvSpPr>
              <p:nvPr/>
            </p:nvSpPr>
            <p:spPr>
              <a:xfrm>
                <a:off x="2664864" y="3823702"/>
                <a:ext cx="3901837" cy="540404"/>
              </a:xfrm>
              <a:prstGeom prst="rect">
                <a:avLst/>
              </a:prstGeom>
              <a:blipFill>
                <a:blip r:embed="rId14"/>
                <a:stretch>
                  <a:fillRect l="-4688" t="-1124" b="-17978"/>
                </a:stretch>
              </a:blipFill>
            </p:spPr>
            <p:txBody>
              <a:bodyPr/>
              <a:lstStyle/>
              <a:p>
                <a:r>
                  <a:rPr lang="es-MX">
                    <a:noFill/>
                  </a:rPr>
                  <a:t> </a:t>
                </a:r>
              </a:p>
            </p:txBody>
          </p:sp>
        </mc:Fallback>
      </mc:AlternateContent>
      <p:grpSp>
        <p:nvGrpSpPr>
          <p:cNvPr id="47" name="Grupo 46">
            <a:extLst>
              <a:ext uri="{FF2B5EF4-FFF2-40B4-BE49-F238E27FC236}">
                <a16:creationId xmlns:a16="http://schemas.microsoft.com/office/drawing/2014/main" id="{C0847583-367D-1D20-A2A9-9AB1DF3EE979}"/>
              </a:ext>
            </a:extLst>
          </p:cNvPr>
          <p:cNvGrpSpPr/>
          <p:nvPr/>
        </p:nvGrpSpPr>
        <p:grpSpPr>
          <a:xfrm>
            <a:off x="6498424" y="3763453"/>
            <a:ext cx="905760" cy="804960"/>
            <a:chOff x="6498424" y="3763453"/>
            <a:chExt cx="905760" cy="804960"/>
          </a:xfrm>
        </p:grpSpPr>
        <mc:AlternateContent xmlns:mc="http://schemas.openxmlformats.org/markup-compatibility/2006">
          <mc:Choice xmlns:p14="http://schemas.microsoft.com/office/powerpoint/2010/main" xmlns:aink="http://schemas.microsoft.com/office/drawing/2016/ink" Requires="p14 aink">
            <p:contentPart p14:bwMode="auto" r:id="rId15">
              <p14:nvContentPartPr>
                <p14:cNvPr id="45" name="Entrada de lápiz 44">
                  <a:extLst>
                    <a:ext uri="{FF2B5EF4-FFF2-40B4-BE49-F238E27FC236}">
                      <a16:creationId xmlns:a16="http://schemas.microsoft.com/office/drawing/2014/main" id="{4303DE07-1F8E-0AF3-84EE-562320F4F1BA}"/>
                    </a:ext>
                  </a:extLst>
                </p14:cNvPr>
                <p14:cNvContentPartPr/>
                <p14:nvPr/>
              </p14:nvContentPartPr>
              <p14:xfrm>
                <a:off x="6498424" y="3763453"/>
                <a:ext cx="874800" cy="711360"/>
              </p14:xfrm>
            </p:contentPart>
          </mc:Choice>
          <mc:Fallback>
            <p:pic>
              <p:nvPicPr>
                <p:cNvPr id="45" name="Entrada de lápiz 44">
                  <a:extLst>
                    <a:ext uri="{FF2B5EF4-FFF2-40B4-BE49-F238E27FC236}">
                      <a16:creationId xmlns:a16="http://schemas.microsoft.com/office/drawing/2014/main" id="{4303DE07-1F8E-0AF3-84EE-562320F4F1BA}"/>
                    </a:ext>
                  </a:extLst>
                </p:cNvPr>
                <p:cNvPicPr/>
                <p:nvPr/>
              </p:nvPicPr>
              <p:blipFill>
                <a:blip r:embed="rId16"/>
                <a:stretch>
                  <a:fillRect/>
                </a:stretch>
              </p:blipFill>
              <p:spPr>
                <a:xfrm>
                  <a:off x="6489784" y="3754813"/>
                  <a:ext cx="892440" cy="729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7">
              <p14:nvContentPartPr>
                <p14:cNvPr id="46" name="Entrada de lápiz 45">
                  <a:extLst>
                    <a:ext uri="{FF2B5EF4-FFF2-40B4-BE49-F238E27FC236}">
                      <a16:creationId xmlns:a16="http://schemas.microsoft.com/office/drawing/2014/main" id="{D04DBC7E-5975-9DCE-B068-3366B84F6E27}"/>
                    </a:ext>
                  </a:extLst>
                </p14:cNvPr>
                <p14:cNvContentPartPr/>
                <p14:nvPr/>
              </p14:nvContentPartPr>
              <p14:xfrm>
                <a:off x="7312024" y="4441333"/>
                <a:ext cx="92160" cy="127080"/>
              </p14:xfrm>
            </p:contentPart>
          </mc:Choice>
          <mc:Fallback>
            <p:pic>
              <p:nvPicPr>
                <p:cNvPr id="46" name="Entrada de lápiz 45">
                  <a:extLst>
                    <a:ext uri="{FF2B5EF4-FFF2-40B4-BE49-F238E27FC236}">
                      <a16:creationId xmlns:a16="http://schemas.microsoft.com/office/drawing/2014/main" id="{D04DBC7E-5975-9DCE-B068-3366B84F6E27}"/>
                    </a:ext>
                  </a:extLst>
                </p:cNvPr>
                <p:cNvPicPr/>
                <p:nvPr/>
              </p:nvPicPr>
              <p:blipFill>
                <a:blip r:embed="rId18"/>
                <a:stretch>
                  <a:fillRect/>
                </a:stretch>
              </p:blipFill>
              <p:spPr>
                <a:xfrm>
                  <a:off x="7303384" y="4432333"/>
                  <a:ext cx="109800" cy="144720"/>
                </a:xfrm>
                <a:prstGeom prst="rect">
                  <a:avLst/>
                </a:prstGeom>
              </p:spPr>
            </p:pic>
          </mc:Fallback>
        </mc:AlternateContent>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0C5D96BF-A41A-CAB3-E08F-40FA0F1C3961}"/>
            </a:ext>
          </a:extLst>
        </p:cNvPr>
        <p:cNvGrpSpPr/>
        <p:nvPr/>
      </p:nvGrpSpPr>
      <p:grpSpPr>
        <a:xfrm>
          <a:off x="0" y="0"/>
          <a:ext cx="0" cy="0"/>
          <a:chOff x="0" y="0"/>
          <a:chExt cx="0" cy="0"/>
        </a:xfrm>
      </p:grpSpPr>
      <p:sp>
        <p:nvSpPr>
          <p:cNvPr id="3" name="Subtítulo 2">
            <a:extLst>
              <a:ext uri="{FF2B5EF4-FFF2-40B4-BE49-F238E27FC236}">
                <a16:creationId xmlns:a16="http://schemas.microsoft.com/office/drawing/2014/main" id="{C53E52BC-165D-762B-A5E5-3130127130B7}"/>
              </a:ext>
            </a:extLst>
          </p:cNvPr>
          <p:cNvSpPr txBox="1">
            <a:spLocks/>
          </p:cNvSpPr>
          <p:nvPr/>
        </p:nvSpPr>
        <p:spPr>
          <a:xfrm>
            <a:off x="703612" y="813705"/>
            <a:ext cx="7003473" cy="352424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27000" lvl="1"/>
            <a:endParaRPr lang="es-MX" sz="1800" dirty="0">
              <a:solidFill>
                <a:schemeClr val="bg1">
                  <a:lumMod val="50000"/>
                </a:schemeClr>
              </a:solidFill>
              <a:latin typeface="Catamaran" panose="020B0604020202020204" charset="0"/>
              <a:cs typeface="Catamaran" panose="020B0604020202020204" charset="0"/>
            </a:endParaRPr>
          </a:p>
          <a:p>
            <a:pPr marL="127000" lvl="1"/>
            <a:r>
              <a:rPr lang="es-MX" sz="1800" dirty="0">
                <a:solidFill>
                  <a:schemeClr val="bg1">
                    <a:lumMod val="50000"/>
                  </a:schemeClr>
                </a:solidFill>
                <a:latin typeface="Catamaran" panose="020B0604020202020204" charset="0"/>
                <a:cs typeface="Catamaran" panose="020B0604020202020204" charset="0"/>
              </a:rPr>
              <a:t>1. ¿Cómo te identificas? (Hombre/Mujer)  </a:t>
            </a:r>
          </a:p>
          <a:p>
            <a:pPr marL="127000" lvl="1"/>
            <a:r>
              <a:rPr lang="es-MX" sz="1800" b="1" dirty="0">
                <a:solidFill>
                  <a:schemeClr val="tx1">
                    <a:lumMod val="95000"/>
                    <a:lumOff val="5000"/>
                  </a:schemeClr>
                </a:solidFill>
                <a:latin typeface="Catamaran" panose="020B0604020202020204" charset="0"/>
                <a:cs typeface="Catamaran" panose="020B0604020202020204" charset="0"/>
              </a:rPr>
              <a:t>2. ¿Qué te gusta? (Hombres/Mujeres/Ambos)</a:t>
            </a:r>
          </a:p>
          <a:p>
            <a:pPr marL="127000" lvl="1"/>
            <a:r>
              <a:rPr lang="es-MX" sz="1800" b="1" dirty="0">
                <a:solidFill>
                  <a:schemeClr val="tx1">
                    <a:lumMod val="95000"/>
                    <a:lumOff val="5000"/>
                  </a:schemeClr>
                </a:solidFill>
                <a:latin typeface="Catamaran" panose="020B0604020202020204" charset="0"/>
                <a:cs typeface="Catamaran" panose="020B0604020202020204" charset="0"/>
              </a:rPr>
              <a:t>3. ¿Principalmente qué estás buscando?  </a:t>
            </a:r>
          </a:p>
          <a:p>
            <a:pPr marL="127000" lvl="1"/>
            <a:endParaRPr lang="es-MX" sz="1800" b="1" dirty="0">
              <a:solidFill>
                <a:schemeClr val="tx1">
                  <a:lumMod val="95000"/>
                  <a:lumOff val="5000"/>
                </a:schemeClr>
              </a:solidFill>
              <a:latin typeface="Catamaran" panose="020B0604020202020204" charset="0"/>
              <a:cs typeface="Catamaran" panose="020B0604020202020204" charset="0"/>
            </a:endParaRPr>
          </a:p>
          <a:p>
            <a:pPr marL="127000" lvl="1"/>
            <a:endParaRPr lang="es-MX" sz="1800" b="1" dirty="0">
              <a:solidFill>
                <a:schemeClr val="tx1">
                  <a:lumMod val="95000"/>
                  <a:lumOff val="5000"/>
                </a:schemeClr>
              </a:solidFill>
              <a:latin typeface="Catamaran" panose="020B0604020202020204" charset="0"/>
              <a:cs typeface="Catamaran" panose="020B0604020202020204" charset="0"/>
            </a:endParaRPr>
          </a:p>
          <a:p>
            <a:pPr marL="127000" lvl="1"/>
            <a:endParaRPr lang="es-MX" sz="1800" b="1" dirty="0">
              <a:solidFill>
                <a:schemeClr val="tx1">
                  <a:lumMod val="95000"/>
                  <a:lumOff val="5000"/>
                </a:schemeClr>
              </a:solidFill>
              <a:latin typeface="Catamaran" panose="020B0604020202020204" charset="0"/>
              <a:cs typeface="Catamaran" panose="020B0604020202020204" charset="0"/>
            </a:endParaRPr>
          </a:p>
          <a:p>
            <a:pPr marL="127000" lvl="1"/>
            <a:r>
              <a:rPr lang="es-MX" sz="1800" b="1" dirty="0">
                <a:solidFill>
                  <a:schemeClr val="tx1">
                    <a:lumMod val="95000"/>
                    <a:lumOff val="5000"/>
                  </a:schemeClr>
                </a:solidFill>
                <a:latin typeface="Catamaran" panose="020B0604020202020204" charset="0"/>
                <a:cs typeface="Catamaran" panose="020B0604020202020204" charset="0"/>
              </a:rPr>
              <a:t>4. Hobbies </a:t>
            </a:r>
          </a:p>
          <a:p>
            <a:pPr marL="127000" lvl="1"/>
            <a:r>
              <a:rPr lang="es-MX" sz="1800" b="1" dirty="0">
                <a:solidFill>
                  <a:schemeClr val="tx1">
                    <a:lumMod val="95000"/>
                    <a:lumOff val="5000"/>
                  </a:schemeClr>
                </a:solidFill>
                <a:latin typeface="Catamaran" panose="020B0604020202020204" charset="0"/>
                <a:cs typeface="Catamaran" panose="020B0604020202020204" charset="0"/>
              </a:rPr>
              <a:t>5. Para la primera cita prefieres</a:t>
            </a:r>
          </a:p>
          <a:p>
            <a:pPr marL="127000" lvl="1"/>
            <a:r>
              <a:rPr lang="es-MX" sz="1800" b="1" dirty="0">
                <a:solidFill>
                  <a:schemeClr val="tx1">
                    <a:lumMod val="95000"/>
                    <a:lumOff val="5000"/>
                  </a:schemeClr>
                </a:solidFill>
                <a:latin typeface="Catamaran" panose="020B0604020202020204" charset="0"/>
                <a:cs typeface="Catamaran" panose="020B0604020202020204" charset="0"/>
              </a:rPr>
              <a:t>6. Lugares favoritos de la facultad</a:t>
            </a:r>
          </a:p>
          <a:p>
            <a:pPr marL="127000" lvl="1"/>
            <a:r>
              <a:rPr lang="es-MX" sz="1800" dirty="0">
                <a:solidFill>
                  <a:schemeClr val="bg1">
                    <a:lumMod val="50000"/>
                  </a:schemeClr>
                </a:solidFill>
                <a:latin typeface="Catamaran" panose="020B0604020202020204" charset="0"/>
                <a:cs typeface="Catamaran" panose="020B0604020202020204" charset="0"/>
              </a:rPr>
              <a:t>7. Escribe algo a tu match</a:t>
            </a:r>
          </a:p>
        </p:txBody>
      </p:sp>
      <p:sp>
        <p:nvSpPr>
          <p:cNvPr id="8" name="CuadroTexto 7">
            <a:extLst>
              <a:ext uri="{FF2B5EF4-FFF2-40B4-BE49-F238E27FC236}">
                <a16:creationId xmlns:a16="http://schemas.microsoft.com/office/drawing/2014/main" id="{798E36CD-F983-E500-434D-12057604B2D7}"/>
              </a:ext>
            </a:extLst>
          </p:cNvPr>
          <p:cNvSpPr txBox="1"/>
          <p:nvPr/>
        </p:nvSpPr>
        <p:spPr>
          <a:xfrm>
            <a:off x="5507552" y="1367517"/>
            <a:ext cx="1864798" cy="338554"/>
          </a:xfrm>
          <a:prstGeom prst="rect">
            <a:avLst/>
          </a:prstGeom>
          <a:noFill/>
        </p:spPr>
        <p:txBody>
          <a:bodyPr wrap="square" rtlCol="0">
            <a:spAutoFit/>
          </a:bodyPr>
          <a:lstStyle/>
          <a:p>
            <a:r>
              <a:rPr lang="es-MX" sz="1600" b="1" dirty="0">
                <a:solidFill>
                  <a:schemeClr val="bg2">
                    <a:lumMod val="50000"/>
                  </a:schemeClr>
                </a:solidFill>
                <a:latin typeface="Dreaming Outloud Pro" panose="03050502040302030504" pitchFamily="66" charset="0"/>
                <a:cs typeface="Dreaming Outloud Pro" panose="03050502040302030504" pitchFamily="66" charset="0"/>
              </a:rPr>
              <a:t>No negociable</a:t>
            </a:r>
          </a:p>
        </p:txBody>
      </p:sp>
      <p:sp>
        <p:nvSpPr>
          <p:cNvPr id="10" name="CuadroTexto 9">
            <a:extLst>
              <a:ext uri="{FF2B5EF4-FFF2-40B4-BE49-F238E27FC236}">
                <a16:creationId xmlns:a16="http://schemas.microsoft.com/office/drawing/2014/main" id="{D369BA3C-1351-A572-CDF1-2F042FE0D231}"/>
              </a:ext>
            </a:extLst>
          </p:cNvPr>
          <p:cNvSpPr txBox="1"/>
          <p:nvPr/>
        </p:nvSpPr>
        <p:spPr>
          <a:xfrm>
            <a:off x="1363435" y="1935717"/>
            <a:ext cx="1600200" cy="830997"/>
          </a:xfrm>
          <a:prstGeom prst="rect">
            <a:avLst/>
          </a:prstGeom>
          <a:noFill/>
        </p:spPr>
        <p:txBody>
          <a:bodyPr wrap="square" rtlCol="0">
            <a:spAutoFit/>
          </a:bodyPr>
          <a:lstStyle/>
          <a:p>
            <a:r>
              <a:rPr lang="es-MX" sz="1600" b="1" dirty="0">
                <a:solidFill>
                  <a:schemeClr val="bg2">
                    <a:lumMod val="50000"/>
                  </a:schemeClr>
                </a:solidFill>
                <a:latin typeface="Dreaming Outloud Pro" panose="03050502040302030504" pitchFamily="66" charset="0"/>
                <a:cs typeface="Dreaming Outloud Pro" panose="03050502040302030504" pitchFamily="66" charset="0"/>
              </a:rPr>
              <a:t>Relación: 0.5</a:t>
            </a:r>
          </a:p>
          <a:p>
            <a:r>
              <a:rPr lang="es-MX" sz="1600" b="1" dirty="0">
                <a:solidFill>
                  <a:schemeClr val="bg2">
                    <a:lumMod val="50000"/>
                  </a:schemeClr>
                </a:solidFill>
                <a:latin typeface="Dreaming Outloud Pro" panose="03050502040302030504" pitchFamily="66" charset="0"/>
                <a:cs typeface="Dreaming Outloud Pro" panose="03050502040302030504" pitchFamily="66" charset="0"/>
              </a:rPr>
              <a:t>Amistad: 0</a:t>
            </a:r>
          </a:p>
          <a:p>
            <a:r>
              <a:rPr lang="es-MX" sz="1600" b="1" dirty="0">
                <a:solidFill>
                  <a:schemeClr val="bg2">
                    <a:lumMod val="50000"/>
                  </a:schemeClr>
                </a:solidFill>
                <a:latin typeface="Dreaming Outloud Pro" panose="03050502040302030504" pitchFamily="66" charset="0"/>
                <a:cs typeface="Dreaming Outloud Pro" panose="03050502040302030504" pitchFamily="66" charset="0"/>
              </a:rPr>
              <a:t>Casual: -0.5</a:t>
            </a:r>
            <a:endParaRPr lang="es-MX" sz="2000" b="1" dirty="0">
              <a:solidFill>
                <a:schemeClr val="tx1">
                  <a:lumMod val="95000"/>
                  <a:lumOff val="5000"/>
                </a:schemeClr>
              </a:solidFill>
              <a:latin typeface="Catamaran" panose="020B0604020202020204" charset="0"/>
              <a:cs typeface="Catamaran" panose="020B0604020202020204" charset="0"/>
            </a:endParaRPr>
          </a:p>
        </p:txBody>
      </p:sp>
      <p:sp>
        <p:nvSpPr>
          <p:cNvPr id="12" name="CuadroTexto 11">
            <a:extLst>
              <a:ext uri="{FF2B5EF4-FFF2-40B4-BE49-F238E27FC236}">
                <a16:creationId xmlns:a16="http://schemas.microsoft.com/office/drawing/2014/main" id="{E074302B-BE72-E625-1F6A-7BAC641AD7BF}"/>
              </a:ext>
            </a:extLst>
          </p:cNvPr>
          <p:cNvSpPr txBox="1"/>
          <p:nvPr/>
        </p:nvSpPr>
        <p:spPr>
          <a:xfrm>
            <a:off x="4403984" y="2570773"/>
            <a:ext cx="739518" cy="1200329"/>
          </a:xfrm>
          <a:prstGeom prst="rect">
            <a:avLst/>
          </a:prstGeom>
          <a:noFill/>
        </p:spPr>
        <p:txBody>
          <a:bodyPr wrap="square" rtlCol="0">
            <a:spAutoFit/>
          </a:bodyPr>
          <a:lstStyle/>
          <a:p>
            <a:r>
              <a:rPr lang="es-MX" sz="7200" b="1" dirty="0">
                <a:solidFill>
                  <a:schemeClr val="bg2">
                    <a:lumMod val="50000"/>
                  </a:schemeClr>
                </a:solidFill>
                <a:latin typeface="Dreaming Outloud Pro" panose="03050502040302030504" pitchFamily="66" charset="0"/>
                <a:cs typeface="Dreaming Outloud Pro" panose="03050502040302030504" pitchFamily="66" charset="0"/>
              </a:rPr>
              <a:t>}</a:t>
            </a:r>
            <a:endParaRPr lang="es-MX" sz="2000" b="1" dirty="0">
              <a:solidFill>
                <a:schemeClr val="bg2">
                  <a:lumMod val="50000"/>
                </a:schemeClr>
              </a:solidFill>
              <a:latin typeface="Dreaming Outloud Pro" panose="03050502040302030504" pitchFamily="66" charset="0"/>
              <a:cs typeface="Dreaming Outloud Pro" panose="03050502040302030504" pitchFamily="66" charset="0"/>
            </a:endParaRPr>
          </a:p>
        </p:txBody>
      </p:sp>
      <p:sp>
        <p:nvSpPr>
          <p:cNvPr id="13" name="CuadroTexto 12">
            <a:extLst>
              <a:ext uri="{FF2B5EF4-FFF2-40B4-BE49-F238E27FC236}">
                <a16:creationId xmlns:a16="http://schemas.microsoft.com/office/drawing/2014/main" id="{9751C639-F682-4476-C771-8C462B84C19D}"/>
              </a:ext>
            </a:extLst>
          </p:cNvPr>
          <p:cNvSpPr txBox="1"/>
          <p:nvPr/>
        </p:nvSpPr>
        <p:spPr>
          <a:xfrm>
            <a:off x="4890409" y="3017048"/>
            <a:ext cx="1771648" cy="307777"/>
          </a:xfrm>
          <a:prstGeom prst="rect">
            <a:avLst/>
          </a:prstGeom>
          <a:noFill/>
        </p:spPr>
        <p:txBody>
          <a:bodyPr wrap="square" rtlCol="0">
            <a:spAutoFit/>
          </a:bodyPr>
          <a:lstStyle/>
          <a:p>
            <a:r>
              <a:rPr lang="es-MX" b="1" dirty="0">
                <a:solidFill>
                  <a:schemeClr val="bg2">
                    <a:lumMod val="50000"/>
                  </a:schemeClr>
                </a:solidFill>
                <a:latin typeface="Dreaming Outloud Pro" panose="03050502040302030504" pitchFamily="66" charset="0"/>
                <a:cs typeface="Dreaming Outloud Pro" panose="03050502040302030504" pitchFamily="66" charset="0"/>
              </a:rPr>
              <a:t>Distancia </a:t>
            </a:r>
            <a:r>
              <a:rPr lang="es-MX" b="1" dirty="0" err="1">
                <a:solidFill>
                  <a:schemeClr val="bg2">
                    <a:lumMod val="50000"/>
                  </a:schemeClr>
                </a:solidFill>
                <a:latin typeface="Dreaming Outloud Pro" panose="03050502040302030504" pitchFamily="66" charset="0"/>
                <a:cs typeface="Dreaming Outloud Pro" panose="03050502040302030504" pitchFamily="66" charset="0"/>
              </a:rPr>
              <a:t>jaccard</a:t>
            </a:r>
            <a:endParaRPr lang="es-MX" dirty="0"/>
          </a:p>
        </p:txBody>
      </p:sp>
      <p:sp>
        <p:nvSpPr>
          <p:cNvPr id="15" name="CuadroTexto 14">
            <a:extLst>
              <a:ext uri="{FF2B5EF4-FFF2-40B4-BE49-F238E27FC236}">
                <a16:creationId xmlns:a16="http://schemas.microsoft.com/office/drawing/2014/main" id="{068586A4-1884-42FB-7943-38A45ED50D43}"/>
              </a:ext>
            </a:extLst>
          </p:cNvPr>
          <p:cNvSpPr txBox="1"/>
          <p:nvPr/>
        </p:nvSpPr>
        <p:spPr>
          <a:xfrm>
            <a:off x="3175911" y="2156506"/>
            <a:ext cx="1967591" cy="307777"/>
          </a:xfrm>
          <a:prstGeom prst="rect">
            <a:avLst/>
          </a:prstGeom>
          <a:noFill/>
        </p:spPr>
        <p:txBody>
          <a:bodyPr wrap="square">
            <a:spAutoFit/>
          </a:bodyPr>
          <a:lstStyle/>
          <a:p>
            <a:r>
              <a:rPr lang="es-MX" sz="1400" b="1" dirty="0">
                <a:solidFill>
                  <a:schemeClr val="bg2">
                    <a:lumMod val="50000"/>
                  </a:schemeClr>
                </a:solidFill>
                <a:latin typeface="Dreaming Outloud Pro" panose="03050502040302030504" pitchFamily="66" charset="0"/>
                <a:cs typeface="Dreaming Outloud Pro" panose="03050502040302030504" pitchFamily="66" charset="0"/>
              </a:rPr>
              <a:t>Distancia euclidiana</a:t>
            </a:r>
            <a:endParaRPr lang="es-MX" dirty="0"/>
          </a:p>
        </p:txBody>
      </p:sp>
      <p:sp>
        <p:nvSpPr>
          <p:cNvPr id="16" name="CuadroTexto 15">
            <a:extLst>
              <a:ext uri="{FF2B5EF4-FFF2-40B4-BE49-F238E27FC236}">
                <a16:creationId xmlns:a16="http://schemas.microsoft.com/office/drawing/2014/main" id="{61AEFE56-BC32-E754-8981-4975DEBCF96B}"/>
              </a:ext>
            </a:extLst>
          </p:cNvPr>
          <p:cNvSpPr txBox="1"/>
          <p:nvPr/>
        </p:nvSpPr>
        <p:spPr>
          <a:xfrm>
            <a:off x="2747517" y="1799414"/>
            <a:ext cx="739518" cy="1200329"/>
          </a:xfrm>
          <a:prstGeom prst="rect">
            <a:avLst/>
          </a:prstGeom>
          <a:noFill/>
        </p:spPr>
        <p:txBody>
          <a:bodyPr wrap="square" rtlCol="0">
            <a:spAutoFit/>
          </a:bodyPr>
          <a:lstStyle/>
          <a:p>
            <a:r>
              <a:rPr lang="es-MX" sz="7200" b="1" dirty="0">
                <a:solidFill>
                  <a:schemeClr val="tx2">
                    <a:lumMod val="75000"/>
                  </a:schemeClr>
                </a:solidFill>
                <a:latin typeface="Dreaming Outloud Pro" panose="03050502040302030504" pitchFamily="66" charset="0"/>
                <a:cs typeface="Dreaming Outloud Pro" panose="03050502040302030504" pitchFamily="66" charset="0"/>
              </a:rPr>
              <a:t>}</a:t>
            </a:r>
            <a:endParaRPr lang="es-MX" sz="2000" b="1" dirty="0">
              <a:solidFill>
                <a:schemeClr val="tx2">
                  <a:lumMod val="75000"/>
                </a:schemeClr>
              </a:solidFill>
              <a:latin typeface="Dreaming Outloud Pro" panose="03050502040302030504" pitchFamily="66" charset="0"/>
              <a:cs typeface="Dreaming Outloud Pro" panose="03050502040302030504" pitchFamily="66" charset="0"/>
            </a:endParaRPr>
          </a:p>
        </p:txBody>
      </p:sp>
      <p:pic>
        <p:nvPicPr>
          <p:cNvPr id="17" name="Google Shape;1571;p77">
            <a:extLst>
              <a:ext uri="{FF2B5EF4-FFF2-40B4-BE49-F238E27FC236}">
                <a16:creationId xmlns:a16="http://schemas.microsoft.com/office/drawing/2014/main" id="{48B4314F-6528-B46C-24B0-80F151675964}"/>
              </a:ext>
            </a:extLst>
          </p:cNvPr>
          <p:cNvPicPr preferRelativeResize="0"/>
          <p:nvPr/>
        </p:nvPicPr>
        <p:blipFill rotWithShape="1">
          <a:blip r:embed="rId3">
            <a:alphaModFix amt="57000"/>
          </a:blip>
          <a:srcRect l="36305" t="26731" r="30909" b="23776"/>
          <a:stretch/>
        </p:blipFill>
        <p:spPr>
          <a:xfrm flipH="1">
            <a:off x="7380464" y="4025745"/>
            <a:ext cx="2119848" cy="1800074"/>
          </a:xfrm>
          <a:prstGeom prst="rect">
            <a:avLst/>
          </a:prstGeom>
          <a:noFill/>
          <a:ln>
            <a:noFill/>
          </a:ln>
        </p:spPr>
      </p:pic>
      <p:sp>
        <p:nvSpPr>
          <p:cNvPr id="20" name="Google Shape;547;p45">
            <a:extLst>
              <a:ext uri="{FF2B5EF4-FFF2-40B4-BE49-F238E27FC236}">
                <a16:creationId xmlns:a16="http://schemas.microsoft.com/office/drawing/2014/main" id="{20759145-08E8-F994-695F-F43FD0B3FAF4}"/>
              </a:ext>
            </a:extLst>
          </p:cNvPr>
          <p:cNvSpPr txBox="1">
            <a:spLocks/>
          </p:cNvSpPr>
          <p:nvPr/>
        </p:nvSpPr>
        <p:spPr>
          <a:xfrm>
            <a:off x="1097269" y="245901"/>
            <a:ext cx="6495516" cy="5817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38100" lvl="0" indent="-323850" algn="ctr" rtl="0">
              <a:lnSpc>
                <a:spcPct val="100000"/>
              </a:lnSpc>
              <a:spcBef>
                <a:spcPts val="0"/>
              </a:spcBef>
              <a:spcAft>
                <a:spcPts val="0"/>
              </a:spcAft>
              <a:buClr>
                <a:schemeClr val="lt2"/>
              </a:buClr>
              <a:buSzPts val="1500"/>
              <a:buFont typeface="Actor"/>
              <a:buChar char="●"/>
              <a:defRPr sz="1700" b="0" i="0" u="none" strike="noStrike" cap="none">
                <a:solidFill>
                  <a:schemeClr val="dk1"/>
                </a:solidFill>
                <a:latin typeface="Catamaran"/>
                <a:ea typeface="Catamaran"/>
                <a:cs typeface="Catamaran"/>
                <a:sym typeface="Catamaran"/>
              </a:defRPr>
            </a:lvl1pPr>
            <a:lvl2pPr marL="914400" marR="0" lvl="1" indent="-323850" algn="l" rtl="0">
              <a:lnSpc>
                <a:spcPct val="100000"/>
              </a:lnSpc>
              <a:spcBef>
                <a:spcPts val="0"/>
              </a:spcBef>
              <a:spcAft>
                <a:spcPts val="0"/>
              </a:spcAft>
              <a:buClr>
                <a:schemeClr val="lt2"/>
              </a:buClr>
              <a:buSzPts val="1500"/>
              <a:buFont typeface="Actor"/>
              <a:buChar char="○"/>
              <a:defRPr sz="1400" b="0" i="0" u="none" strike="noStrike" cap="none">
                <a:solidFill>
                  <a:schemeClr val="dk1"/>
                </a:solidFill>
                <a:latin typeface="Catamaran"/>
                <a:ea typeface="Catamaran"/>
                <a:cs typeface="Catamaran"/>
                <a:sym typeface="Catamaran"/>
              </a:defRPr>
            </a:lvl2pPr>
            <a:lvl3pPr marL="1371600" marR="0" lvl="2"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3pPr>
            <a:lvl4pPr marL="1828800" marR="0" lvl="3"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4pPr>
            <a:lvl5pPr marL="2286000" marR="0" lvl="4"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5pPr>
            <a:lvl6pPr marL="2743200" marR="0" lvl="5"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6pPr>
            <a:lvl7pPr marL="3200400" marR="0" lvl="6"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7pPr>
            <a:lvl8pPr marL="3657600" marR="0" lvl="7"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8pPr>
            <a:lvl9pPr marL="4114800" marR="0" lvl="8" indent="-317500" algn="l" rtl="0">
              <a:lnSpc>
                <a:spcPct val="100000"/>
              </a:lnSpc>
              <a:spcBef>
                <a:spcPts val="0"/>
              </a:spcBef>
              <a:spcAft>
                <a:spcPts val="0"/>
              </a:spcAft>
              <a:buClr>
                <a:schemeClr val="lt2"/>
              </a:buClr>
              <a:buSzPts val="1400"/>
              <a:buFont typeface="Actor"/>
              <a:buChar char="■"/>
              <a:defRPr sz="1400" b="0" i="0" u="none" strike="noStrike" cap="none">
                <a:solidFill>
                  <a:schemeClr val="dk1"/>
                </a:solidFill>
                <a:latin typeface="Catamaran"/>
                <a:ea typeface="Catamaran"/>
                <a:cs typeface="Catamaran"/>
                <a:sym typeface="Catamaran"/>
              </a:defRPr>
            </a:lvl9pPr>
          </a:lstStyle>
          <a:p>
            <a:pPr marL="0" indent="0">
              <a:buSzPts val="1100"/>
            </a:pPr>
            <a:r>
              <a:rPr lang="en" sz="2800" dirty="0">
                <a:solidFill>
                  <a:schemeClr val="tx1">
                    <a:lumMod val="75000"/>
                    <a:lumOff val="25000"/>
                  </a:schemeClr>
                </a:solidFill>
                <a:latin typeface="Catamaran" panose="020B0604020202020204" charset="0"/>
                <a:cs typeface="Catamaran" panose="020B0604020202020204" charset="0"/>
              </a:rPr>
              <a:t>Obtención de matrices de distancias</a:t>
            </a:r>
            <a:endParaRPr lang="es-MX" sz="2800" dirty="0">
              <a:solidFill>
                <a:schemeClr val="tx1">
                  <a:lumMod val="75000"/>
                  <a:lumOff val="25000"/>
                </a:schemeClr>
              </a:solidFill>
              <a:latin typeface="Catamaran" panose="020B0604020202020204" charset="0"/>
              <a:cs typeface="Catamaran" panose="020B0604020202020204" charset="0"/>
            </a:endParaRPr>
          </a:p>
        </p:txBody>
      </p:sp>
    </p:spTree>
    <p:extLst>
      <p:ext uri="{BB962C8B-B14F-4D97-AF65-F5344CB8AC3E}">
        <p14:creationId xmlns:p14="http://schemas.microsoft.com/office/powerpoint/2010/main" val="1621076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47;p45">
            <a:extLst>
              <a:ext uri="{FF2B5EF4-FFF2-40B4-BE49-F238E27FC236}">
                <a16:creationId xmlns:a16="http://schemas.microsoft.com/office/drawing/2014/main" id="{69EC80AF-9A98-EB00-2728-A171189F1DBC}"/>
              </a:ext>
            </a:extLst>
          </p:cNvPr>
          <p:cNvSpPr txBox="1">
            <a:spLocks/>
          </p:cNvSpPr>
          <p:nvPr/>
        </p:nvSpPr>
        <p:spPr>
          <a:xfrm>
            <a:off x="673257" y="1116175"/>
            <a:ext cx="7952015" cy="34231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Catamaran"/>
              <a:buNone/>
              <a:defRPr sz="2800" b="0" i="0" u="none" strike="noStrike" cap="none">
                <a:solidFill>
                  <a:schemeClr val="dk1"/>
                </a:solidFill>
                <a:latin typeface="Catamaran"/>
                <a:ea typeface="Catamaran"/>
                <a:cs typeface="Catamaran"/>
                <a:sym typeface="Catamaran"/>
              </a:defRPr>
            </a:lvl1pPr>
            <a:lvl2pPr marL="914400" marR="0" lvl="1"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2pPr>
            <a:lvl3pPr marL="1371600" marR="0" lvl="2"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3pPr>
            <a:lvl4pPr marL="1828800" marR="0" lvl="3"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4pPr>
            <a:lvl5pPr marL="2286000" marR="0" lvl="4"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5pPr>
            <a:lvl6pPr marL="2743200" marR="0" lvl="5"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6pPr>
            <a:lvl7pPr marL="3200400" marR="0" lvl="6"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7pPr>
            <a:lvl8pPr marL="3657600" marR="0" lvl="7"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8pPr>
            <a:lvl9pPr marL="4114800" marR="0" lvl="8"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9pPr>
          </a:lstStyle>
          <a:p>
            <a:pPr marL="0" indent="0">
              <a:buSzPts val="1100"/>
            </a:pPr>
            <a:r>
              <a:rPr lang="en" sz="2000" dirty="0">
                <a:solidFill>
                  <a:schemeClr val="tx1">
                    <a:lumMod val="75000"/>
                    <a:lumOff val="25000"/>
                  </a:schemeClr>
                </a:solidFill>
              </a:rPr>
              <a:t>Cada pregunta generó una matriz de nxn de distancias, dentro del rango de 0 a 1,  entre los participantes.</a:t>
            </a:r>
          </a:p>
          <a:p>
            <a:pPr marL="0" indent="0">
              <a:buSzPts val="1100"/>
            </a:pPr>
            <a:endParaRPr lang="en" sz="2000" dirty="0">
              <a:solidFill>
                <a:schemeClr val="tx1">
                  <a:lumMod val="75000"/>
                  <a:lumOff val="25000"/>
                </a:schemeClr>
              </a:solidFill>
              <a:latin typeface="Catamaran" panose="020B0604020202020204" charset="0"/>
              <a:cs typeface="Catamaran" panose="020B0604020202020204" charset="0"/>
            </a:endParaRPr>
          </a:p>
          <a:p>
            <a:pPr marL="0" indent="0">
              <a:buSzPts val="1100"/>
            </a:pPr>
            <a:r>
              <a:rPr lang="en" sz="2000" dirty="0">
                <a:solidFill>
                  <a:schemeClr val="tx1">
                    <a:lumMod val="75000"/>
                    <a:lumOff val="25000"/>
                  </a:schemeClr>
                </a:solidFill>
                <a:latin typeface="Catamaran" panose="020B0604020202020204" charset="0"/>
                <a:cs typeface="Catamaran" panose="020B0604020202020204" charset="0"/>
              </a:rPr>
              <a:t>Como todas las matrices tienen las mismas dimensiones se le puede dar un peso distinto a cada pregunta y obtener una sola matriz sumando las entradas:</a:t>
            </a:r>
          </a:p>
          <a:p>
            <a:pPr marL="0" indent="0" algn="ctr">
              <a:buSzPts val="1100"/>
            </a:pPr>
            <a:r>
              <a:rPr lang="es-MX" sz="2000" dirty="0">
                <a:solidFill>
                  <a:schemeClr val="tx1">
                    <a:lumMod val="75000"/>
                    <a:lumOff val="25000"/>
                  </a:schemeClr>
                </a:solidFill>
                <a:latin typeface="Catamaran" panose="020B0604020202020204" charset="0"/>
                <a:cs typeface="Catamaran" panose="020B0604020202020204" charset="0"/>
              </a:rPr>
              <a:t>(</a:t>
            </a:r>
            <a:r>
              <a:rPr lang="es-MX" sz="2000" dirty="0" err="1">
                <a:solidFill>
                  <a:schemeClr val="tx1">
                    <a:lumMod val="75000"/>
                    <a:lumOff val="25000"/>
                  </a:schemeClr>
                </a:solidFill>
                <a:latin typeface="Catamaran" panose="020B0604020202020204" charset="0"/>
                <a:cs typeface="Catamaran" panose="020B0604020202020204" charset="0"/>
              </a:rPr>
              <a:t>pts_busca</a:t>
            </a:r>
            <a:r>
              <a:rPr lang="es-MX" sz="2000" dirty="0">
                <a:solidFill>
                  <a:schemeClr val="tx1">
                    <a:lumMod val="75000"/>
                    <a:lumOff val="25000"/>
                  </a:schemeClr>
                </a:solidFill>
                <a:latin typeface="Catamaran" panose="020B0604020202020204" charset="0"/>
                <a:cs typeface="Catamaran" panose="020B0604020202020204" charset="0"/>
              </a:rPr>
              <a:t> * </a:t>
            </a:r>
            <a:r>
              <a:rPr lang="es-MX" sz="2000" dirty="0" err="1">
                <a:solidFill>
                  <a:schemeClr val="tx1">
                    <a:lumMod val="75000"/>
                    <a:lumOff val="25000"/>
                  </a:schemeClr>
                </a:solidFill>
                <a:latin typeface="Catamaran" panose="020B0604020202020204" charset="0"/>
                <a:cs typeface="Catamaran" panose="020B0604020202020204" charset="0"/>
              </a:rPr>
              <a:t>busqueda</a:t>
            </a:r>
            <a:r>
              <a:rPr lang="es-MX" sz="2000" dirty="0">
                <a:solidFill>
                  <a:schemeClr val="tx1">
                    <a:lumMod val="75000"/>
                    <a:lumOff val="25000"/>
                  </a:schemeClr>
                </a:solidFill>
                <a:latin typeface="Catamaran" panose="020B0604020202020204" charset="0"/>
                <a:cs typeface="Catamaran" panose="020B0604020202020204" charset="0"/>
              </a:rPr>
              <a:t>) +</a:t>
            </a:r>
          </a:p>
          <a:p>
            <a:pPr marL="0" indent="0" algn="ctr">
              <a:buSzPts val="1100"/>
            </a:pPr>
            <a:r>
              <a:rPr lang="es-MX" sz="2000" dirty="0">
                <a:solidFill>
                  <a:schemeClr val="tx1">
                    <a:lumMod val="75000"/>
                    <a:lumOff val="25000"/>
                  </a:schemeClr>
                </a:solidFill>
                <a:latin typeface="Catamaran" panose="020B0604020202020204" charset="0"/>
                <a:cs typeface="Catamaran" panose="020B0604020202020204" charset="0"/>
              </a:rPr>
              <a:t>(</a:t>
            </a:r>
            <a:r>
              <a:rPr lang="es-MX" sz="2000" dirty="0" err="1">
                <a:solidFill>
                  <a:schemeClr val="tx1">
                    <a:lumMod val="75000"/>
                    <a:lumOff val="25000"/>
                  </a:schemeClr>
                </a:solidFill>
                <a:latin typeface="Catamaran" panose="020B0604020202020204" charset="0"/>
                <a:cs typeface="Catamaran" panose="020B0604020202020204" charset="0"/>
              </a:rPr>
              <a:t>pts_hobbies</a:t>
            </a:r>
            <a:r>
              <a:rPr lang="es-MX" sz="2000" dirty="0">
                <a:solidFill>
                  <a:schemeClr val="tx1">
                    <a:lumMod val="75000"/>
                    <a:lumOff val="25000"/>
                  </a:schemeClr>
                </a:solidFill>
                <a:latin typeface="Catamaran" panose="020B0604020202020204" charset="0"/>
                <a:cs typeface="Catamaran" panose="020B0604020202020204" charset="0"/>
              </a:rPr>
              <a:t> * hobbies) +                                </a:t>
            </a:r>
          </a:p>
          <a:p>
            <a:pPr marL="0" indent="0" algn="ctr">
              <a:buSzPts val="1100"/>
            </a:pPr>
            <a:r>
              <a:rPr lang="es-MX" sz="2000" dirty="0">
                <a:solidFill>
                  <a:schemeClr val="tx1">
                    <a:lumMod val="75000"/>
                    <a:lumOff val="25000"/>
                  </a:schemeClr>
                </a:solidFill>
                <a:latin typeface="Catamaran" panose="020B0604020202020204" charset="0"/>
                <a:cs typeface="Catamaran" panose="020B0604020202020204" charset="0"/>
              </a:rPr>
              <a:t>(</a:t>
            </a:r>
            <a:r>
              <a:rPr lang="es-MX" sz="2000" dirty="0" err="1">
                <a:solidFill>
                  <a:schemeClr val="tx1">
                    <a:lumMod val="75000"/>
                    <a:lumOff val="25000"/>
                  </a:schemeClr>
                </a:solidFill>
                <a:latin typeface="Catamaran" panose="020B0604020202020204" charset="0"/>
                <a:cs typeface="Catamaran" panose="020B0604020202020204" charset="0"/>
              </a:rPr>
              <a:t>pts_primeraCita</a:t>
            </a:r>
            <a:r>
              <a:rPr lang="es-MX" sz="2000" dirty="0">
                <a:solidFill>
                  <a:schemeClr val="tx1">
                    <a:lumMod val="75000"/>
                    <a:lumOff val="25000"/>
                  </a:schemeClr>
                </a:solidFill>
                <a:latin typeface="Catamaran" panose="020B0604020202020204" charset="0"/>
                <a:cs typeface="Catamaran" panose="020B0604020202020204" charset="0"/>
              </a:rPr>
              <a:t> * </a:t>
            </a:r>
            <a:r>
              <a:rPr lang="es-MX" sz="2000" dirty="0" err="1">
                <a:solidFill>
                  <a:schemeClr val="tx1">
                    <a:lumMod val="75000"/>
                    <a:lumOff val="25000"/>
                  </a:schemeClr>
                </a:solidFill>
                <a:latin typeface="Catamaran" panose="020B0604020202020204" charset="0"/>
                <a:cs typeface="Catamaran" panose="020B0604020202020204" charset="0"/>
              </a:rPr>
              <a:t>primeraCita</a:t>
            </a:r>
            <a:r>
              <a:rPr lang="es-MX" sz="2000" dirty="0">
                <a:solidFill>
                  <a:schemeClr val="tx1">
                    <a:lumMod val="75000"/>
                    <a:lumOff val="25000"/>
                  </a:schemeClr>
                </a:solidFill>
                <a:latin typeface="Catamaran" panose="020B0604020202020204" charset="0"/>
                <a:cs typeface="Catamaran" panose="020B0604020202020204" charset="0"/>
              </a:rPr>
              <a:t>) +</a:t>
            </a:r>
          </a:p>
          <a:p>
            <a:pPr marL="0" indent="0" algn="ctr">
              <a:buSzPts val="1100"/>
            </a:pPr>
            <a:r>
              <a:rPr lang="es-MX" sz="2000" dirty="0">
                <a:solidFill>
                  <a:schemeClr val="tx1">
                    <a:lumMod val="75000"/>
                    <a:lumOff val="25000"/>
                  </a:schemeClr>
                </a:solidFill>
                <a:latin typeface="Catamaran" panose="020B0604020202020204" charset="0"/>
                <a:cs typeface="Catamaran" panose="020B0604020202020204" charset="0"/>
              </a:rPr>
              <a:t> (</a:t>
            </a:r>
            <a:r>
              <a:rPr lang="es-MX" sz="2000" dirty="0" err="1">
                <a:solidFill>
                  <a:schemeClr val="tx1">
                    <a:lumMod val="75000"/>
                    <a:lumOff val="25000"/>
                  </a:schemeClr>
                </a:solidFill>
                <a:latin typeface="Catamaran" panose="020B0604020202020204" charset="0"/>
                <a:cs typeface="Catamaran" panose="020B0604020202020204" charset="0"/>
              </a:rPr>
              <a:t>pts_lugaresFac</a:t>
            </a:r>
            <a:r>
              <a:rPr lang="es-MX" sz="2000" dirty="0">
                <a:solidFill>
                  <a:schemeClr val="tx1">
                    <a:lumMod val="75000"/>
                    <a:lumOff val="25000"/>
                  </a:schemeClr>
                </a:solidFill>
                <a:latin typeface="Catamaran" panose="020B0604020202020204" charset="0"/>
                <a:cs typeface="Catamaran" panose="020B0604020202020204" charset="0"/>
              </a:rPr>
              <a:t> * </a:t>
            </a:r>
            <a:r>
              <a:rPr lang="es-MX" sz="2000" dirty="0" err="1">
                <a:solidFill>
                  <a:schemeClr val="tx1">
                    <a:lumMod val="75000"/>
                    <a:lumOff val="25000"/>
                  </a:schemeClr>
                </a:solidFill>
                <a:latin typeface="Catamaran" panose="020B0604020202020204" charset="0"/>
                <a:cs typeface="Catamaran" panose="020B0604020202020204" charset="0"/>
              </a:rPr>
              <a:t>lugaresFac</a:t>
            </a:r>
            <a:r>
              <a:rPr lang="es-MX" sz="2000" dirty="0">
                <a:solidFill>
                  <a:schemeClr val="tx1">
                    <a:lumMod val="75000"/>
                    <a:lumOff val="25000"/>
                  </a:schemeClr>
                </a:solidFill>
                <a:latin typeface="Catamaran" panose="020B0604020202020204" charset="0"/>
                <a:cs typeface="Catamaran" panose="020B0604020202020204" charset="0"/>
              </a:rPr>
              <a:t>) </a:t>
            </a:r>
          </a:p>
        </p:txBody>
      </p:sp>
      <p:sp>
        <p:nvSpPr>
          <p:cNvPr id="5" name="Subtítulo 2">
            <a:extLst>
              <a:ext uri="{FF2B5EF4-FFF2-40B4-BE49-F238E27FC236}">
                <a16:creationId xmlns:a16="http://schemas.microsoft.com/office/drawing/2014/main" id="{FF83B02E-A26F-A8BD-A5E7-8D18D199F143}"/>
              </a:ext>
            </a:extLst>
          </p:cNvPr>
          <p:cNvSpPr txBox="1">
            <a:spLocks/>
          </p:cNvSpPr>
          <p:nvPr/>
        </p:nvSpPr>
        <p:spPr>
          <a:xfrm>
            <a:off x="673257" y="403160"/>
            <a:ext cx="7797486" cy="71301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27000" lvl="1" algn="ctr"/>
            <a:r>
              <a:rPr lang="es-MX" sz="2800" dirty="0">
                <a:latin typeface="Modern Love Grunge" panose="04070805081005020601" pitchFamily="82" charset="0"/>
                <a:cs typeface="Catamaran" panose="020B0604020202020204" charset="0"/>
              </a:rPr>
              <a:t>Matriz de distancia</a:t>
            </a:r>
          </a:p>
        </p:txBody>
      </p:sp>
    </p:spTree>
    <p:extLst>
      <p:ext uri="{BB962C8B-B14F-4D97-AF65-F5344CB8AC3E}">
        <p14:creationId xmlns:p14="http://schemas.microsoft.com/office/powerpoint/2010/main" val="4035836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2" name="Subtítulo 2">
            <a:extLst>
              <a:ext uri="{FF2B5EF4-FFF2-40B4-BE49-F238E27FC236}">
                <a16:creationId xmlns:a16="http://schemas.microsoft.com/office/drawing/2014/main" id="{84216970-FEC7-EBDE-3F12-00CB0D914F53}"/>
              </a:ext>
            </a:extLst>
          </p:cNvPr>
          <p:cNvSpPr txBox="1">
            <a:spLocks/>
          </p:cNvSpPr>
          <p:nvPr/>
        </p:nvSpPr>
        <p:spPr>
          <a:xfrm>
            <a:off x="673257" y="403160"/>
            <a:ext cx="7797486" cy="71301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27000" lvl="1" algn="ctr"/>
            <a:r>
              <a:rPr lang="es-MX" sz="2800" dirty="0">
                <a:latin typeface="Modern Love Grunge" panose="04070805081005020601" pitchFamily="82" charset="0"/>
                <a:cs typeface="Catamaran" panose="020B0604020202020204" charset="0"/>
              </a:rPr>
              <a:t>Modelos y evaluación</a:t>
            </a:r>
          </a:p>
        </p:txBody>
      </p:sp>
      <p:sp>
        <p:nvSpPr>
          <p:cNvPr id="3" name="Google Shape;547;p45">
            <a:extLst>
              <a:ext uri="{FF2B5EF4-FFF2-40B4-BE49-F238E27FC236}">
                <a16:creationId xmlns:a16="http://schemas.microsoft.com/office/drawing/2014/main" id="{A557F381-4AC5-006F-3721-C7AA70D98355}"/>
              </a:ext>
            </a:extLst>
          </p:cNvPr>
          <p:cNvSpPr txBox="1">
            <a:spLocks/>
          </p:cNvSpPr>
          <p:nvPr/>
        </p:nvSpPr>
        <p:spPr>
          <a:xfrm>
            <a:off x="673257" y="1116175"/>
            <a:ext cx="7952015" cy="34231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Catamaran"/>
              <a:buNone/>
              <a:defRPr sz="2800" b="0" i="0" u="none" strike="noStrike" cap="none">
                <a:solidFill>
                  <a:schemeClr val="dk1"/>
                </a:solidFill>
                <a:latin typeface="Catamaran"/>
                <a:ea typeface="Catamaran"/>
                <a:cs typeface="Catamaran"/>
                <a:sym typeface="Catamaran"/>
              </a:defRPr>
            </a:lvl1pPr>
            <a:lvl2pPr marL="914400" marR="0" lvl="1"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2pPr>
            <a:lvl3pPr marL="1371600" marR="0" lvl="2"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3pPr>
            <a:lvl4pPr marL="1828800" marR="0" lvl="3"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4pPr>
            <a:lvl5pPr marL="2286000" marR="0" lvl="4"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5pPr>
            <a:lvl6pPr marL="2743200" marR="0" lvl="5"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6pPr>
            <a:lvl7pPr marL="3200400" marR="0" lvl="6"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7pPr>
            <a:lvl8pPr marL="3657600" marR="0" lvl="7"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8pPr>
            <a:lvl9pPr marL="4114800" marR="0" lvl="8" indent="-317500" algn="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9pPr>
          </a:lstStyle>
          <a:p>
            <a:pPr marL="0" indent="0">
              <a:buSzPts val="1100"/>
            </a:pPr>
            <a:r>
              <a:rPr lang="es-MX" sz="2000" dirty="0">
                <a:solidFill>
                  <a:schemeClr val="tx1">
                    <a:lumMod val="75000"/>
                    <a:lumOff val="25000"/>
                  </a:schemeClr>
                </a:solidFill>
              </a:rPr>
              <a:t>Se evaluaron distintos modelos y se conservó el que tenía en promedio </a:t>
            </a:r>
            <a:endParaRPr lang="es-MX" sz="2000" dirty="0">
              <a:solidFill>
                <a:schemeClr val="tx1">
                  <a:lumMod val="75000"/>
                  <a:lumOff val="25000"/>
                </a:schemeClr>
              </a:solidFill>
              <a:latin typeface="Catamaran" panose="020B0604020202020204" charset="0"/>
              <a:cs typeface="Catamaran" panose="020B060402020202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44"/>
          <p:cNvSpPr txBox="1">
            <a:spLocks noGrp="1"/>
          </p:cNvSpPr>
          <p:nvPr>
            <p:ph type="title"/>
          </p:nvPr>
        </p:nvSpPr>
        <p:spPr>
          <a:xfrm>
            <a:off x="2354100" y="1374688"/>
            <a:ext cx="4435800" cy="72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Introduction</a:t>
            </a:r>
            <a:endParaRPr/>
          </a:p>
        </p:txBody>
      </p:sp>
      <p:sp>
        <p:nvSpPr>
          <p:cNvPr id="512" name="Google Shape;512;p44"/>
          <p:cNvSpPr txBox="1">
            <a:spLocks noGrp="1"/>
          </p:cNvSpPr>
          <p:nvPr>
            <p:ph type="subTitle" idx="1"/>
          </p:nvPr>
        </p:nvSpPr>
        <p:spPr>
          <a:xfrm>
            <a:off x="2354100" y="2095713"/>
            <a:ext cx="4435800" cy="1520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Clr>
                <a:schemeClr val="dk1"/>
              </a:buClr>
              <a:buSzPts val="1100"/>
              <a:buFont typeface="Arial"/>
              <a:buNone/>
            </a:pPr>
            <a:r>
              <a:rPr lang="en"/>
              <a:t>Vous pouvez donner ici une brève description du sujet dont vous souhaitez parler. Par exemple, si vous voulez parler de Mercure, vous pouvez dire que c'est la plus petite planète de tout le système solaire</a:t>
            </a:r>
            <a:endParaRPr/>
          </a:p>
        </p:txBody>
      </p:sp>
      <p:pic>
        <p:nvPicPr>
          <p:cNvPr id="513" name="Google Shape;513;p44"/>
          <p:cNvPicPr preferRelativeResize="0"/>
          <p:nvPr/>
        </p:nvPicPr>
        <p:blipFill rotWithShape="1">
          <a:blip r:embed="rId3">
            <a:alphaModFix amt="81000"/>
          </a:blip>
          <a:srcRect l="35653" t="26726" r="33387" b="27688"/>
          <a:stretch/>
        </p:blipFill>
        <p:spPr>
          <a:xfrm>
            <a:off x="6651424" y="-705350"/>
            <a:ext cx="2831026" cy="2344575"/>
          </a:xfrm>
          <a:prstGeom prst="rect">
            <a:avLst/>
          </a:prstGeom>
          <a:noFill/>
          <a:ln>
            <a:noFill/>
          </a:ln>
        </p:spPr>
      </p:pic>
      <p:sp>
        <p:nvSpPr>
          <p:cNvPr id="514" name="Google Shape;514;p44"/>
          <p:cNvSpPr/>
          <p:nvPr/>
        </p:nvSpPr>
        <p:spPr>
          <a:xfrm rot="-3210967">
            <a:off x="7698609" y="-1121000"/>
            <a:ext cx="1196207" cy="3755377"/>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5" name="Google Shape;515;p44"/>
          <p:cNvGrpSpPr/>
          <p:nvPr/>
        </p:nvGrpSpPr>
        <p:grpSpPr>
          <a:xfrm rot="-9626322">
            <a:off x="401429" y="-506567"/>
            <a:ext cx="1683181" cy="2875801"/>
            <a:chOff x="4084725" y="1655475"/>
            <a:chExt cx="916200" cy="1565375"/>
          </a:xfrm>
        </p:grpSpPr>
        <p:sp>
          <p:nvSpPr>
            <p:cNvPr id="516" name="Google Shape;516;p44"/>
            <p:cNvSpPr/>
            <p:nvPr/>
          </p:nvSpPr>
          <p:spPr>
            <a:xfrm>
              <a:off x="4084725" y="1655475"/>
              <a:ext cx="916200" cy="1565375"/>
            </a:xfrm>
            <a:custGeom>
              <a:avLst/>
              <a:gdLst/>
              <a:ahLst/>
              <a:cxnLst/>
              <a:rect l="l" t="t" r="r" b="b"/>
              <a:pathLst>
                <a:path w="36648" h="62615" extrusionOk="0">
                  <a:moveTo>
                    <a:pt x="32038" y="113"/>
                  </a:moveTo>
                  <a:cubicBezTo>
                    <a:pt x="32273" y="113"/>
                    <a:pt x="32434" y="295"/>
                    <a:pt x="32528" y="664"/>
                  </a:cubicBezTo>
                  <a:cubicBezTo>
                    <a:pt x="32647" y="1104"/>
                    <a:pt x="32600" y="1557"/>
                    <a:pt x="32505" y="1997"/>
                  </a:cubicBezTo>
                  <a:cubicBezTo>
                    <a:pt x="32255" y="2962"/>
                    <a:pt x="31933" y="3902"/>
                    <a:pt x="31469" y="4795"/>
                  </a:cubicBezTo>
                  <a:cubicBezTo>
                    <a:pt x="31064" y="5581"/>
                    <a:pt x="30635" y="6379"/>
                    <a:pt x="30207" y="7153"/>
                  </a:cubicBezTo>
                  <a:cubicBezTo>
                    <a:pt x="29766" y="7951"/>
                    <a:pt x="29195" y="8665"/>
                    <a:pt x="28611" y="9367"/>
                  </a:cubicBezTo>
                  <a:cubicBezTo>
                    <a:pt x="28278" y="9784"/>
                    <a:pt x="27956" y="10213"/>
                    <a:pt x="27635" y="10629"/>
                  </a:cubicBezTo>
                  <a:cubicBezTo>
                    <a:pt x="27635" y="10641"/>
                    <a:pt x="27623" y="10641"/>
                    <a:pt x="27587" y="10665"/>
                  </a:cubicBezTo>
                  <a:cubicBezTo>
                    <a:pt x="27575" y="10629"/>
                    <a:pt x="27575" y="10618"/>
                    <a:pt x="27563" y="10618"/>
                  </a:cubicBezTo>
                  <a:cubicBezTo>
                    <a:pt x="27647" y="9510"/>
                    <a:pt x="27718" y="8427"/>
                    <a:pt x="27825" y="7331"/>
                  </a:cubicBezTo>
                  <a:cubicBezTo>
                    <a:pt x="27885" y="6653"/>
                    <a:pt x="27980" y="5986"/>
                    <a:pt x="28135" y="5331"/>
                  </a:cubicBezTo>
                  <a:cubicBezTo>
                    <a:pt x="28349" y="4510"/>
                    <a:pt x="28671" y="3736"/>
                    <a:pt x="29076" y="3009"/>
                  </a:cubicBezTo>
                  <a:cubicBezTo>
                    <a:pt x="29540" y="2164"/>
                    <a:pt x="30135" y="1414"/>
                    <a:pt x="30861" y="795"/>
                  </a:cubicBezTo>
                  <a:cubicBezTo>
                    <a:pt x="31100" y="604"/>
                    <a:pt x="31338" y="402"/>
                    <a:pt x="31612" y="259"/>
                  </a:cubicBezTo>
                  <a:cubicBezTo>
                    <a:pt x="31774" y="162"/>
                    <a:pt x="31916" y="113"/>
                    <a:pt x="32038" y="113"/>
                  </a:cubicBezTo>
                  <a:close/>
                  <a:moveTo>
                    <a:pt x="36100" y="8486"/>
                  </a:moveTo>
                  <a:cubicBezTo>
                    <a:pt x="36350" y="8498"/>
                    <a:pt x="36457" y="8629"/>
                    <a:pt x="36386" y="8879"/>
                  </a:cubicBezTo>
                  <a:cubicBezTo>
                    <a:pt x="36338" y="9010"/>
                    <a:pt x="36291" y="9141"/>
                    <a:pt x="36219" y="9260"/>
                  </a:cubicBezTo>
                  <a:cubicBezTo>
                    <a:pt x="35684" y="10141"/>
                    <a:pt x="34993" y="10903"/>
                    <a:pt x="34207" y="11558"/>
                  </a:cubicBezTo>
                  <a:cubicBezTo>
                    <a:pt x="33826" y="11868"/>
                    <a:pt x="33374" y="12058"/>
                    <a:pt x="32909" y="12177"/>
                  </a:cubicBezTo>
                  <a:cubicBezTo>
                    <a:pt x="32219" y="12356"/>
                    <a:pt x="31516" y="12523"/>
                    <a:pt x="30802" y="12665"/>
                  </a:cubicBezTo>
                  <a:cubicBezTo>
                    <a:pt x="29790" y="12880"/>
                    <a:pt x="28766" y="13070"/>
                    <a:pt x="27754" y="13261"/>
                  </a:cubicBezTo>
                  <a:cubicBezTo>
                    <a:pt x="27540" y="13296"/>
                    <a:pt x="27349" y="13356"/>
                    <a:pt x="27135" y="13416"/>
                  </a:cubicBezTo>
                  <a:cubicBezTo>
                    <a:pt x="27135" y="13392"/>
                    <a:pt x="27123" y="13380"/>
                    <a:pt x="27123" y="13368"/>
                  </a:cubicBezTo>
                  <a:cubicBezTo>
                    <a:pt x="27421" y="13046"/>
                    <a:pt x="27718" y="12713"/>
                    <a:pt x="28028" y="12427"/>
                  </a:cubicBezTo>
                  <a:cubicBezTo>
                    <a:pt x="28492" y="11987"/>
                    <a:pt x="28968" y="11546"/>
                    <a:pt x="29445" y="11118"/>
                  </a:cubicBezTo>
                  <a:cubicBezTo>
                    <a:pt x="29873" y="10749"/>
                    <a:pt x="30350" y="10439"/>
                    <a:pt x="30873" y="10225"/>
                  </a:cubicBezTo>
                  <a:cubicBezTo>
                    <a:pt x="32219" y="9677"/>
                    <a:pt x="33552" y="9153"/>
                    <a:pt x="34933" y="8724"/>
                  </a:cubicBezTo>
                  <a:cubicBezTo>
                    <a:pt x="35219" y="8629"/>
                    <a:pt x="35505" y="8570"/>
                    <a:pt x="35791" y="8510"/>
                  </a:cubicBezTo>
                  <a:cubicBezTo>
                    <a:pt x="35886" y="8486"/>
                    <a:pt x="35993" y="8486"/>
                    <a:pt x="36100" y="8486"/>
                  </a:cubicBezTo>
                  <a:close/>
                  <a:moveTo>
                    <a:pt x="18131" y="849"/>
                  </a:moveTo>
                  <a:cubicBezTo>
                    <a:pt x="18269" y="849"/>
                    <a:pt x="18400" y="924"/>
                    <a:pt x="18539" y="1069"/>
                  </a:cubicBezTo>
                  <a:cubicBezTo>
                    <a:pt x="18610" y="1164"/>
                    <a:pt x="18693" y="1259"/>
                    <a:pt x="18753" y="1343"/>
                  </a:cubicBezTo>
                  <a:cubicBezTo>
                    <a:pt x="19193" y="1974"/>
                    <a:pt x="19598" y="2605"/>
                    <a:pt x="19896" y="3319"/>
                  </a:cubicBezTo>
                  <a:cubicBezTo>
                    <a:pt x="20384" y="4498"/>
                    <a:pt x="20896" y="5676"/>
                    <a:pt x="21384" y="6843"/>
                  </a:cubicBezTo>
                  <a:cubicBezTo>
                    <a:pt x="21801" y="7867"/>
                    <a:pt x="21979" y="8915"/>
                    <a:pt x="22146" y="9987"/>
                  </a:cubicBezTo>
                  <a:cubicBezTo>
                    <a:pt x="22301" y="11010"/>
                    <a:pt x="22349" y="12046"/>
                    <a:pt x="22206" y="13070"/>
                  </a:cubicBezTo>
                  <a:cubicBezTo>
                    <a:pt x="22087" y="13844"/>
                    <a:pt x="21884" y="14618"/>
                    <a:pt x="21646" y="15380"/>
                  </a:cubicBezTo>
                  <a:cubicBezTo>
                    <a:pt x="21503" y="15821"/>
                    <a:pt x="21325" y="16273"/>
                    <a:pt x="21170" y="16714"/>
                  </a:cubicBezTo>
                  <a:cubicBezTo>
                    <a:pt x="21098" y="16952"/>
                    <a:pt x="21039" y="17178"/>
                    <a:pt x="20967" y="17416"/>
                  </a:cubicBezTo>
                  <a:cubicBezTo>
                    <a:pt x="20955" y="17452"/>
                    <a:pt x="20932" y="17487"/>
                    <a:pt x="20920" y="17523"/>
                  </a:cubicBezTo>
                  <a:cubicBezTo>
                    <a:pt x="20908" y="17523"/>
                    <a:pt x="20872" y="17535"/>
                    <a:pt x="20860" y="17535"/>
                  </a:cubicBezTo>
                  <a:cubicBezTo>
                    <a:pt x="20848" y="17476"/>
                    <a:pt x="20848" y="17416"/>
                    <a:pt x="20848" y="17368"/>
                  </a:cubicBezTo>
                  <a:cubicBezTo>
                    <a:pt x="20622" y="16642"/>
                    <a:pt x="20313" y="15952"/>
                    <a:pt x="19943" y="15285"/>
                  </a:cubicBezTo>
                  <a:cubicBezTo>
                    <a:pt x="19658" y="14761"/>
                    <a:pt x="19360" y="14261"/>
                    <a:pt x="19050" y="13773"/>
                  </a:cubicBezTo>
                  <a:cubicBezTo>
                    <a:pt x="18122" y="12284"/>
                    <a:pt x="17515" y="10665"/>
                    <a:pt x="17169" y="8927"/>
                  </a:cubicBezTo>
                  <a:cubicBezTo>
                    <a:pt x="16824" y="7189"/>
                    <a:pt x="16669" y="5450"/>
                    <a:pt x="16812" y="3676"/>
                  </a:cubicBezTo>
                  <a:cubicBezTo>
                    <a:pt x="16872" y="3057"/>
                    <a:pt x="16991" y="2450"/>
                    <a:pt x="17217" y="1866"/>
                  </a:cubicBezTo>
                  <a:cubicBezTo>
                    <a:pt x="17300" y="1640"/>
                    <a:pt x="17443" y="1426"/>
                    <a:pt x="17562" y="1224"/>
                  </a:cubicBezTo>
                  <a:cubicBezTo>
                    <a:pt x="17598" y="1152"/>
                    <a:pt x="17657" y="1093"/>
                    <a:pt x="17741" y="1033"/>
                  </a:cubicBezTo>
                  <a:cubicBezTo>
                    <a:pt x="17881" y="909"/>
                    <a:pt x="18009" y="849"/>
                    <a:pt x="18131" y="849"/>
                  </a:cubicBezTo>
                  <a:close/>
                  <a:moveTo>
                    <a:pt x="26007" y="23434"/>
                  </a:moveTo>
                  <a:cubicBezTo>
                    <a:pt x="26186" y="23434"/>
                    <a:pt x="26368" y="23444"/>
                    <a:pt x="26551" y="23464"/>
                  </a:cubicBezTo>
                  <a:cubicBezTo>
                    <a:pt x="27004" y="23524"/>
                    <a:pt x="27468" y="23560"/>
                    <a:pt x="27933" y="23643"/>
                  </a:cubicBezTo>
                  <a:cubicBezTo>
                    <a:pt x="28647" y="23762"/>
                    <a:pt x="29373" y="23893"/>
                    <a:pt x="30099" y="24012"/>
                  </a:cubicBezTo>
                  <a:cubicBezTo>
                    <a:pt x="30415" y="24062"/>
                    <a:pt x="30730" y="24083"/>
                    <a:pt x="31046" y="24083"/>
                  </a:cubicBezTo>
                  <a:cubicBezTo>
                    <a:pt x="31183" y="24083"/>
                    <a:pt x="31320" y="24079"/>
                    <a:pt x="31457" y="24072"/>
                  </a:cubicBezTo>
                  <a:lnTo>
                    <a:pt x="31635" y="24072"/>
                  </a:lnTo>
                  <a:cubicBezTo>
                    <a:pt x="31635" y="24084"/>
                    <a:pt x="31647" y="24095"/>
                    <a:pt x="31647" y="24119"/>
                  </a:cubicBezTo>
                  <a:cubicBezTo>
                    <a:pt x="31576" y="24143"/>
                    <a:pt x="31504" y="24179"/>
                    <a:pt x="31421" y="24191"/>
                  </a:cubicBezTo>
                  <a:cubicBezTo>
                    <a:pt x="30457" y="24453"/>
                    <a:pt x="29457" y="24595"/>
                    <a:pt x="28468" y="24679"/>
                  </a:cubicBezTo>
                  <a:cubicBezTo>
                    <a:pt x="27492" y="24750"/>
                    <a:pt x="26516" y="24810"/>
                    <a:pt x="25551" y="24869"/>
                  </a:cubicBezTo>
                  <a:cubicBezTo>
                    <a:pt x="24456" y="24953"/>
                    <a:pt x="23384" y="25072"/>
                    <a:pt x="22349" y="25429"/>
                  </a:cubicBezTo>
                  <a:cubicBezTo>
                    <a:pt x="21979" y="25560"/>
                    <a:pt x="21622" y="25727"/>
                    <a:pt x="21289" y="25929"/>
                  </a:cubicBezTo>
                  <a:cubicBezTo>
                    <a:pt x="20991" y="26119"/>
                    <a:pt x="20694" y="26334"/>
                    <a:pt x="20396" y="26524"/>
                  </a:cubicBezTo>
                  <a:cubicBezTo>
                    <a:pt x="20348" y="26560"/>
                    <a:pt x="20301" y="26596"/>
                    <a:pt x="20241" y="26631"/>
                  </a:cubicBezTo>
                  <a:cubicBezTo>
                    <a:pt x="20241" y="26620"/>
                    <a:pt x="20217" y="26620"/>
                    <a:pt x="20217" y="26596"/>
                  </a:cubicBezTo>
                  <a:lnTo>
                    <a:pt x="20301" y="26524"/>
                  </a:lnTo>
                  <a:cubicBezTo>
                    <a:pt x="21241" y="25524"/>
                    <a:pt x="22301" y="24679"/>
                    <a:pt x="23539" y="24060"/>
                  </a:cubicBezTo>
                  <a:cubicBezTo>
                    <a:pt x="24328" y="23665"/>
                    <a:pt x="25142" y="23434"/>
                    <a:pt x="26007" y="23434"/>
                  </a:cubicBezTo>
                  <a:close/>
                  <a:moveTo>
                    <a:pt x="32275" y="17767"/>
                  </a:moveTo>
                  <a:cubicBezTo>
                    <a:pt x="32407" y="17767"/>
                    <a:pt x="32539" y="17769"/>
                    <a:pt x="32671" y="17773"/>
                  </a:cubicBezTo>
                  <a:cubicBezTo>
                    <a:pt x="33362" y="17785"/>
                    <a:pt x="34040" y="17880"/>
                    <a:pt x="34695" y="18071"/>
                  </a:cubicBezTo>
                  <a:cubicBezTo>
                    <a:pt x="35029" y="18178"/>
                    <a:pt x="35350" y="18309"/>
                    <a:pt x="35648" y="18488"/>
                  </a:cubicBezTo>
                  <a:cubicBezTo>
                    <a:pt x="36219" y="18833"/>
                    <a:pt x="36422" y="19440"/>
                    <a:pt x="36231" y="20083"/>
                  </a:cubicBezTo>
                  <a:cubicBezTo>
                    <a:pt x="36124" y="20464"/>
                    <a:pt x="35922" y="20797"/>
                    <a:pt x="35684" y="21119"/>
                  </a:cubicBezTo>
                  <a:cubicBezTo>
                    <a:pt x="34969" y="22107"/>
                    <a:pt x="34076" y="22881"/>
                    <a:pt x="33052" y="23500"/>
                  </a:cubicBezTo>
                  <a:cubicBezTo>
                    <a:pt x="32766" y="23679"/>
                    <a:pt x="32445" y="23786"/>
                    <a:pt x="32112" y="23845"/>
                  </a:cubicBezTo>
                  <a:cubicBezTo>
                    <a:pt x="31790" y="23896"/>
                    <a:pt x="31471" y="23918"/>
                    <a:pt x="31153" y="23918"/>
                  </a:cubicBezTo>
                  <a:cubicBezTo>
                    <a:pt x="30646" y="23918"/>
                    <a:pt x="30145" y="23862"/>
                    <a:pt x="29647" y="23774"/>
                  </a:cubicBezTo>
                  <a:cubicBezTo>
                    <a:pt x="28599" y="23583"/>
                    <a:pt x="27540" y="23381"/>
                    <a:pt x="26492" y="23298"/>
                  </a:cubicBezTo>
                  <a:cubicBezTo>
                    <a:pt x="26327" y="23282"/>
                    <a:pt x="26164" y="23275"/>
                    <a:pt x="26002" y="23275"/>
                  </a:cubicBezTo>
                  <a:cubicBezTo>
                    <a:pt x="25168" y="23275"/>
                    <a:pt x="24368" y="23477"/>
                    <a:pt x="23611" y="23845"/>
                  </a:cubicBezTo>
                  <a:cubicBezTo>
                    <a:pt x="22360" y="24453"/>
                    <a:pt x="21289" y="25286"/>
                    <a:pt x="20324" y="26262"/>
                  </a:cubicBezTo>
                  <a:cubicBezTo>
                    <a:pt x="19836" y="26751"/>
                    <a:pt x="19348" y="27215"/>
                    <a:pt x="18848" y="27691"/>
                  </a:cubicBezTo>
                  <a:cubicBezTo>
                    <a:pt x="18812" y="27727"/>
                    <a:pt x="18753" y="27774"/>
                    <a:pt x="18705" y="27822"/>
                  </a:cubicBezTo>
                  <a:lnTo>
                    <a:pt x="18669" y="27786"/>
                  </a:lnTo>
                  <a:cubicBezTo>
                    <a:pt x="18812" y="27548"/>
                    <a:pt x="18943" y="27298"/>
                    <a:pt x="19086" y="27048"/>
                  </a:cubicBezTo>
                  <a:cubicBezTo>
                    <a:pt x="20813" y="24214"/>
                    <a:pt x="23015" y="21857"/>
                    <a:pt x="25682" y="19916"/>
                  </a:cubicBezTo>
                  <a:cubicBezTo>
                    <a:pt x="27647" y="18493"/>
                    <a:pt x="29858" y="17767"/>
                    <a:pt x="32275" y="17767"/>
                  </a:cubicBezTo>
                  <a:close/>
                  <a:moveTo>
                    <a:pt x="11058" y="13217"/>
                  </a:moveTo>
                  <a:cubicBezTo>
                    <a:pt x="11163" y="13217"/>
                    <a:pt x="11271" y="13231"/>
                    <a:pt x="11383" y="13261"/>
                  </a:cubicBezTo>
                  <a:cubicBezTo>
                    <a:pt x="11681" y="13356"/>
                    <a:pt x="11931" y="13499"/>
                    <a:pt x="12169" y="13701"/>
                  </a:cubicBezTo>
                  <a:cubicBezTo>
                    <a:pt x="12478" y="13951"/>
                    <a:pt x="12728" y="14237"/>
                    <a:pt x="12966" y="14547"/>
                  </a:cubicBezTo>
                  <a:cubicBezTo>
                    <a:pt x="13967" y="15856"/>
                    <a:pt x="14717" y="17297"/>
                    <a:pt x="15193" y="18880"/>
                  </a:cubicBezTo>
                  <a:cubicBezTo>
                    <a:pt x="15883" y="21178"/>
                    <a:pt x="16288" y="23560"/>
                    <a:pt x="16407" y="25977"/>
                  </a:cubicBezTo>
                  <a:cubicBezTo>
                    <a:pt x="16443" y="26715"/>
                    <a:pt x="16479" y="27465"/>
                    <a:pt x="16526" y="28203"/>
                  </a:cubicBezTo>
                  <a:lnTo>
                    <a:pt x="16526" y="28536"/>
                  </a:lnTo>
                  <a:lnTo>
                    <a:pt x="16479" y="28536"/>
                  </a:lnTo>
                  <a:cubicBezTo>
                    <a:pt x="16395" y="28382"/>
                    <a:pt x="16312" y="28251"/>
                    <a:pt x="16217" y="28108"/>
                  </a:cubicBezTo>
                  <a:cubicBezTo>
                    <a:pt x="15848" y="27524"/>
                    <a:pt x="15383" y="27012"/>
                    <a:pt x="14883" y="26536"/>
                  </a:cubicBezTo>
                  <a:cubicBezTo>
                    <a:pt x="13895" y="25608"/>
                    <a:pt x="13050" y="24548"/>
                    <a:pt x="12288" y="23417"/>
                  </a:cubicBezTo>
                  <a:cubicBezTo>
                    <a:pt x="11823" y="22714"/>
                    <a:pt x="11454" y="21988"/>
                    <a:pt x="11180" y="21214"/>
                  </a:cubicBezTo>
                  <a:cubicBezTo>
                    <a:pt x="10549" y="19357"/>
                    <a:pt x="10014" y="17476"/>
                    <a:pt x="9752" y="15511"/>
                  </a:cubicBezTo>
                  <a:cubicBezTo>
                    <a:pt x="9728" y="15213"/>
                    <a:pt x="9692" y="14928"/>
                    <a:pt x="9680" y="14630"/>
                  </a:cubicBezTo>
                  <a:cubicBezTo>
                    <a:pt x="9668" y="14475"/>
                    <a:pt x="9668" y="14320"/>
                    <a:pt x="9692" y="14154"/>
                  </a:cubicBezTo>
                  <a:cubicBezTo>
                    <a:pt x="9740" y="13856"/>
                    <a:pt x="9895" y="13618"/>
                    <a:pt x="10168" y="13475"/>
                  </a:cubicBezTo>
                  <a:cubicBezTo>
                    <a:pt x="10462" y="13333"/>
                    <a:pt x="10748" y="13217"/>
                    <a:pt x="11058" y="13217"/>
                  </a:cubicBezTo>
                  <a:close/>
                  <a:moveTo>
                    <a:pt x="7125" y="29645"/>
                  </a:moveTo>
                  <a:cubicBezTo>
                    <a:pt x="7427" y="29645"/>
                    <a:pt x="7730" y="29660"/>
                    <a:pt x="8037" y="29691"/>
                  </a:cubicBezTo>
                  <a:cubicBezTo>
                    <a:pt x="9609" y="29894"/>
                    <a:pt x="11109" y="30346"/>
                    <a:pt x="12526" y="31096"/>
                  </a:cubicBezTo>
                  <a:cubicBezTo>
                    <a:pt x="12752" y="31215"/>
                    <a:pt x="12978" y="31346"/>
                    <a:pt x="13193" y="31477"/>
                  </a:cubicBezTo>
                  <a:cubicBezTo>
                    <a:pt x="13252" y="31513"/>
                    <a:pt x="13312" y="31573"/>
                    <a:pt x="13359" y="31620"/>
                  </a:cubicBezTo>
                  <a:cubicBezTo>
                    <a:pt x="10751" y="30642"/>
                    <a:pt x="8068" y="30279"/>
                    <a:pt x="5326" y="30279"/>
                  </a:cubicBezTo>
                  <a:cubicBezTo>
                    <a:pt x="4764" y="30279"/>
                    <a:pt x="4199" y="30294"/>
                    <a:pt x="3632" y="30322"/>
                  </a:cubicBezTo>
                  <a:cubicBezTo>
                    <a:pt x="4773" y="29885"/>
                    <a:pt x="5929" y="29645"/>
                    <a:pt x="7125" y="29645"/>
                  </a:cubicBezTo>
                  <a:close/>
                  <a:moveTo>
                    <a:pt x="5900" y="28785"/>
                  </a:moveTo>
                  <a:cubicBezTo>
                    <a:pt x="6981" y="28785"/>
                    <a:pt x="8063" y="28903"/>
                    <a:pt x="9144" y="29132"/>
                  </a:cubicBezTo>
                  <a:cubicBezTo>
                    <a:pt x="10145" y="29334"/>
                    <a:pt x="11097" y="29632"/>
                    <a:pt x="12026" y="30072"/>
                  </a:cubicBezTo>
                  <a:cubicBezTo>
                    <a:pt x="12824" y="30453"/>
                    <a:pt x="13574" y="30906"/>
                    <a:pt x="14228" y="31501"/>
                  </a:cubicBezTo>
                  <a:cubicBezTo>
                    <a:pt x="14538" y="31775"/>
                    <a:pt x="14788" y="32108"/>
                    <a:pt x="15026" y="32454"/>
                  </a:cubicBezTo>
                  <a:cubicBezTo>
                    <a:pt x="15062" y="32489"/>
                    <a:pt x="15074" y="32537"/>
                    <a:pt x="15121" y="32608"/>
                  </a:cubicBezTo>
                  <a:cubicBezTo>
                    <a:pt x="14836" y="32406"/>
                    <a:pt x="14586" y="32215"/>
                    <a:pt x="14324" y="32037"/>
                  </a:cubicBezTo>
                  <a:cubicBezTo>
                    <a:pt x="13812" y="31692"/>
                    <a:pt x="13288" y="31334"/>
                    <a:pt x="12752" y="31025"/>
                  </a:cubicBezTo>
                  <a:cubicBezTo>
                    <a:pt x="12109" y="30644"/>
                    <a:pt x="11430" y="30370"/>
                    <a:pt x="10716" y="30132"/>
                  </a:cubicBezTo>
                  <a:cubicBezTo>
                    <a:pt x="9716" y="29787"/>
                    <a:pt x="8692" y="29572"/>
                    <a:pt x="7644" y="29501"/>
                  </a:cubicBezTo>
                  <a:cubicBezTo>
                    <a:pt x="7419" y="29485"/>
                    <a:pt x="7196" y="29477"/>
                    <a:pt x="6975" y="29477"/>
                  </a:cubicBezTo>
                  <a:cubicBezTo>
                    <a:pt x="6211" y="29477"/>
                    <a:pt x="5466" y="29574"/>
                    <a:pt x="4727" y="29787"/>
                  </a:cubicBezTo>
                  <a:cubicBezTo>
                    <a:pt x="4144" y="29953"/>
                    <a:pt x="3584" y="30132"/>
                    <a:pt x="3013" y="30275"/>
                  </a:cubicBezTo>
                  <a:cubicBezTo>
                    <a:pt x="2298" y="30465"/>
                    <a:pt x="1572" y="30513"/>
                    <a:pt x="834" y="30513"/>
                  </a:cubicBezTo>
                  <a:cubicBezTo>
                    <a:pt x="727" y="30513"/>
                    <a:pt x="608" y="30501"/>
                    <a:pt x="501" y="30465"/>
                  </a:cubicBezTo>
                  <a:cubicBezTo>
                    <a:pt x="429" y="30453"/>
                    <a:pt x="358" y="30406"/>
                    <a:pt x="298" y="30382"/>
                  </a:cubicBezTo>
                  <a:cubicBezTo>
                    <a:pt x="262" y="30251"/>
                    <a:pt x="310" y="30168"/>
                    <a:pt x="381" y="30108"/>
                  </a:cubicBezTo>
                  <a:cubicBezTo>
                    <a:pt x="453" y="30049"/>
                    <a:pt x="536" y="30013"/>
                    <a:pt x="608" y="29965"/>
                  </a:cubicBezTo>
                  <a:cubicBezTo>
                    <a:pt x="1489" y="29501"/>
                    <a:pt x="2406" y="29156"/>
                    <a:pt x="3394" y="29001"/>
                  </a:cubicBezTo>
                  <a:cubicBezTo>
                    <a:pt x="4229" y="28856"/>
                    <a:pt x="5064" y="28785"/>
                    <a:pt x="5900" y="28785"/>
                  </a:cubicBezTo>
                  <a:close/>
                  <a:moveTo>
                    <a:pt x="22417" y="30566"/>
                  </a:moveTo>
                  <a:cubicBezTo>
                    <a:pt x="22825" y="30566"/>
                    <a:pt x="23221" y="30666"/>
                    <a:pt x="23587" y="30882"/>
                  </a:cubicBezTo>
                  <a:cubicBezTo>
                    <a:pt x="23968" y="31108"/>
                    <a:pt x="24158" y="31465"/>
                    <a:pt x="24146" y="31930"/>
                  </a:cubicBezTo>
                  <a:cubicBezTo>
                    <a:pt x="24123" y="32418"/>
                    <a:pt x="23992" y="32882"/>
                    <a:pt x="23813" y="33323"/>
                  </a:cubicBezTo>
                  <a:cubicBezTo>
                    <a:pt x="23527" y="34025"/>
                    <a:pt x="23146" y="34680"/>
                    <a:pt x="22730" y="35311"/>
                  </a:cubicBezTo>
                  <a:cubicBezTo>
                    <a:pt x="21515" y="37180"/>
                    <a:pt x="19920" y="38704"/>
                    <a:pt x="18169" y="40050"/>
                  </a:cubicBezTo>
                  <a:cubicBezTo>
                    <a:pt x="17562" y="40514"/>
                    <a:pt x="16895" y="40967"/>
                    <a:pt x="16288" y="41443"/>
                  </a:cubicBezTo>
                  <a:cubicBezTo>
                    <a:pt x="15788" y="41824"/>
                    <a:pt x="15324" y="42241"/>
                    <a:pt x="14848" y="42669"/>
                  </a:cubicBezTo>
                  <a:cubicBezTo>
                    <a:pt x="14550" y="42943"/>
                    <a:pt x="14300" y="43264"/>
                    <a:pt x="14097" y="43622"/>
                  </a:cubicBezTo>
                  <a:cubicBezTo>
                    <a:pt x="14086" y="43657"/>
                    <a:pt x="14062" y="43681"/>
                    <a:pt x="14026" y="43717"/>
                  </a:cubicBezTo>
                  <a:cubicBezTo>
                    <a:pt x="14014" y="43717"/>
                    <a:pt x="14002" y="43705"/>
                    <a:pt x="13990" y="43705"/>
                  </a:cubicBezTo>
                  <a:cubicBezTo>
                    <a:pt x="14074" y="43145"/>
                    <a:pt x="14145" y="42586"/>
                    <a:pt x="14205" y="42038"/>
                  </a:cubicBezTo>
                  <a:cubicBezTo>
                    <a:pt x="14502" y="40264"/>
                    <a:pt x="14859" y="38526"/>
                    <a:pt x="15288" y="36776"/>
                  </a:cubicBezTo>
                  <a:cubicBezTo>
                    <a:pt x="15491" y="36037"/>
                    <a:pt x="15681" y="35275"/>
                    <a:pt x="15860" y="34537"/>
                  </a:cubicBezTo>
                  <a:cubicBezTo>
                    <a:pt x="15883" y="34418"/>
                    <a:pt x="15943" y="34311"/>
                    <a:pt x="16038" y="34216"/>
                  </a:cubicBezTo>
                  <a:cubicBezTo>
                    <a:pt x="17336" y="32954"/>
                    <a:pt x="18789" y="31918"/>
                    <a:pt x="20408" y="31144"/>
                  </a:cubicBezTo>
                  <a:cubicBezTo>
                    <a:pt x="20884" y="30918"/>
                    <a:pt x="21384" y="30727"/>
                    <a:pt x="21884" y="30620"/>
                  </a:cubicBezTo>
                  <a:cubicBezTo>
                    <a:pt x="22063" y="30584"/>
                    <a:pt x="22242" y="30566"/>
                    <a:pt x="22417" y="30566"/>
                  </a:cubicBezTo>
                  <a:close/>
                  <a:moveTo>
                    <a:pt x="15657" y="34716"/>
                  </a:moveTo>
                  <a:cubicBezTo>
                    <a:pt x="14800" y="37990"/>
                    <a:pt x="14074" y="41276"/>
                    <a:pt x="13705" y="44634"/>
                  </a:cubicBezTo>
                  <a:lnTo>
                    <a:pt x="13645" y="44634"/>
                  </a:lnTo>
                  <a:cubicBezTo>
                    <a:pt x="13586" y="44407"/>
                    <a:pt x="13502" y="44193"/>
                    <a:pt x="13466" y="44003"/>
                  </a:cubicBezTo>
                  <a:cubicBezTo>
                    <a:pt x="13276" y="43122"/>
                    <a:pt x="13109" y="42229"/>
                    <a:pt x="13074" y="41336"/>
                  </a:cubicBezTo>
                  <a:cubicBezTo>
                    <a:pt x="13026" y="39752"/>
                    <a:pt x="13324" y="38252"/>
                    <a:pt x="14062" y="36835"/>
                  </a:cubicBezTo>
                  <a:cubicBezTo>
                    <a:pt x="14431" y="36097"/>
                    <a:pt x="14907" y="35442"/>
                    <a:pt x="15455" y="34847"/>
                  </a:cubicBezTo>
                  <a:lnTo>
                    <a:pt x="15574" y="34728"/>
                  </a:lnTo>
                  <a:cubicBezTo>
                    <a:pt x="15586" y="34716"/>
                    <a:pt x="15610" y="34716"/>
                    <a:pt x="15657" y="34716"/>
                  </a:cubicBezTo>
                  <a:close/>
                  <a:moveTo>
                    <a:pt x="27142" y="36639"/>
                  </a:moveTo>
                  <a:cubicBezTo>
                    <a:pt x="27246" y="36639"/>
                    <a:pt x="27351" y="36654"/>
                    <a:pt x="27456" y="36680"/>
                  </a:cubicBezTo>
                  <a:cubicBezTo>
                    <a:pt x="27730" y="36740"/>
                    <a:pt x="27873" y="36895"/>
                    <a:pt x="27825" y="37180"/>
                  </a:cubicBezTo>
                  <a:cubicBezTo>
                    <a:pt x="27778" y="37454"/>
                    <a:pt x="27694" y="37716"/>
                    <a:pt x="27587" y="37966"/>
                  </a:cubicBezTo>
                  <a:cubicBezTo>
                    <a:pt x="27337" y="38609"/>
                    <a:pt x="26897" y="39133"/>
                    <a:pt x="26385" y="39574"/>
                  </a:cubicBezTo>
                  <a:cubicBezTo>
                    <a:pt x="25599" y="40252"/>
                    <a:pt x="24730" y="40800"/>
                    <a:pt x="23837" y="41288"/>
                  </a:cubicBezTo>
                  <a:cubicBezTo>
                    <a:pt x="22634" y="41955"/>
                    <a:pt x="21408" y="42633"/>
                    <a:pt x="20193" y="43288"/>
                  </a:cubicBezTo>
                  <a:cubicBezTo>
                    <a:pt x="18729" y="44062"/>
                    <a:pt x="17479" y="45086"/>
                    <a:pt x="16383" y="46301"/>
                  </a:cubicBezTo>
                  <a:lnTo>
                    <a:pt x="16253" y="46443"/>
                  </a:lnTo>
                  <a:cubicBezTo>
                    <a:pt x="16229" y="46455"/>
                    <a:pt x="16217" y="46455"/>
                    <a:pt x="16181" y="46467"/>
                  </a:cubicBezTo>
                  <a:cubicBezTo>
                    <a:pt x="16372" y="46039"/>
                    <a:pt x="16526" y="45622"/>
                    <a:pt x="16705" y="45217"/>
                  </a:cubicBezTo>
                  <a:cubicBezTo>
                    <a:pt x="16931" y="44753"/>
                    <a:pt x="17169" y="44312"/>
                    <a:pt x="17407" y="43848"/>
                  </a:cubicBezTo>
                  <a:cubicBezTo>
                    <a:pt x="18193" y="42348"/>
                    <a:pt x="19336" y="41157"/>
                    <a:pt x="20753" y="40252"/>
                  </a:cubicBezTo>
                  <a:cubicBezTo>
                    <a:pt x="22432" y="39181"/>
                    <a:pt x="24146" y="38180"/>
                    <a:pt x="25849" y="37157"/>
                  </a:cubicBezTo>
                  <a:cubicBezTo>
                    <a:pt x="26123" y="36978"/>
                    <a:pt x="26444" y="36859"/>
                    <a:pt x="26754" y="36716"/>
                  </a:cubicBezTo>
                  <a:cubicBezTo>
                    <a:pt x="26880" y="36663"/>
                    <a:pt x="27010" y="36639"/>
                    <a:pt x="27142" y="36639"/>
                  </a:cubicBezTo>
                  <a:close/>
                  <a:moveTo>
                    <a:pt x="23849" y="45360"/>
                  </a:moveTo>
                  <a:cubicBezTo>
                    <a:pt x="25027" y="45360"/>
                    <a:pt x="26206" y="45384"/>
                    <a:pt x="27385" y="45396"/>
                  </a:cubicBezTo>
                  <a:cubicBezTo>
                    <a:pt x="27635" y="45396"/>
                    <a:pt x="27873" y="45431"/>
                    <a:pt x="28111" y="45467"/>
                  </a:cubicBezTo>
                  <a:cubicBezTo>
                    <a:pt x="28492" y="45550"/>
                    <a:pt x="28611" y="45884"/>
                    <a:pt x="28397" y="46217"/>
                  </a:cubicBezTo>
                  <a:lnTo>
                    <a:pt x="28349" y="46253"/>
                  </a:lnTo>
                  <a:cubicBezTo>
                    <a:pt x="27361" y="47408"/>
                    <a:pt x="26170" y="48206"/>
                    <a:pt x="24670" y="48491"/>
                  </a:cubicBezTo>
                  <a:cubicBezTo>
                    <a:pt x="23603" y="48681"/>
                    <a:pt x="22542" y="48808"/>
                    <a:pt x="21467" y="48808"/>
                  </a:cubicBezTo>
                  <a:cubicBezTo>
                    <a:pt x="20994" y="48808"/>
                    <a:pt x="20519" y="48784"/>
                    <a:pt x="20039" y="48729"/>
                  </a:cubicBezTo>
                  <a:cubicBezTo>
                    <a:pt x="19282" y="48638"/>
                    <a:pt x="18498" y="48582"/>
                    <a:pt x="17717" y="48582"/>
                  </a:cubicBezTo>
                  <a:cubicBezTo>
                    <a:pt x="17478" y="48582"/>
                    <a:pt x="17240" y="48587"/>
                    <a:pt x="17003" y="48598"/>
                  </a:cubicBezTo>
                  <a:cubicBezTo>
                    <a:pt x="16979" y="48598"/>
                    <a:pt x="16943" y="48575"/>
                    <a:pt x="16907" y="48575"/>
                  </a:cubicBezTo>
                  <a:cubicBezTo>
                    <a:pt x="16921" y="48554"/>
                    <a:pt x="16927" y="48541"/>
                    <a:pt x="16929" y="48541"/>
                  </a:cubicBezTo>
                  <a:cubicBezTo>
                    <a:pt x="16931" y="48541"/>
                    <a:pt x="16931" y="48548"/>
                    <a:pt x="16931" y="48563"/>
                  </a:cubicBezTo>
                  <a:cubicBezTo>
                    <a:pt x="17693" y="48086"/>
                    <a:pt x="18360" y="47479"/>
                    <a:pt x="19074" y="46943"/>
                  </a:cubicBezTo>
                  <a:cubicBezTo>
                    <a:pt x="19408" y="46693"/>
                    <a:pt x="19729" y="46467"/>
                    <a:pt x="20074" y="46241"/>
                  </a:cubicBezTo>
                  <a:cubicBezTo>
                    <a:pt x="20551" y="45920"/>
                    <a:pt x="21086" y="45705"/>
                    <a:pt x="21646" y="45598"/>
                  </a:cubicBezTo>
                  <a:cubicBezTo>
                    <a:pt x="22372" y="45455"/>
                    <a:pt x="23111" y="45360"/>
                    <a:pt x="23849" y="45360"/>
                  </a:cubicBezTo>
                  <a:close/>
                  <a:moveTo>
                    <a:pt x="7136" y="36210"/>
                  </a:moveTo>
                  <a:cubicBezTo>
                    <a:pt x="7207" y="36210"/>
                    <a:pt x="7282" y="36227"/>
                    <a:pt x="7359" y="36264"/>
                  </a:cubicBezTo>
                  <a:cubicBezTo>
                    <a:pt x="7478" y="36323"/>
                    <a:pt x="7620" y="36406"/>
                    <a:pt x="7704" y="36502"/>
                  </a:cubicBezTo>
                  <a:cubicBezTo>
                    <a:pt x="7871" y="36656"/>
                    <a:pt x="8037" y="36823"/>
                    <a:pt x="8156" y="37014"/>
                  </a:cubicBezTo>
                  <a:cubicBezTo>
                    <a:pt x="9121" y="38538"/>
                    <a:pt x="10026" y="40085"/>
                    <a:pt x="10573" y="41812"/>
                  </a:cubicBezTo>
                  <a:cubicBezTo>
                    <a:pt x="10966" y="43026"/>
                    <a:pt x="11157" y="44300"/>
                    <a:pt x="11288" y="45562"/>
                  </a:cubicBezTo>
                  <a:cubicBezTo>
                    <a:pt x="11371" y="46324"/>
                    <a:pt x="11454" y="47074"/>
                    <a:pt x="11704" y="47813"/>
                  </a:cubicBezTo>
                  <a:cubicBezTo>
                    <a:pt x="11823" y="48146"/>
                    <a:pt x="11978" y="48491"/>
                    <a:pt x="12109" y="48837"/>
                  </a:cubicBezTo>
                  <a:cubicBezTo>
                    <a:pt x="12145" y="48908"/>
                    <a:pt x="12204" y="48968"/>
                    <a:pt x="12240" y="49039"/>
                  </a:cubicBezTo>
                  <a:cubicBezTo>
                    <a:pt x="12228" y="49039"/>
                    <a:pt x="12204" y="49063"/>
                    <a:pt x="12181" y="49075"/>
                  </a:cubicBezTo>
                  <a:cubicBezTo>
                    <a:pt x="12164" y="49066"/>
                    <a:pt x="12142" y="49053"/>
                    <a:pt x="12118" y="49053"/>
                  </a:cubicBezTo>
                  <a:cubicBezTo>
                    <a:pt x="12107" y="49053"/>
                    <a:pt x="12096" y="49055"/>
                    <a:pt x="12085" y="49063"/>
                  </a:cubicBezTo>
                  <a:cubicBezTo>
                    <a:pt x="11157" y="48253"/>
                    <a:pt x="10240" y="47420"/>
                    <a:pt x="9383" y="46527"/>
                  </a:cubicBezTo>
                  <a:cubicBezTo>
                    <a:pt x="8775" y="45884"/>
                    <a:pt x="8252" y="45193"/>
                    <a:pt x="7823" y="44407"/>
                  </a:cubicBezTo>
                  <a:cubicBezTo>
                    <a:pt x="7382" y="43645"/>
                    <a:pt x="7109" y="42800"/>
                    <a:pt x="6978" y="41931"/>
                  </a:cubicBezTo>
                  <a:cubicBezTo>
                    <a:pt x="6751" y="40455"/>
                    <a:pt x="6608" y="38966"/>
                    <a:pt x="6561" y="37478"/>
                  </a:cubicBezTo>
                  <a:cubicBezTo>
                    <a:pt x="6561" y="37264"/>
                    <a:pt x="6573" y="37049"/>
                    <a:pt x="6608" y="36835"/>
                  </a:cubicBezTo>
                  <a:cubicBezTo>
                    <a:pt x="6632" y="36704"/>
                    <a:pt x="6680" y="36585"/>
                    <a:pt x="6739" y="36466"/>
                  </a:cubicBezTo>
                  <a:cubicBezTo>
                    <a:pt x="6830" y="36301"/>
                    <a:pt x="6973" y="36210"/>
                    <a:pt x="7136" y="36210"/>
                  </a:cubicBezTo>
                  <a:close/>
                  <a:moveTo>
                    <a:pt x="12776" y="56397"/>
                  </a:moveTo>
                  <a:cubicBezTo>
                    <a:pt x="12800" y="56457"/>
                    <a:pt x="12800" y="56516"/>
                    <a:pt x="12776" y="56599"/>
                  </a:cubicBezTo>
                  <a:cubicBezTo>
                    <a:pt x="12693" y="58183"/>
                    <a:pt x="12752" y="59743"/>
                    <a:pt x="12812" y="61314"/>
                  </a:cubicBezTo>
                  <a:cubicBezTo>
                    <a:pt x="12824" y="61600"/>
                    <a:pt x="12812" y="61886"/>
                    <a:pt x="12800" y="62172"/>
                  </a:cubicBezTo>
                  <a:cubicBezTo>
                    <a:pt x="12800" y="62267"/>
                    <a:pt x="12776" y="62374"/>
                    <a:pt x="12681" y="62469"/>
                  </a:cubicBezTo>
                  <a:cubicBezTo>
                    <a:pt x="12585" y="62410"/>
                    <a:pt x="12609" y="62326"/>
                    <a:pt x="12609" y="62255"/>
                  </a:cubicBezTo>
                  <a:cubicBezTo>
                    <a:pt x="12609" y="61636"/>
                    <a:pt x="12609" y="61029"/>
                    <a:pt x="12633" y="60397"/>
                  </a:cubicBezTo>
                  <a:cubicBezTo>
                    <a:pt x="12645" y="59278"/>
                    <a:pt x="12681" y="58147"/>
                    <a:pt x="12693" y="57028"/>
                  </a:cubicBezTo>
                  <a:cubicBezTo>
                    <a:pt x="12693" y="56849"/>
                    <a:pt x="12704" y="56695"/>
                    <a:pt x="12716" y="56516"/>
                  </a:cubicBezTo>
                  <a:cubicBezTo>
                    <a:pt x="12716" y="56468"/>
                    <a:pt x="12740" y="56433"/>
                    <a:pt x="12752" y="56397"/>
                  </a:cubicBezTo>
                  <a:close/>
                  <a:moveTo>
                    <a:pt x="32028" y="0"/>
                  </a:moveTo>
                  <a:cubicBezTo>
                    <a:pt x="31939" y="0"/>
                    <a:pt x="31844" y="19"/>
                    <a:pt x="31743" y="57"/>
                  </a:cubicBezTo>
                  <a:cubicBezTo>
                    <a:pt x="31612" y="104"/>
                    <a:pt x="31457" y="176"/>
                    <a:pt x="31338" y="271"/>
                  </a:cubicBezTo>
                  <a:cubicBezTo>
                    <a:pt x="31028" y="509"/>
                    <a:pt x="30695" y="747"/>
                    <a:pt x="30421" y="1009"/>
                  </a:cubicBezTo>
                  <a:cubicBezTo>
                    <a:pt x="29730" y="1664"/>
                    <a:pt x="29195" y="2426"/>
                    <a:pt x="28766" y="3260"/>
                  </a:cubicBezTo>
                  <a:cubicBezTo>
                    <a:pt x="28421" y="3926"/>
                    <a:pt x="28135" y="4629"/>
                    <a:pt x="27956" y="5355"/>
                  </a:cubicBezTo>
                  <a:cubicBezTo>
                    <a:pt x="27742" y="6212"/>
                    <a:pt x="27659" y="7070"/>
                    <a:pt x="27587" y="7939"/>
                  </a:cubicBezTo>
                  <a:cubicBezTo>
                    <a:pt x="27516" y="8844"/>
                    <a:pt x="27456" y="9737"/>
                    <a:pt x="27385" y="10641"/>
                  </a:cubicBezTo>
                  <a:cubicBezTo>
                    <a:pt x="27337" y="11118"/>
                    <a:pt x="27182" y="11570"/>
                    <a:pt x="26921" y="11963"/>
                  </a:cubicBezTo>
                  <a:cubicBezTo>
                    <a:pt x="26313" y="12892"/>
                    <a:pt x="25718" y="13808"/>
                    <a:pt x="25087" y="14725"/>
                  </a:cubicBezTo>
                  <a:cubicBezTo>
                    <a:pt x="23646" y="16773"/>
                    <a:pt x="22360" y="18928"/>
                    <a:pt x="21110" y="21119"/>
                  </a:cubicBezTo>
                  <a:cubicBezTo>
                    <a:pt x="21027" y="21286"/>
                    <a:pt x="20920" y="21428"/>
                    <a:pt x="20836" y="21595"/>
                  </a:cubicBezTo>
                  <a:cubicBezTo>
                    <a:pt x="20848" y="21226"/>
                    <a:pt x="20920" y="20881"/>
                    <a:pt x="20932" y="20524"/>
                  </a:cubicBezTo>
                  <a:cubicBezTo>
                    <a:pt x="20979" y="19809"/>
                    <a:pt x="20991" y="19107"/>
                    <a:pt x="21015" y="18416"/>
                  </a:cubicBezTo>
                  <a:cubicBezTo>
                    <a:pt x="21015" y="17821"/>
                    <a:pt x="21110" y="17249"/>
                    <a:pt x="21336" y="16714"/>
                  </a:cubicBezTo>
                  <a:cubicBezTo>
                    <a:pt x="21646" y="15952"/>
                    <a:pt x="21908" y="15178"/>
                    <a:pt x="22098" y="14392"/>
                  </a:cubicBezTo>
                  <a:cubicBezTo>
                    <a:pt x="22349" y="13427"/>
                    <a:pt x="22503" y="12463"/>
                    <a:pt x="22444" y="11463"/>
                  </a:cubicBezTo>
                  <a:cubicBezTo>
                    <a:pt x="22337" y="9665"/>
                    <a:pt x="22027" y="7891"/>
                    <a:pt x="21289" y="6224"/>
                  </a:cubicBezTo>
                  <a:cubicBezTo>
                    <a:pt x="21194" y="5998"/>
                    <a:pt x="21098" y="5772"/>
                    <a:pt x="21015" y="5557"/>
                  </a:cubicBezTo>
                  <a:cubicBezTo>
                    <a:pt x="20634" y="4688"/>
                    <a:pt x="20277" y="3831"/>
                    <a:pt x="19896" y="2962"/>
                  </a:cubicBezTo>
                  <a:cubicBezTo>
                    <a:pt x="19586" y="2259"/>
                    <a:pt x="19170" y="1628"/>
                    <a:pt x="18693" y="1033"/>
                  </a:cubicBezTo>
                  <a:cubicBezTo>
                    <a:pt x="18510" y="801"/>
                    <a:pt x="18310" y="688"/>
                    <a:pt x="18107" y="688"/>
                  </a:cubicBezTo>
                  <a:cubicBezTo>
                    <a:pt x="17914" y="688"/>
                    <a:pt x="17717" y="789"/>
                    <a:pt x="17526" y="985"/>
                  </a:cubicBezTo>
                  <a:cubicBezTo>
                    <a:pt x="17503" y="1033"/>
                    <a:pt x="17455" y="1069"/>
                    <a:pt x="17419" y="1116"/>
                  </a:cubicBezTo>
                  <a:cubicBezTo>
                    <a:pt x="17324" y="1295"/>
                    <a:pt x="17181" y="1462"/>
                    <a:pt x="17110" y="1652"/>
                  </a:cubicBezTo>
                  <a:cubicBezTo>
                    <a:pt x="16812" y="2355"/>
                    <a:pt x="16669" y="3081"/>
                    <a:pt x="16610" y="3843"/>
                  </a:cubicBezTo>
                  <a:cubicBezTo>
                    <a:pt x="16467" y="5617"/>
                    <a:pt x="16634" y="7355"/>
                    <a:pt x="16991" y="9082"/>
                  </a:cubicBezTo>
                  <a:cubicBezTo>
                    <a:pt x="17348" y="10772"/>
                    <a:pt x="17955" y="12368"/>
                    <a:pt x="18872" y="13856"/>
                  </a:cubicBezTo>
                  <a:cubicBezTo>
                    <a:pt x="19420" y="14761"/>
                    <a:pt x="19979" y="15678"/>
                    <a:pt x="20384" y="16666"/>
                  </a:cubicBezTo>
                  <a:cubicBezTo>
                    <a:pt x="20610" y="17237"/>
                    <a:pt x="20848" y="17785"/>
                    <a:pt x="20848" y="18392"/>
                  </a:cubicBezTo>
                  <a:cubicBezTo>
                    <a:pt x="20848" y="19488"/>
                    <a:pt x="20813" y="20559"/>
                    <a:pt x="20634" y="21631"/>
                  </a:cubicBezTo>
                  <a:cubicBezTo>
                    <a:pt x="20598" y="21881"/>
                    <a:pt x="20551" y="22131"/>
                    <a:pt x="20420" y="22357"/>
                  </a:cubicBezTo>
                  <a:cubicBezTo>
                    <a:pt x="20265" y="22595"/>
                    <a:pt x="20134" y="22845"/>
                    <a:pt x="20003" y="23095"/>
                  </a:cubicBezTo>
                  <a:cubicBezTo>
                    <a:pt x="19443" y="24107"/>
                    <a:pt x="18955" y="25143"/>
                    <a:pt x="18491" y="26179"/>
                  </a:cubicBezTo>
                  <a:cubicBezTo>
                    <a:pt x="17955" y="27405"/>
                    <a:pt x="17479" y="28655"/>
                    <a:pt x="17086" y="29929"/>
                  </a:cubicBezTo>
                  <a:cubicBezTo>
                    <a:pt x="17050" y="29977"/>
                    <a:pt x="17038" y="30037"/>
                    <a:pt x="16991" y="30120"/>
                  </a:cubicBezTo>
                  <a:cubicBezTo>
                    <a:pt x="16884" y="29668"/>
                    <a:pt x="16788" y="29275"/>
                    <a:pt x="16693" y="28870"/>
                  </a:cubicBezTo>
                  <a:cubicBezTo>
                    <a:pt x="16669" y="28751"/>
                    <a:pt x="16669" y="28632"/>
                    <a:pt x="16669" y="28513"/>
                  </a:cubicBezTo>
                  <a:cubicBezTo>
                    <a:pt x="16645" y="28334"/>
                    <a:pt x="16669" y="28179"/>
                    <a:pt x="16645" y="28013"/>
                  </a:cubicBezTo>
                  <a:cubicBezTo>
                    <a:pt x="16622" y="27358"/>
                    <a:pt x="16586" y="26691"/>
                    <a:pt x="16562" y="26036"/>
                  </a:cubicBezTo>
                  <a:cubicBezTo>
                    <a:pt x="16455" y="23691"/>
                    <a:pt x="16074" y="21393"/>
                    <a:pt x="15431" y="19142"/>
                  </a:cubicBezTo>
                  <a:cubicBezTo>
                    <a:pt x="14955" y="17464"/>
                    <a:pt x="14193" y="15892"/>
                    <a:pt x="13133" y="14499"/>
                  </a:cubicBezTo>
                  <a:cubicBezTo>
                    <a:pt x="12895" y="14166"/>
                    <a:pt x="12621" y="13856"/>
                    <a:pt x="12288" y="13594"/>
                  </a:cubicBezTo>
                  <a:cubicBezTo>
                    <a:pt x="12002" y="13368"/>
                    <a:pt x="11704" y="13177"/>
                    <a:pt x="11347" y="13094"/>
                  </a:cubicBezTo>
                  <a:cubicBezTo>
                    <a:pt x="11248" y="13077"/>
                    <a:pt x="11150" y="13068"/>
                    <a:pt x="11054" y="13068"/>
                  </a:cubicBezTo>
                  <a:cubicBezTo>
                    <a:pt x="10623" y="13068"/>
                    <a:pt x="10229" y="13236"/>
                    <a:pt x="9859" y="13499"/>
                  </a:cubicBezTo>
                  <a:cubicBezTo>
                    <a:pt x="9776" y="13570"/>
                    <a:pt x="9716" y="13677"/>
                    <a:pt x="9656" y="13785"/>
                  </a:cubicBezTo>
                  <a:cubicBezTo>
                    <a:pt x="9525" y="14023"/>
                    <a:pt x="9490" y="14285"/>
                    <a:pt x="9502" y="14559"/>
                  </a:cubicBezTo>
                  <a:cubicBezTo>
                    <a:pt x="9537" y="14928"/>
                    <a:pt x="9561" y="15297"/>
                    <a:pt x="9609" y="15678"/>
                  </a:cubicBezTo>
                  <a:cubicBezTo>
                    <a:pt x="9823" y="17309"/>
                    <a:pt x="10264" y="18904"/>
                    <a:pt x="10752" y="20476"/>
                  </a:cubicBezTo>
                  <a:cubicBezTo>
                    <a:pt x="10978" y="21190"/>
                    <a:pt x="11228" y="21905"/>
                    <a:pt x="11609" y="22560"/>
                  </a:cubicBezTo>
                  <a:cubicBezTo>
                    <a:pt x="12335" y="23857"/>
                    <a:pt x="13216" y="25036"/>
                    <a:pt x="14240" y="26108"/>
                  </a:cubicBezTo>
                  <a:cubicBezTo>
                    <a:pt x="14669" y="26548"/>
                    <a:pt x="15121" y="26965"/>
                    <a:pt x="15514" y="27429"/>
                  </a:cubicBezTo>
                  <a:cubicBezTo>
                    <a:pt x="16145" y="28132"/>
                    <a:pt x="16622" y="28929"/>
                    <a:pt x="16812" y="29870"/>
                  </a:cubicBezTo>
                  <a:cubicBezTo>
                    <a:pt x="16884" y="30263"/>
                    <a:pt x="16872" y="30632"/>
                    <a:pt x="16753" y="31001"/>
                  </a:cubicBezTo>
                  <a:cubicBezTo>
                    <a:pt x="16526" y="31715"/>
                    <a:pt x="16324" y="32442"/>
                    <a:pt x="16098" y="33156"/>
                  </a:cubicBezTo>
                  <a:cubicBezTo>
                    <a:pt x="16050" y="33323"/>
                    <a:pt x="15991" y="33489"/>
                    <a:pt x="15955" y="33656"/>
                  </a:cubicBezTo>
                  <a:cubicBezTo>
                    <a:pt x="15919" y="33632"/>
                    <a:pt x="15895" y="33632"/>
                    <a:pt x="15895" y="33620"/>
                  </a:cubicBezTo>
                  <a:cubicBezTo>
                    <a:pt x="15848" y="33549"/>
                    <a:pt x="15812" y="33489"/>
                    <a:pt x="15788" y="33418"/>
                  </a:cubicBezTo>
                  <a:cubicBezTo>
                    <a:pt x="15371" y="32465"/>
                    <a:pt x="14776" y="31656"/>
                    <a:pt x="13955" y="31037"/>
                  </a:cubicBezTo>
                  <a:cubicBezTo>
                    <a:pt x="12978" y="30287"/>
                    <a:pt x="11871" y="29763"/>
                    <a:pt x="10716" y="29382"/>
                  </a:cubicBezTo>
                  <a:cubicBezTo>
                    <a:pt x="9430" y="28965"/>
                    <a:pt x="8132" y="28727"/>
                    <a:pt x="6799" y="28655"/>
                  </a:cubicBezTo>
                  <a:cubicBezTo>
                    <a:pt x="6479" y="28637"/>
                    <a:pt x="6161" y="28627"/>
                    <a:pt x="5844" y="28627"/>
                  </a:cubicBezTo>
                  <a:cubicBezTo>
                    <a:pt x="4730" y="28627"/>
                    <a:pt x="3630" y="28747"/>
                    <a:pt x="2537" y="29025"/>
                  </a:cubicBezTo>
                  <a:cubicBezTo>
                    <a:pt x="1810" y="29203"/>
                    <a:pt x="1143" y="29501"/>
                    <a:pt x="489" y="29846"/>
                  </a:cubicBezTo>
                  <a:cubicBezTo>
                    <a:pt x="370" y="29918"/>
                    <a:pt x="239" y="30001"/>
                    <a:pt x="155" y="30120"/>
                  </a:cubicBezTo>
                  <a:cubicBezTo>
                    <a:pt x="0" y="30346"/>
                    <a:pt x="96" y="30560"/>
                    <a:pt x="358" y="30620"/>
                  </a:cubicBezTo>
                  <a:cubicBezTo>
                    <a:pt x="477" y="30644"/>
                    <a:pt x="608" y="30680"/>
                    <a:pt x="739" y="30680"/>
                  </a:cubicBezTo>
                  <a:cubicBezTo>
                    <a:pt x="1048" y="30680"/>
                    <a:pt x="1370" y="30680"/>
                    <a:pt x="1679" y="30656"/>
                  </a:cubicBezTo>
                  <a:cubicBezTo>
                    <a:pt x="2501" y="30596"/>
                    <a:pt x="3310" y="30513"/>
                    <a:pt x="4132" y="30477"/>
                  </a:cubicBezTo>
                  <a:cubicBezTo>
                    <a:pt x="4590" y="30459"/>
                    <a:pt x="5048" y="30449"/>
                    <a:pt x="5504" y="30449"/>
                  </a:cubicBezTo>
                  <a:cubicBezTo>
                    <a:pt x="7451" y="30449"/>
                    <a:pt x="9375" y="30630"/>
                    <a:pt x="11276" y="31132"/>
                  </a:cubicBezTo>
                  <a:cubicBezTo>
                    <a:pt x="12121" y="31370"/>
                    <a:pt x="12954" y="31608"/>
                    <a:pt x="13752" y="31989"/>
                  </a:cubicBezTo>
                  <a:cubicBezTo>
                    <a:pt x="14288" y="32239"/>
                    <a:pt x="14776" y="32549"/>
                    <a:pt x="15205" y="32954"/>
                  </a:cubicBezTo>
                  <a:cubicBezTo>
                    <a:pt x="15502" y="33204"/>
                    <a:pt x="15633" y="33537"/>
                    <a:pt x="15741" y="33894"/>
                  </a:cubicBezTo>
                  <a:cubicBezTo>
                    <a:pt x="15800" y="34097"/>
                    <a:pt x="15752" y="34251"/>
                    <a:pt x="15598" y="34406"/>
                  </a:cubicBezTo>
                  <a:cubicBezTo>
                    <a:pt x="14907" y="35097"/>
                    <a:pt x="14324" y="35835"/>
                    <a:pt x="13895" y="36716"/>
                  </a:cubicBezTo>
                  <a:cubicBezTo>
                    <a:pt x="13586" y="37359"/>
                    <a:pt x="13312" y="38014"/>
                    <a:pt x="13157" y="38716"/>
                  </a:cubicBezTo>
                  <a:cubicBezTo>
                    <a:pt x="12835" y="40026"/>
                    <a:pt x="12812" y="41336"/>
                    <a:pt x="13038" y="42657"/>
                  </a:cubicBezTo>
                  <a:cubicBezTo>
                    <a:pt x="13157" y="43383"/>
                    <a:pt x="13300" y="44086"/>
                    <a:pt x="13490" y="44788"/>
                  </a:cubicBezTo>
                  <a:cubicBezTo>
                    <a:pt x="13550" y="44979"/>
                    <a:pt x="13597" y="45181"/>
                    <a:pt x="13586" y="45396"/>
                  </a:cubicBezTo>
                  <a:cubicBezTo>
                    <a:pt x="13478" y="47063"/>
                    <a:pt x="13359" y="48741"/>
                    <a:pt x="13240" y="50408"/>
                  </a:cubicBezTo>
                  <a:cubicBezTo>
                    <a:pt x="13228" y="50468"/>
                    <a:pt x="13228" y="50539"/>
                    <a:pt x="13216" y="50646"/>
                  </a:cubicBezTo>
                  <a:cubicBezTo>
                    <a:pt x="13181" y="50575"/>
                    <a:pt x="13157" y="50527"/>
                    <a:pt x="13133" y="50503"/>
                  </a:cubicBezTo>
                  <a:cubicBezTo>
                    <a:pt x="13014" y="50158"/>
                    <a:pt x="12835" y="49849"/>
                    <a:pt x="12633" y="49563"/>
                  </a:cubicBezTo>
                  <a:cubicBezTo>
                    <a:pt x="12573" y="49468"/>
                    <a:pt x="12514" y="49349"/>
                    <a:pt x="12466" y="49253"/>
                  </a:cubicBezTo>
                  <a:cubicBezTo>
                    <a:pt x="12383" y="49051"/>
                    <a:pt x="12300" y="48872"/>
                    <a:pt x="12228" y="48682"/>
                  </a:cubicBezTo>
                  <a:cubicBezTo>
                    <a:pt x="11883" y="47860"/>
                    <a:pt x="11645" y="47051"/>
                    <a:pt x="11550" y="46170"/>
                  </a:cubicBezTo>
                  <a:cubicBezTo>
                    <a:pt x="11442" y="45336"/>
                    <a:pt x="11347" y="44503"/>
                    <a:pt x="11216" y="43681"/>
                  </a:cubicBezTo>
                  <a:cubicBezTo>
                    <a:pt x="10990" y="42324"/>
                    <a:pt x="10609" y="41038"/>
                    <a:pt x="9978" y="39812"/>
                  </a:cubicBezTo>
                  <a:cubicBezTo>
                    <a:pt x="9561" y="38978"/>
                    <a:pt x="9085" y="38157"/>
                    <a:pt x="8633" y="37359"/>
                  </a:cubicBezTo>
                  <a:cubicBezTo>
                    <a:pt x="8454" y="37049"/>
                    <a:pt x="8216" y="36728"/>
                    <a:pt x="7978" y="36454"/>
                  </a:cubicBezTo>
                  <a:cubicBezTo>
                    <a:pt x="7859" y="36299"/>
                    <a:pt x="7680" y="36168"/>
                    <a:pt x="7501" y="36061"/>
                  </a:cubicBezTo>
                  <a:cubicBezTo>
                    <a:pt x="7386" y="35998"/>
                    <a:pt x="7270" y="35967"/>
                    <a:pt x="7159" y="35967"/>
                  </a:cubicBezTo>
                  <a:cubicBezTo>
                    <a:pt x="6937" y="35967"/>
                    <a:pt x="6735" y="36089"/>
                    <a:pt x="6608" y="36311"/>
                  </a:cubicBezTo>
                  <a:cubicBezTo>
                    <a:pt x="6549" y="36406"/>
                    <a:pt x="6501" y="36490"/>
                    <a:pt x="6489" y="36585"/>
                  </a:cubicBezTo>
                  <a:cubicBezTo>
                    <a:pt x="6442" y="36871"/>
                    <a:pt x="6394" y="37145"/>
                    <a:pt x="6394" y="37418"/>
                  </a:cubicBezTo>
                  <a:cubicBezTo>
                    <a:pt x="6442" y="38978"/>
                    <a:pt x="6585" y="40538"/>
                    <a:pt x="6858" y="42086"/>
                  </a:cubicBezTo>
                  <a:cubicBezTo>
                    <a:pt x="7037" y="43122"/>
                    <a:pt x="7418" y="44050"/>
                    <a:pt x="7978" y="44919"/>
                  </a:cubicBezTo>
                  <a:cubicBezTo>
                    <a:pt x="8418" y="45622"/>
                    <a:pt x="8942" y="46241"/>
                    <a:pt x="9525" y="46836"/>
                  </a:cubicBezTo>
                  <a:cubicBezTo>
                    <a:pt x="10276" y="47622"/>
                    <a:pt x="11097" y="48372"/>
                    <a:pt x="11931" y="49087"/>
                  </a:cubicBezTo>
                  <a:cubicBezTo>
                    <a:pt x="12514" y="49587"/>
                    <a:pt x="12895" y="50206"/>
                    <a:pt x="13133" y="50920"/>
                  </a:cubicBezTo>
                  <a:cubicBezTo>
                    <a:pt x="13181" y="51039"/>
                    <a:pt x="13216" y="51182"/>
                    <a:pt x="13193" y="51301"/>
                  </a:cubicBezTo>
                  <a:cubicBezTo>
                    <a:pt x="13121" y="52135"/>
                    <a:pt x="13038" y="52956"/>
                    <a:pt x="12919" y="53778"/>
                  </a:cubicBezTo>
                  <a:cubicBezTo>
                    <a:pt x="12764" y="54802"/>
                    <a:pt x="12585" y="55814"/>
                    <a:pt x="12526" y="56838"/>
                  </a:cubicBezTo>
                  <a:cubicBezTo>
                    <a:pt x="12419" y="58683"/>
                    <a:pt x="12478" y="60528"/>
                    <a:pt x="12454" y="62374"/>
                  </a:cubicBezTo>
                  <a:cubicBezTo>
                    <a:pt x="12454" y="62445"/>
                    <a:pt x="12478" y="62505"/>
                    <a:pt x="12478" y="62564"/>
                  </a:cubicBezTo>
                  <a:cubicBezTo>
                    <a:pt x="12561" y="62597"/>
                    <a:pt x="12629" y="62615"/>
                    <a:pt x="12686" y="62615"/>
                  </a:cubicBezTo>
                  <a:cubicBezTo>
                    <a:pt x="12792" y="62615"/>
                    <a:pt x="12856" y="62554"/>
                    <a:pt x="12895" y="62422"/>
                  </a:cubicBezTo>
                  <a:cubicBezTo>
                    <a:pt x="12954" y="62207"/>
                    <a:pt x="12990" y="61993"/>
                    <a:pt x="12990" y="61767"/>
                  </a:cubicBezTo>
                  <a:cubicBezTo>
                    <a:pt x="12978" y="61076"/>
                    <a:pt x="12931" y="60386"/>
                    <a:pt x="12931" y="59695"/>
                  </a:cubicBezTo>
                  <a:cubicBezTo>
                    <a:pt x="12931" y="58600"/>
                    <a:pt x="12931" y="57480"/>
                    <a:pt x="12954" y="56373"/>
                  </a:cubicBezTo>
                  <a:cubicBezTo>
                    <a:pt x="12990" y="55635"/>
                    <a:pt x="13002" y="54885"/>
                    <a:pt x="13074" y="54147"/>
                  </a:cubicBezTo>
                  <a:cubicBezTo>
                    <a:pt x="13157" y="53242"/>
                    <a:pt x="13288" y="52349"/>
                    <a:pt x="13407" y="51432"/>
                  </a:cubicBezTo>
                  <a:cubicBezTo>
                    <a:pt x="13419" y="51373"/>
                    <a:pt x="13419" y="51313"/>
                    <a:pt x="13455" y="51254"/>
                  </a:cubicBezTo>
                  <a:cubicBezTo>
                    <a:pt x="13645" y="50837"/>
                    <a:pt x="13847" y="50408"/>
                    <a:pt x="14050" y="49991"/>
                  </a:cubicBezTo>
                  <a:cubicBezTo>
                    <a:pt x="14240" y="49610"/>
                    <a:pt x="14538" y="49349"/>
                    <a:pt x="14919" y="49194"/>
                  </a:cubicBezTo>
                  <a:cubicBezTo>
                    <a:pt x="15133" y="49098"/>
                    <a:pt x="15336" y="49027"/>
                    <a:pt x="15550" y="48968"/>
                  </a:cubicBezTo>
                  <a:cubicBezTo>
                    <a:pt x="16026" y="48837"/>
                    <a:pt x="16514" y="48777"/>
                    <a:pt x="17003" y="48741"/>
                  </a:cubicBezTo>
                  <a:cubicBezTo>
                    <a:pt x="17245" y="48730"/>
                    <a:pt x="17488" y="48725"/>
                    <a:pt x="17729" y="48725"/>
                  </a:cubicBezTo>
                  <a:cubicBezTo>
                    <a:pt x="18519" y="48725"/>
                    <a:pt x="19302" y="48781"/>
                    <a:pt x="20086" y="48872"/>
                  </a:cubicBezTo>
                  <a:cubicBezTo>
                    <a:pt x="20567" y="48926"/>
                    <a:pt x="21048" y="48950"/>
                    <a:pt x="21526" y="48950"/>
                  </a:cubicBezTo>
                  <a:cubicBezTo>
                    <a:pt x="22647" y="48950"/>
                    <a:pt x="23760" y="48815"/>
                    <a:pt x="24861" y="48598"/>
                  </a:cubicBezTo>
                  <a:cubicBezTo>
                    <a:pt x="26373" y="48301"/>
                    <a:pt x="27540" y="47444"/>
                    <a:pt x="28516" y="46301"/>
                  </a:cubicBezTo>
                  <a:cubicBezTo>
                    <a:pt x="28837" y="45920"/>
                    <a:pt x="28718" y="45467"/>
                    <a:pt x="28230" y="45324"/>
                  </a:cubicBezTo>
                  <a:cubicBezTo>
                    <a:pt x="27992" y="45229"/>
                    <a:pt x="27718" y="45205"/>
                    <a:pt x="27468" y="45205"/>
                  </a:cubicBezTo>
                  <a:lnTo>
                    <a:pt x="24206" y="45158"/>
                  </a:lnTo>
                  <a:cubicBezTo>
                    <a:pt x="24151" y="45157"/>
                    <a:pt x="24097" y="45156"/>
                    <a:pt x="24043" y="45156"/>
                  </a:cubicBezTo>
                  <a:cubicBezTo>
                    <a:pt x="23349" y="45156"/>
                    <a:pt x="22664" y="45226"/>
                    <a:pt x="21979" y="45336"/>
                  </a:cubicBezTo>
                  <a:cubicBezTo>
                    <a:pt x="21206" y="45467"/>
                    <a:pt x="20479" y="45717"/>
                    <a:pt x="19824" y="46181"/>
                  </a:cubicBezTo>
                  <a:cubicBezTo>
                    <a:pt x="19539" y="46384"/>
                    <a:pt x="19253" y="46586"/>
                    <a:pt x="18967" y="46789"/>
                  </a:cubicBezTo>
                  <a:cubicBezTo>
                    <a:pt x="18515" y="47158"/>
                    <a:pt x="18062" y="47527"/>
                    <a:pt x="17598" y="47872"/>
                  </a:cubicBezTo>
                  <a:cubicBezTo>
                    <a:pt x="17288" y="48086"/>
                    <a:pt x="16967" y="48301"/>
                    <a:pt x="16645" y="48503"/>
                  </a:cubicBezTo>
                  <a:cubicBezTo>
                    <a:pt x="16514" y="48598"/>
                    <a:pt x="16372" y="48622"/>
                    <a:pt x="16217" y="48658"/>
                  </a:cubicBezTo>
                  <a:cubicBezTo>
                    <a:pt x="15681" y="48741"/>
                    <a:pt x="15145" y="48872"/>
                    <a:pt x="14669" y="49146"/>
                  </a:cubicBezTo>
                  <a:cubicBezTo>
                    <a:pt x="14625" y="49168"/>
                    <a:pt x="14571" y="49210"/>
                    <a:pt x="14535" y="49244"/>
                  </a:cubicBezTo>
                  <a:lnTo>
                    <a:pt x="14535" y="49244"/>
                  </a:lnTo>
                  <a:cubicBezTo>
                    <a:pt x="14551" y="49204"/>
                    <a:pt x="14555" y="49165"/>
                    <a:pt x="14586" y="49134"/>
                  </a:cubicBezTo>
                  <a:cubicBezTo>
                    <a:pt x="15002" y="48432"/>
                    <a:pt x="15455" y="47789"/>
                    <a:pt x="15967" y="47146"/>
                  </a:cubicBezTo>
                  <a:cubicBezTo>
                    <a:pt x="17145" y="45646"/>
                    <a:pt x="18574" y="44407"/>
                    <a:pt x="20265" y="43503"/>
                  </a:cubicBezTo>
                  <a:cubicBezTo>
                    <a:pt x="21587" y="42788"/>
                    <a:pt x="22920" y="42050"/>
                    <a:pt x="24242" y="41312"/>
                  </a:cubicBezTo>
                  <a:cubicBezTo>
                    <a:pt x="25039" y="40871"/>
                    <a:pt x="25813" y="40347"/>
                    <a:pt x="26516" y="39740"/>
                  </a:cubicBezTo>
                  <a:cubicBezTo>
                    <a:pt x="27159" y="39193"/>
                    <a:pt x="27635" y="38514"/>
                    <a:pt x="27897" y="37716"/>
                  </a:cubicBezTo>
                  <a:cubicBezTo>
                    <a:pt x="27944" y="37549"/>
                    <a:pt x="27992" y="37383"/>
                    <a:pt x="28004" y="37228"/>
                  </a:cubicBezTo>
                  <a:cubicBezTo>
                    <a:pt x="28040" y="36895"/>
                    <a:pt x="27861" y="36668"/>
                    <a:pt x="27540" y="36585"/>
                  </a:cubicBezTo>
                  <a:cubicBezTo>
                    <a:pt x="27410" y="36554"/>
                    <a:pt x="27284" y="36536"/>
                    <a:pt x="27160" y="36536"/>
                  </a:cubicBezTo>
                  <a:cubicBezTo>
                    <a:pt x="27001" y="36536"/>
                    <a:pt x="26843" y="36566"/>
                    <a:pt x="26682" y="36633"/>
                  </a:cubicBezTo>
                  <a:cubicBezTo>
                    <a:pt x="26373" y="36764"/>
                    <a:pt x="26075" y="36883"/>
                    <a:pt x="25789" y="37049"/>
                  </a:cubicBezTo>
                  <a:cubicBezTo>
                    <a:pt x="24075" y="38085"/>
                    <a:pt x="22349" y="39097"/>
                    <a:pt x="20670" y="40169"/>
                  </a:cubicBezTo>
                  <a:cubicBezTo>
                    <a:pt x="19027" y="41217"/>
                    <a:pt x="17812" y="42669"/>
                    <a:pt x="16967" y="44431"/>
                  </a:cubicBezTo>
                  <a:cubicBezTo>
                    <a:pt x="16645" y="45098"/>
                    <a:pt x="16348" y="45765"/>
                    <a:pt x="16074" y="46431"/>
                  </a:cubicBezTo>
                  <a:cubicBezTo>
                    <a:pt x="15907" y="46824"/>
                    <a:pt x="15729" y="47182"/>
                    <a:pt x="15479" y="47503"/>
                  </a:cubicBezTo>
                  <a:cubicBezTo>
                    <a:pt x="14800" y="48396"/>
                    <a:pt x="14228" y="49349"/>
                    <a:pt x="13716" y="50361"/>
                  </a:cubicBezTo>
                  <a:cubicBezTo>
                    <a:pt x="13645" y="50515"/>
                    <a:pt x="13574" y="50658"/>
                    <a:pt x="13466" y="50861"/>
                  </a:cubicBezTo>
                  <a:lnTo>
                    <a:pt x="13466" y="50658"/>
                  </a:lnTo>
                  <a:cubicBezTo>
                    <a:pt x="13586" y="48968"/>
                    <a:pt x="13705" y="47253"/>
                    <a:pt x="13824" y="45562"/>
                  </a:cubicBezTo>
                  <a:cubicBezTo>
                    <a:pt x="13847" y="45217"/>
                    <a:pt x="13895" y="44872"/>
                    <a:pt x="13967" y="44550"/>
                  </a:cubicBezTo>
                  <a:cubicBezTo>
                    <a:pt x="14133" y="43872"/>
                    <a:pt x="14526" y="43324"/>
                    <a:pt x="15014" y="42860"/>
                  </a:cubicBezTo>
                  <a:cubicBezTo>
                    <a:pt x="15479" y="42443"/>
                    <a:pt x="15931" y="42050"/>
                    <a:pt x="16431" y="41657"/>
                  </a:cubicBezTo>
                  <a:cubicBezTo>
                    <a:pt x="16991" y="41217"/>
                    <a:pt x="17586" y="40800"/>
                    <a:pt x="18169" y="40359"/>
                  </a:cubicBezTo>
                  <a:cubicBezTo>
                    <a:pt x="19610" y="39288"/>
                    <a:pt x="20908" y="38073"/>
                    <a:pt x="22039" y="36692"/>
                  </a:cubicBezTo>
                  <a:cubicBezTo>
                    <a:pt x="22872" y="35656"/>
                    <a:pt x="23551" y="34561"/>
                    <a:pt x="24063" y="33323"/>
                  </a:cubicBezTo>
                  <a:cubicBezTo>
                    <a:pt x="24230" y="32918"/>
                    <a:pt x="24325" y="32501"/>
                    <a:pt x="24361" y="32073"/>
                  </a:cubicBezTo>
                  <a:cubicBezTo>
                    <a:pt x="24384" y="31430"/>
                    <a:pt x="24087" y="30941"/>
                    <a:pt x="23492" y="30691"/>
                  </a:cubicBezTo>
                  <a:cubicBezTo>
                    <a:pt x="23152" y="30540"/>
                    <a:pt x="22799" y="30463"/>
                    <a:pt x="22441" y="30463"/>
                  </a:cubicBezTo>
                  <a:cubicBezTo>
                    <a:pt x="22209" y="30463"/>
                    <a:pt x="21975" y="30495"/>
                    <a:pt x="21741" y="30560"/>
                  </a:cubicBezTo>
                  <a:cubicBezTo>
                    <a:pt x="21170" y="30703"/>
                    <a:pt x="20634" y="30930"/>
                    <a:pt x="20122" y="31180"/>
                  </a:cubicBezTo>
                  <a:cubicBezTo>
                    <a:pt x="18693" y="31894"/>
                    <a:pt x="17407" y="32799"/>
                    <a:pt x="16253" y="33894"/>
                  </a:cubicBezTo>
                  <a:cubicBezTo>
                    <a:pt x="16205" y="33930"/>
                    <a:pt x="16145" y="33966"/>
                    <a:pt x="16098" y="34013"/>
                  </a:cubicBezTo>
                  <a:cubicBezTo>
                    <a:pt x="16086" y="33954"/>
                    <a:pt x="16086" y="33918"/>
                    <a:pt x="16098" y="33894"/>
                  </a:cubicBezTo>
                  <a:cubicBezTo>
                    <a:pt x="16455" y="32716"/>
                    <a:pt x="16800" y="31549"/>
                    <a:pt x="17169" y="30382"/>
                  </a:cubicBezTo>
                  <a:cubicBezTo>
                    <a:pt x="17229" y="30168"/>
                    <a:pt x="17336" y="29977"/>
                    <a:pt x="17443" y="29798"/>
                  </a:cubicBezTo>
                  <a:cubicBezTo>
                    <a:pt x="17753" y="29275"/>
                    <a:pt x="18110" y="28786"/>
                    <a:pt x="18539" y="28358"/>
                  </a:cubicBezTo>
                  <a:cubicBezTo>
                    <a:pt x="18777" y="28132"/>
                    <a:pt x="18991" y="27882"/>
                    <a:pt x="19241" y="27667"/>
                  </a:cubicBezTo>
                  <a:cubicBezTo>
                    <a:pt x="20003" y="27060"/>
                    <a:pt x="20789" y="26512"/>
                    <a:pt x="21610" y="26012"/>
                  </a:cubicBezTo>
                  <a:cubicBezTo>
                    <a:pt x="21860" y="25858"/>
                    <a:pt x="22146" y="25750"/>
                    <a:pt x="22420" y="25643"/>
                  </a:cubicBezTo>
                  <a:cubicBezTo>
                    <a:pt x="23456" y="25286"/>
                    <a:pt x="24527" y="25155"/>
                    <a:pt x="25611" y="25107"/>
                  </a:cubicBezTo>
                  <a:cubicBezTo>
                    <a:pt x="26825" y="25048"/>
                    <a:pt x="28052" y="24988"/>
                    <a:pt x="29254" y="24846"/>
                  </a:cubicBezTo>
                  <a:cubicBezTo>
                    <a:pt x="30147" y="24738"/>
                    <a:pt x="31028" y="24584"/>
                    <a:pt x="31874" y="24310"/>
                  </a:cubicBezTo>
                  <a:cubicBezTo>
                    <a:pt x="33314" y="23833"/>
                    <a:pt x="34469" y="22905"/>
                    <a:pt x="35457" y="21774"/>
                  </a:cubicBezTo>
                  <a:cubicBezTo>
                    <a:pt x="35803" y="21369"/>
                    <a:pt x="36112" y="20940"/>
                    <a:pt x="36326" y="20452"/>
                  </a:cubicBezTo>
                  <a:cubicBezTo>
                    <a:pt x="36648" y="19678"/>
                    <a:pt x="36529" y="18738"/>
                    <a:pt x="35505" y="18261"/>
                  </a:cubicBezTo>
                  <a:cubicBezTo>
                    <a:pt x="34862" y="17964"/>
                    <a:pt x="34195" y="17797"/>
                    <a:pt x="33517" y="17726"/>
                  </a:cubicBezTo>
                  <a:cubicBezTo>
                    <a:pt x="33095" y="17679"/>
                    <a:pt x="32678" y="17656"/>
                    <a:pt x="32264" y="17656"/>
                  </a:cubicBezTo>
                  <a:cubicBezTo>
                    <a:pt x="30460" y="17656"/>
                    <a:pt x="28734" y="18095"/>
                    <a:pt x="27087" y="18928"/>
                  </a:cubicBezTo>
                  <a:cubicBezTo>
                    <a:pt x="26087" y="19440"/>
                    <a:pt x="25206" y="20095"/>
                    <a:pt x="24361" y="20797"/>
                  </a:cubicBezTo>
                  <a:cubicBezTo>
                    <a:pt x="23039" y="21893"/>
                    <a:pt x="21860" y="23143"/>
                    <a:pt x="20753" y="24465"/>
                  </a:cubicBezTo>
                  <a:cubicBezTo>
                    <a:pt x="20086" y="25274"/>
                    <a:pt x="19479" y="26119"/>
                    <a:pt x="18955" y="27048"/>
                  </a:cubicBezTo>
                  <a:cubicBezTo>
                    <a:pt x="18634" y="27620"/>
                    <a:pt x="18288" y="28191"/>
                    <a:pt x="17943" y="28751"/>
                  </a:cubicBezTo>
                  <a:cubicBezTo>
                    <a:pt x="17824" y="28953"/>
                    <a:pt x="17681" y="29144"/>
                    <a:pt x="17538" y="29334"/>
                  </a:cubicBezTo>
                  <a:cubicBezTo>
                    <a:pt x="17526" y="29251"/>
                    <a:pt x="17538" y="29167"/>
                    <a:pt x="17574" y="29096"/>
                  </a:cubicBezTo>
                  <a:cubicBezTo>
                    <a:pt x="17931" y="28191"/>
                    <a:pt x="18253" y="27262"/>
                    <a:pt x="18646" y="26370"/>
                  </a:cubicBezTo>
                  <a:cubicBezTo>
                    <a:pt x="18955" y="25631"/>
                    <a:pt x="19312" y="24905"/>
                    <a:pt x="19682" y="24167"/>
                  </a:cubicBezTo>
                  <a:cubicBezTo>
                    <a:pt x="20039" y="23452"/>
                    <a:pt x="20444" y="22738"/>
                    <a:pt x="20836" y="22048"/>
                  </a:cubicBezTo>
                  <a:cubicBezTo>
                    <a:pt x="21253" y="21297"/>
                    <a:pt x="21682" y="20571"/>
                    <a:pt x="22110" y="19845"/>
                  </a:cubicBezTo>
                  <a:cubicBezTo>
                    <a:pt x="22563" y="19107"/>
                    <a:pt x="22980" y="18369"/>
                    <a:pt x="23432" y="17642"/>
                  </a:cubicBezTo>
                  <a:cubicBezTo>
                    <a:pt x="24027" y="16690"/>
                    <a:pt x="24670" y="15761"/>
                    <a:pt x="25277" y="14809"/>
                  </a:cubicBezTo>
                  <a:cubicBezTo>
                    <a:pt x="25492" y="14499"/>
                    <a:pt x="25742" y="14285"/>
                    <a:pt x="26051" y="14130"/>
                  </a:cubicBezTo>
                  <a:cubicBezTo>
                    <a:pt x="26135" y="14082"/>
                    <a:pt x="26206" y="14070"/>
                    <a:pt x="26278" y="14023"/>
                  </a:cubicBezTo>
                  <a:cubicBezTo>
                    <a:pt x="26813" y="13713"/>
                    <a:pt x="27409" y="13546"/>
                    <a:pt x="28004" y="13427"/>
                  </a:cubicBezTo>
                  <a:cubicBezTo>
                    <a:pt x="28933" y="13249"/>
                    <a:pt x="29849" y="13082"/>
                    <a:pt x="30778" y="12904"/>
                  </a:cubicBezTo>
                  <a:cubicBezTo>
                    <a:pt x="31564" y="12761"/>
                    <a:pt x="32350" y="12594"/>
                    <a:pt x="33124" y="12344"/>
                  </a:cubicBezTo>
                  <a:cubicBezTo>
                    <a:pt x="33588" y="12189"/>
                    <a:pt x="34029" y="11987"/>
                    <a:pt x="34410" y="11653"/>
                  </a:cubicBezTo>
                  <a:cubicBezTo>
                    <a:pt x="35183" y="10987"/>
                    <a:pt x="35850" y="10237"/>
                    <a:pt x="36374" y="9344"/>
                  </a:cubicBezTo>
                  <a:cubicBezTo>
                    <a:pt x="36457" y="9201"/>
                    <a:pt x="36517" y="9022"/>
                    <a:pt x="36553" y="8844"/>
                  </a:cubicBezTo>
                  <a:cubicBezTo>
                    <a:pt x="36588" y="8617"/>
                    <a:pt x="36505" y="8474"/>
                    <a:pt x="36279" y="8415"/>
                  </a:cubicBezTo>
                  <a:cubicBezTo>
                    <a:pt x="36192" y="8383"/>
                    <a:pt x="36088" y="8367"/>
                    <a:pt x="35987" y="8367"/>
                  </a:cubicBezTo>
                  <a:cubicBezTo>
                    <a:pt x="35936" y="8367"/>
                    <a:pt x="35886" y="8371"/>
                    <a:pt x="35838" y="8379"/>
                  </a:cubicBezTo>
                  <a:cubicBezTo>
                    <a:pt x="35517" y="8439"/>
                    <a:pt x="35207" y="8510"/>
                    <a:pt x="34898" y="8605"/>
                  </a:cubicBezTo>
                  <a:cubicBezTo>
                    <a:pt x="33540" y="9022"/>
                    <a:pt x="32219" y="9546"/>
                    <a:pt x="30909" y="10058"/>
                  </a:cubicBezTo>
                  <a:cubicBezTo>
                    <a:pt x="30302" y="10320"/>
                    <a:pt x="29742" y="10653"/>
                    <a:pt x="29254" y="11106"/>
                  </a:cubicBezTo>
                  <a:cubicBezTo>
                    <a:pt x="28480" y="11784"/>
                    <a:pt x="27742" y="12499"/>
                    <a:pt x="27051" y="13273"/>
                  </a:cubicBezTo>
                  <a:cubicBezTo>
                    <a:pt x="26849" y="13499"/>
                    <a:pt x="26623" y="13689"/>
                    <a:pt x="26337" y="13808"/>
                  </a:cubicBezTo>
                  <a:cubicBezTo>
                    <a:pt x="26206" y="13856"/>
                    <a:pt x="26075" y="13951"/>
                    <a:pt x="25932" y="14023"/>
                  </a:cubicBezTo>
                  <a:cubicBezTo>
                    <a:pt x="25897" y="14047"/>
                    <a:pt x="25849" y="14070"/>
                    <a:pt x="25754" y="14106"/>
                  </a:cubicBezTo>
                  <a:cubicBezTo>
                    <a:pt x="25956" y="13808"/>
                    <a:pt x="26135" y="13558"/>
                    <a:pt x="26289" y="13296"/>
                  </a:cubicBezTo>
                  <a:cubicBezTo>
                    <a:pt x="26670" y="12665"/>
                    <a:pt x="27051" y="12046"/>
                    <a:pt x="27421" y="11415"/>
                  </a:cubicBezTo>
                  <a:cubicBezTo>
                    <a:pt x="27528" y="11237"/>
                    <a:pt x="27623" y="11010"/>
                    <a:pt x="27742" y="10832"/>
                  </a:cubicBezTo>
                  <a:cubicBezTo>
                    <a:pt x="27956" y="10510"/>
                    <a:pt x="28194" y="10177"/>
                    <a:pt x="28456" y="9879"/>
                  </a:cubicBezTo>
                  <a:cubicBezTo>
                    <a:pt x="29004" y="9213"/>
                    <a:pt x="29588" y="8546"/>
                    <a:pt x="30040" y="7796"/>
                  </a:cubicBezTo>
                  <a:cubicBezTo>
                    <a:pt x="30445" y="7117"/>
                    <a:pt x="30838" y="6427"/>
                    <a:pt x="31219" y="5736"/>
                  </a:cubicBezTo>
                  <a:cubicBezTo>
                    <a:pt x="31814" y="4641"/>
                    <a:pt x="32290" y="3498"/>
                    <a:pt x="32624" y="2295"/>
                  </a:cubicBezTo>
                  <a:cubicBezTo>
                    <a:pt x="32719" y="1902"/>
                    <a:pt x="32778" y="1521"/>
                    <a:pt x="32766" y="1128"/>
                  </a:cubicBezTo>
                  <a:cubicBezTo>
                    <a:pt x="32755" y="878"/>
                    <a:pt x="32707" y="640"/>
                    <a:pt x="32600" y="414"/>
                  </a:cubicBezTo>
                  <a:cubicBezTo>
                    <a:pt x="32469" y="143"/>
                    <a:pt x="32273" y="0"/>
                    <a:pt x="32028"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44"/>
            <p:cNvSpPr/>
            <p:nvPr/>
          </p:nvSpPr>
          <p:spPr>
            <a:xfrm>
              <a:off x="4329700" y="1984000"/>
              <a:ext cx="172950" cy="397100"/>
            </a:xfrm>
            <a:custGeom>
              <a:avLst/>
              <a:gdLst/>
              <a:ahLst/>
              <a:cxnLst/>
              <a:rect l="l" t="t" r="r" b="b"/>
              <a:pathLst>
                <a:path w="6918" h="15884" extrusionOk="0">
                  <a:moveTo>
                    <a:pt x="1048" y="1"/>
                  </a:moveTo>
                  <a:lnTo>
                    <a:pt x="1048" y="1"/>
                  </a:lnTo>
                  <a:cubicBezTo>
                    <a:pt x="1072" y="48"/>
                    <a:pt x="1120" y="84"/>
                    <a:pt x="1167" y="108"/>
                  </a:cubicBezTo>
                  <a:cubicBezTo>
                    <a:pt x="1298" y="179"/>
                    <a:pt x="1465" y="227"/>
                    <a:pt x="1584" y="334"/>
                  </a:cubicBezTo>
                  <a:cubicBezTo>
                    <a:pt x="2179" y="810"/>
                    <a:pt x="2644" y="1394"/>
                    <a:pt x="3025" y="2037"/>
                  </a:cubicBezTo>
                  <a:cubicBezTo>
                    <a:pt x="3596" y="2977"/>
                    <a:pt x="3977" y="3989"/>
                    <a:pt x="4287" y="5037"/>
                  </a:cubicBezTo>
                  <a:cubicBezTo>
                    <a:pt x="4691" y="6371"/>
                    <a:pt x="5013" y="7740"/>
                    <a:pt x="5299" y="9109"/>
                  </a:cubicBezTo>
                  <a:cubicBezTo>
                    <a:pt x="5644" y="10752"/>
                    <a:pt x="5953" y="12371"/>
                    <a:pt x="6287" y="14002"/>
                  </a:cubicBezTo>
                  <a:cubicBezTo>
                    <a:pt x="6299" y="14038"/>
                    <a:pt x="6287" y="14074"/>
                    <a:pt x="6287" y="14098"/>
                  </a:cubicBezTo>
                  <a:cubicBezTo>
                    <a:pt x="6239" y="14038"/>
                    <a:pt x="6203" y="13979"/>
                    <a:pt x="6180" y="13919"/>
                  </a:cubicBezTo>
                  <a:cubicBezTo>
                    <a:pt x="5299" y="11669"/>
                    <a:pt x="4525" y="9395"/>
                    <a:pt x="3822" y="7109"/>
                  </a:cubicBezTo>
                  <a:cubicBezTo>
                    <a:pt x="3275" y="5287"/>
                    <a:pt x="2632" y="3489"/>
                    <a:pt x="1774" y="1775"/>
                  </a:cubicBezTo>
                  <a:cubicBezTo>
                    <a:pt x="1584" y="1370"/>
                    <a:pt x="1370" y="1001"/>
                    <a:pt x="1143" y="608"/>
                  </a:cubicBezTo>
                  <a:cubicBezTo>
                    <a:pt x="1024" y="417"/>
                    <a:pt x="869" y="251"/>
                    <a:pt x="655" y="155"/>
                  </a:cubicBezTo>
                  <a:lnTo>
                    <a:pt x="655" y="155"/>
                  </a:lnTo>
                  <a:cubicBezTo>
                    <a:pt x="679" y="179"/>
                    <a:pt x="691" y="215"/>
                    <a:pt x="715" y="239"/>
                  </a:cubicBezTo>
                  <a:cubicBezTo>
                    <a:pt x="953" y="453"/>
                    <a:pt x="1120" y="703"/>
                    <a:pt x="1274" y="965"/>
                  </a:cubicBezTo>
                  <a:cubicBezTo>
                    <a:pt x="2179" y="2668"/>
                    <a:pt x="2905" y="4418"/>
                    <a:pt x="3477" y="6251"/>
                  </a:cubicBezTo>
                  <a:cubicBezTo>
                    <a:pt x="4168" y="8502"/>
                    <a:pt x="4882" y="10752"/>
                    <a:pt x="5715" y="12967"/>
                  </a:cubicBezTo>
                  <a:cubicBezTo>
                    <a:pt x="5739" y="13014"/>
                    <a:pt x="5739" y="13050"/>
                    <a:pt x="5751" y="13098"/>
                  </a:cubicBezTo>
                  <a:cubicBezTo>
                    <a:pt x="5572" y="12836"/>
                    <a:pt x="5418" y="12550"/>
                    <a:pt x="5263" y="12276"/>
                  </a:cubicBezTo>
                  <a:cubicBezTo>
                    <a:pt x="4537" y="11085"/>
                    <a:pt x="3822" y="9919"/>
                    <a:pt x="3108" y="8740"/>
                  </a:cubicBezTo>
                  <a:cubicBezTo>
                    <a:pt x="2191" y="7180"/>
                    <a:pt x="1322" y="5585"/>
                    <a:pt x="715" y="3870"/>
                  </a:cubicBezTo>
                  <a:cubicBezTo>
                    <a:pt x="477" y="3203"/>
                    <a:pt x="274" y="2537"/>
                    <a:pt x="167" y="1834"/>
                  </a:cubicBezTo>
                  <a:cubicBezTo>
                    <a:pt x="96" y="1358"/>
                    <a:pt x="36" y="894"/>
                    <a:pt x="238" y="429"/>
                  </a:cubicBezTo>
                  <a:lnTo>
                    <a:pt x="215" y="405"/>
                  </a:lnTo>
                  <a:cubicBezTo>
                    <a:pt x="107" y="513"/>
                    <a:pt x="60" y="644"/>
                    <a:pt x="48" y="798"/>
                  </a:cubicBezTo>
                  <a:cubicBezTo>
                    <a:pt x="0" y="1275"/>
                    <a:pt x="48" y="1739"/>
                    <a:pt x="155" y="2203"/>
                  </a:cubicBezTo>
                  <a:cubicBezTo>
                    <a:pt x="512" y="3787"/>
                    <a:pt x="1108" y="5263"/>
                    <a:pt x="1846" y="6668"/>
                  </a:cubicBezTo>
                  <a:cubicBezTo>
                    <a:pt x="2560" y="8037"/>
                    <a:pt x="3370" y="9347"/>
                    <a:pt x="4168" y="10657"/>
                  </a:cubicBezTo>
                  <a:cubicBezTo>
                    <a:pt x="4870" y="11788"/>
                    <a:pt x="5572" y="12943"/>
                    <a:pt x="6156" y="14133"/>
                  </a:cubicBezTo>
                  <a:cubicBezTo>
                    <a:pt x="6346" y="14514"/>
                    <a:pt x="6513" y="14919"/>
                    <a:pt x="6656" y="15324"/>
                  </a:cubicBezTo>
                  <a:cubicBezTo>
                    <a:pt x="6727" y="15514"/>
                    <a:pt x="6811" y="15693"/>
                    <a:pt x="6894" y="15872"/>
                  </a:cubicBezTo>
                  <a:cubicBezTo>
                    <a:pt x="6897" y="15872"/>
                    <a:pt x="6902" y="15871"/>
                    <a:pt x="6906" y="15870"/>
                  </a:cubicBezTo>
                  <a:lnTo>
                    <a:pt x="6906" y="15870"/>
                  </a:lnTo>
                  <a:cubicBezTo>
                    <a:pt x="6906" y="15874"/>
                    <a:pt x="6906" y="15879"/>
                    <a:pt x="6906" y="15884"/>
                  </a:cubicBezTo>
                  <a:cubicBezTo>
                    <a:pt x="6918" y="15872"/>
                    <a:pt x="6918" y="15869"/>
                    <a:pt x="6913" y="15869"/>
                  </a:cubicBezTo>
                  <a:cubicBezTo>
                    <a:pt x="6911" y="15869"/>
                    <a:pt x="6909" y="15869"/>
                    <a:pt x="6906" y="15870"/>
                  </a:cubicBezTo>
                  <a:lnTo>
                    <a:pt x="6906" y="15870"/>
                  </a:lnTo>
                  <a:cubicBezTo>
                    <a:pt x="6904" y="15817"/>
                    <a:pt x="6893" y="15772"/>
                    <a:pt x="6882" y="15717"/>
                  </a:cubicBezTo>
                  <a:cubicBezTo>
                    <a:pt x="6751" y="15300"/>
                    <a:pt x="6596" y="14907"/>
                    <a:pt x="6489" y="14491"/>
                  </a:cubicBezTo>
                  <a:cubicBezTo>
                    <a:pt x="6334" y="13800"/>
                    <a:pt x="6180" y="13086"/>
                    <a:pt x="6049" y="12383"/>
                  </a:cubicBezTo>
                  <a:cubicBezTo>
                    <a:pt x="5632" y="10145"/>
                    <a:pt x="5180" y="7906"/>
                    <a:pt x="4572" y="5704"/>
                  </a:cubicBezTo>
                  <a:cubicBezTo>
                    <a:pt x="4275" y="4620"/>
                    <a:pt x="3929" y="3549"/>
                    <a:pt x="3417" y="2549"/>
                  </a:cubicBezTo>
                  <a:cubicBezTo>
                    <a:pt x="2977" y="1715"/>
                    <a:pt x="2465" y="953"/>
                    <a:pt x="1751" y="346"/>
                  </a:cubicBezTo>
                  <a:cubicBezTo>
                    <a:pt x="1536" y="167"/>
                    <a:pt x="1298" y="84"/>
                    <a:pt x="104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44"/>
            <p:cNvSpPr/>
            <p:nvPr/>
          </p:nvSpPr>
          <p:spPr>
            <a:xfrm>
              <a:off x="4543125" y="2106900"/>
              <a:ext cx="448575" cy="258725"/>
            </a:xfrm>
            <a:custGeom>
              <a:avLst/>
              <a:gdLst/>
              <a:ahLst/>
              <a:cxnLst/>
              <a:rect l="l" t="t" r="r" b="b"/>
              <a:pathLst>
                <a:path w="17943" h="10349" extrusionOk="0">
                  <a:moveTo>
                    <a:pt x="15346" y="1"/>
                  </a:moveTo>
                  <a:cubicBezTo>
                    <a:pt x="15101" y="1"/>
                    <a:pt x="14855" y="14"/>
                    <a:pt x="14609" y="38"/>
                  </a:cubicBezTo>
                  <a:cubicBezTo>
                    <a:pt x="12133" y="300"/>
                    <a:pt x="9870" y="1145"/>
                    <a:pt x="7787" y="2455"/>
                  </a:cubicBezTo>
                  <a:cubicBezTo>
                    <a:pt x="6144" y="3479"/>
                    <a:pt x="4632" y="4717"/>
                    <a:pt x="3286" y="6110"/>
                  </a:cubicBezTo>
                  <a:cubicBezTo>
                    <a:pt x="2381" y="7050"/>
                    <a:pt x="1465" y="7979"/>
                    <a:pt x="714" y="9039"/>
                  </a:cubicBezTo>
                  <a:cubicBezTo>
                    <a:pt x="429" y="9432"/>
                    <a:pt x="119" y="9837"/>
                    <a:pt x="0" y="10348"/>
                  </a:cubicBezTo>
                  <a:cubicBezTo>
                    <a:pt x="8" y="10326"/>
                    <a:pt x="15" y="10318"/>
                    <a:pt x="23" y="10318"/>
                  </a:cubicBezTo>
                  <a:cubicBezTo>
                    <a:pt x="27" y="10318"/>
                    <a:pt x="31" y="10320"/>
                    <a:pt x="36" y="10325"/>
                  </a:cubicBezTo>
                  <a:cubicBezTo>
                    <a:pt x="95" y="10206"/>
                    <a:pt x="179" y="10075"/>
                    <a:pt x="250" y="9967"/>
                  </a:cubicBezTo>
                  <a:cubicBezTo>
                    <a:pt x="453" y="9682"/>
                    <a:pt x="667" y="9384"/>
                    <a:pt x="893" y="9122"/>
                  </a:cubicBezTo>
                  <a:cubicBezTo>
                    <a:pt x="1631" y="8193"/>
                    <a:pt x="2524" y="7408"/>
                    <a:pt x="3465" y="6693"/>
                  </a:cubicBezTo>
                  <a:cubicBezTo>
                    <a:pt x="4739" y="5717"/>
                    <a:pt x="6132" y="4919"/>
                    <a:pt x="7656" y="4383"/>
                  </a:cubicBezTo>
                  <a:cubicBezTo>
                    <a:pt x="8835" y="3991"/>
                    <a:pt x="10061" y="3729"/>
                    <a:pt x="11275" y="3538"/>
                  </a:cubicBezTo>
                  <a:cubicBezTo>
                    <a:pt x="12537" y="3348"/>
                    <a:pt x="13811" y="3181"/>
                    <a:pt x="15038" y="2883"/>
                  </a:cubicBezTo>
                  <a:cubicBezTo>
                    <a:pt x="15788" y="2705"/>
                    <a:pt x="16514" y="2478"/>
                    <a:pt x="17217" y="2205"/>
                  </a:cubicBezTo>
                  <a:cubicBezTo>
                    <a:pt x="17443" y="2109"/>
                    <a:pt x="17645" y="1966"/>
                    <a:pt x="17859" y="1847"/>
                  </a:cubicBezTo>
                  <a:cubicBezTo>
                    <a:pt x="17943" y="1788"/>
                    <a:pt x="17943" y="1788"/>
                    <a:pt x="17943" y="1669"/>
                  </a:cubicBezTo>
                  <a:lnTo>
                    <a:pt x="17943" y="1669"/>
                  </a:lnTo>
                  <a:cubicBezTo>
                    <a:pt x="17645" y="1907"/>
                    <a:pt x="17324" y="2086"/>
                    <a:pt x="16967" y="2205"/>
                  </a:cubicBezTo>
                  <a:cubicBezTo>
                    <a:pt x="16645" y="2324"/>
                    <a:pt x="16335" y="2419"/>
                    <a:pt x="16026" y="2514"/>
                  </a:cubicBezTo>
                  <a:cubicBezTo>
                    <a:pt x="14919" y="2836"/>
                    <a:pt x="13811" y="3050"/>
                    <a:pt x="12680" y="3229"/>
                  </a:cubicBezTo>
                  <a:cubicBezTo>
                    <a:pt x="11763" y="3371"/>
                    <a:pt x="10847" y="3514"/>
                    <a:pt x="9942" y="3693"/>
                  </a:cubicBezTo>
                  <a:cubicBezTo>
                    <a:pt x="8549" y="3955"/>
                    <a:pt x="7215" y="4372"/>
                    <a:pt x="5965" y="5014"/>
                  </a:cubicBezTo>
                  <a:cubicBezTo>
                    <a:pt x="4298" y="5860"/>
                    <a:pt x="2822" y="6979"/>
                    <a:pt x="1500" y="8301"/>
                  </a:cubicBezTo>
                  <a:lnTo>
                    <a:pt x="1322" y="8479"/>
                  </a:lnTo>
                  <a:cubicBezTo>
                    <a:pt x="1310" y="8432"/>
                    <a:pt x="1334" y="8408"/>
                    <a:pt x="1346" y="8372"/>
                  </a:cubicBezTo>
                  <a:cubicBezTo>
                    <a:pt x="1703" y="7955"/>
                    <a:pt x="2048" y="7562"/>
                    <a:pt x="2417" y="7158"/>
                  </a:cubicBezTo>
                  <a:cubicBezTo>
                    <a:pt x="3655" y="5836"/>
                    <a:pt x="4965" y="4562"/>
                    <a:pt x="6441" y="3490"/>
                  </a:cubicBezTo>
                  <a:cubicBezTo>
                    <a:pt x="7584" y="2657"/>
                    <a:pt x="8763" y="1931"/>
                    <a:pt x="10049" y="1371"/>
                  </a:cubicBezTo>
                  <a:cubicBezTo>
                    <a:pt x="11573" y="716"/>
                    <a:pt x="13145" y="264"/>
                    <a:pt x="14811" y="121"/>
                  </a:cubicBezTo>
                  <a:cubicBezTo>
                    <a:pt x="15011" y="99"/>
                    <a:pt x="15209" y="89"/>
                    <a:pt x="15406" y="89"/>
                  </a:cubicBezTo>
                  <a:cubicBezTo>
                    <a:pt x="16080" y="89"/>
                    <a:pt x="16739" y="212"/>
                    <a:pt x="17383" y="442"/>
                  </a:cubicBezTo>
                  <a:cubicBezTo>
                    <a:pt x="17407" y="454"/>
                    <a:pt x="17431" y="454"/>
                    <a:pt x="17467" y="454"/>
                  </a:cubicBezTo>
                  <a:cubicBezTo>
                    <a:pt x="17276" y="276"/>
                    <a:pt x="17014" y="240"/>
                    <a:pt x="16800" y="181"/>
                  </a:cubicBezTo>
                  <a:cubicBezTo>
                    <a:pt x="16324" y="54"/>
                    <a:pt x="15837" y="1"/>
                    <a:pt x="1534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44"/>
            <p:cNvSpPr/>
            <p:nvPr/>
          </p:nvSpPr>
          <p:spPr>
            <a:xfrm>
              <a:off x="4486275" y="2571875"/>
              <a:ext cx="295000" cy="252425"/>
            </a:xfrm>
            <a:custGeom>
              <a:avLst/>
              <a:gdLst/>
              <a:ahLst/>
              <a:cxnLst/>
              <a:rect l="l" t="t" r="r" b="b"/>
              <a:pathLst>
                <a:path w="11800" h="10097" extrusionOk="0">
                  <a:moveTo>
                    <a:pt x="11585" y="0"/>
                  </a:moveTo>
                  <a:lnTo>
                    <a:pt x="11585" y="0"/>
                  </a:lnTo>
                  <a:cubicBezTo>
                    <a:pt x="11704" y="215"/>
                    <a:pt x="11632" y="393"/>
                    <a:pt x="11525" y="584"/>
                  </a:cubicBezTo>
                  <a:cubicBezTo>
                    <a:pt x="11418" y="715"/>
                    <a:pt x="11311" y="834"/>
                    <a:pt x="11192" y="953"/>
                  </a:cubicBezTo>
                  <a:cubicBezTo>
                    <a:pt x="10525" y="1644"/>
                    <a:pt x="9763" y="2239"/>
                    <a:pt x="8977" y="2787"/>
                  </a:cubicBezTo>
                  <a:cubicBezTo>
                    <a:pt x="7608" y="3775"/>
                    <a:pt x="6227" y="4727"/>
                    <a:pt x="4846" y="5692"/>
                  </a:cubicBezTo>
                  <a:cubicBezTo>
                    <a:pt x="3620" y="6537"/>
                    <a:pt x="2417" y="7406"/>
                    <a:pt x="1334" y="8418"/>
                  </a:cubicBezTo>
                  <a:cubicBezTo>
                    <a:pt x="1310" y="8430"/>
                    <a:pt x="1286" y="8442"/>
                    <a:pt x="1274" y="8454"/>
                  </a:cubicBezTo>
                  <a:cubicBezTo>
                    <a:pt x="1274" y="8394"/>
                    <a:pt x="1298" y="8359"/>
                    <a:pt x="1334" y="8311"/>
                  </a:cubicBezTo>
                  <a:cubicBezTo>
                    <a:pt x="1655" y="7894"/>
                    <a:pt x="1988" y="7466"/>
                    <a:pt x="2322" y="7061"/>
                  </a:cubicBezTo>
                  <a:cubicBezTo>
                    <a:pt x="3536" y="5632"/>
                    <a:pt x="4798" y="4275"/>
                    <a:pt x="6227" y="3072"/>
                  </a:cubicBezTo>
                  <a:cubicBezTo>
                    <a:pt x="7620" y="1905"/>
                    <a:pt x="9108" y="870"/>
                    <a:pt x="10775" y="84"/>
                  </a:cubicBezTo>
                  <a:cubicBezTo>
                    <a:pt x="10799" y="60"/>
                    <a:pt x="10823" y="48"/>
                    <a:pt x="10835" y="36"/>
                  </a:cubicBezTo>
                  <a:cubicBezTo>
                    <a:pt x="10815" y="17"/>
                    <a:pt x="10799" y="8"/>
                    <a:pt x="10785" y="8"/>
                  </a:cubicBezTo>
                  <a:cubicBezTo>
                    <a:pt x="10773" y="8"/>
                    <a:pt x="10762" y="14"/>
                    <a:pt x="10751" y="24"/>
                  </a:cubicBezTo>
                  <a:cubicBezTo>
                    <a:pt x="10501" y="120"/>
                    <a:pt x="10239" y="215"/>
                    <a:pt x="10001" y="346"/>
                  </a:cubicBezTo>
                  <a:cubicBezTo>
                    <a:pt x="8394" y="1191"/>
                    <a:pt x="6941" y="2251"/>
                    <a:pt x="5596" y="3453"/>
                  </a:cubicBezTo>
                  <a:cubicBezTo>
                    <a:pt x="4084" y="4811"/>
                    <a:pt x="2727" y="6311"/>
                    <a:pt x="1476" y="7918"/>
                  </a:cubicBezTo>
                  <a:cubicBezTo>
                    <a:pt x="988" y="8549"/>
                    <a:pt x="512" y="9168"/>
                    <a:pt x="95" y="9847"/>
                  </a:cubicBezTo>
                  <a:cubicBezTo>
                    <a:pt x="60" y="9906"/>
                    <a:pt x="0" y="9978"/>
                    <a:pt x="36" y="10097"/>
                  </a:cubicBezTo>
                  <a:cubicBezTo>
                    <a:pt x="83" y="10037"/>
                    <a:pt x="95" y="10002"/>
                    <a:pt x="107" y="9978"/>
                  </a:cubicBezTo>
                  <a:cubicBezTo>
                    <a:pt x="119" y="9942"/>
                    <a:pt x="143" y="9906"/>
                    <a:pt x="167" y="9871"/>
                  </a:cubicBezTo>
                  <a:cubicBezTo>
                    <a:pt x="643" y="9156"/>
                    <a:pt x="1226" y="8549"/>
                    <a:pt x="1881" y="8001"/>
                  </a:cubicBezTo>
                  <a:cubicBezTo>
                    <a:pt x="2881" y="7168"/>
                    <a:pt x="3917" y="6394"/>
                    <a:pt x="4989" y="5644"/>
                  </a:cubicBezTo>
                  <a:cubicBezTo>
                    <a:pt x="6417" y="4644"/>
                    <a:pt x="7870" y="3632"/>
                    <a:pt x="9299" y="2620"/>
                  </a:cubicBezTo>
                  <a:cubicBezTo>
                    <a:pt x="10037" y="2084"/>
                    <a:pt x="10751" y="1513"/>
                    <a:pt x="11394" y="822"/>
                  </a:cubicBezTo>
                  <a:cubicBezTo>
                    <a:pt x="11430" y="762"/>
                    <a:pt x="11478" y="715"/>
                    <a:pt x="11549" y="643"/>
                  </a:cubicBezTo>
                  <a:lnTo>
                    <a:pt x="11549" y="643"/>
                  </a:lnTo>
                  <a:cubicBezTo>
                    <a:pt x="11537" y="691"/>
                    <a:pt x="11537" y="715"/>
                    <a:pt x="11537" y="739"/>
                  </a:cubicBezTo>
                  <a:cubicBezTo>
                    <a:pt x="11430" y="1155"/>
                    <a:pt x="11168" y="1465"/>
                    <a:pt x="10870" y="1751"/>
                  </a:cubicBezTo>
                  <a:cubicBezTo>
                    <a:pt x="9870" y="2715"/>
                    <a:pt x="8799" y="3572"/>
                    <a:pt x="7656" y="4334"/>
                  </a:cubicBezTo>
                  <a:cubicBezTo>
                    <a:pt x="6298" y="5239"/>
                    <a:pt x="4953" y="6120"/>
                    <a:pt x="3596" y="7013"/>
                  </a:cubicBezTo>
                  <a:cubicBezTo>
                    <a:pt x="3381" y="7144"/>
                    <a:pt x="3191" y="7299"/>
                    <a:pt x="3000" y="7430"/>
                  </a:cubicBezTo>
                  <a:cubicBezTo>
                    <a:pt x="3009" y="7432"/>
                    <a:pt x="3018" y="7433"/>
                    <a:pt x="3026" y="7433"/>
                  </a:cubicBezTo>
                  <a:cubicBezTo>
                    <a:pt x="3062" y="7433"/>
                    <a:pt x="3091" y="7416"/>
                    <a:pt x="3119" y="7406"/>
                  </a:cubicBezTo>
                  <a:cubicBezTo>
                    <a:pt x="4667" y="6406"/>
                    <a:pt x="6215" y="5406"/>
                    <a:pt x="7751" y="4394"/>
                  </a:cubicBezTo>
                  <a:cubicBezTo>
                    <a:pt x="8870" y="3632"/>
                    <a:pt x="9942" y="2787"/>
                    <a:pt x="10918" y="1822"/>
                  </a:cubicBezTo>
                  <a:cubicBezTo>
                    <a:pt x="11240" y="1489"/>
                    <a:pt x="11537" y="1132"/>
                    <a:pt x="11644" y="655"/>
                  </a:cubicBezTo>
                  <a:cubicBezTo>
                    <a:pt x="11680" y="572"/>
                    <a:pt x="11680" y="465"/>
                    <a:pt x="11716" y="393"/>
                  </a:cubicBezTo>
                  <a:cubicBezTo>
                    <a:pt x="11799" y="227"/>
                    <a:pt x="11716" y="108"/>
                    <a:pt x="1158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4"/>
            <p:cNvSpPr/>
            <p:nvPr/>
          </p:nvSpPr>
          <p:spPr>
            <a:xfrm>
              <a:off x="4756825" y="1866125"/>
              <a:ext cx="234875" cy="128025"/>
            </a:xfrm>
            <a:custGeom>
              <a:avLst/>
              <a:gdLst/>
              <a:ahLst/>
              <a:cxnLst/>
              <a:rect l="l" t="t" r="r" b="b"/>
              <a:pathLst>
                <a:path w="9395" h="5121" extrusionOk="0">
                  <a:moveTo>
                    <a:pt x="9252" y="60"/>
                  </a:moveTo>
                  <a:cubicBezTo>
                    <a:pt x="9311" y="215"/>
                    <a:pt x="9252" y="298"/>
                    <a:pt x="9192" y="394"/>
                  </a:cubicBezTo>
                  <a:cubicBezTo>
                    <a:pt x="8930" y="775"/>
                    <a:pt x="8609" y="1072"/>
                    <a:pt x="8240" y="1346"/>
                  </a:cubicBezTo>
                  <a:cubicBezTo>
                    <a:pt x="7526" y="1870"/>
                    <a:pt x="6716" y="2263"/>
                    <a:pt x="5882" y="2561"/>
                  </a:cubicBezTo>
                  <a:cubicBezTo>
                    <a:pt x="5001" y="2870"/>
                    <a:pt x="4132" y="3156"/>
                    <a:pt x="3239" y="3454"/>
                  </a:cubicBezTo>
                  <a:cubicBezTo>
                    <a:pt x="2489" y="3692"/>
                    <a:pt x="1775" y="3978"/>
                    <a:pt x="1108" y="4359"/>
                  </a:cubicBezTo>
                  <a:cubicBezTo>
                    <a:pt x="1072" y="4394"/>
                    <a:pt x="1037" y="4406"/>
                    <a:pt x="1001" y="4418"/>
                  </a:cubicBezTo>
                  <a:cubicBezTo>
                    <a:pt x="1751" y="3739"/>
                    <a:pt x="2430" y="2989"/>
                    <a:pt x="3323" y="2513"/>
                  </a:cubicBezTo>
                  <a:cubicBezTo>
                    <a:pt x="3751" y="2275"/>
                    <a:pt x="4216" y="2073"/>
                    <a:pt x="4692" y="1918"/>
                  </a:cubicBezTo>
                  <a:cubicBezTo>
                    <a:pt x="5871" y="1561"/>
                    <a:pt x="7002" y="1049"/>
                    <a:pt x="8121" y="537"/>
                  </a:cubicBezTo>
                  <a:cubicBezTo>
                    <a:pt x="8490" y="370"/>
                    <a:pt x="8859" y="227"/>
                    <a:pt x="9252" y="60"/>
                  </a:cubicBezTo>
                  <a:close/>
                  <a:moveTo>
                    <a:pt x="9264" y="1"/>
                  </a:moveTo>
                  <a:cubicBezTo>
                    <a:pt x="9145" y="37"/>
                    <a:pt x="9026" y="60"/>
                    <a:pt x="8907" y="108"/>
                  </a:cubicBezTo>
                  <a:cubicBezTo>
                    <a:pt x="8526" y="251"/>
                    <a:pt x="8157" y="406"/>
                    <a:pt x="7799" y="572"/>
                  </a:cubicBezTo>
                  <a:cubicBezTo>
                    <a:pt x="6764" y="1060"/>
                    <a:pt x="5692" y="1501"/>
                    <a:pt x="4585" y="1846"/>
                  </a:cubicBezTo>
                  <a:cubicBezTo>
                    <a:pt x="3632" y="2144"/>
                    <a:pt x="2775" y="2632"/>
                    <a:pt x="2025" y="3311"/>
                  </a:cubicBezTo>
                  <a:cubicBezTo>
                    <a:pt x="1406" y="3870"/>
                    <a:pt x="775" y="4418"/>
                    <a:pt x="156" y="4978"/>
                  </a:cubicBezTo>
                  <a:cubicBezTo>
                    <a:pt x="108" y="5001"/>
                    <a:pt x="60" y="5049"/>
                    <a:pt x="1" y="5120"/>
                  </a:cubicBezTo>
                  <a:cubicBezTo>
                    <a:pt x="191" y="5061"/>
                    <a:pt x="346" y="5013"/>
                    <a:pt x="489" y="4954"/>
                  </a:cubicBezTo>
                  <a:cubicBezTo>
                    <a:pt x="1465" y="4585"/>
                    <a:pt x="2453" y="4299"/>
                    <a:pt x="3454" y="4061"/>
                  </a:cubicBezTo>
                  <a:cubicBezTo>
                    <a:pt x="4525" y="3811"/>
                    <a:pt x="5585" y="3477"/>
                    <a:pt x="6609" y="3085"/>
                  </a:cubicBezTo>
                  <a:cubicBezTo>
                    <a:pt x="7383" y="2763"/>
                    <a:pt x="8097" y="2358"/>
                    <a:pt x="8680" y="1739"/>
                  </a:cubicBezTo>
                  <a:cubicBezTo>
                    <a:pt x="8811" y="1596"/>
                    <a:pt x="8930" y="1441"/>
                    <a:pt x="9050" y="1299"/>
                  </a:cubicBezTo>
                  <a:cubicBezTo>
                    <a:pt x="9038" y="1287"/>
                    <a:pt x="9038" y="1287"/>
                    <a:pt x="9026" y="1287"/>
                  </a:cubicBezTo>
                  <a:lnTo>
                    <a:pt x="8847" y="1465"/>
                  </a:lnTo>
                  <a:cubicBezTo>
                    <a:pt x="8740" y="1584"/>
                    <a:pt x="8621" y="1703"/>
                    <a:pt x="8502" y="1822"/>
                  </a:cubicBezTo>
                  <a:cubicBezTo>
                    <a:pt x="7966" y="2323"/>
                    <a:pt x="7335" y="2692"/>
                    <a:pt x="6656" y="2977"/>
                  </a:cubicBezTo>
                  <a:cubicBezTo>
                    <a:pt x="5823" y="3323"/>
                    <a:pt x="4966" y="3608"/>
                    <a:pt x="4085" y="3823"/>
                  </a:cubicBezTo>
                  <a:cubicBezTo>
                    <a:pt x="2930" y="4120"/>
                    <a:pt x="1787" y="4382"/>
                    <a:pt x="691" y="4811"/>
                  </a:cubicBezTo>
                  <a:cubicBezTo>
                    <a:pt x="679" y="4811"/>
                    <a:pt x="656" y="4799"/>
                    <a:pt x="608" y="4799"/>
                  </a:cubicBezTo>
                  <a:cubicBezTo>
                    <a:pt x="691" y="4751"/>
                    <a:pt x="727" y="4716"/>
                    <a:pt x="775" y="4692"/>
                  </a:cubicBezTo>
                  <a:cubicBezTo>
                    <a:pt x="1703" y="4108"/>
                    <a:pt x="2680" y="3727"/>
                    <a:pt x="3704" y="3430"/>
                  </a:cubicBezTo>
                  <a:cubicBezTo>
                    <a:pt x="4870" y="3073"/>
                    <a:pt x="6013" y="2680"/>
                    <a:pt x="7097" y="2144"/>
                  </a:cubicBezTo>
                  <a:cubicBezTo>
                    <a:pt x="7716" y="1846"/>
                    <a:pt x="8276" y="1489"/>
                    <a:pt x="8764" y="1013"/>
                  </a:cubicBezTo>
                  <a:cubicBezTo>
                    <a:pt x="8942" y="834"/>
                    <a:pt x="9109" y="608"/>
                    <a:pt x="9264" y="406"/>
                  </a:cubicBezTo>
                  <a:cubicBezTo>
                    <a:pt x="9335" y="287"/>
                    <a:pt x="9395" y="156"/>
                    <a:pt x="926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44"/>
            <p:cNvSpPr/>
            <p:nvPr/>
          </p:nvSpPr>
          <p:spPr>
            <a:xfrm>
              <a:off x="4424950" y="2471775"/>
              <a:ext cx="215825" cy="307900"/>
            </a:xfrm>
            <a:custGeom>
              <a:avLst/>
              <a:gdLst/>
              <a:ahLst/>
              <a:cxnLst/>
              <a:rect l="l" t="t" r="r" b="b"/>
              <a:pathLst>
                <a:path w="8633" h="12316" extrusionOk="0">
                  <a:moveTo>
                    <a:pt x="8606" y="1"/>
                  </a:moveTo>
                  <a:cubicBezTo>
                    <a:pt x="8571" y="1"/>
                    <a:pt x="8542" y="18"/>
                    <a:pt x="8513" y="28"/>
                  </a:cubicBezTo>
                  <a:cubicBezTo>
                    <a:pt x="6596" y="1242"/>
                    <a:pt x="4882" y="2683"/>
                    <a:pt x="3441" y="4421"/>
                  </a:cubicBezTo>
                  <a:cubicBezTo>
                    <a:pt x="2870" y="5124"/>
                    <a:pt x="2334" y="5850"/>
                    <a:pt x="1882" y="6624"/>
                  </a:cubicBezTo>
                  <a:cubicBezTo>
                    <a:pt x="1679" y="6957"/>
                    <a:pt x="1489" y="7291"/>
                    <a:pt x="1310" y="7636"/>
                  </a:cubicBezTo>
                  <a:cubicBezTo>
                    <a:pt x="1131" y="7993"/>
                    <a:pt x="941" y="8350"/>
                    <a:pt x="786" y="8731"/>
                  </a:cubicBezTo>
                  <a:cubicBezTo>
                    <a:pt x="584" y="9267"/>
                    <a:pt x="393" y="9803"/>
                    <a:pt x="262" y="10362"/>
                  </a:cubicBezTo>
                  <a:cubicBezTo>
                    <a:pt x="143" y="10886"/>
                    <a:pt x="36" y="11386"/>
                    <a:pt x="24" y="11922"/>
                  </a:cubicBezTo>
                  <a:cubicBezTo>
                    <a:pt x="0" y="12053"/>
                    <a:pt x="36" y="12184"/>
                    <a:pt x="36" y="12315"/>
                  </a:cubicBezTo>
                  <a:lnTo>
                    <a:pt x="60" y="12315"/>
                  </a:lnTo>
                  <a:cubicBezTo>
                    <a:pt x="60" y="12315"/>
                    <a:pt x="72" y="12303"/>
                    <a:pt x="72" y="12279"/>
                  </a:cubicBezTo>
                  <a:cubicBezTo>
                    <a:pt x="60" y="11196"/>
                    <a:pt x="358" y="10172"/>
                    <a:pt x="703" y="9172"/>
                  </a:cubicBezTo>
                  <a:cubicBezTo>
                    <a:pt x="869" y="8731"/>
                    <a:pt x="1084" y="8315"/>
                    <a:pt x="1286" y="7874"/>
                  </a:cubicBezTo>
                  <a:cubicBezTo>
                    <a:pt x="1584" y="7243"/>
                    <a:pt x="1941" y="6624"/>
                    <a:pt x="2334" y="6052"/>
                  </a:cubicBezTo>
                  <a:cubicBezTo>
                    <a:pt x="3275" y="4659"/>
                    <a:pt x="4358" y="3421"/>
                    <a:pt x="5608" y="2314"/>
                  </a:cubicBezTo>
                  <a:cubicBezTo>
                    <a:pt x="6442" y="1564"/>
                    <a:pt x="7358" y="909"/>
                    <a:pt x="8263" y="278"/>
                  </a:cubicBezTo>
                  <a:cubicBezTo>
                    <a:pt x="8382" y="183"/>
                    <a:pt x="8513" y="99"/>
                    <a:pt x="8632" y="4"/>
                  </a:cubicBezTo>
                  <a:cubicBezTo>
                    <a:pt x="8623" y="2"/>
                    <a:pt x="8615" y="1"/>
                    <a:pt x="860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4"/>
            <p:cNvSpPr/>
            <p:nvPr/>
          </p:nvSpPr>
          <p:spPr>
            <a:xfrm>
              <a:off x="4548175" y="1770575"/>
              <a:ext cx="62525" cy="339650"/>
            </a:xfrm>
            <a:custGeom>
              <a:avLst/>
              <a:gdLst/>
              <a:ahLst/>
              <a:cxnLst/>
              <a:rect l="l" t="t" r="r" b="b"/>
              <a:pathLst>
                <a:path w="2501" h="13586" extrusionOk="0">
                  <a:moveTo>
                    <a:pt x="12" y="1"/>
                  </a:moveTo>
                  <a:cubicBezTo>
                    <a:pt x="1" y="49"/>
                    <a:pt x="1" y="60"/>
                    <a:pt x="1" y="72"/>
                  </a:cubicBezTo>
                  <a:cubicBezTo>
                    <a:pt x="24" y="132"/>
                    <a:pt x="48" y="203"/>
                    <a:pt x="72" y="263"/>
                  </a:cubicBezTo>
                  <a:cubicBezTo>
                    <a:pt x="858" y="2370"/>
                    <a:pt x="1453" y="4537"/>
                    <a:pt x="1858" y="6752"/>
                  </a:cubicBezTo>
                  <a:cubicBezTo>
                    <a:pt x="2167" y="8478"/>
                    <a:pt x="2382" y="10228"/>
                    <a:pt x="2382" y="11990"/>
                  </a:cubicBezTo>
                  <a:cubicBezTo>
                    <a:pt x="2382" y="12467"/>
                    <a:pt x="2346" y="12931"/>
                    <a:pt x="2334" y="13407"/>
                  </a:cubicBezTo>
                  <a:cubicBezTo>
                    <a:pt x="2334" y="13455"/>
                    <a:pt x="2298" y="13538"/>
                    <a:pt x="2406" y="13586"/>
                  </a:cubicBezTo>
                  <a:cubicBezTo>
                    <a:pt x="2429" y="13503"/>
                    <a:pt x="2441" y="13419"/>
                    <a:pt x="2441" y="13395"/>
                  </a:cubicBezTo>
                  <a:cubicBezTo>
                    <a:pt x="2453" y="12800"/>
                    <a:pt x="2501" y="12217"/>
                    <a:pt x="2489" y="11633"/>
                  </a:cubicBezTo>
                  <a:cubicBezTo>
                    <a:pt x="2453" y="9466"/>
                    <a:pt x="2132" y="7323"/>
                    <a:pt x="1655" y="5204"/>
                  </a:cubicBezTo>
                  <a:cubicBezTo>
                    <a:pt x="1263" y="3513"/>
                    <a:pt x="774" y="1846"/>
                    <a:pt x="120" y="227"/>
                  </a:cubicBezTo>
                  <a:cubicBezTo>
                    <a:pt x="84" y="168"/>
                    <a:pt x="60" y="84"/>
                    <a:pt x="1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44"/>
            <p:cNvSpPr/>
            <p:nvPr/>
          </p:nvSpPr>
          <p:spPr>
            <a:xfrm>
              <a:off x="4110925" y="2379875"/>
              <a:ext cx="358400" cy="98850"/>
            </a:xfrm>
            <a:custGeom>
              <a:avLst/>
              <a:gdLst/>
              <a:ahLst/>
              <a:cxnLst/>
              <a:rect l="l" t="t" r="r" b="b"/>
              <a:pathLst>
                <a:path w="14336" h="3954" extrusionOk="0">
                  <a:moveTo>
                    <a:pt x="3767" y="0"/>
                  </a:moveTo>
                  <a:cubicBezTo>
                    <a:pt x="2701" y="0"/>
                    <a:pt x="1667" y="123"/>
                    <a:pt x="655" y="441"/>
                  </a:cubicBezTo>
                  <a:cubicBezTo>
                    <a:pt x="441" y="501"/>
                    <a:pt x="226" y="596"/>
                    <a:pt x="0" y="692"/>
                  </a:cubicBezTo>
                  <a:cubicBezTo>
                    <a:pt x="0" y="703"/>
                    <a:pt x="0" y="715"/>
                    <a:pt x="24" y="751"/>
                  </a:cubicBezTo>
                  <a:cubicBezTo>
                    <a:pt x="143" y="703"/>
                    <a:pt x="274" y="656"/>
                    <a:pt x="393" y="608"/>
                  </a:cubicBezTo>
                  <a:cubicBezTo>
                    <a:pt x="1238" y="311"/>
                    <a:pt x="2120" y="156"/>
                    <a:pt x="3013" y="108"/>
                  </a:cubicBezTo>
                  <a:cubicBezTo>
                    <a:pt x="3261" y="97"/>
                    <a:pt x="3510" y="91"/>
                    <a:pt x="3759" y="91"/>
                  </a:cubicBezTo>
                  <a:cubicBezTo>
                    <a:pt x="4800" y="91"/>
                    <a:pt x="5847" y="183"/>
                    <a:pt x="6894" y="299"/>
                  </a:cubicBezTo>
                  <a:cubicBezTo>
                    <a:pt x="7930" y="418"/>
                    <a:pt x="8954" y="703"/>
                    <a:pt x="9930" y="1061"/>
                  </a:cubicBezTo>
                  <a:cubicBezTo>
                    <a:pt x="10740" y="1358"/>
                    <a:pt x="11514" y="1715"/>
                    <a:pt x="12228" y="2192"/>
                  </a:cubicBezTo>
                  <a:cubicBezTo>
                    <a:pt x="12919" y="2656"/>
                    <a:pt x="13550" y="3180"/>
                    <a:pt x="14145" y="3751"/>
                  </a:cubicBezTo>
                  <a:cubicBezTo>
                    <a:pt x="14204" y="3811"/>
                    <a:pt x="14240" y="3894"/>
                    <a:pt x="14312" y="3954"/>
                  </a:cubicBezTo>
                  <a:lnTo>
                    <a:pt x="14335" y="3918"/>
                  </a:lnTo>
                  <a:cubicBezTo>
                    <a:pt x="14264" y="3847"/>
                    <a:pt x="14204" y="3740"/>
                    <a:pt x="14133" y="3668"/>
                  </a:cubicBezTo>
                  <a:cubicBezTo>
                    <a:pt x="13907" y="3442"/>
                    <a:pt x="13681" y="3228"/>
                    <a:pt x="13442" y="3025"/>
                  </a:cubicBezTo>
                  <a:cubicBezTo>
                    <a:pt x="12585" y="2287"/>
                    <a:pt x="11645" y="1692"/>
                    <a:pt x="10585" y="1251"/>
                  </a:cubicBezTo>
                  <a:cubicBezTo>
                    <a:pt x="10097" y="1049"/>
                    <a:pt x="9609" y="858"/>
                    <a:pt x="9085" y="703"/>
                  </a:cubicBezTo>
                  <a:cubicBezTo>
                    <a:pt x="8668" y="584"/>
                    <a:pt x="8239" y="441"/>
                    <a:pt x="7799" y="358"/>
                  </a:cubicBezTo>
                  <a:cubicBezTo>
                    <a:pt x="6525" y="144"/>
                    <a:pt x="5227" y="25"/>
                    <a:pt x="3917" y="1"/>
                  </a:cubicBezTo>
                  <a:cubicBezTo>
                    <a:pt x="3867" y="0"/>
                    <a:pt x="3817" y="0"/>
                    <a:pt x="3767"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44"/>
            <p:cNvSpPr/>
            <p:nvPr/>
          </p:nvSpPr>
          <p:spPr>
            <a:xfrm>
              <a:off x="4772900" y="2155150"/>
              <a:ext cx="221475" cy="88725"/>
            </a:xfrm>
            <a:custGeom>
              <a:avLst/>
              <a:gdLst/>
              <a:ahLst/>
              <a:cxnLst/>
              <a:rect l="l" t="t" r="r" b="b"/>
              <a:pathLst>
                <a:path w="8859" h="3549" extrusionOk="0">
                  <a:moveTo>
                    <a:pt x="8799" y="1"/>
                  </a:moveTo>
                  <a:cubicBezTo>
                    <a:pt x="8597" y="346"/>
                    <a:pt x="8383" y="656"/>
                    <a:pt x="8073" y="894"/>
                  </a:cubicBezTo>
                  <a:cubicBezTo>
                    <a:pt x="7728" y="1156"/>
                    <a:pt x="7371" y="1394"/>
                    <a:pt x="7014" y="1608"/>
                  </a:cubicBezTo>
                  <a:cubicBezTo>
                    <a:pt x="5704" y="2406"/>
                    <a:pt x="4287" y="2942"/>
                    <a:pt x="2799" y="3275"/>
                  </a:cubicBezTo>
                  <a:cubicBezTo>
                    <a:pt x="2156" y="3430"/>
                    <a:pt x="1501" y="3477"/>
                    <a:pt x="846" y="3477"/>
                  </a:cubicBezTo>
                  <a:cubicBezTo>
                    <a:pt x="572" y="3477"/>
                    <a:pt x="286" y="3489"/>
                    <a:pt x="1" y="3489"/>
                  </a:cubicBezTo>
                  <a:cubicBezTo>
                    <a:pt x="72" y="3537"/>
                    <a:pt x="167" y="3549"/>
                    <a:pt x="239" y="3549"/>
                  </a:cubicBezTo>
                  <a:cubicBezTo>
                    <a:pt x="632" y="3549"/>
                    <a:pt x="1001" y="3549"/>
                    <a:pt x="1370" y="3537"/>
                  </a:cubicBezTo>
                  <a:cubicBezTo>
                    <a:pt x="1680" y="3513"/>
                    <a:pt x="2025" y="3501"/>
                    <a:pt x="2334" y="3442"/>
                  </a:cubicBezTo>
                  <a:cubicBezTo>
                    <a:pt x="4275" y="3084"/>
                    <a:pt x="6061" y="2370"/>
                    <a:pt x="7692" y="1299"/>
                  </a:cubicBezTo>
                  <a:cubicBezTo>
                    <a:pt x="8145" y="1001"/>
                    <a:pt x="8502" y="632"/>
                    <a:pt x="8788" y="179"/>
                  </a:cubicBezTo>
                  <a:cubicBezTo>
                    <a:pt x="8811" y="144"/>
                    <a:pt x="8823" y="84"/>
                    <a:pt x="8859" y="25"/>
                  </a:cubicBezTo>
                  <a:cubicBezTo>
                    <a:pt x="8847" y="1"/>
                    <a:pt x="8823" y="1"/>
                    <a:pt x="879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44"/>
            <p:cNvSpPr/>
            <p:nvPr/>
          </p:nvSpPr>
          <p:spPr>
            <a:xfrm>
              <a:off x="4290100" y="2673975"/>
              <a:ext cx="107200" cy="217600"/>
            </a:xfrm>
            <a:custGeom>
              <a:avLst/>
              <a:gdLst/>
              <a:ahLst/>
              <a:cxnLst/>
              <a:rect l="l" t="t" r="r" b="b"/>
              <a:pathLst>
                <a:path w="4288" h="8704" extrusionOk="0">
                  <a:moveTo>
                    <a:pt x="25" y="0"/>
                  </a:moveTo>
                  <a:cubicBezTo>
                    <a:pt x="25" y="0"/>
                    <a:pt x="13" y="0"/>
                    <a:pt x="1" y="12"/>
                  </a:cubicBezTo>
                  <a:cubicBezTo>
                    <a:pt x="1" y="60"/>
                    <a:pt x="13" y="84"/>
                    <a:pt x="25" y="131"/>
                  </a:cubicBezTo>
                  <a:cubicBezTo>
                    <a:pt x="191" y="584"/>
                    <a:pt x="334" y="1036"/>
                    <a:pt x="501" y="1489"/>
                  </a:cubicBezTo>
                  <a:cubicBezTo>
                    <a:pt x="1168" y="3382"/>
                    <a:pt x="1965" y="5227"/>
                    <a:pt x="2989" y="6954"/>
                  </a:cubicBezTo>
                  <a:cubicBezTo>
                    <a:pt x="3299" y="7466"/>
                    <a:pt x="3668" y="7966"/>
                    <a:pt x="4013" y="8466"/>
                  </a:cubicBezTo>
                  <a:cubicBezTo>
                    <a:pt x="4085" y="8561"/>
                    <a:pt x="4180" y="8632"/>
                    <a:pt x="4251" y="8704"/>
                  </a:cubicBezTo>
                  <a:cubicBezTo>
                    <a:pt x="4251" y="8692"/>
                    <a:pt x="4263" y="8692"/>
                    <a:pt x="4287" y="8680"/>
                  </a:cubicBezTo>
                  <a:cubicBezTo>
                    <a:pt x="4263" y="8656"/>
                    <a:pt x="4251" y="8632"/>
                    <a:pt x="4239" y="8620"/>
                  </a:cubicBezTo>
                  <a:cubicBezTo>
                    <a:pt x="4013" y="8323"/>
                    <a:pt x="3775" y="8025"/>
                    <a:pt x="3573" y="7704"/>
                  </a:cubicBezTo>
                  <a:cubicBezTo>
                    <a:pt x="2715" y="6418"/>
                    <a:pt x="2025" y="5013"/>
                    <a:pt x="1430" y="3584"/>
                  </a:cubicBezTo>
                  <a:cubicBezTo>
                    <a:pt x="965" y="2453"/>
                    <a:pt x="548" y="1310"/>
                    <a:pt x="96" y="179"/>
                  </a:cubicBezTo>
                  <a:cubicBezTo>
                    <a:pt x="84" y="119"/>
                    <a:pt x="60" y="60"/>
                    <a:pt x="2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44"/>
            <p:cNvSpPr/>
            <p:nvPr/>
          </p:nvSpPr>
          <p:spPr>
            <a:xfrm>
              <a:off x="4768450" y="1718500"/>
              <a:ext cx="82175" cy="219400"/>
            </a:xfrm>
            <a:custGeom>
              <a:avLst/>
              <a:gdLst/>
              <a:ahLst/>
              <a:cxnLst/>
              <a:rect l="l" t="t" r="r" b="b"/>
              <a:pathLst>
                <a:path w="3287" h="8776" extrusionOk="0">
                  <a:moveTo>
                    <a:pt x="3286" y="0"/>
                  </a:moveTo>
                  <a:lnTo>
                    <a:pt x="3286" y="0"/>
                  </a:lnTo>
                  <a:cubicBezTo>
                    <a:pt x="3012" y="584"/>
                    <a:pt x="2715" y="1143"/>
                    <a:pt x="2477" y="1703"/>
                  </a:cubicBezTo>
                  <a:cubicBezTo>
                    <a:pt x="2000" y="2822"/>
                    <a:pt x="1488" y="3929"/>
                    <a:pt x="1131" y="5084"/>
                  </a:cubicBezTo>
                  <a:cubicBezTo>
                    <a:pt x="965" y="5608"/>
                    <a:pt x="774" y="6132"/>
                    <a:pt x="607" y="6668"/>
                  </a:cubicBezTo>
                  <a:cubicBezTo>
                    <a:pt x="417" y="7275"/>
                    <a:pt x="238" y="7882"/>
                    <a:pt x="60" y="8489"/>
                  </a:cubicBezTo>
                  <a:cubicBezTo>
                    <a:pt x="36" y="8585"/>
                    <a:pt x="12" y="8668"/>
                    <a:pt x="0" y="8763"/>
                  </a:cubicBezTo>
                  <a:cubicBezTo>
                    <a:pt x="12" y="8763"/>
                    <a:pt x="36" y="8775"/>
                    <a:pt x="48" y="8775"/>
                  </a:cubicBezTo>
                  <a:cubicBezTo>
                    <a:pt x="95" y="8692"/>
                    <a:pt x="143" y="8597"/>
                    <a:pt x="179" y="8501"/>
                  </a:cubicBezTo>
                  <a:cubicBezTo>
                    <a:pt x="262" y="8228"/>
                    <a:pt x="345" y="7942"/>
                    <a:pt x="417" y="7680"/>
                  </a:cubicBezTo>
                  <a:cubicBezTo>
                    <a:pt x="536" y="7263"/>
                    <a:pt x="643" y="6858"/>
                    <a:pt x="774" y="6442"/>
                  </a:cubicBezTo>
                  <a:cubicBezTo>
                    <a:pt x="893" y="6061"/>
                    <a:pt x="1024" y="5680"/>
                    <a:pt x="1155" y="5299"/>
                  </a:cubicBezTo>
                  <a:cubicBezTo>
                    <a:pt x="1334" y="4751"/>
                    <a:pt x="1524" y="4179"/>
                    <a:pt x="1738" y="3632"/>
                  </a:cubicBezTo>
                  <a:cubicBezTo>
                    <a:pt x="2119" y="2703"/>
                    <a:pt x="2536" y="1786"/>
                    <a:pt x="2917" y="858"/>
                  </a:cubicBezTo>
                  <a:cubicBezTo>
                    <a:pt x="3048" y="584"/>
                    <a:pt x="3167" y="286"/>
                    <a:pt x="328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44"/>
            <p:cNvSpPr/>
            <p:nvPr/>
          </p:nvSpPr>
          <p:spPr>
            <a:xfrm>
              <a:off x="4500250" y="2818625"/>
              <a:ext cx="197075" cy="53600"/>
            </a:xfrm>
            <a:custGeom>
              <a:avLst/>
              <a:gdLst/>
              <a:ahLst/>
              <a:cxnLst/>
              <a:rect l="l" t="t" r="r" b="b"/>
              <a:pathLst>
                <a:path w="7883" h="2144" extrusionOk="0">
                  <a:moveTo>
                    <a:pt x="7859" y="1"/>
                  </a:moveTo>
                  <a:cubicBezTo>
                    <a:pt x="7763" y="13"/>
                    <a:pt x="7656" y="25"/>
                    <a:pt x="7573" y="48"/>
                  </a:cubicBezTo>
                  <a:cubicBezTo>
                    <a:pt x="5585" y="358"/>
                    <a:pt x="3596" y="810"/>
                    <a:pt x="1679" y="1453"/>
                  </a:cubicBezTo>
                  <a:cubicBezTo>
                    <a:pt x="1191" y="1620"/>
                    <a:pt x="715" y="1787"/>
                    <a:pt x="227" y="1965"/>
                  </a:cubicBezTo>
                  <a:cubicBezTo>
                    <a:pt x="143" y="2001"/>
                    <a:pt x="72" y="2037"/>
                    <a:pt x="1" y="2072"/>
                  </a:cubicBezTo>
                  <a:cubicBezTo>
                    <a:pt x="13" y="2096"/>
                    <a:pt x="13" y="2108"/>
                    <a:pt x="24" y="2144"/>
                  </a:cubicBezTo>
                  <a:cubicBezTo>
                    <a:pt x="2572" y="1156"/>
                    <a:pt x="5204" y="489"/>
                    <a:pt x="7883" y="48"/>
                  </a:cubicBezTo>
                  <a:cubicBezTo>
                    <a:pt x="7871" y="36"/>
                    <a:pt x="7871" y="13"/>
                    <a:pt x="785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44"/>
            <p:cNvSpPr/>
            <p:nvPr/>
          </p:nvSpPr>
          <p:spPr>
            <a:xfrm>
              <a:off x="4091575" y="2390475"/>
              <a:ext cx="193500" cy="27525"/>
            </a:xfrm>
            <a:custGeom>
              <a:avLst/>
              <a:gdLst/>
              <a:ahLst/>
              <a:cxnLst/>
              <a:rect l="l" t="t" r="r" b="b"/>
              <a:pathLst>
                <a:path w="7740" h="1101" extrusionOk="0">
                  <a:moveTo>
                    <a:pt x="5766" y="0"/>
                  </a:moveTo>
                  <a:cubicBezTo>
                    <a:pt x="5063" y="0"/>
                    <a:pt x="4360" y="80"/>
                    <a:pt x="3667" y="232"/>
                  </a:cubicBezTo>
                  <a:cubicBezTo>
                    <a:pt x="3155" y="351"/>
                    <a:pt x="2667" y="494"/>
                    <a:pt x="2167" y="613"/>
                  </a:cubicBezTo>
                  <a:cubicBezTo>
                    <a:pt x="1453" y="791"/>
                    <a:pt x="739" y="982"/>
                    <a:pt x="0" y="1089"/>
                  </a:cubicBezTo>
                  <a:cubicBezTo>
                    <a:pt x="48" y="1089"/>
                    <a:pt x="84" y="1101"/>
                    <a:pt x="96" y="1101"/>
                  </a:cubicBezTo>
                  <a:cubicBezTo>
                    <a:pt x="393" y="1053"/>
                    <a:pt x="703" y="1041"/>
                    <a:pt x="1000" y="958"/>
                  </a:cubicBezTo>
                  <a:cubicBezTo>
                    <a:pt x="1810" y="779"/>
                    <a:pt x="2608" y="577"/>
                    <a:pt x="3417" y="387"/>
                  </a:cubicBezTo>
                  <a:cubicBezTo>
                    <a:pt x="4215" y="194"/>
                    <a:pt x="5012" y="78"/>
                    <a:pt x="5819" y="78"/>
                  </a:cubicBezTo>
                  <a:cubicBezTo>
                    <a:pt x="6109" y="78"/>
                    <a:pt x="6399" y="93"/>
                    <a:pt x="6692" y="125"/>
                  </a:cubicBezTo>
                  <a:cubicBezTo>
                    <a:pt x="7049" y="160"/>
                    <a:pt x="7382" y="172"/>
                    <a:pt x="7739" y="208"/>
                  </a:cubicBezTo>
                  <a:cubicBezTo>
                    <a:pt x="7692" y="172"/>
                    <a:pt x="7656" y="148"/>
                    <a:pt x="7608" y="148"/>
                  </a:cubicBezTo>
                  <a:cubicBezTo>
                    <a:pt x="7394" y="113"/>
                    <a:pt x="7180" y="101"/>
                    <a:pt x="6954" y="77"/>
                  </a:cubicBezTo>
                  <a:cubicBezTo>
                    <a:pt x="6559" y="26"/>
                    <a:pt x="6162" y="0"/>
                    <a:pt x="576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4"/>
            <p:cNvSpPr/>
            <p:nvPr/>
          </p:nvSpPr>
          <p:spPr>
            <a:xfrm>
              <a:off x="4460075" y="2501025"/>
              <a:ext cx="125325" cy="145875"/>
            </a:xfrm>
            <a:custGeom>
              <a:avLst/>
              <a:gdLst/>
              <a:ahLst/>
              <a:cxnLst/>
              <a:rect l="l" t="t" r="r" b="b"/>
              <a:pathLst>
                <a:path w="5013" h="5835" extrusionOk="0">
                  <a:moveTo>
                    <a:pt x="4965" y="1"/>
                  </a:moveTo>
                  <a:cubicBezTo>
                    <a:pt x="4953" y="13"/>
                    <a:pt x="4941" y="13"/>
                    <a:pt x="4929" y="25"/>
                  </a:cubicBezTo>
                  <a:cubicBezTo>
                    <a:pt x="3929" y="799"/>
                    <a:pt x="2989" y="1632"/>
                    <a:pt x="2155" y="2596"/>
                  </a:cubicBezTo>
                  <a:cubicBezTo>
                    <a:pt x="1560" y="3299"/>
                    <a:pt x="1024" y="4025"/>
                    <a:pt x="548" y="4799"/>
                  </a:cubicBezTo>
                  <a:cubicBezTo>
                    <a:pt x="346" y="5120"/>
                    <a:pt x="179" y="5478"/>
                    <a:pt x="0" y="5799"/>
                  </a:cubicBezTo>
                  <a:cubicBezTo>
                    <a:pt x="12" y="5811"/>
                    <a:pt x="24" y="5811"/>
                    <a:pt x="48" y="5835"/>
                  </a:cubicBezTo>
                  <a:cubicBezTo>
                    <a:pt x="1262" y="3525"/>
                    <a:pt x="2965" y="1620"/>
                    <a:pt x="5013" y="25"/>
                  </a:cubicBezTo>
                  <a:cubicBezTo>
                    <a:pt x="5001" y="13"/>
                    <a:pt x="4989" y="1"/>
                    <a:pt x="496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4"/>
            <p:cNvSpPr/>
            <p:nvPr/>
          </p:nvSpPr>
          <p:spPr>
            <a:xfrm>
              <a:off x="4577950" y="1839650"/>
              <a:ext cx="32450" cy="154200"/>
            </a:xfrm>
            <a:custGeom>
              <a:avLst/>
              <a:gdLst/>
              <a:ahLst/>
              <a:cxnLst/>
              <a:rect l="l" t="t" r="r" b="b"/>
              <a:pathLst>
                <a:path w="1298" h="6168" extrusionOk="0">
                  <a:moveTo>
                    <a:pt x="0" y="0"/>
                  </a:moveTo>
                  <a:lnTo>
                    <a:pt x="0" y="0"/>
                  </a:lnTo>
                  <a:cubicBezTo>
                    <a:pt x="643" y="2048"/>
                    <a:pt x="1060" y="4084"/>
                    <a:pt x="1286" y="6168"/>
                  </a:cubicBezTo>
                  <a:cubicBezTo>
                    <a:pt x="1298" y="4786"/>
                    <a:pt x="417" y="572"/>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44"/>
            <p:cNvSpPr/>
            <p:nvPr/>
          </p:nvSpPr>
          <p:spPr>
            <a:xfrm>
              <a:off x="4316000" y="2727850"/>
              <a:ext cx="48550" cy="105975"/>
            </a:xfrm>
            <a:custGeom>
              <a:avLst/>
              <a:gdLst/>
              <a:ahLst/>
              <a:cxnLst/>
              <a:rect l="l" t="t" r="r" b="b"/>
              <a:pathLst>
                <a:path w="1942" h="4239" extrusionOk="0">
                  <a:moveTo>
                    <a:pt x="1" y="0"/>
                  </a:moveTo>
                  <a:lnTo>
                    <a:pt x="1" y="0"/>
                  </a:lnTo>
                  <a:cubicBezTo>
                    <a:pt x="536" y="1465"/>
                    <a:pt x="1167" y="2894"/>
                    <a:pt x="1941" y="4239"/>
                  </a:cubicBezTo>
                  <a:cubicBezTo>
                    <a:pt x="1298" y="2834"/>
                    <a:pt x="644" y="1417"/>
                    <a:pt x="1"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44"/>
            <p:cNvSpPr/>
            <p:nvPr/>
          </p:nvSpPr>
          <p:spPr>
            <a:xfrm>
              <a:off x="4557100" y="2818075"/>
              <a:ext cx="108075" cy="29450"/>
            </a:xfrm>
            <a:custGeom>
              <a:avLst/>
              <a:gdLst/>
              <a:ahLst/>
              <a:cxnLst/>
              <a:rect l="l" t="t" r="r" b="b"/>
              <a:pathLst>
                <a:path w="4323" h="1178" extrusionOk="0">
                  <a:moveTo>
                    <a:pt x="4307" y="1"/>
                  </a:moveTo>
                  <a:cubicBezTo>
                    <a:pt x="4304" y="1"/>
                    <a:pt x="4304" y="5"/>
                    <a:pt x="4308" y="11"/>
                  </a:cubicBezTo>
                  <a:lnTo>
                    <a:pt x="4308" y="11"/>
                  </a:lnTo>
                  <a:cubicBezTo>
                    <a:pt x="4313" y="11"/>
                    <a:pt x="4318" y="11"/>
                    <a:pt x="4323" y="11"/>
                  </a:cubicBezTo>
                  <a:cubicBezTo>
                    <a:pt x="4315" y="3"/>
                    <a:pt x="4310" y="1"/>
                    <a:pt x="4307" y="1"/>
                  </a:cubicBezTo>
                  <a:close/>
                  <a:moveTo>
                    <a:pt x="4308" y="11"/>
                  </a:moveTo>
                  <a:lnTo>
                    <a:pt x="4308" y="11"/>
                  </a:lnTo>
                  <a:cubicBezTo>
                    <a:pt x="4267" y="11"/>
                    <a:pt x="4236" y="12"/>
                    <a:pt x="4204" y="23"/>
                  </a:cubicBezTo>
                  <a:cubicBezTo>
                    <a:pt x="3275" y="225"/>
                    <a:pt x="2334" y="428"/>
                    <a:pt x="1418" y="666"/>
                  </a:cubicBezTo>
                  <a:cubicBezTo>
                    <a:pt x="989" y="761"/>
                    <a:pt x="584" y="928"/>
                    <a:pt x="179" y="1059"/>
                  </a:cubicBezTo>
                  <a:cubicBezTo>
                    <a:pt x="108" y="1082"/>
                    <a:pt x="60" y="1118"/>
                    <a:pt x="1" y="1154"/>
                  </a:cubicBezTo>
                  <a:cubicBezTo>
                    <a:pt x="1" y="1154"/>
                    <a:pt x="13" y="1166"/>
                    <a:pt x="13" y="1178"/>
                  </a:cubicBezTo>
                  <a:cubicBezTo>
                    <a:pt x="1418" y="654"/>
                    <a:pt x="2870" y="356"/>
                    <a:pt x="4323" y="23"/>
                  </a:cubicBezTo>
                  <a:cubicBezTo>
                    <a:pt x="4316" y="19"/>
                    <a:pt x="4311" y="15"/>
                    <a:pt x="4308" y="1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44"/>
            <p:cNvSpPr/>
            <p:nvPr/>
          </p:nvSpPr>
          <p:spPr>
            <a:xfrm>
              <a:off x="4800000" y="1770575"/>
              <a:ext cx="35450" cy="85475"/>
            </a:xfrm>
            <a:custGeom>
              <a:avLst/>
              <a:gdLst/>
              <a:ahLst/>
              <a:cxnLst/>
              <a:rect l="l" t="t" r="r" b="b"/>
              <a:pathLst>
                <a:path w="1418" h="3419" extrusionOk="0">
                  <a:moveTo>
                    <a:pt x="1417" y="1"/>
                  </a:moveTo>
                  <a:lnTo>
                    <a:pt x="1417" y="1"/>
                  </a:lnTo>
                  <a:cubicBezTo>
                    <a:pt x="1322" y="168"/>
                    <a:pt x="1227" y="299"/>
                    <a:pt x="1167" y="465"/>
                  </a:cubicBezTo>
                  <a:cubicBezTo>
                    <a:pt x="786" y="1382"/>
                    <a:pt x="405" y="2323"/>
                    <a:pt x="36" y="3239"/>
                  </a:cubicBezTo>
                  <a:cubicBezTo>
                    <a:pt x="12" y="3299"/>
                    <a:pt x="12" y="3358"/>
                    <a:pt x="0" y="3418"/>
                  </a:cubicBezTo>
                  <a:lnTo>
                    <a:pt x="36" y="3418"/>
                  </a:lnTo>
                  <a:cubicBezTo>
                    <a:pt x="488" y="2275"/>
                    <a:pt x="953" y="1144"/>
                    <a:pt x="141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34" name="Google Shape;534;p44"/>
          <p:cNvPicPr preferRelativeResize="0"/>
          <p:nvPr/>
        </p:nvPicPr>
        <p:blipFill rotWithShape="1">
          <a:blip r:embed="rId4">
            <a:alphaModFix amt="82000"/>
          </a:blip>
          <a:srcRect l="50645" t="40792" r="22239" b="39046"/>
          <a:stretch/>
        </p:blipFill>
        <p:spPr>
          <a:xfrm flipH="1">
            <a:off x="7699490" y="2060138"/>
            <a:ext cx="2446373" cy="1023224"/>
          </a:xfrm>
          <a:prstGeom prst="rect">
            <a:avLst/>
          </a:prstGeom>
          <a:noFill/>
          <a:ln>
            <a:noFill/>
          </a:ln>
        </p:spPr>
      </p:pic>
      <p:pic>
        <p:nvPicPr>
          <p:cNvPr id="535" name="Google Shape;535;p44"/>
          <p:cNvPicPr preferRelativeResize="0"/>
          <p:nvPr/>
        </p:nvPicPr>
        <p:blipFill rotWithShape="1">
          <a:blip r:embed="rId5">
            <a:alphaModFix/>
          </a:blip>
          <a:srcRect l="28680" t="19555" r="23804" b="32703"/>
          <a:stretch/>
        </p:blipFill>
        <p:spPr>
          <a:xfrm rot="-466196" flipH="1">
            <a:off x="7123202" y="2832962"/>
            <a:ext cx="1650300" cy="932676"/>
          </a:xfrm>
          <a:prstGeom prst="rect">
            <a:avLst/>
          </a:prstGeom>
          <a:noFill/>
          <a:ln>
            <a:noFill/>
          </a:ln>
        </p:spPr>
      </p:pic>
      <p:pic>
        <p:nvPicPr>
          <p:cNvPr id="536" name="Google Shape;536;p44"/>
          <p:cNvPicPr preferRelativeResize="0"/>
          <p:nvPr/>
        </p:nvPicPr>
        <p:blipFill rotWithShape="1">
          <a:blip r:embed="rId6">
            <a:alphaModFix/>
          </a:blip>
          <a:srcRect l="45691" t="12052" r="18787" b="20159"/>
          <a:stretch/>
        </p:blipFill>
        <p:spPr>
          <a:xfrm>
            <a:off x="659625" y="2565640"/>
            <a:ext cx="1366949" cy="1467299"/>
          </a:xfrm>
          <a:prstGeom prst="rect">
            <a:avLst/>
          </a:prstGeom>
          <a:noFill/>
          <a:ln>
            <a:noFill/>
          </a:ln>
        </p:spPr>
      </p:pic>
      <p:sp>
        <p:nvSpPr>
          <p:cNvPr id="537" name="Google Shape;537;p44">
            <a:hlinkClick r:id="rId7" action="ppaction://hlinksldjump"/>
          </p:cNvPr>
          <p:cNvSpPr/>
          <p:nvPr/>
        </p:nvSpPr>
        <p:spPr>
          <a:xfrm>
            <a:off x="10037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538" name="Google Shape;538;p44">
            <a:hlinkClick r:id="rId8"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539" name="Google Shape;539;p44">
            <a:hlinkClick r:id="rId9"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540" name="Google Shape;540;p44">
            <a:hlinkClick r:id="rId10"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541" name="Google Shape;541;p44">
            <a:hlinkClick r:id="rId11" action="ppaction://hlinksldjump"/>
          </p:cNvPr>
          <p:cNvSpPr/>
          <p:nvPr/>
        </p:nvSpPr>
        <p:spPr>
          <a:xfrm>
            <a:off x="67785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pic>
        <p:nvPicPr>
          <p:cNvPr id="641" name="Google Shape;641;p49"/>
          <p:cNvPicPr preferRelativeResize="0"/>
          <p:nvPr/>
        </p:nvPicPr>
        <p:blipFill rotWithShape="1">
          <a:blip r:embed="rId3">
            <a:alphaModFix/>
          </a:blip>
          <a:srcRect l="28680" t="19555" r="23804" b="32703"/>
          <a:stretch/>
        </p:blipFill>
        <p:spPr>
          <a:xfrm rot="-1761291">
            <a:off x="1740798" y="558409"/>
            <a:ext cx="1287877" cy="72782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pic>
        <p:nvPicPr>
          <p:cNvPr id="654" name="Google Shape;654;p52"/>
          <p:cNvPicPr preferRelativeResize="0"/>
          <p:nvPr/>
        </p:nvPicPr>
        <p:blipFill rotWithShape="1">
          <a:blip r:embed="rId3">
            <a:alphaModFix amt="76000"/>
          </a:blip>
          <a:srcRect l="37412" t="9009" r="30455" b="20771"/>
          <a:stretch/>
        </p:blipFill>
        <p:spPr>
          <a:xfrm>
            <a:off x="743014" y="693909"/>
            <a:ext cx="1432411" cy="1760740"/>
          </a:xfrm>
          <a:prstGeom prst="rect">
            <a:avLst/>
          </a:prstGeom>
          <a:noFill/>
          <a:ln>
            <a:noFill/>
          </a:ln>
        </p:spPr>
      </p:pic>
      <p:sp>
        <p:nvSpPr>
          <p:cNvPr id="655" name="Google Shape;655;p52"/>
          <p:cNvSpPr txBox="1">
            <a:spLocks noGrp="1"/>
          </p:cNvSpPr>
          <p:nvPr>
            <p:ph type="title"/>
          </p:nvPr>
        </p:nvSpPr>
        <p:spPr>
          <a:xfrm>
            <a:off x="713225" y="2098425"/>
            <a:ext cx="4919100" cy="91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Kit d'avatar</a:t>
            </a:r>
            <a:endParaRPr/>
          </a:p>
        </p:txBody>
      </p:sp>
      <p:sp>
        <p:nvSpPr>
          <p:cNvPr id="656" name="Google Shape;656;p52"/>
          <p:cNvSpPr txBox="1">
            <a:spLocks noGrp="1"/>
          </p:cNvSpPr>
          <p:nvPr>
            <p:ph type="title" idx="2"/>
          </p:nvPr>
        </p:nvSpPr>
        <p:spPr>
          <a:xfrm>
            <a:off x="713225" y="1010300"/>
            <a:ext cx="3839400" cy="108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03</a:t>
            </a:r>
            <a:endParaRPr/>
          </a:p>
        </p:txBody>
      </p:sp>
      <p:sp>
        <p:nvSpPr>
          <p:cNvPr id="657" name="Google Shape;657;p52"/>
          <p:cNvSpPr txBox="1">
            <a:spLocks noGrp="1"/>
          </p:cNvSpPr>
          <p:nvPr>
            <p:ph type="subTitle" idx="1"/>
          </p:nvPr>
        </p:nvSpPr>
        <p:spPr>
          <a:xfrm>
            <a:off x="713225" y="3056300"/>
            <a:ext cx="3863400" cy="693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Clr>
                <a:schemeClr val="dk1"/>
              </a:buClr>
              <a:buSzPts val="1100"/>
              <a:buFont typeface="Arial"/>
              <a:buNone/>
            </a:pPr>
            <a:r>
              <a:rPr lang="en"/>
              <a:t>Vous pouvez entrer un sous-titre ici si vous en avez besoin</a:t>
            </a:r>
            <a:endParaRPr/>
          </a:p>
        </p:txBody>
      </p:sp>
      <p:grpSp>
        <p:nvGrpSpPr>
          <p:cNvPr id="658" name="Google Shape;658;p52"/>
          <p:cNvGrpSpPr/>
          <p:nvPr/>
        </p:nvGrpSpPr>
        <p:grpSpPr>
          <a:xfrm rot="3506309" flipH="1">
            <a:off x="6183235" y="-697245"/>
            <a:ext cx="1500822" cy="2830783"/>
            <a:chOff x="2145200" y="1846500"/>
            <a:chExt cx="1056700" cy="1993100"/>
          </a:xfrm>
        </p:grpSpPr>
        <p:sp>
          <p:nvSpPr>
            <p:cNvPr id="659" name="Google Shape;659;p52"/>
            <p:cNvSpPr/>
            <p:nvPr/>
          </p:nvSpPr>
          <p:spPr>
            <a:xfrm>
              <a:off x="2145200" y="1846500"/>
              <a:ext cx="1056700" cy="1993100"/>
            </a:xfrm>
            <a:custGeom>
              <a:avLst/>
              <a:gdLst/>
              <a:ahLst/>
              <a:cxnLst/>
              <a:rect l="l" t="t" r="r" b="b"/>
              <a:pathLst>
                <a:path w="42268" h="79724" extrusionOk="0">
                  <a:moveTo>
                    <a:pt x="31397" y="417"/>
                  </a:moveTo>
                  <a:cubicBezTo>
                    <a:pt x="31635" y="2676"/>
                    <a:pt x="31873" y="4936"/>
                    <a:pt x="31980" y="7208"/>
                  </a:cubicBezTo>
                  <a:lnTo>
                    <a:pt x="31980" y="7208"/>
                  </a:lnTo>
                  <a:cubicBezTo>
                    <a:pt x="31977" y="7176"/>
                    <a:pt x="31957" y="7153"/>
                    <a:pt x="31957" y="7120"/>
                  </a:cubicBezTo>
                  <a:cubicBezTo>
                    <a:pt x="31742" y="5179"/>
                    <a:pt x="31504" y="3239"/>
                    <a:pt x="31278" y="1286"/>
                  </a:cubicBezTo>
                  <a:cubicBezTo>
                    <a:pt x="31242" y="1072"/>
                    <a:pt x="31266" y="833"/>
                    <a:pt x="31266" y="595"/>
                  </a:cubicBezTo>
                  <a:cubicBezTo>
                    <a:pt x="31266" y="536"/>
                    <a:pt x="31302" y="476"/>
                    <a:pt x="31326" y="417"/>
                  </a:cubicBezTo>
                  <a:close/>
                  <a:moveTo>
                    <a:pt x="32397" y="16573"/>
                  </a:moveTo>
                  <a:cubicBezTo>
                    <a:pt x="32421" y="16573"/>
                    <a:pt x="32457" y="16597"/>
                    <a:pt x="32493" y="16609"/>
                  </a:cubicBezTo>
                  <a:cubicBezTo>
                    <a:pt x="32731" y="21300"/>
                    <a:pt x="32242" y="25920"/>
                    <a:pt x="31040" y="30539"/>
                  </a:cubicBezTo>
                  <a:cubicBezTo>
                    <a:pt x="30921" y="30480"/>
                    <a:pt x="30838" y="30444"/>
                    <a:pt x="30766" y="30420"/>
                  </a:cubicBezTo>
                  <a:cubicBezTo>
                    <a:pt x="29635" y="30028"/>
                    <a:pt x="28599" y="29480"/>
                    <a:pt x="27670" y="28706"/>
                  </a:cubicBezTo>
                  <a:cubicBezTo>
                    <a:pt x="26575" y="27801"/>
                    <a:pt x="25742" y="26682"/>
                    <a:pt x="25337" y="25301"/>
                  </a:cubicBezTo>
                  <a:cubicBezTo>
                    <a:pt x="24801" y="23467"/>
                    <a:pt x="24980" y="21669"/>
                    <a:pt x="25658" y="19895"/>
                  </a:cubicBezTo>
                  <a:cubicBezTo>
                    <a:pt x="25920" y="19276"/>
                    <a:pt x="26254" y="18681"/>
                    <a:pt x="26718" y="18181"/>
                  </a:cubicBezTo>
                  <a:cubicBezTo>
                    <a:pt x="27492" y="17371"/>
                    <a:pt x="28444" y="16859"/>
                    <a:pt x="29575" y="16740"/>
                  </a:cubicBezTo>
                  <a:cubicBezTo>
                    <a:pt x="30516" y="16633"/>
                    <a:pt x="31457" y="16621"/>
                    <a:pt x="32397" y="16573"/>
                  </a:cubicBezTo>
                  <a:close/>
                  <a:moveTo>
                    <a:pt x="36362" y="16388"/>
                  </a:moveTo>
                  <a:cubicBezTo>
                    <a:pt x="36678" y="16388"/>
                    <a:pt x="36993" y="16399"/>
                    <a:pt x="37303" y="16431"/>
                  </a:cubicBezTo>
                  <a:cubicBezTo>
                    <a:pt x="38374" y="16514"/>
                    <a:pt x="39291" y="16966"/>
                    <a:pt x="40053" y="17740"/>
                  </a:cubicBezTo>
                  <a:cubicBezTo>
                    <a:pt x="40553" y="18240"/>
                    <a:pt x="40922" y="18836"/>
                    <a:pt x="41184" y="19479"/>
                  </a:cubicBezTo>
                  <a:cubicBezTo>
                    <a:pt x="42053" y="21574"/>
                    <a:pt x="42137" y="23705"/>
                    <a:pt x="41339" y="25848"/>
                  </a:cubicBezTo>
                  <a:cubicBezTo>
                    <a:pt x="40922" y="26956"/>
                    <a:pt x="40386" y="27980"/>
                    <a:pt x="39481" y="28765"/>
                  </a:cubicBezTo>
                  <a:cubicBezTo>
                    <a:pt x="39184" y="29039"/>
                    <a:pt x="38862" y="29289"/>
                    <a:pt x="38541" y="29516"/>
                  </a:cubicBezTo>
                  <a:cubicBezTo>
                    <a:pt x="37422" y="30266"/>
                    <a:pt x="36231" y="30837"/>
                    <a:pt x="34874" y="30980"/>
                  </a:cubicBezTo>
                  <a:cubicBezTo>
                    <a:pt x="34612" y="31009"/>
                    <a:pt x="34351" y="31022"/>
                    <a:pt x="34091" y="31022"/>
                  </a:cubicBezTo>
                  <a:cubicBezTo>
                    <a:pt x="33380" y="31022"/>
                    <a:pt x="32671" y="30923"/>
                    <a:pt x="31957" y="30766"/>
                  </a:cubicBezTo>
                  <a:cubicBezTo>
                    <a:pt x="31742" y="30706"/>
                    <a:pt x="31528" y="30647"/>
                    <a:pt x="31278" y="30539"/>
                  </a:cubicBezTo>
                  <a:cubicBezTo>
                    <a:pt x="32481" y="25944"/>
                    <a:pt x="32969" y="21288"/>
                    <a:pt x="32766" y="16550"/>
                  </a:cubicBezTo>
                  <a:cubicBezTo>
                    <a:pt x="32909" y="16538"/>
                    <a:pt x="33004" y="16514"/>
                    <a:pt x="33100" y="16514"/>
                  </a:cubicBezTo>
                  <a:cubicBezTo>
                    <a:pt x="34028" y="16478"/>
                    <a:pt x="34969" y="16431"/>
                    <a:pt x="35886" y="16395"/>
                  </a:cubicBezTo>
                  <a:cubicBezTo>
                    <a:pt x="36045" y="16391"/>
                    <a:pt x="36203" y="16388"/>
                    <a:pt x="36362" y="16388"/>
                  </a:cubicBezTo>
                  <a:close/>
                  <a:moveTo>
                    <a:pt x="24908" y="21622"/>
                  </a:moveTo>
                  <a:lnTo>
                    <a:pt x="24908" y="21622"/>
                  </a:lnTo>
                  <a:cubicBezTo>
                    <a:pt x="24742" y="22765"/>
                    <a:pt x="24730" y="23884"/>
                    <a:pt x="24992" y="24991"/>
                  </a:cubicBezTo>
                  <a:cubicBezTo>
                    <a:pt x="25265" y="26098"/>
                    <a:pt x="25813" y="27075"/>
                    <a:pt x="26527" y="27980"/>
                  </a:cubicBezTo>
                  <a:cubicBezTo>
                    <a:pt x="26492" y="28039"/>
                    <a:pt x="26480" y="28063"/>
                    <a:pt x="26468" y="28087"/>
                  </a:cubicBezTo>
                  <a:cubicBezTo>
                    <a:pt x="26444" y="28123"/>
                    <a:pt x="26397" y="28170"/>
                    <a:pt x="26349" y="28218"/>
                  </a:cubicBezTo>
                  <a:cubicBezTo>
                    <a:pt x="25754" y="28813"/>
                    <a:pt x="25099" y="29301"/>
                    <a:pt x="24372" y="29706"/>
                  </a:cubicBezTo>
                  <a:cubicBezTo>
                    <a:pt x="23087" y="30409"/>
                    <a:pt x="21741" y="30920"/>
                    <a:pt x="20289" y="31254"/>
                  </a:cubicBezTo>
                  <a:cubicBezTo>
                    <a:pt x="18783" y="31584"/>
                    <a:pt x="17268" y="31664"/>
                    <a:pt x="15737" y="31664"/>
                  </a:cubicBezTo>
                  <a:cubicBezTo>
                    <a:pt x="15500" y="31664"/>
                    <a:pt x="15263" y="31662"/>
                    <a:pt x="15026" y="31659"/>
                  </a:cubicBezTo>
                  <a:cubicBezTo>
                    <a:pt x="14752" y="31659"/>
                    <a:pt x="14490" y="31623"/>
                    <a:pt x="14240" y="31552"/>
                  </a:cubicBezTo>
                  <a:cubicBezTo>
                    <a:pt x="13859" y="31432"/>
                    <a:pt x="13478" y="31313"/>
                    <a:pt x="13133" y="31123"/>
                  </a:cubicBezTo>
                  <a:cubicBezTo>
                    <a:pt x="12728" y="30897"/>
                    <a:pt x="12645" y="30599"/>
                    <a:pt x="12823" y="30182"/>
                  </a:cubicBezTo>
                  <a:cubicBezTo>
                    <a:pt x="12954" y="29873"/>
                    <a:pt x="13121" y="29575"/>
                    <a:pt x="13312" y="29301"/>
                  </a:cubicBezTo>
                  <a:cubicBezTo>
                    <a:pt x="13800" y="28634"/>
                    <a:pt x="14324" y="27968"/>
                    <a:pt x="14859" y="27325"/>
                  </a:cubicBezTo>
                  <a:cubicBezTo>
                    <a:pt x="16110" y="25825"/>
                    <a:pt x="17598" y="24586"/>
                    <a:pt x="19336" y="23705"/>
                  </a:cubicBezTo>
                  <a:cubicBezTo>
                    <a:pt x="19991" y="23360"/>
                    <a:pt x="20670" y="23062"/>
                    <a:pt x="21336" y="22765"/>
                  </a:cubicBezTo>
                  <a:cubicBezTo>
                    <a:pt x="22408" y="22312"/>
                    <a:pt x="23491" y="21919"/>
                    <a:pt x="24634" y="21669"/>
                  </a:cubicBezTo>
                  <a:cubicBezTo>
                    <a:pt x="24718" y="21657"/>
                    <a:pt x="24789" y="21634"/>
                    <a:pt x="24908" y="21622"/>
                  </a:cubicBezTo>
                  <a:close/>
                  <a:moveTo>
                    <a:pt x="11168" y="32742"/>
                  </a:moveTo>
                  <a:lnTo>
                    <a:pt x="11168" y="32742"/>
                  </a:lnTo>
                  <a:cubicBezTo>
                    <a:pt x="11299" y="32778"/>
                    <a:pt x="11407" y="32814"/>
                    <a:pt x="11514" y="32861"/>
                  </a:cubicBezTo>
                  <a:cubicBezTo>
                    <a:pt x="12228" y="33147"/>
                    <a:pt x="12942" y="33409"/>
                    <a:pt x="13645" y="33718"/>
                  </a:cubicBezTo>
                  <a:cubicBezTo>
                    <a:pt x="15586" y="34564"/>
                    <a:pt x="17526" y="35457"/>
                    <a:pt x="19491" y="36314"/>
                  </a:cubicBezTo>
                  <a:cubicBezTo>
                    <a:pt x="20217" y="36635"/>
                    <a:pt x="20991" y="36874"/>
                    <a:pt x="21753" y="37159"/>
                  </a:cubicBezTo>
                  <a:cubicBezTo>
                    <a:pt x="21801" y="37171"/>
                    <a:pt x="21836" y="37207"/>
                    <a:pt x="21896" y="37219"/>
                  </a:cubicBezTo>
                  <a:cubicBezTo>
                    <a:pt x="21896" y="37231"/>
                    <a:pt x="21884" y="37243"/>
                    <a:pt x="21884" y="37266"/>
                  </a:cubicBezTo>
                  <a:cubicBezTo>
                    <a:pt x="21825" y="37266"/>
                    <a:pt x="21777" y="37278"/>
                    <a:pt x="21741" y="37278"/>
                  </a:cubicBezTo>
                  <a:cubicBezTo>
                    <a:pt x="20503" y="37278"/>
                    <a:pt x="19265" y="37278"/>
                    <a:pt x="18026" y="37112"/>
                  </a:cubicBezTo>
                  <a:cubicBezTo>
                    <a:pt x="16836" y="36969"/>
                    <a:pt x="15729" y="36576"/>
                    <a:pt x="14740" y="35873"/>
                  </a:cubicBezTo>
                  <a:cubicBezTo>
                    <a:pt x="14181" y="35457"/>
                    <a:pt x="13645" y="35016"/>
                    <a:pt x="13109" y="34552"/>
                  </a:cubicBezTo>
                  <a:cubicBezTo>
                    <a:pt x="12466" y="34004"/>
                    <a:pt x="11835" y="33421"/>
                    <a:pt x="11216" y="32861"/>
                  </a:cubicBezTo>
                  <a:cubicBezTo>
                    <a:pt x="11204" y="32837"/>
                    <a:pt x="11204" y="32802"/>
                    <a:pt x="11168" y="32742"/>
                  </a:cubicBezTo>
                  <a:close/>
                  <a:moveTo>
                    <a:pt x="7748" y="32018"/>
                  </a:moveTo>
                  <a:cubicBezTo>
                    <a:pt x="9270" y="32018"/>
                    <a:pt x="10668" y="32537"/>
                    <a:pt x="11919" y="33754"/>
                  </a:cubicBezTo>
                  <a:cubicBezTo>
                    <a:pt x="12454" y="34278"/>
                    <a:pt x="12990" y="34778"/>
                    <a:pt x="13550" y="35266"/>
                  </a:cubicBezTo>
                  <a:cubicBezTo>
                    <a:pt x="14443" y="36040"/>
                    <a:pt x="15419" y="36683"/>
                    <a:pt x="16574" y="37040"/>
                  </a:cubicBezTo>
                  <a:cubicBezTo>
                    <a:pt x="17348" y="37278"/>
                    <a:pt x="18145" y="37397"/>
                    <a:pt x="18955" y="37445"/>
                  </a:cubicBezTo>
                  <a:cubicBezTo>
                    <a:pt x="19592" y="37476"/>
                    <a:pt x="20231" y="37497"/>
                    <a:pt x="20873" y="37497"/>
                  </a:cubicBezTo>
                  <a:cubicBezTo>
                    <a:pt x="21467" y="37497"/>
                    <a:pt x="22062" y="37479"/>
                    <a:pt x="22658" y="37433"/>
                  </a:cubicBezTo>
                  <a:cubicBezTo>
                    <a:pt x="22777" y="37421"/>
                    <a:pt x="22896" y="37417"/>
                    <a:pt x="23015" y="37417"/>
                  </a:cubicBezTo>
                  <a:cubicBezTo>
                    <a:pt x="23253" y="37417"/>
                    <a:pt x="23491" y="37433"/>
                    <a:pt x="23730" y="37433"/>
                  </a:cubicBezTo>
                  <a:lnTo>
                    <a:pt x="23730" y="37493"/>
                  </a:lnTo>
                  <a:cubicBezTo>
                    <a:pt x="23658" y="37517"/>
                    <a:pt x="23599" y="37552"/>
                    <a:pt x="23539" y="37564"/>
                  </a:cubicBezTo>
                  <a:cubicBezTo>
                    <a:pt x="22703" y="37799"/>
                    <a:pt x="21852" y="37893"/>
                    <a:pt x="20987" y="37893"/>
                  </a:cubicBezTo>
                  <a:cubicBezTo>
                    <a:pt x="20755" y="37893"/>
                    <a:pt x="20522" y="37886"/>
                    <a:pt x="20289" y="37874"/>
                  </a:cubicBezTo>
                  <a:cubicBezTo>
                    <a:pt x="19241" y="37814"/>
                    <a:pt x="18193" y="37636"/>
                    <a:pt x="17169" y="37409"/>
                  </a:cubicBezTo>
                  <a:cubicBezTo>
                    <a:pt x="14026" y="36743"/>
                    <a:pt x="10918" y="36040"/>
                    <a:pt x="7763" y="35492"/>
                  </a:cubicBezTo>
                  <a:cubicBezTo>
                    <a:pt x="7180" y="35385"/>
                    <a:pt x="6620" y="35231"/>
                    <a:pt x="6049" y="35052"/>
                  </a:cubicBezTo>
                  <a:cubicBezTo>
                    <a:pt x="5561" y="34897"/>
                    <a:pt x="5108" y="34671"/>
                    <a:pt x="4715" y="34373"/>
                  </a:cubicBezTo>
                  <a:cubicBezTo>
                    <a:pt x="4572" y="34254"/>
                    <a:pt x="4441" y="34123"/>
                    <a:pt x="4322" y="33992"/>
                  </a:cubicBezTo>
                  <a:cubicBezTo>
                    <a:pt x="4156" y="33778"/>
                    <a:pt x="4132" y="33540"/>
                    <a:pt x="4251" y="33326"/>
                  </a:cubicBezTo>
                  <a:cubicBezTo>
                    <a:pt x="4322" y="33171"/>
                    <a:pt x="4429" y="33028"/>
                    <a:pt x="4549" y="32909"/>
                  </a:cubicBezTo>
                  <a:cubicBezTo>
                    <a:pt x="4846" y="32587"/>
                    <a:pt x="5227" y="32409"/>
                    <a:pt x="5632" y="32314"/>
                  </a:cubicBezTo>
                  <a:cubicBezTo>
                    <a:pt x="6361" y="32122"/>
                    <a:pt x="7067" y="32018"/>
                    <a:pt x="7748" y="32018"/>
                  </a:cubicBezTo>
                  <a:close/>
                  <a:moveTo>
                    <a:pt x="27813" y="51899"/>
                  </a:moveTo>
                  <a:cubicBezTo>
                    <a:pt x="27790" y="51911"/>
                    <a:pt x="27790" y="51923"/>
                    <a:pt x="27790" y="51935"/>
                  </a:cubicBezTo>
                  <a:cubicBezTo>
                    <a:pt x="27492" y="52054"/>
                    <a:pt x="27182" y="52173"/>
                    <a:pt x="26873" y="52316"/>
                  </a:cubicBezTo>
                  <a:cubicBezTo>
                    <a:pt x="26504" y="52471"/>
                    <a:pt x="26123" y="52673"/>
                    <a:pt x="25754" y="52816"/>
                  </a:cubicBezTo>
                  <a:cubicBezTo>
                    <a:pt x="25116" y="53071"/>
                    <a:pt x="24472" y="53229"/>
                    <a:pt x="23809" y="53229"/>
                  </a:cubicBezTo>
                  <a:cubicBezTo>
                    <a:pt x="23544" y="53229"/>
                    <a:pt x="23275" y="53204"/>
                    <a:pt x="23003" y="53149"/>
                  </a:cubicBezTo>
                  <a:cubicBezTo>
                    <a:pt x="22587" y="53054"/>
                    <a:pt x="22170" y="52947"/>
                    <a:pt x="21753" y="52864"/>
                  </a:cubicBezTo>
                  <a:cubicBezTo>
                    <a:pt x="21384" y="52792"/>
                    <a:pt x="21003" y="52733"/>
                    <a:pt x="20634" y="52673"/>
                  </a:cubicBezTo>
                  <a:cubicBezTo>
                    <a:pt x="20562" y="52649"/>
                    <a:pt x="20491" y="52649"/>
                    <a:pt x="20408" y="52637"/>
                  </a:cubicBezTo>
                  <a:cubicBezTo>
                    <a:pt x="20610" y="52530"/>
                    <a:pt x="20801" y="52471"/>
                    <a:pt x="20991" y="52459"/>
                  </a:cubicBezTo>
                  <a:cubicBezTo>
                    <a:pt x="21563" y="52411"/>
                    <a:pt x="22134" y="52399"/>
                    <a:pt x="22706" y="52352"/>
                  </a:cubicBezTo>
                  <a:cubicBezTo>
                    <a:pt x="23134" y="52340"/>
                    <a:pt x="23551" y="52304"/>
                    <a:pt x="23980" y="52268"/>
                  </a:cubicBezTo>
                  <a:cubicBezTo>
                    <a:pt x="24968" y="52161"/>
                    <a:pt x="25944" y="52030"/>
                    <a:pt x="26932" y="51923"/>
                  </a:cubicBezTo>
                  <a:cubicBezTo>
                    <a:pt x="27230" y="51899"/>
                    <a:pt x="27528" y="51911"/>
                    <a:pt x="27813" y="51899"/>
                  </a:cubicBezTo>
                  <a:close/>
                  <a:moveTo>
                    <a:pt x="10735" y="42923"/>
                  </a:moveTo>
                  <a:cubicBezTo>
                    <a:pt x="11859" y="42923"/>
                    <a:pt x="12976" y="43087"/>
                    <a:pt x="14085" y="43398"/>
                  </a:cubicBezTo>
                  <a:cubicBezTo>
                    <a:pt x="16562" y="44077"/>
                    <a:pt x="18860" y="45125"/>
                    <a:pt x="21003" y="46541"/>
                  </a:cubicBezTo>
                  <a:cubicBezTo>
                    <a:pt x="21694" y="46982"/>
                    <a:pt x="22372" y="47458"/>
                    <a:pt x="23241" y="47661"/>
                  </a:cubicBezTo>
                  <a:cubicBezTo>
                    <a:pt x="23170" y="47780"/>
                    <a:pt x="23122" y="47875"/>
                    <a:pt x="23063" y="47958"/>
                  </a:cubicBezTo>
                  <a:cubicBezTo>
                    <a:pt x="21860" y="49792"/>
                    <a:pt x="20289" y="51256"/>
                    <a:pt x="18372" y="52352"/>
                  </a:cubicBezTo>
                  <a:cubicBezTo>
                    <a:pt x="16883" y="53197"/>
                    <a:pt x="15288" y="53709"/>
                    <a:pt x="13573" y="53780"/>
                  </a:cubicBezTo>
                  <a:cubicBezTo>
                    <a:pt x="12002" y="53840"/>
                    <a:pt x="10442" y="53899"/>
                    <a:pt x="8859" y="53947"/>
                  </a:cubicBezTo>
                  <a:cubicBezTo>
                    <a:pt x="8764" y="53950"/>
                    <a:pt x="8670" y="53951"/>
                    <a:pt x="8575" y="53951"/>
                  </a:cubicBezTo>
                  <a:cubicBezTo>
                    <a:pt x="7824" y="53951"/>
                    <a:pt x="7075" y="53868"/>
                    <a:pt x="6334" y="53709"/>
                  </a:cubicBezTo>
                  <a:cubicBezTo>
                    <a:pt x="5811" y="53590"/>
                    <a:pt x="5322" y="53423"/>
                    <a:pt x="4870" y="53161"/>
                  </a:cubicBezTo>
                  <a:cubicBezTo>
                    <a:pt x="3798" y="52506"/>
                    <a:pt x="3179" y="51566"/>
                    <a:pt x="3120" y="50280"/>
                  </a:cubicBezTo>
                  <a:cubicBezTo>
                    <a:pt x="3084" y="49863"/>
                    <a:pt x="3108" y="49447"/>
                    <a:pt x="3179" y="49030"/>
                  </a:cubicBezTo>
                  <a:cubicBezTo>
                    <a:pt x="3382" y="47756"/>
                    <a:pt x="3894" y="46577"/>
                    <a:pt x="4632" y="45518"/>
                  </a:cubicBezTo>
                  <a:cubicBezTo>
                    <a:pt x="5168" y="44767"/>
                    <a:pt x="5834" y="44172"/>
                    <a:pt x="6680" y="43755"/>
                  </a:cubicBezTo>
                  <a:cubicBezTo>
                    <a:pt x="7227" y="43470"/>
                    <a:pt x="7823" y="43279"/>
                    <a:pt x="8418" y="43160"/>
                  </a:cubicBezTo>
                  <a:cubicBezTo>
                    <a:pt x="9193" y="43000"/>
                    <a:pt x="9965" y="42923"/>
                    <a:pt x="10735" y="42923"/>
                  </a:cubicBezTo>
                  <a:close/>
                  <a:moveTo>
                    <a:pt x="30980" y="36433"/>
                  </a:moveTo>
                  <a:cubicBezTo>
                    <a:pt x="31028" y="36469"/>
                    <a:pt x="31064" y="36516"/>
                    <a:pt x="31111" y="36576"/>
                  </a:cubicBezTo>
                  <a:cubicBezTo>
                    <a:pt x="31266" y="36755"/>
                    <a:pt x="31397" y="36945"/>
                    <a:pt x="31540" y="37124"/>
                  </a:cubicBezTo>
                  <a:cubicBezTo>
                    <a:pt x="32302" y="38040"/>
                    <a:pt x="33171" y="38850"/>
                    <a:pt x="34028" y="39660"/>
                  </a:cubicBezTo>
                  <a:cubicBezTo>
                    <a:pt x="35160" y="40719"/>
                    <a:pt x="36291" y="41743"/>
                    <a:pt x="37291" y="42934"/>
                  </a:cubicBezTo>
                  <a:cubicBezTo>
                    <a:pt x="38172" y="43970"/>
                    <a:pt x="38827" y="45125"/>
                    <a:pt x="39160" y="46446"/>
                  </a:cubicBezTo>
                  <a:cubicBezTo>
                    <a:pt x="39422" y="47399"/>
                    <a:pt x="39422" y="48363"/>
                    <a:pt x="39386" y="49328"/>
                  </a:cubicBezTo>
                  <a:cubicBezTo>
                    <a:pt x="39315" y="51102"/>
                    <a:pt x="38743" y="52709"/>
                    <a:pt x="37874" y="54233"/>
                  </a:cubicBezTo>
                  <a:cubicBezTo>
                    <a:pt x="37648" y="54650"/>
                    <a:pt x="37315" y="54971"/>
                    <a:pt x="36934" y="55221"/>
                  </a:cubicBezTo>
                  <a:cubicBezTo>
                    <a:pt x="36601" y="55441"/>
                    <a:pt x="36272" y="55545"/>
                    <a:pt x="35961" y="55545"/>
                  </a:cubicBezTo>
                  <a:cubicBezTo>
                    <a:pt x="35550" y="55545"/>
                    <a:pt x="35169" y="55363"/>
                    <a:pt x="34850" y="55031"/>
                  </a:cubicBezTo>
                  <a:cubicBezTo>
                    <a:pt x="34779" y="54959"/>
                    <a:pt x="34695" y="54888"/>
                    <a:pt x="34636" y="54816"/>
                  </a:cubicBezTo>
                  <a:cubicBezTo>
                    <a:pt x="34159" y="54221"/>
                    <a:pt x="33778" y="53542"/>
                    <a:pt x="33433" y="52864"/>
                  </a:cubicBezTo>
                  <a:cubicBezTo>
                    <a:pt x="32993" y="51971"/>
                    <a:pt x="32540" y="51054"/>
                    <a:pt x="32076" y="50149"/>
                  </a:cubicBezTo>
                  <a:cubicBezTo>
                    <a:pt x="31421" y="48851"/>
                    <a:pt x="30849" y="47542"/>
                    <a:pt x="30349" y="46196"/>
                  </a:cubicBezTo>
                  <a:cubicBezTo>
                    <a:pt x="29683" y="44351"/>
                    <a:pt x="29516" y="42470"/>
                    <a:pt x="29980" y="40553"/>
                  </a:cubicBezTo>
                  <a:cubicBezTo>
                    <a:pt x="30147" y="39826"/>
                    <a:pt x="30373" y="39112"/>
                    <a:pt x="30576" y="38398"/>
                  </a:cubicBezTo>
                  <a:cubicBezTo>
                    <a:pt x="30754" y="37767"/>
                    <a:pt x="30933" y="37147"/>
                    <a:pt x="30933" y="36469"/>
                  </a:cubicBezTo>
                  <a:cubicBezTo>
                    <a:pt x="30933" y="36457"/>
                    <a:pt x="30969" y="36445"/>
                    <a:pt x="30980" y="36433"/>
                  </a:cubicBezTo>
                  <a:close/>
                  <a:moveTo>
                    <a:pt x="28370" y="52134"/>
                  </a:moveTo>
                  <a:cubicBezTo>
                    <a:pt x="28631" y="52134"/>
                    <a:pt x="28844" y="52240"/>
                    <a:pt x="29028" y="52435"/>
                  </a:cubicBezTo>
                  <a:cubicBezTo>
                    <a:pt x="29433" y="52816"/>
                    <a:pt x="29671" y="53292"/>
                    <a:pt x="29849" y="53816"/>
                  </a:cubicBezTo>
                  <a:cubicBezTo>
                    <a:pt x="30373" y="55352"/>
                    <a:pt x="30373" y="56900"/>
                    <a:pt x="29897" y="58424"/>
                  </a:cubicBezTo>
                  <a:cubicBezTo>
                    <a:pt x="29183" y="60686"/>
                    <a:pt x="27754" y="62412"/>
                    <a:pt x="25754" y="63686"/>
                  </a:cubicBezTo>
                  <a:cubicBezTo>
                    <a:pt x="24789" y="64294"/>
                    <a:pt x="23706" y="64675"/>
                    <a:pt x="22587" y="64937"/>
                  </a:cubicBezTo>
                  <a:cubicBezTo>
                    <a:pt x="21923" y="65078"/>
                    <a:pt x="21269" y="65190"/>
                    <a:pt x="20589" y="65190"/>
                  </a:cubicBezTo>
                  <a:cubicBezTo>
                    <a:pt x="20525" y="65190"/>
                    <a:pt x="20460" y="65189"/>
                    <a:pt x="20396" y="65187"/>
                  </a:cubicBezTo>
                  <a:cubicBezTo>
                    <a:pt x="19729" y="65175"/>
                    <a:pt x="19122" y="64960"/>
                    <a:pt x="18538" y="64591"/>
                  </a:cubicBezTo>
                  <a:cubicBezTo>
                    <a:pt x="17526" y="63936"/>
                    <a:pt x="16717" y="63067"/>
                    <a:pt x="16252" y="62281"/>
                  </a:cubicBezTo>
                  <a:cubicBezTo>
                    <a:pt x="15752" y="61365"/>
                    <a:pt x="15443" y="60686"/>
                    <a:pt x="15252" y="59960"/>
                  </a:cubicBezTo>
                  <a:cubicBezTo>
                    <a:pt x="14800" y="58245"/>
                    <a:pt x="15086" y="56709"/>
                    <a:pt x="16288" y="55388"/>
                  </a:cubicBezTo>
                  <a:cubicBezTo>
                    <a:pt x="16657" y="54983"/>
                    <a:pt x="17050" y="54590"/>
                    <a:pt x="17431" y="54197"/>
                  </a:cubicBezTo>
                  <a:cubicBezTo>
                    <a:pt x="17872" y="53780"/>
                    <a:pt x="18360" y="53471"/>
                    <a:pt x="18907" y="53233"/>
                  </a:cubicBezTo>
                  <a:cubicBezTo>
                    <a:pt x="19408" y="53024"/>
                    <a:pt x="19914" y="52898"/>
                    <a:pt x="20438" y="52898"/>
                  </a:cubicBezTo>
                  <a:cubicBezTo>
                    <a:pt x="20662" y="52898"/>
                    <a:pt x="20890" y="52921"/>
                    <a:pt x="21122" y="52971"/>
                  </a:cubicBezTo>
                  <a:cubicBezTo>
                    <a:pt x="21467" y="53042"/>
                    <a:pt x="21825" y="53126"/>
                    <a:pt x="22170" y="53221"/>
                  </a:cubicBezTo>
                  <a:cubicBezTo>
                    <a:pt x="22717" y="53370"/>
                    <a:pt x="23265" y="53456"/>
                    <a:pt x="23810" y="53456"/>
                  </a:cubicBezTo>
                  <a:cubicBezTo>
                    <a:pt x="24355" y="53456"/>
                    <a:pt x="24896" y="53370"/>
                    <a:pt x="25432" y="53173"/>
                  </a:cubicBezTo>
                  <a:cubicBezTo>
                    <a:pt x="25968" y="52983"/>
                    <a:pt x="26468" y="52733"/>
                    <a:pt x="26992" y="52471"/>
                  </a:cubicBezTo>
                  <a:cubicBezTo>
                    <a:pt x="27409" y="52268"/>
                    <a:pt x="27825" y="52137"/>
                    <a:pt x="28290" y="52137"/>
                  </a:cubicBezTo>
                  <a:cubicBezTo>
                    <a:pt x="28317" y="52135"/>
                    <a:pt x="28344" y="52134"/>
                    <a:pt x="28370" y="52134"/>
                  </a:cubicBezTo>
                  <a:close/>
                  <a:moveTo>
                    <a:pt x="9549" y="66484"/>
                  </a:moveTo>
                  <a:cubicBezTo>
                    <a:pt x="9513" y="66556"/>
                    <a:pt x="9502" y="66580"/>
                    <a:pt x="9490" y="66603"/>
                  </a:cubicBezTo>
                  <a:cubicBezTo>
                    <a:pt x="8728" y="67318"/>
                    <a:pt x="7870" y="67877"/>
                    <a:pt x="6882" y="68282"/>
                  </a:cubicBezTo>
                  <a:cubicBezTo>
                    <a:pt x="6168" y="68580"/>
                    <a:pt x="5406" y="68723"/>
                    <a:pt x="4632" y="68830"/>
                  </a:cubicBezTo>
                  <a:cubicBezTo>
                    <a:pt x="3953" y="68925"/>
                    <a:pt x="3286" y="69056"/>
                    <a:pt x="2655" y="69318"/>
                  </a:cubicBezTo>
                  <a:cubicBezTo>
                    <a:pt x="3382" y="68806"/>
                    <a:pt x="4203" y="68449"/>
                    <a:pt x="5049" y="68175"/>
                  </a:cubicBezTo>
                  <a:cubicBezTo>
                    <a:pt x="6227" y="67806"/>
                    <a:pt x="7394" y="67401"/>
                    <a:pt x="8525" y="66901"/>
                  </a:cubicBezTo>
                  <a:cubicBezTo>
                    <a:pt x="8847" y="66746"/>
                    <a:pt x="9180" y="66627"/>
                    <a:pt x="9549" y="66484"/>
                  </a:cubicBezTo>
                  <a:close/>
                  <a:moveTo>
                    <a:pt x="6799" y="72711"/>
                  </a:moveTo>
                  <a:cubicBezTo>
                    <a:pt x="6811" y="72735"/>
                    <a:pt x="6823" y="72759"/>
                    <a:pt x="6835" y="72771"/>
                  </a:cubicBezTo>
                  <a:cubicBezTo>
                    <a:pt x="5751" y="73961"/>
                    <a:pt x="4334" y="74712"/>
                    <a:pt x="3048" y="75616"/>
                  </a:cubicBezTo>
                  <a:cubicBezTo>
                    <a:pt x="3048" y="75605"/>
                    <a:pt x="3025" y="75569"/>
                    <a:pt x="3013" y="75557"/>
                  </a:cubicBezTo>
                  <a:cubicBezTo>
                    <a:pt x="3310" y="75212"/>
                    <a:pt x="3620" y="74878"/>
                    <a:pt x="3918" y="74533"/>
                  </a:cubicBezTo>
                  <a:cubicBezTo>
                    <a:pt x="4275" y="74116"/>
                    <a:pt x="4727" y="73807"/>
                    <a:pt x="5227" y="73569"/>
                  </a:cubicBezTo>
                  <a:cubicBezTo>
                    <a:pt x="5620" y="73390"/>
                    <a:pt x="6001" y="73188"/>
                    <a:pt x="6382" y="72997"/>
                  </a:cubicBezTo>
                  <a:cubicBezTo>
                    <a:pt x="6525" y="72926"/>
                    <a:pt x="6656" y="72807"/>
                    <a:pt x="6799" y="72711"/>
                  </a:cubicBezTo>
                  <a:close/>
                  <a:moveTo>
                    <a:pt x="9394" y="67032"/>
                  </a:moveTo>
                  <a:lnTo>
                    <a:pt x="9394" y="67032"/>
                  </a:lnTo>
                  <a:cubicBezTo>
                    <a:pt x="9335" y="67151"/>
                    <a:pt x="9323" y="67211"/>
                    <a:pt x="9299" y="67270"/>
                  </a:cubicBezTo>
                  <a:cubicBezTo>
                    <a:pt x="9109" y="67651"/>
                    <a:pt x="8918" y="68032"/>
                    <a:pt x="8775" y="68413"/>
                  </a:cubicBezTo>
                  <a:cubicBezTo>
                    <a:pt x="8537" y="69056"/>
                    <a:pt x="8347" y="69711"/>
                    <a:pt x="8109" y="70354"/>
                  </a:cubicBezTo>
                  <a:cubicBezTo>
                    <a:pt x="7930" y="70806"/>
                    <a:pt x="7728" y="71283"/>
                    <a:pt x="7525" y="71735"/>
                  </a:cubicBezTo>
                  <a:cubicBezTo>
                    <a:pt x="7454" y="71914"/>
                    <a:pt x="7311" y="72056"/>
                    <a:pt x="7180" y="72199"/>
                  </a:cubicBezTo>
                  <a:cubicBezTo>
                    <a:pt x="6692" y="72652"/>
                    <a:pt x="6108" y="72949"/>
                    <a:pt x="5513" y="73223"/>
                  </a:cubicBezTo>
                  <a:cubicBezTo>
                    <a:pt x="4846" y="73521"/>
                    <a:pt x="4203" y="73878"/>
                    <a:pt x="3727" y="74473"/>
                  </a:cubicBezTo>
                  <a:cubicBezTo>
                    <a:pt x="3525" y="74735"/>
                    <a:pt x="3298" y="74997"/>
                    <a:pt x="3072" y="75247"/>
                  </a:cubicBezTo>
                  <a:cubicBezTo>
                    <a:pt x="2775" y="75569"/>
                    <a:pt x="2453" y="75890"/>
                    <a:pt x="2036" y="76081"/>
                  </a:cubicBezTo>
                  <a:cubicBezTo>
                    <a:pt x="1832" y="76171"/>
                    <a:pt x="1610" y="76227"/>
                    <a:pt x="1396" y="76227"/>
                  </a:cubicBezTo>
                  <a:cubicBezTo>
                    <a:pt x="988" y="76227"/>
                    <a:pt x="613" y="76021"/>
                    <a:pt x="465" y="75450"/>
                  </a:cubicBezTo>
                  <a:cubicBezTo>
                    <a:pt x="381" y="75116"/>
                    <a:pt x="322" y="74759"/>
                    <a:pt x="322" y="74402"/>
                  </a:cubicBezTo>
                  <a:cubicBezTo>
                    <a:pt x="310" y="73509"/>
                    <a:pt x="489" y="72640"/>
                    <a:pt x="762" y="71806"/>
                  </a:cubicBezTo>
                  <a:cubicBezTo>
                    <a:pt x="941" y="71306"/>
                    <a:pt x="1215" y="70830"/>
                    <a:pt x="1524" y="70378"/>
                  </a:cubicBezTo>
                  <a:cubicBezTo>
                    <a:pt x="1762" y="70021"/>
                    <a:pt x="2072" y="69759"/>
                    <a:pt x="2477" y="69592"/>
                  </a:cubicBezTo>
                  <a:cubicBezTo>
                    <a:pt x="2655" y="69520"/>
                    <a:pt x="2846" y="69437"/>
                    <a:pt x="3048" y="69366"/>
                  </a:cubicBezTo>
                  <a:cubicBezTo>
                    <a:pt x="3548" y="69175"/>
                    <a:pt x="4084" y="69104"/>
                    <a:pt x="4620" y="69044"/>
                  </a:cubicBezTo>
                  <a:cubicBezTo>
                    <a:pt x="6049" y="68878"/>
                    <a:pt x="7394" y="68425"/>
                    <a:pt x="8585" y="67615"/>
                  </a:cubicBezTo>
                  <a:cubicBezTo>
                    <a:pt x="8835" y="67437"/>
                    <a:pt x="9073" y="67258"/>
                    <a:pt x="9394" y="67032"/>
                  </a:cubicBezTo>
                  <a:close/>
                  <a:moveTo>
                    <a:pt x="13240" y="66639"/>
                  </a:moveTo>
                  <a:cubicBezTo>
                    <a:pt x="13276" y="66925"/>
                    <a:pt x="13335" y="67223"/>
                    <a:pt x="13383" y="67508"/>
                  </a:cubicBezTo>
                  <a:cubicBezTo>
                    <a:pt x="13609" y="68842"/>
                    <a:pt x="13859" y="70175"/>
                    <a:pt x="14074" y="71497"/>
                  </a:cubicBezTo>
                  <a:cubicBezTo>
                    <a:pt x="14264" y="72807"/>
                    <a:pt x="14205" y="74092"/>
                    <a:pt x="13669" y="75343"/>
                  </a:cubicBezTo>
                  <a:cubicBezTo>
                    <a:pt x="13240" y="76378"/>
                    <a:pt x="12597" y="77271"/>
                    <a:pt x="11823" y="78069"/>
                  </a:cubicBezTo>
                  <a:cubicBezTo>
                    <a:pt x="11335" y="78581"/>
                    <a:pt x="10823" y="79069"/>
                    <a:pt x="10204" y="79415"/>
                  </a:cubicBezTo>
                  <a:cubicBezTo>
                    <a:pt x="9978" y="79533"/>
                    <a:pt x="9773" y="79592"/>
                    <a:pt x="9590" y="79592"/>
                  </a:cubicBezTo>
                  <a:cubicBezTo>
                    <a:pt x="9205" y="79592"/>
                    <a:pt x="8917" y="79332"/>
                    <a:pt x="8740" y="78831"/>
                  </a:cubicBezTo>
                  <a:cubicBezTo>
                    <a:pt x="8728" y="78748"/>
                    <a:pt x="8680" y="78653"/>
                    <a:pt x="8668" y="78557"/>
                  </a:cubicBezTo>
                  <a:cubicBezTo>
                    <a:pt x="8537" y="77950"/>
                    <a:pt x="8382" y="77343"/>
                    <a:pt x="8275" y="76736"/>
                  </a:cubicBezTo>
                  <a:cubicBezTo>
                    <a:pt x="7894" y="74521"/>
                    <a:pt x="8466" y="72580"/>
                    <a:pt x="10025" y="70961"/>
                  </a:cubicBezTo>
                  <a:cubicBezTo>
                    <a:pt x="10549" y="70425"/>
                    <a:pt x="11061" y="69890"/>
                    <a:pt x="11597" y="69366"/>
                  </a:cubicBezTo>
                  <a:cubicBezTo>
                    <a:pt x="12347" y="68651"/>
                    <a:pt x="12823" y="67770"/>
                    <a:pt x="13133" y="66794"/>
                  </a:cubicBezTo>
                  <a:cubicBezTo>
                    <a:pt x="13145" y="66734"/>
                    <a:pt x="13181" y="66687"/>
                    <a:pt x="13192" y="66639"/>
                  </a:cubicBezTo>
                  <a:close/>
                  <a:moveTo>
                    <a:pt x="31350" y="0"/>
                  </a:moveTo>
                  <a:cubicBezTo>
                    <a:pt x="31123" y="83"/>
                    <a:pt x="31040" y="274"/>
                    <a:pt x="31040" y="500"/>
                  </a:cubicBezTo>
                  <a:cubicBezTo>
                    <a:pt x="31016" y="833"/>
                    <a:pt x="31016" y="1155"/>
                    <a:pt x="31064" y="1488"/>
                  </a:cubicBezTo>
                  <a:cubicBezTo>
                    <a:pt x="31278" y="3179"/>
                    <a:pt x="31457" y="4882"/>
                    <a:pt x="31695" y="6560"/>
                  </a:cubicBezTo>
                  <a:cubicBezTo>
                    <a:pt x="32135" y="9692"/>
                    <a:pt x="32326" y="12823"/>
                    <a:pt x="32433" y="15966"/>
                  </a:cubicBezTo>
                  <a:lnTo>
                    <a:pt x="32433" y="16300"/>
                  </a:lnTo>
                  <a:cubicBezTo>
                    <a:pt x="32266" y="16312"/>
                    <a:pt x="32147" y="16323"/>
                    <a:pt x="32016" y="16323"/>
                  </a:cubicBezTo>
                  <a:cubicBezTo>
                    <a:pt x="31230" y="16371"/>
                    <a:pt x="30457" y="16383"/>
                    <a:pt x="29671" y="16454"/>
                  </a:cubicBezTo>
                  <a:cubicBezTo>
                    <a:pt x="28432" y="16585"/>
                    <a:pt x="27361" y="17097"/>
                    <a:pt x="26492" y="18014"/>
                  </a:cubicBezTo>
                  <a:cubicBezTo>
                    <a:pt x="25873" y="18693"/>
                    <a:pt x="25480" y="19491"/>
                    <a:pt x="25206" y="20360"/>
                  </a:cubicBezTo>
                  <a:cubicBezTo>
                    <a:pt x="25099" y="20657"/>
                    <a:pt x="25027" y="20967"/>
                    <a:pt x="24932" y="21288"/>
                  </a:cubicBezTo>
                  <a:cubicBezTo>
                    <a:pt x="24849" y="21312"/>
                    <a:pt x="24742" y="21348"/>
                    <a:pt x="24658" y="21372"/>
                  </a:cubicBezTo>
                  <a:cubicBezTo>
                    <a:pt x="23301" y="21669"/>
                    <a:pt x="21991" y="22146"/>
                    <a:pt x="20717" y="22729"/>
                  </a:cubicBezTo>
                  <a:cubicBezTo>
                    <a:pt x="20086" y="23027"/>
                    <a:pt x="19455" y="23336"/>
                    <a:pt x="18836" y="23658"/>
                  </a:cubicBezTo>
                  <a:cubicBezTo>
                    <a:pt x="17300" y="24467"/>
                    <a:pt x="15990" y="25551"/>
                    <a:pt x="14871" y="26860"/>
                  </a:cubicBezTo>
                  <a:cubicBezTo>
                    <a:pt x="14252" y="27587"/>
                    <a:pt x="13657" y="28349"/>
                    <a:pt x="13073" y="29111"/>
                  </a:cubicBezTo>
                  <a:cubicBezTo>
                    <a:pt x="12859" y="29396"/>
                    <a:pt x="12681" y="29718"/>
                    <a:pt x="12550" y="30051"/>
                  </a:cubicBezTo>
                  <a:cubicBezTo>
                    <a:pt x="12323" y="30551"/>
                    <a:pt x="12478" y="30968"/>
                    <a:pt x="12954" y="31278"/>
                  </a:cubicBezTo>
                  <a:cubicBezTo>
                    <a:pt x="13383" y="31563"/>
                    <a:pt x="13859" y="31718"/>
                    <a:pt x="14347" y="31802"/>
                  </a:cubicBezTo>
                  <a:cubicBezTo>
                    <a:pt x="14562" y="31849"/>
                    <a:pt x="14788" y="31873"/>
                    <a:pt x="14990" y="31873"/>
                  </a:cubicBezTo>
                  <a:cubicBezTo>
                    <a:pt x="15272" y="31877"/>
                    <a:pt x="15555" y="31880"/>
                    <a:pt x="15837" y="31880"/>
                  </a:cubicBezTo>
                  <a:cubicBezTo>
                    <a:pt x="17177" y="31880"/>
                    <a:pt x="18521" y="31819"/>
                    <a:pt x="19848" y="31563"/>
                  </a:cubicBezTo>
                  <a:cubicBezTo>
                    <a:pt x="21372" y="31278"/>
                    <a:pt x="22837" y="30742"/>
                    <a:pt x="24218" y="30028"/>
                  </a:cubicBezTo>
                  <a:cubicBezTo>
                    <a:pt x="25051" y="29599"/>
                    <a:pt x="25801" y="29051"/>
                    <a:pt x="26468" y="28396"/>
                  </a:cubicBezTo>
                  <a:cubicBezTo>
                    <a:pt x="26539" y="28325"/>
                    <a:pt x="26611" y="28265"/>
                    <a:pt x="26706" y="28170"/>
                  </a:cubicBezTo>
                  <a:cubicBezTo>
                    <a:pt x="27301" y="28777"/>
                    <a:pt x="27944" y="29301"/>
                    <a:pt x="28659" y="29718"/>
                  </a:cubicBezTo>
                  <a:cubicBezTo>
                    <a:pt x="29361" y="30135"/>
                    <a:pt x="30099" y="30468"/>
                    <a:pt x="30921" y="30730"/>
                  </a:cubicBezTo>
                  <a:cubicBezTo>
                    <a:pt x="30885" y="30861"/>
                    <a:pt x="30861" y="31004"/>
                    <a:pt x="30826" y="31123"/>
                  </a:cubicBezTo>
                  <a:cubicBezTo>
                    <a:pt x="30516" y="32266"/>
                    <a:pt x="30528" y="32266"/>
                    <a:pt x="29766" y="33171"/>
                  </a:cubicBezTo>
                  <a:cubicBezTo>
                    <a:pt x="28552" y="34635"/>
                    <a:pt x="27135" y="35826"/>
                    <a:pt x="25492" y="36743"/>
                  </a:cubicBezTo>
                  <a:cubicBezTo>
                    <a:pt x="24980" y="37028"/>
                    <a:pt x="24432" y="37171"/>
                    <a:pt x="23849" y="37195"/>
                  </a:cubicBezTo>
                  <a:cubicBezTo>
                    <a:pt x="23791" y="37196"/>
                    <a:pt x="23733" y="37197"/>
                    <a:pt x="23676" y="37197"/>
                  </a:cubicBezTo>
                  <a:cubicBezTo>
                    <a:pt x="22760" y="37197"/>
                    <a:pt x="21866" y="37019"/>
                    <a:pt x="21003" y="36683"/>
                  </a:cubicBezTo>
                  <a:cubicBezTo>
                    <a:pt x="19824" y="36219"/>
                    <a:pt x="18669" y="35719"/>
                    <a:pt x="17503" y="35207"/>
                  </a:cubicBezTo>
                  <a:cubicBezTo>
                    <a:pt x="15681" y="34421"/>
                    <a:pt x="13859" y="33599"/>
                    <a:pt x="12038" y="32825"/>
                  </a:cubicBezTo>
                  <a:cubicBezTo>
                    <a:pt x="10954" y="32373"/>
                    <a:pt x="9823" y="32040"/>
                    <a:pt x="8656" y="31873"/>
                  </a:cubicBezTo>
                  <a:cubicBezTo>
                    <a:pt x="8268" y="31821"/>
                    <a:pt x="7880" y="31791"/>
                    <a:pt x="7494" y="31791"/>
                  </a:cubicBezTo>
                  <a:cubicBezTo>
                    <a:pt x="6827" y="31791"/>
                    <a:pt x="6166" y="31880"/>
                    <a:pt x="5525" y="32099"/>
                  </a:cubicBezTo>
                  <a:cubicBezTo>
                    <a:pt x="5144" y="32230"/>
                    <a:pt x="4763" y="32385"/>
                    <a:pt x="4453" y="32671"/>
                  </a:cubicBezTo>
                  <a:cubicBezTo>
                    <a:pt x="4346" y="32766"/>
                    <a:pt x="4251" y="32861"/>
                    <a:pt x="4156" y="32980"/>
                  </a:cubicBezTo>
                  <a:cubicBezTo>
                    <a:pt x="3834" y="33421"/>
                    <a:pt x="3858" y="33897"/>
                    <a:pt x="4263" y="34278"/>
                  </a:cubicBezTo>
                  <a:cubicBezTo>
                    <a:pt x="4549" y="34516"/>
                    <a:pt x="4858" y="34719"/>
                    <a:pt x="5168" y="34897"/>
                  </a:cubicBezTo>
                  <a:cubicBezTo>
                    <a:pt x="5811" y="35254"/>
                    <a:pt x="6513" y="35445"/>
                    <a:pt x="7227" y="35600"/>
                  </a:cubicBezTo>
                  <a:cubicBezTo>
                    <a:pt x="8442" y="35850"/>
                    <a:pt x="9668" y="36064"/>
                    <a:pt x="10871" y="36314"/>
                  </a:cubicBezTo>
                  <a:cubicBezTo>
                    <a:pt x="13192" y="36802"/>
                    <a:pt x="15502" y="37314"/>
                    <a:pt x="17800" y="37790"/>
                  </a:cubicBezTo>
                  <a:cubicBezTo>
                    <a:pt x="18839" y="38000"/>
                    <a:pt x="19878" y="38126"/>
                    <a:pt x="20923" y="38126"/>
                  </a:cubicBezTo>
                  <a:cubicBezTo>
                    <a:pt x="21124" y="38126"/>
                    <a:pt x="21325" y="38121"/>
                    <a:pt x="21527" y="38112"/>
                  </a:cubicBezTo>
                  <a:cubicBezTo>
                    <a:pt x="23432" y="38028"/>
                    <a:pt x="25134" y="37386"/>
                    <a:pt x="26694" y="36314"/>
                  </a:cubicBezTo>
                  <a:cubicBezTo>
                    <a:pt x="28016" y="35409"/>
                    <a:pt x="29194" y="34338"/>
                    <a:pt x="30159" y="33052"/>
                  </a:cubicBezTo>
                  <a:lnTo>
                    <a:pt x="30236" y="32975"/>
                  </a:lnTo>
                  <a:lnTo>
                    <a:pt x="30236" y="32975"/>
                  </a:lnTo>
                  <a:cubicBezTo>
                    <a:pt x="30149" y="33233"/>
                    <a:pt x="30054" y="33498"/>
                    <a:pt x="29968" y="33754"/>
                  </a:cubicBezTo>
                  <a:cubicBezTo>
                    <a:pt x="29492" y="35016"/>
                    <a:pt x="28897" y="36243"/>
                    <a:pt x="28218" y="37433"/>
                  </a:cubicBezTo>
                  <a:cubicBezTo>
                    <a:pt x="26778" y="40017"/>
                    <a:pt x="25480" y="42696"/>
                    <a:pt x="24313" y="45434"/>
                  </a:cubicBezTo>
                  <a:cubicBezTo>
                    <a:pt x="24075" y="46006"/>
                    <a:pt x="23753" y="46518"/>
                    <a:pt x="23491" y="47053"/>
                  </a:cubicBezTo>
                  <a:cubicBezTo>
                    <a:pt x="23409" y="47210"/>
                    <a:pt x="23312" y="47288"/>
                    <a:pt x="23184" y="47288"/>
                  </a:cubicBezTo>
                  <a:cubicBezTo>
                    <a:pt x="23146" y="47288"/>
                    <a:pt x="23106" y="47281"/>
                    <a:pt x="23063" y="47268"/>
                  </a:cubicBezTo>
                  <a:cubicBezTo>
                    <a:pt x="22801" y="47196"/>
                    <a:pt x="22539" y="47113"/>
                    <a:pt x="22313" y="46982"/>
                  </a:cubicBezTo>
                  <a:cubicBezTo>
                    <a:pt x="21539" y="46518"/>
                    <a:pt x="20777" y="46041"/>
                    <a:pt x="20003" y="45589"/>
                  </a:cubicBezTo>
                  <a:cubicBezTo>
                    <a:pt x="17776" y="44220"/>
                    <a:pt x="15359" y="43279"/>
                    <a:pt x="12788" y="42767"/>
                  </a:cubicBezTo>
                  <a:cubicBezTo>
                    <a:pt x="12065" y="42633"/>
                    <a:pt x="11342" y="42563"/>
                    <a:pt x="10621" y="42563"/>
                  </a:cubicBezTo>
                  <a:cubicBezTo>
                    <a:pt x="9549" y="42563"/>
                    <a:pt x="8483" y="42718"/>
                    <a:pt x="7430" y="43053"/>
                  </a:cubicBezTo>
                  <a:cubicBezTo>
                    <a:pt x="6227" y="43446"/>
                    <a:pt x="5227" y="44124"/>
                    <a:pt x="4489" y="45148"/>
                  </a:cubicBezTo>
                  <a:cubicBezTo>
                    <a:pt x="3596" y="46387"/>
                    <a:pt x="3013" y="47744"/>
                    <a:pt x="2834" y="49256"/>
                  </a:cubicBezTo>
                  <a:cubicBezTo>
                    <a:pt x="2739" y="49959"/>
                    <a:pt x="2786" y="50673"/>
                    <a:pt x="3036" y="51340"/>
                  </a:cubicBezTo>
                  <a:cubicBezTo>
                    <a:pt x="3370" y="52268"/>
                    <a:pt x="4013" y="52887"/>
                    <a:pt x="4846" y="53352"/>
                  </a:cubicBezTo>
                  <a:cubicBezTo>
                    <a:pt x="5334" y="53626"/>
                    <a:pt x="5882" y="53780"/>
                    <a:pt x="6430" y="53888"/>
                  </a:cubicBezTo>
                  <a:cubicBezTo>
                    <a:pt x="7062" y="54004"/>
                    <a:pt x="7713" y="54082"/>
                    <a:pt x="8366" y="54082"/>
                  </a:cubicBezTo>
                  <a:cubicBezTo>
                    <a:pt x="8451" y="54082"/>
                    <a:pt x="8536" y="54081"/>
                    <a:pt x="8620" y="54078"/>
                  </a:cubicBezTo>
                  <a:cubicBezTo>
                    <a:pt x="10287" y="54042"/>
                    <a:pt x="11966" y="53995"/>
                    <a:pt x="13633" y="53899"/>
                  </a:cubicBezTo>
                  <a:cubicBezTo>
                    <a:pt x="15300" y="53816"/>
                    <a:pt x="16848" y="53328"/>
                    <a:pt x="18300" y="52506"/>
                  </a:cubicBezTo>
                  <a:cubicBezTo>
                    <a:pt x="20039" y="51518"/>
                    <a:pt x="21515" y="50256"/>
                    <a:pt x="22682" y="48649"/>
                  </a:cubicBezTo>
                  <a:cubicBezTo>
                    <a:pt x="22729" y="48577"/>
                    <a:pt x="22801" y="48506"/>
                    <a:pt x="22860" y="48423"/>
                  </a:cubicBezTo>
                  <a:cubicBezTo>
                    <a:pt x="22896" y="48423"/>
                    <a:pt x="22908" y="48446"/>
                    <a:pt x="22920" y="48458"/>
                  </a:cubicBezTo>
                  <a:cubicBezTo>
                    <a:pt x="22313" y="49661"/>
                    <a:pt x="21717" y="50887"/>
                    <a:pt x="21122" y="52090"/>
                  </a:cubicBezTo>
                  <a:cubicBezTo>
                    <a:pt x="20479" y="52173"/>
                    <a:pt x="19884" y="52387"/>
                    <a:pt x="19312" y="52614"/>
                  </a:cubicBezTo>
                  <a:cubicBezTo>
                    <a:pt x="18384" y="52983"/>
                    <a:pt x="17562" y="53542"/>
                    <a:pt x="16872" y="54257"/>
                  </a:cubicBezTo>
                  <a:cubicBezTo>
                    <a:pt x="16276" y="54876"/>
                    <a:pt x="15693" y="55495"/>
                    <a:pt x="15276" y="56269"/>
                  </a:cubicBezTo>
                  <a:cubicBezTo>
                    <a:pt x="14883" y="56995"/>
                    <a:pt x="14705" y="57757"/>
                    <a:pt x="14764" y="58579"/>
                  </a:cubicBezTo>
                  <a:cubicBezTo>
                    <a:pt x="14812" y="59186"/>
                    <a:pt x="14907" y="59793"/>
                    <a:pt x="15109" y="60376"/>
                  </a:cubicBezTo>
                  <a:cubicBezTo>
                    <a:pt x="15145" y="60448"/>
                    <a:pt x="15157" y="60507"/>
                    <a:pt x="15169" y="60603"/>
                  </a:cubicBezTo>
                  <a:cubicBezTo>
                    <a:pt x="15109" y="60674"/>
                    <a:pt x="15050" y="60746"/>
                    <a:pt x="14978" y="60829"/>
                  </a:cubicBezTo>
                  <a:cubicBezTo>
                    <a:pt x="13633" y="62234"/>
                    <a:pt x="12311" y="63651"/>
                    <a:pt x="10978" y="65056"/>
                  </a:cubicBezTo>
                  <a:cubicBezTo>
                    <a:pt x="10383" y="65675"/>
                    <a:pt x="9668" y="66127"/>
                    <a:pt x="8835" y="66401"/>
                  </a:cubicBezTo>
                  <a:cubicBezTo>
                    <a:pt x="8144" y="66627"/>
                    <a:pt x="7489" y="66937"/>
                    <a:pt x="6811" y="67199"/>
                  </a:cubicBezTo>
                  <a:cubicBezTo>
                    <a:pt x="6108" y="67449"/>
                    <a:pt x="5382" y="67675"/>
                    <a:pt x="4668" y="67925"/>
                  </a:cubicBezTo>
                  <a:cubicBezTo>
                    <a:pt x="3787" y="68235"/>
                    <a:pt x="2953" y="68627"/>
                    <a:pt x="2191" y="69187"/>
                  </a:cubicBezTo>
                  <a:cubicBezTo>
                    <a:pt x="1405" y="69770"/>
                    <a:pt x="870" y="70544"/>
                    <a:pt x="524" y="71449"/>
                  </a:cubicBezTo>
                  <a:cubicBezTo>
                    <a:pt x="167" y="72402"/>
                    <a:pt x="0" y="73390"/>
                    <a:pt x="0" y="74402"/>
                  </a:cubicBezTo>
                  <a:cubicBezTo>
                    <a:pt x="0" y="74878"/>
                    <a:pt x="84" y="75355"/>
                    <a:pt x="322" y="75783"/>
                  </a:cubicBezTo>
                  <a:cubicBezTo>
                    <a:pt x="524" y="76152"/>
                    <a:pt x="834" y="76331"/>
                    <a:pt x="1274" y="76343"/>
                  </a:cubicBezTo>
                  <a:cubicBezTo>
                    <a:pt x="1307" y="76344"/>
                    <a:pt x="1340" y="76345"/>
                    <a:pt x="1373" y="76345"/>
                  </a:cubicBezTo>
                  <a:cubicBezTo>
                    <a:pt x="1825" y="76345"/>
                    <a:pt x="2255" y="76196"/>
                    <a:pt x="2644" y="75974"/>
                  </a:cubicBezTo>
                  <a:cubicBezTo>
                    <a:pt x="3120" y="75712"/>
                    <a:pt x="3608" y="75414"/>
                    <a:pt x="4072" y="75093"/>
                  </a:cubicBezTo>
                  <a:cubicBezTo>
                    <a:pt x="4691" y="74676"/>
                    <a:pt x="5322" y="74235"/>
                    <a:pt x="5942" y="73783"/>
                  </a:cubicBezTo>
                  <a:cubicBezTo>
                    <a:pt x="6989" y="73057"/>
                    <a:pt x="7620" y="72033"/>
                    <a:pt x="8061" y="70854"/>
                  </a:cubicBezTo>
                  <a:cubicBezTo>
                    <a:pt x="8239" y="70366"/>
                    <a:pt x="8382" y="69890"/>
                    <a:pt x="8549" y="69401"/>
                  </a:cubicBezTo>
                  <a:cubicBezTo>
                    <a:pt x="8632" y="69116"/>
                    <a:pt x="8740" y="68830"/>
                    <a:pt x="8847" y="68532"/>
                  </a:cubicBezTo>
                  <a:cubicBezTo>
                    <a:pt x="9192" y="67520"/>
                    <a:pt x="9740" y="66663"/>
                    <a:pt x="10478" y="65901"/>
                  </a:cubicBezTo>
                  <a:cubicBezTo>
                    <a:pt x="11371" y="64996"/>
                    <a:pt x="12228" y="64056"/>
                    <a:pt x="13085" y="63127"/>
                  </a:cubicBezTo>
                  <a:cubicBezTo>
                    <a:pt x="13181" y="63032"/>
                    <a:pt x="13276" y="62936"/>
                    <a:pt x="13419" y="62877"/>
                  </a:cubicBezTo>
                  <a:lnTo>
                    <a:pt x="13419" y="62877"/>
                  </a:lnTo>
                  <a:cubicBezTo>
                    <a:pt x="13395" y="62948"/>
                    <a:pt x="13395" y="63008"/>
                    <a:pt x="13383" y="63067"/>
                  </a:cubicBezTo>
                  <a:cubicBezTo>
                    <a:pt x="13133" y="63889"/>
                    <a:pt x="13026" y="64722"/>
                    <a:pt x="13085" y="65591"/>
                  </a:cubicBezTo>
                  <a:cubicBezTo>
                    <a:pt x="13121" y="66068"/>
                    <a:pt x="12942" y="66496"/>
                    <a:pt x="12788" y="66925"/>
                  </a:cubicBezTo>
                  <a:cubicBezTo>
                    <a:pt x="12442" y="67925"/>
                    <a:pt x="11823" y="68723"/>
                    <a:pt x="11061" y="69425"/>
                  </a:cubicBezTo>
                  <a:cubicBezTo>
                    <a:pt x="10621" y="69830"/>
                    <a:pt x="10180" y="70271"/>
                    <a:pt x="9763" y="70723"/>
                  </a:cubicBezTo>
                  <a:cubicBezTo>
                    <a:pt x="9525" y="70973"/>
                    <a:pt x="9323" y="71247"/>
                    <a:pt x="9109" y="71521"/>
                  </a:cubicBezTo>
                  <a:cubicBezTo>
                    <a:pt x="8180" y="72735"/>
                    <a:pt x="7823" y="74128"/>
                    <a:pt x="7882" y="75628"/>
                  </a:cubicBezTo>
                  <a:cubicBezTo>
                    <a:pt x="7906" y="76724"/>
                    <a:pt x="8180" y="77748"/>
                    <a:pt x="8454" y="78784"/>
                  </a:cubicBezTo>
                  <a:cubicBezTo>
                    <a:pt x="8478" y="78819"/>
                    <a:pt x="8478" y="78843"/>
                    <a:pt x="8490" y="78879"/>
                  </a:cubicBezTo>
                  <a:cubicBezTo>
                    <a:pt x="8716" y="79390"/>
                    <a:pt x="9036" y="79724"/>
                    <a:pt x="9517" y="79724"/>
                  </a:cubicBezTo>
                  <a:cubicBezTo>
                    <a:pt x="9720" y="79724"/>
                    <a:pt x="9951" y="79664"/>
                    <a:pt x="10216" y="79534"/>
                  </a:cubicBezTo>
                  <a:cubicBezTo>
                    <a:pt x="10680" y="79307"/>
                    <a:pt x="11061" y="78962"/>
                    <a:pt x="11430" y="78629"/>
                  </a:cubicBezTo>
                  <a:cubicBezTo>
                    <a:pt x="12121" y="77998"/>
                    <a:pt x="12728" y="77295"/>
                    <a:pt x="13240" y="76509"/>
                  </a:cubicBezTo>
                  <a:cubicBezTo>
                    <a:pt x="14228" y="74974"/>
                    <a:pt x="14550" y="73307"/>
                    <a:pt x="14288" y="71521"/>
                  </a:cubicBezTo>
                  <a:cubicBezTo>
                    <a:pt x="14097" y="70199"/>
                    <a:pt x="13859" y="68901"/>
                    <a:pt x="13609" y="67592"/>
                  </a:cubicBezTo>
                  <a:cubicBezTo>
                    <a:pt x="13443" y="66687"/>
                    <a:pt x="13312" y="65794"/>
                    <a:pt x="13312" y="64889"/>
                  </a:cubicBezTo>
                  <a:cubicBezTo>
                    <a:pt x="13312" y="64056"/>
                    <a:pt x="13478" y="63246"/>
                    <a:pt x="13812" y="62472"/>
                  </a:cubicBezTo>
                  <a:cubicBezTo>
                    <a:pt x="13847" y="62389"/>
                    <a:pt x="13907" y="62293"/>
                    <a:pt x="13978" y="62222"/>
                  </a:cubicBezTo>
                  <a:cubicBezTo>
                    <a:pt x="14371" y="61817"/>
                    <a:pt x="14752" y="61400"/>
                    <a:pt x="15145" y="61008"/>
                  </a:cubicBezTo>
                  <a:cubicBezTo>
                    <a:pt x="15181" y="60960"/>
                    <a:pt x="15228" y="60924"/>
                    <a:pt x="15300" y="60865"/>
                  </a:cubicBezTo>
                  <a:cubicBezTo>
                    <a:pt x="15419" y="61127"/>
                    <a:pt x="15538" y="61365"/>
                    <a:pt x="15657" y="61603"/>
                  </a:cubicBezTo>
                  <a:cubicBezTo>
                    <a:pt x="16169" y="62591"/>
                    <a:pt x="16776" y="63484"/>
                    <a:pt x="17657" y="64175"/>
                  </a:cubicBezTo>
                  <a:lnTo>
                    <a:pt x="18276" y="64663"/>
                  </a:lnTo>
                  <a:cubicBezTo>
                    <a:pt x="18848" y="65139"/>
                    <a:pt x="19527" y="65306"/>
                    <a:pt x="20241" y="65353"/>
                  </a:cubicBezTo>
                  <a:cubicBezTo>
                    <a:pt x="20368" y="65361"/>
                    <a:pt x="20495" y="65365"/>
                    <a:pt x="20621" y="65365"/>
                  </a:cubicBezTo>
                  <a:cubicBezTo>
                    <a:pt x="21460" y="65365"/>
                    <a:pt x="22269" y="65200"/>
                    <a:pt x="23087" y="64972"/>
                  </a:cubicBezTo>
                  <a:cubicBezTo>
                    <a:pt x="24134" y="64710"/>
                    <a:pt x="25111" y="64294"/>
                    <a:pt x="26016" y="63698"/>
                  </a:cubicBezTo>
                  <a:cubicBezTo>
                    <a:pt x="28004" y="62389"/>
                    <a:pt x="29409" y="60650"/>
                    <a:pt x="30099" y="58352"/>
                  </a:cubicBezTo>
                  <a:cubicBezTo>
                    <a:pt x="30576" y="56793"/>
                    <a:pt x="30564" y="55209"/>
                    <a:pt x="30028" y="53649"/>
                  </a:cubicBezTo>
                  <a:cubicBezTo>
                    <a:pt x="29861" y="53173"/>
                    <a:pt x="29635" y="52733"/>
                    <a:pt x="29314" y="52340"/>
                  </a:cubicBezTo>
                  <a:cubicBezTo>
                    <a:pt x="29016" y="51994"/>
                    <a:pt x="28635" y="51744"/>
                    <a:pt x="28182" y="51673"/>
                  </a:cubicBezTo>
                  <a:cubicBezTo>
                    <a:pt x="27889" y="51630"/>
                    <a:pt x="27589" y="51599"/>
                    <a:pt x="27293" y="51599"/>
                  </a:cubicBezTo>
                  <a:cubicBezTo>
                    <a:pt x="27180" y="51599"/>
                    <a:pt x="27068" y="51604"/>
                    <a:pt x="26956" y="51613"/>
                  </a:cubicBezTo>
                  <a:cubicBezTo>
                    <a:pt x="25920" y="51709"/>
                    <a:pt x="24884" y="51864"/>
                    <a:pt x="23849" y="51971"/>
                  </a:cubicBezTo>
                  <a:cubicBezTo>
                    <a:pt x="23075" y="52042"/>
                    <a:pt x="22289" y="52078"/>
                    <a:pt x="21467" y="52114"/>
                  </a:cubicBezTo>
                  <a:cubicBezTo>
                    <a:pt x="21491" y="52006"/>
                    <a:pt x="21515" y="51935"/>
                    <a:pt x="21539" y="51875"/>
                  </a:cubicBezTo>
                  <a:cubicBezTo>
                    <a:pt x="23075" y="48923"/>
                    <a:pt x="24396" y="45863"/>
                    <a:pt x="25754" y="42815"/>
                  </a:cubicBezTo>
                  <a:cubicBezTo>
                    <a:pt x="26527" y="41065"/>
                    <a:pt x="27444" y="39374"/>
                    <a:pt x="28361" y="37683"/>
                  </a:cubicBezTo>
                  <a:cubicBezTo>
                    <a:pt x="28909" y="36659"/>
                    <a:pt x="29385" y="35600"/>
                    <a:pt x="29909" y="34552"/>
                  </a:cubicBezTo>
                  <a:cubicBezTo>
                    <a:pt x="29933" y="34492"/>
                    <a:pt x="29980" y="34433"/>
                    <a:pt x="30004" y="34373"/>
                  </a:cubicBezTo>
                  <a:cubicBezTo>
                    <a:pt x="30183" y="34838"/>
                    <a:pt x="30397" y="35254"/>
                    <a:pt x="30528" y="35707"/>
                  </a:cubicBezTo>
                  <a:cubicBezTo>
                    <a:pt x="30623" y="36016"/>
                    <a:pt x="30647" y="36374"/>
                    <a:pt x="30635" y="36695"/>
                  </a:cubicBezTo>
                  <a:cubicBezTo>
                    <a:pt x="30623" y="37052"/>
                    <a:pt x="30528" y="37409"/>
                    <a:pt x="30445" y="37755"/>
                  </a:cubicBezTo>
                  <a:cubicBezTo>
                    <a:pt x="30266" y="38421"/>
                    <a:pt x="30052" y="39076"/>
                    <a:pt x="29861" y="39731"/>
                  </a:cubicBezTo>
                  <a:cubicBezTo>
                    <a:pt x="29171" y="42005"/>
                    <a:pt x="29290" y="44255"/>
                    <a:pt x="30147" y="46494"/>
                  </a:cubicBezTo>
                  <a:cubicBezTo>
                    <a:pt x="30718" y="48042"/>
                    <a:pt x="31421" y="49530"/>
                    <a:pt x="32183" y="50982"/>
                  </a:cubicBezTo>
                  <a:cubicBezTo>
                    <a:pt x="32671" y="51923"/>
                    <a:pt x="33135" y="52840"/>
                    <a:pt x="33624" y="53769"/>
                  </a:cubicBezTo>
                  <a:cubicBezTo>
                    <a:pt x="33897" y="54280"/>
                    <a:pt x="34219" y="54757"/>
                    <a:pt x="34624" y="55173"/>
                  </a:cubicBezTo>
                  <a:cubicBezTo>
                    <a:pt x="34975" y="55551"/>
                    <a:pt x="35410" y="55761"/>
                    <a:pt x="35886" y="55761"/>
                  </a:cubicBezTo>
                  <a:cubicBezTo>
                    <a:pt x="36250" y="55761"/>
                    <a:pt x="36637" y="55639"/>
                    <a:pt x="37029" y="55376"/>
                  </a:cubicBezTo>
                  <a:cubicBezTo>
                    <a:pt x="37481" y="55066"/>
                    <a:pt x="37838" y="54661"/>
                    <a:pt x="38100" y="54185"/>
                  </a:cubicBezTo>
                  <a:cubicBezTo>
                    <a:pt x="39386" y="51935"/>
                    <a:pt x="39827" y="49542"/>
                    <a:pt x="39470" y="46994"/>
                  </a:cubicBezTo>
                  <a:cubicBezTo>
                    <a:pt x="39315" y="45803"/>
                    <a:pt x="38850" y="44720"/>
                    <a:pt x="38160" y="43720"/>
                  </a:cubicBezTo>
                  <a:cubicBezTo>
                    <a:pt x="37267" y="42434"/>
                    <a:pt x="36160" y="41327"/>
                    <a:pt x="35029" y="40255"/>
                  </a:cubicBezTo>
                  <a:cubicBezTo>
                    <a:pt x="34028" y="39314"/>
                    <a:pt x="33040" y="38350"/>
                    <a:pt x="32064" y="37386"/>
                  </a:cubicBezTo>
                  <a:cubicBezTo>
                    <a:pt x="31373" y="36695"/>
                    <a:pt x="30826" y="35909"/>
                    <a:pt x="30468" y="35004"/>
                  </a:cubicBezTo>
                  <a:cubicBezTo>
                    <a:pt x="30349" y="34707"/>
                    <a:pt x="30278" y="34373"/>
                    <a:pt x="30207" y="34064"/>
                  </a:cubicBezTo>
                  <a:cubicBezTo>
                    <a:pt x="30183" y="33992"/>
                    <a:pt x="30183" y="33897"/>
                    <a:pt x="30218" y="33826"/>
                  </a:cubicBezTo>
                  <a:cubicBezTo>
                    <a:pt x="30516" y="32873"/>
                    <a:pt x="30802" y="31933"/>
                    <a:pt x="31099" y="30980"/>
                  </a:cubicBezTo>
                  <a:cubicBezTo>
                    <a:pt x="31111" y="30920"/>
                    <a:pt x="31135" y="30885"/>
                    <a:pt x="31171" y="30801"/>
                  </a:cubicBezTo>
                  <a:cubicBezTo>
                    <a:pt x="31278" y="30837"/>
                    <a:pt x="31397" y="30849"/>
                    <a:pt x="31492" y="30885"/>
                  </a:cubicBezTo>
                  <a:cubicBezTo>
                    <a:pt x="32290" y="31063"/>
                    <a:pt x="33064" y="31194"/>
                    <a:pt x="33862" y="31218"/>
                  </a:cubicBezTo>
                  <a:cubicBezTo>
                    <a:pt x="33967" y="31223"/>
                    <a:pt x="34072" y="31225"/>
                    <a:pt x="34176" y="31225"/>
                  </a:cubicBezTo>
                  <a:cubicBezTo>
                    <a:pt x="34911" y="31225"/>
                    <a:pt x="35629" y="31114"/>
                    <a:pt x="36338" y="30885"/>
                  </a:cubicBezTo>
                  <a:cubicBezTo>
                    <a:pt x="36826" y="30730"/>
                    <a:pt x="37291" y="30492"/>
                    <a:pt x="37731" y="30254"/>
                  </a:cubicBezTo>
                  <a:cubicBezTo>
                    <a:pt x="38434" y="29885"/>
                    <a:pt x="39077" y="29420"/>
                    <a:pt x="39648" y="28885"/>
                  </a:cubicBezTo>
                  <a:cubicBezTo>
                    <a:pt x="40482" y="28111"/>
                    <a:pt x="41005" y="27146"/>
                    <a:pt x="41422" y="26122"/>
                  </a:cubicBezTo>
                  <a:cubicBezTo>
                    <a:pt x="42268" y="24003"/>
                    <a:pt x="42268" y="21872"/>
                    <a:pt x="41482" y="19752"/>
                  </a:cubicBezTo>
                  <a:cubicBezTo>
                    <a:pt x="41172" y="18895"/>
                    <a:pt x="40720" y="18145"/>
                    <a:pt x="40089" y="17502"/>
                  </a:cubicBezTo>
                  <a:cubicBezTo>
                    <a:pt x="39267" y="16669"/>
                    <a:pt x="38243" y="16216"/>
                    <a:pt x="37076" y="16157"/>
                  </a:cubicBezTo>
                  <a:cubicBezTo>
                    <a:pt x="36906" y="16150"/>
                    <a:pt x="36736" y="16147"/>
                    <a:pt x="36566" y="16147"/>
                  </a:cubicBezTo>
                  <a:cubicBezTo>
                    <a:pt x="36157" y="16147"/>
                    <a:pt x="35751" y="16164"/>
                    <a:pt x="35338" y="16181"/>
                  </a:cubicBezTo>
                  <a:cubicBezTo>
                    <a:pt x="34576" y="16204"/>
                    <a:pt x="33802" y="16252"/>
                    <a:pt x="33040" y="16276"/>
                  </a:cubicBezTo>
                  <a:lnTo>
                    <a:pt x="32719" y="16276"/>
                  </a:lnTo>
                  <a:cubicBezTo>
                    <a:pt x="32707" y="16145"/>
                    <a:pt x="32683" y="16026"/>
                    <a:pt x="32683" y="15907"/>
                  </a:cubicBezTo>
                  <a:cubicBezTo>
                    <a:pt x="32540" y="12930"/>
                    <a:pt x="32433" y="9954"/>
                    <a:pt x="32242" y="6977"/>
                  </a:cubicBezTo>
                  <a:cubicBezTo>
                    <a:pt x="32123" y="4941"/>
                    <a:pt x="31873" y="2917"/>
                    <a:pt x="31671" y="869"/>
                  </a:cubicBezTo>
                  <a:cubicBezTo>
                    <a:pt x="31659" y="726"/>
                    <a:pt x="31647" y="572"/>
                    <a:pt x="31611" y="441"/>
                  </a:cubicBezTo>
                  <a:cubicBezTo>
                    <a:pt x="31576" y="262"/>
                    <a:pt x="31540" y="95"/>
                    <a:pt x="3135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52"/>
            <p:cNvSpPr/>
            <p:nvPr/>
          </p:nvSpPr>
          <p:spPr>
            <a:xfrm>
              <a:off x="2348200" y="3495200"/>
              <a:ext cx="135750" cy="341150"/>
            </a:xfrm>
            <a:custGeom>
              <a:avLst/>
              <a:gdLst/>
              <a:ahLst/>
              <a:cxnLst/>
              <a:rect l="l" t="t" r="r" b="b"/>
              <a:pathLst>
                <a:path w="5430" h="13646" extrusionOk="0">
                  <a:moveTo>
                    <a:pt x="5132" y="1"/>
                  </a:moveTo>
                  <a:cubicBezTo>
                    <a:pt x="5096" y="334"/>
                    <a:pt x="4965" y="655"/>
                    <a:pt x="4822" y="953"/>
                  </a:cubicBezTo>
                  <a:cubicBezTo>
                    <a:pt x="4001" y="2537"/>
                    <a:pt x="3048" y="4049"/>
                    <a:pt x="2024" y="5501"/>
                  </a:cubicBezTo>
                  <a:cubicBezTo>
                    <a:pt x="1465" y="6275"/>
                    <a:pt x="953" y="7061"/>
                    <a:pt x="572" y="7942"/>
                  </a:cubicBezTo>
                  <a:cubicBezTo>
                    <a:pt x="250" y="8704"/>
                    <a:pt x="96" y="9502"/>
                    <a:pt x="0" y="10311"/>
                  </a:cubicBezTo>
                  <a:cubicBezTo>
                    <a:pt x="0" y="10323"/>
                    <a:pt x="12" y="10335"/>
                    <a:pt x="36" y="10395"/>
                  </a:cubicBezTo>
                  <a:cubicBezTo>
                    <a:pt x="84" y="10192"/>
                    <a:pt x="119" y="10014"/>
                    <a:pt x="143" y="9835"/>
                  </a:cubicBezTo>
                  <a:cubicBezTo>
                    <a:pt x="334" y="8549"/>
                    <a:pt x="870" y="7406"/>
                    <a:pt x="1584" y="6347"/>
                  </a:cubicBezTo>
                  <a:cubicBezTo>
                    <a:pt x="2048" y="5668"/>
                    <a:pt x="2536" y="5001"/>
                    <a:pt x="2977" y="4299"/>
                  </a:cubicBezTo>
                  <a:cubicBezTo>
                    <a:pt x="3489" y="3465"/>
                    <a:pt x="3989" y="2620"/>
                    <a:pt x="4489" y="1787"/>
                  </a:cubicBezTo>
                  <a:cubicBezTo>
                    <a:pt x="4537" y="1691"/>
                    <a:pt x="4596" y="1620"/>
                    <a:pt x="4644" y="1525"/>
                  </a:cubicBezTo>
                  <a:cubicBezTo>
                    <a:pt x="4656" y="1548"/>
                    <a:pt x="4680" y="1548"/>
                    <a:pt x="4703" y="1560"/>
                  </a:cubicBezTo>
                  <a:cubicBezTo>
                    <a:pt x="4549" y="1965"/>
                    <a:pt x="4418" y="2382"/>
                    <a:pt x="4251" y="2775"/>
                  </a:cubicBezTo>
                  <a:cubicBezTo>
                    <a:pt x="3453" y="4644"/>
                    <a:pt x="2620" y="6489"/>
                    <a:pt x="1822" y="8347"/>
                  </a:cubicBezTo>
                  <a:cubicBezTo>
                    <a:pt x="1513" y="9085"/>
                    <a:pt x="1227" y="9847"/>
                    <a:pt x="953" y="10609"/>
                  </a:cubicBezTo>
                  <a:cubicBezTo>
                    <a:pt x="715" y="11288"/>
                    <a:pt x="572" y="11990"/>
                    <a:pt x="620" y="12716"/>
                  </a:cubicBezTo>
                  <a:cubicBezTo>
                    <a:pt x="631" y="12955"/>
                    <a:pt x="727" y="13193"/>
                    <a:pt x="786" y="13419"/>
                  </a:cubicBezTo>
                  <a:cubicBezTo>
                    <a:pt x="798" y="13467"/>
                    <a:pt x="858" y="13490"/>
                    <a:pt x="929" y="13586"/>
                  </a:cubicBezTo>
                  <a:cubicBezTo>
                    <a:pt x="548" y="12585"/>
                    <a:pt x="751" y="11669"/>
                    <a:pt x="1024" y="10752"/>
                  </a:cubicBezTo>
                  <a:cubicBezTo>
                    <a:pt x="1334" y="9728"/>
                    <a:pt x="1763" y="8752"/>
                    <a:pt x="2203" y="7763"/>
                  </a:cubicBezTo>
                  <a:cubicBezTo>
                    <a:pt x="2917" y="6156"/>
                    <a:pt x="3608" y="4549"/>
                    <a:pt x="4299" y="2930"/>
                  </a:cubicBezTo>
                  <a:cubicBezTo>
                    <a:pt x="4477" y="2513"/>
                    <a:pt x="4596" y="2060"/>
                    <a:pt x="4739" y="1620"/>
                  </a:cubicBezTo>
                  <a:cubicBezTo>
                    <a:pt x="4799" y="1453"/>
                    <a:pt x="4846" y="1286"/>
                    <a:pt x="4953" y="1144"/>
                  </a:cubicBezTo>
                  <a:lnTo>
                    <a:pt x="4953" y="1394"/>
                  </a:lnTo>
                  <a:cubicBezTo>
                    <a:pt x="4799" y="3370"/>
                    <a:pt x="4406" y="5299"/>
                    <a:pt x="3822" y="7180"/>
                  </a:cubicBezTo>
                  <a:cubicBezTo>
                    <a:pt x="3358" y="8704"/>
                    <a:pt x="2751" y="10157"/>
                    <a:pt x="2048" y="11585"/>
                  </a:cubicBezTo>
                  <a:cubicBezTo>
                    <a:pt x="1822" y="12050"/>
                    <a:pt x="1643" y="12562"/>
                    <a:pt x="1465" y="13038"/>
                  </a:cubicBezTo>
                  <a:cubicBezTo>
                    <a:pt x="1393" y="13228"/>
                    <a:pt x="1346" y="13431"/>
                    <a:pt x="1441" y="13645"/>
                  </a:cubicBezTo>
                  <a:cubicBezTo>
                    <a:pt x="1560" y="12836"/>
                    <a:pt x="1929" y="12109"/>
                    <a:pt x="2275" y="11395"/>
                  </a:cubicBezTo>
                  <a:cubicBezTo>
                    <a:pt x="3715" y="8466"/>
                    <a:pt x="4608" y="5382"/>
                    <a:pt x="5001" y="2156"/>
                  </a:cubicBezTo>
                  <a:cubicBezTo>
                    <a:pt x="5025" y="1929"/>
                    <a:pt x="5037" y="1703"/>
                    <a:pt x="5061" y="1489"/>
                  </a:cubicBezTo>
                  <a:cubicBezTo>
                    <a:pt x="5061" y="1465"/>
                    <a:pt x="5072" y="1453"/>
                    <a:pt x="5084" y="1429"/>
                  </a:cubicBezTo>
                  <a:cubicBezTo>
                    <a:pt x="5120" y="1465"/>
                    <a:pt x="5144" y="1465"/>
                    <a:pt x="5156" y="1465"/>
                  </a:cubicBezTo>
                  <a:cubicBezTo>
                    <a:pt x="5180" y="1977"/>
                    <a:pt x="5203" y="2477"/>
                    <a:pt x="5215" y="2989"/>
                  </a:cubicBezTo>
                  <a:cubicBezTo>
                    <a:pt x="5263" y="4823"/>
                    <a:pt x="5132" y="6644"/>
                    <a:pt x="4763" y="8430"/>
                  </a:cubicBezTo>
                  <a:cubicBezTo>
                    <a:pt x="4418" y="10097"/>
                    <a:pt x="3703" y="11573"/>
                    <a:pt x="2584" y="12871"/>
                  </a:cubicBezTo>
                  <a:cubicBezTo>
                    <a:pt x="2382" y="13109"/>
                    <a:pt x="2179" y="13371"/>
                    <a:pt x="1882" y="13526"/>
                  </a:cubicBezTo>
                  <a:cubicBezTo>
                    <a:pt x="1892" y="13527"/>
                    <a:pt x="1901" y="13527"/>
                    <a:pt x="1911" y="13527"/>
                  </a:cubicBezTo>
                  <a:cubicBezTo>
                    <a:pt x="2109" y="13527"/>
                    <a:pt x="2245" y="13413"/>
                    <a:pt x="2382" y="13288"/>
                  </a:cubicBezTo>
                  <a:cubicBezTo>
                    <a:pt x="3715" y="11823"/>
                    <a:pt x="4596" y="10145"/>
                    <a:pt x="4942" y="8180"/>
                  </a:cubicBezTo>
                  <a:cubicBezTo>
                    <a:pt x="5323" y="5989"/>
                    <a:pt x="5430" y="3811"/>
                    <a:pt x="5275" y="1584"/>
                  </a:cubicBezTo>
                  <a:cubicBezTo>
                    <a:pt x="5251" y="1155"/>
                    <a:pt x="5239" y="739"/>
                    <a:pt x="5203" y="310"/>
                  </a:cubicBezTo>
                  <a:cubicBezTo>
                    <a:pt x="5203" y="203"/>
                    <a:pt x="5180" y="96"/>
                    <a:pt x="513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52"/>
            <p:cNvSpPr/>
            <p:nvPr/>
          </p:nvSpPr>
          <p:spPr>
            <a:xfrm>
              <a:off x="2228250" y="2939700"/>
              <a:ext cx="501275" cy="112975"/>
            </a:xfrm>
            <a:custGeom>
              <a:avLst/>
              <a:gdLst/>
              <a:ahLst/>
              <a:cxnLst/>
              <a:rect l="l" t="t" r="r" b="b"/>
              <a:pathLst>
                <a:path w="20051" h="4519" extrusionOk="0">
                  <a:moveTo>
                    <a:pt x="5309" y="0"/>
                  </a:moveTo>
                  <a:cubicBezTo>
                    <a:pt x="4937" y="0"/>
                    <a:pt x="4565" y="13"/>
                    <a:pt x="4191" y="39"/>
                  </a:cubicBezTo>
                  <a:cubicBezTo>
                    <a:pt x="3632" y="87"/>
                    <a:pt x="3096" y="170"/>
                    <a:pt x="2608" y="468"/>
                  </a:cubicBezTo>
                  <a:cubicBezTo>
                    <a:pt x="2536" y="516"/>
                    <a:pt x="2465" y="587"/>
                    <a:pt x="2405" y="658"/>
                  </a:cubicBezTo>
                  <a:cubicBezTo>
                    <a:pt x="3251" y="182"/>
                    <a:pt x="4167" y="146"/>
                    <a:pt x="5108" y="146"/>
                  </a:cubicBezTo>
                  <a:cubicBezTo>
                    <a:pt x="5166" y="146"/>
                    <a:pt x="5224" y="145"/>
                    <a:pt x="5282" y="145"/>
                  </a:cubicBezTo>
                  <a:cubicBezTo>
                    <a:pt x="7233" y="145"/>
                    <a:pt x="9128" y="532"/>
                    <a:pt x="10990" y="1099"/>
                  </a:cubicBezTo>
                  <a:cubicBezTo>
                    <a:pt x="12716" y="1611"/>
                    <a:pt x="14383" y="2266"/>
                    <a:pt x="16050" y="2968"/>
                  </a:cubicBezTo>
                  <a:cubicBezTo>
                    <a:pt x="16943" y="3337"/>
                    <a:pt x="17848" y="3683"/>
                    <a:pt x="18812" y="3861"/>
                  </a:cubicBezTo>
                  <a:cubicBezTo>
                    <a:pt x="19014" y="3897"/>
                    <a:pt x="19217" y="3921"/>
                    <a:pt x="19431" y="3992"/>
                  </a:cubicBezTo>
                  <a:cubicBezTo>
                    <a:pt x="19288" y="4040"/>
                    <a:pt x="19157" y="4087"/>
                    <a:pt x="19014" y="4111"/>
                  </a:cubicBezTo>
                  <a:cubicBezTo>
                    <a:pt x="18038" y="4326"/>
                    <a:pt x="17074" y="4349"/>
                    <a:pt x="16097" y="4385"/>
                  </a:cubicBezTo>
                  <a:cubicBezTo>
                    <a:pt x="15836" y="4391"/>
                    <a:pt x="15574" y="4394"/>
                    <a:pt x="15313" y="4394"/>
                  </a:cubicBezTo>
                  <a:cubicBezTo>
                    <a:pt x="13577" y="4394"/>
                    <a:pt x="11849" y="4263"/>
                    <a:pt x="10121" y="4087"/>
                  </a:cubicBezTo>
                  <a:cubicBezTo>
                    <a:pt x="8192" y="3873"/>
                    <a:pt x="6251" y="3611"/>
                    <a:pt x="4322" y="3373"/>
                  </a:cubicBezTo>
                  <a:cubicBezTo>
                    <a:pt x="3781" y="3303"/>
                    <a:pt x="3239" y="3254"/>
                    <a:pt x="2697" y="3254"/>
                  </a:cubicBezTo>
                  <a:cubicBezTo>
                    <a:pt x="2405" y="3254"/>
                    <a:pt x="2114" y="3268"/>
                    <a:pt x="1822" y="3302"/>
                  </a:cubicBezTo>
                  <a:cubicBezTo>
                    <a:pt x="1286" y="3361"/>
                    <a:pt x="774" y="3504"/>
                    <a:pt x="334" y="3814"/>
                  </a:cubicBezTo>
                  <a:cubicBezTo>
                    <a:pt x="215" y="3909"/>
                    <a:pt x="107" y="4016"/>
                    <a:pt x="0" y="4099"/>
                  </a:cubicBezTo>
                  <a:lnTo>
                    <a:pt x="48" y="4147"/>
                  </a:lnTo>
                  <a:cubicBezTo>
                    <a:pt x="107" y="4099"/>
                    <a:pt x="203" y="4087"/>
                    <a:pt x="238" y="4028"/>
                  </a:cubicBezTo>
                  <a:cubicBezTo>
                    <a:pt x="619" y="3683"/>
                    <a:pt x="1060" y="3552"/>
                    <a:pt x="1536" y="3456"/>
                  </a:cubicBezTo>
                  <a:cubicBezTo>
                    <a:pt x="1884" y="3402"/>
                    <a:pt x="2235" y="3380"/>
                    <a:pt x="2586" y="3380"/>
                  </a:cubicBezTo>
                  <a:cubicBezTo>
                    <a:pt x="3003" y="3380"/>
                    <a:pt x="3420" y="3411"/>
                    <a:pt x="3834" y="3456"/>
                  </a:cubicBezTo>
                  <a:cubicBezTo>
                    <a:pt x="5465" y="3659"/>
                    <a:pt x="7120" y="3873"/>
                    <a:pt x="8751" y="4076"/>
                  </a:cubicBezTo>
                  <a:cubicBezTo>
                    <a:pt x="10874" y="4326"/>
                    <a:pt x="13004" y="4518"/>
                    <a:pt x="15141" y="4518"/>
                  </a:cubicBezTo>
                  <a:cubicBezTo>
                    <a:pt x="15749" y="4518"/>
                    <a:pt x="16357" y="4503"/>
                    <a:pt x="16967" y="4468"/>
                  </a:cubicBezTo>
                  <a:cubicBezTo>
                    <a:pt x="17717" y="4433"/>
                    <a:pt x="18455" y="4397"/>
                    <a:pt x="19169" y="4171"/>
                  </a:cubicBezTo>
                  <a:cubicBezTo>
                    <a:pt x="19467" y="4087"/>
                    <a:pt x="19765" y="3945"/>
                    <a:pt x="20050" y="3837"/>
                  </a:cubicBezTo>
                  <a:cubicBezTo>
                    <a:pt x="20038" y="3802"/>
                    <a:pt x="20038" y="3778"/>
                    <a:pt x="20027" y="3742"/>
                  </a:cubicBezTo>
                  <a:cubicBezTo>
                    <a:pt x="19854" y="3787"/>
                    <a:pt x="19684" y="3805"/>
                    <a:pt x="19515" y="3805"/>
                  </a:cubicBezTo>
                  <a:cubicBezTo>
                    <a:pt x="19239" y="3805"/>
                    <a:pt x="18966" y="3758"/>
                    <a:pt x="18693" y="3706"/>
                  </a:cubicBezTo>
                  <a:cubicBezTo>
                    <a:pt x="17764" y="3504"/>
                    <a:pt x="16848" y="3159"/>
                    <a:pt x="15978" y="2790"/>
                  </a:cubicBezTo>
                  <a:cubicBezTo>
                    <a:pt x="13931" y="1920"/>
                    <a:pt x="11847" y="1135"/>
                    <a:pt x="9704" y="587"/>
                  </a:cubicBezTo>
                  <a:cubicBezTo>
                    <a:pt x="8256" y="206"/>
                    <a:pt x="6793" y="0"/>
                    <a:pt x="5309"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2"/>
            <p:cNvSpPr/>
            <p:nvPr/>
          </p:nvSpPr>
          <p:spPr>
            <a:xfrm>
              <a:off x="2233600" y="3029975"/>
              <a:ext cx="501575" cy="117300"/>
            </a:xfrm>
            <a:custGeom>
              <a:avLst/>
              <a:gdLst/>
              <a:ahLst/>
              <a:cxnLst/>
              <a:rect l="l" t="t" r="r" b="b"/>
              <a:pathLst>
                <a:path w="20063" h="4692" extrusionOk="0">
                  <a:moveTo>
                    <a:pt x="8804" y="2783"/>
                  </a:moveTo>
                  <a:cubicBezTo>
                    <a:pt x="8901" y="2783"/>
                    <a:pt x="8999" y="2784"/>
                    <a:pt x="9097" y="2786"/>
                  </a:cubicBezTo>
                  <a:cubicBezTo>
                    <a:pt x="10323" y="2810"/>
                    <a:pt x="11561" y="2893"/>
                    <a:pt x="12800" y="2953"/>
                  </a:cubicBezTo>
                  <a:cubicBezTo>
                    <a:pt x="13377" y="2971"/>
                    <a:pt x="13958" y="2995"/>
                    <a:pt x="14538" y="2995"/>
                  </a:cubicBezTo>
                  <a:cubicBezTo>
                    <a:pt x="15118" y="2995"/>
                    <a:pt x="15699" y="2971"/>
                    <a:pt x="16276" y="2893"/>
                  </a:cubicBezTo>
                  <a:cubicBezTo>
                    <a:pt x="16324" y="2893"/>
                    <a:pt x="16348" y="2905"/>
                    <a:pt x="16443" y="2905"/>
                  </a:cubicBezTo>
                  <a:cubicBezTo>
                    <a:pt x="16276" y="2977"/>
                    <a:pt x="16169" y="3024"/>
                    <a:pt x="16050" y="3072"/>
                  </a:cubicBezTo>
                  <a:cubicBezTo>
                    <a:pt x="15943" y="3108"/>
                    <a:pt x="15836" y="3155"/>
                    <a:pt x="15717" y="3203"/>
                  </a:cubicBezTo>
                  <a:cubicBezTo>
                    <a:pt x="14359" y="3763"/>
                    <a:pt x="12943" y="4084"/>
                    <a:pt x="11478" y="4155"/>
                  </a:cubicBezTo>
                  <a:cubicBezTo>
                    <a:pt x="11228" y="4167"/>
                    <a:pt x="10978" y="4172"/>
                    <a:pt x="10730" y="4172"/>
                  </a:cubicBezTo>
                  <a:cubicBezTo>
                    <a:pt x="9713" y="4172"/>
                    <a:pt x="8708" y="4084"/>
                    <a:pt x="7704" y="3989"/>
                  </a:cubicBezTo>
                  <a:cubicBezTo>
                    <a:pt x="6655" y="3895"/>
                    <a:pt x="5599" y="3831"/>
                    <a:pt x="4542" y="3831"/>
                  </a:cubicBezTo>
                  <a:cubicBezTo>
                    <a:pt x="4255" y="3831"/>
                    <a:pt x="3967" y="3836"/>
                    <a:pt x="3680" y="3846"/>
                  </a:cubicBezTo>
                  <a:cubicBezTo>
                    <a:pt x="3227" y="3858"/>
                    <a:pt x="2787" y="3882"/>
                    <a:pt x="2334" y="3893"/>
                  </a:cubicBezTo>
                  <a:lnTo>
                    <a:pt x="2334" y="3858"/>
                  </a:lnTo>
                  <a:cubicBezTo>
                    <a:pt x="2370" y="3846"/>
                    <a:pt x="2382" y="3810"/>
                    <a:pt x="2406" y="3810"/>
                  </a:cubicBezTo>
                  <a:cubicBezTo>
                    <a:pt x="3179" y="3643"/>
                    <a:pt x="3977" y="3489"/>
                    <a:pt x="4763" y="3310"/>
                  </a:cubicBezTo>
                  <a:cubicBezTo>
                    <a:pt x="6096" y="3010"/>
                    <a:pt x="7440" y="2783"/>
                    <a:pt x="8804" y="2783"/>
                  </a:cubicBezTo>
                  <a:close/>
                  <a:moveTo>
                    <a:pt x="20063" y="0"/>
                  </a:moveTo>
                  <a:lnTo>
                    <a:pt x="19836" y="226"/>
                  </a:lnTo>
                  <a:cubicBezTo>
                    <a:pt x="19693" y="393"/>
                    <a:pt x="19539" y="572"/>
                    <a:pt x="19396" y="679"/>
                  </a:cubicBezTo>
                  <a:cubicBezTo>
                    <a:pt x="18991" y="1084"/>
                    <a:pt x="18586" y="1488"/>
                    <a:pt x="18158" y="1858"/>
                  </a:cubicBezTo>
                  <a:cubicBezTo>
                    <a:pt x="17562" y="2393"/>
                    <a:pt x="16860" y="2679"/>
                    <a:pt x="16074" y="2762"/>
                  </a:cubicBezTo>
                  <a:cubicBezTo>
                    <a:pt x="15580" y="2822"/>
                    <a:pt x="15092" y="2843"/>
                    <a:pt x="14605" y="2843"/>
                  </a:cubicBezTo>
                  <a:cubicBezTo>
                    <a:pt x="14118" y="2843"/>
                    <a:pt x="13633" y="2822"/>
                    <a:pt x="13145" y="2798"/>
                  </a:cubicBezTo>
                  <a:cubicBezTo>
                    <a:pt x="12407" y="2774"/>
                    <a:pt x="11692" y="2739"/>
                    <a:pt x="10966" y="2679"/>
                  </a:cubicBezTo>
                  <a:cubicBezTo>
                    <a:pt x="10468" y="2641"/>
                    <a:pt x="9972" y="2622"/>
                    <a:pt x="9477" y="2622"/>
                  </a:cubicBezTo>
                  <a:cubicBezTo>
                    <a:pt x="7828" y="2622"/>
                    <a:pt x="6193" y="2830"/>
                    <a:pt x="4573" y="3215"/>
                  </a:cubicBezTo>
                  <a:cubicBezTo>
                    <a:pt x="3560" y="3453"/>
                    <a:pt x="2525" y="3691"/>
                    <a:pt x="1513" y="3941"/>
                  </a:cubicBezTo>
                  <a:cubicBezTo>
                    <a:pt x="1120" y="4048"/>
                    <a:pt x="679" y="4120"/>
                    <a:pt x="310" y="4358"/>
                  </a:cubicBezTo>
                  <a:cubicBezTo>
                    <a:pt x="191" y="4429"/>
                    <a:pt x="108" y="4536"/>
                    <a:pt x="1" y="4632"/>
                  </a:cubicBezTo>
                  <a:cubicBezTo>
                    <a:pt x="1" y="4644"/>
                    <a:pt x="12" y="4667"/>
                    <a:pt x="24" y="4691"/>
                  </a:cubicBezTo>
                  <a:cubicBezTo>
                    <a:pt x="72" y="4667"/>
                    <a:pt x="120" y="4667"/>
                    <a:pt x="143" y="4644"/>
                  </a:cubicBezTo>
                  <a:cubicBezTo>
                    <a:pt x="358" y="4405"/>
                    <a:pt x="643" y="4334"/>
                    <a:pt x="917" y="4251"/>
                  </a:cubicBezTo>
                  <a:cubicBezTo>
                    <a:pt x="1727" y="4060"/>
                    <a:pt x="2560" y="4013"/>
                    <a:pt x="3382" y="3977"/>
                  </a:cubicBezTo>
                  <a:cubicBezTo>
                    <a:pt x="3768" y="3955"/>
                    <a:pt x="4154" y="3946"/>
                    <a:pt x="4540" y="3946"/>
                  </a:cubicBezTo>
                  <a:cubicBezTo>
                    <a:pt x="5650" y="3946"/>
                    <a:pt x="6757" y="4026"/>
                    <a:pt x="7871" y="4132"/>
                  </a:cubicBezTo>
                  <a:cubicBezTo>
                    <a:pt x="8704" y="4227"/>
                    <a:pt x="9537" y="4274"/>
                    <a:pt x="10371" y="4298"/>
                  </a:cubicBezTo>
                  <a:cubicBezTo>
                    <a:pt x="10498" y="4302"/>
                    <a:pt x="10626" y="4303"/>
                    <a:pt x="10753" y="4303"/>
                  </a:cubicBezTo>
                  <a:cubicBezTo>
                    <a:pt x="12418" y="4303"/>
                    <a:pt x="14051" y="4012"/>
                    <a:pt x="15622" y="3382"/>
                  </a:cubicBezTo>
                  <a:cubicBezTo>
                    <a:pt x="16276" y="3108"/>
                    <a:pt x="16955" y="2858"/>
                    <a:pt x="17562" y="2489"/>
                  </a:cubicBezTo>
                  <a:cubicBezTo>
                    <a:pt x="17979" y="2227"/>
                    <a:pt x="18336" y="1929"/>
                    <a:pt x="18681" y="1596"/>
                  </a:cubicBezTo>
                  <a:cubicBezTo>
                    <a:pt x="18979" y="1298"/>
                    <a:pt x="19277" y="1012"/>
                    <a:pt x="19574" y="715"/>
                  </a:cubicBezTo>
                  <a:cubicBezTo>
                    <a:pt x="19777" y="500"/>
                    <a:pt x="19967" y="298"/>
                    <a:pt x="2006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52"/>
            <p:cNvSpPr/>
            <p:nvPr/>
          </p:nvSpPr>
          <p:spPr>
            <a:xfrm>
              <a:off x="2916725" y="2747500"/>
              <a:ext cx="135450" cy="492625"/>
            </a:xfrm>
            <a:custGeom>
              <a:avLst/>
              <a:gdLst/>
              <a:ahLst/>
              <a:cxnLst/>
              <a:rect l="l" t="t" r="r" b="b"/>
              <a:pathLst>
                <a:path w="5418" h="19705" extrusionOk="0">
                  <a:moveTo>
                    <a:pt x="60" y="0"/>
                  </a:moveTo>
                  <a:cubicBezTo>
                    <a:pt x="48" y="12"/>
                    <a:pt x="12" y="12"/>
                    <a:pt x="0" y="36"/>
                  </a:cubicBezTo>
                  <a:cubicBezTo>
                    <a:pt x="12" y="119"/>
                    <a:pt x="48" y="214"/>
                    <a:pt x="60" y="298"/>
                  </a:cubicBezTo>
                  <a:cubicBezTo>
                    <a:pt x="381" y="1560"/>
                    <a:pt x="500" y="2846"/>
                    <a:pt x="524" y="4144"/>
                  </a:cubicBezTo>
                  <a:cubicBezTo>
                    <a:pt x="548" y="5691"/>
                    <a:pt x="524" y="7239"/>
                    <a:pt x="548" y="8799"/>
                  </a:cubicBezTo>
                  <a:cubicBezTo>
                    <a:pt x="596" y="10644"/>
                    <a:pt x="858" y="12442"/>
                    <a:pt x="1453" y="14204"/>
                  </a:cubicBezTo>
                  <a:cubicBezTo>
                    <a:pt x="1632" y="14704"/>
                    <a:pt x="1834" y="15216"/>
                    <a:pt x="2084" y="15693"/>
                  </a:cubicBezTo>
                  <a:cubicBezTo>
                    <a:pt x="2310" y="16109"/>
                    <a:pt x="2489" y="16550"/>
                    <a:pt x="2691" y="16978"/>
                  </a:cubicBezTo>
                  <a:cubicBezTo>
                    <a:pt x="2703" y="17026"/>
                    <a:pt x="2739" y="17074"/>
                    <a:pt x="2763" y="17121"/>
                  </a:cubicBezTo>
                  <a:cubicBezTo>
                    <a:pt x="2739" y="17074"/>
                    <a:pt x="2739" y="17074"/>
                    <a:pt x="2739" y="17062"/>
                  </a:cubicBezTo>
                  <a:cubicBezTo>
                    <a:pt x="2560" y="16609"/>
                    <a:pt x="2370" y="16157"/>
                    <a:pt x="2179" y="15704"/>
                  </a:cubicBezTo>
                  <a:cubicBezTo>
                    <a:pt x="2084" y="15443"/>
                    <a:pt x="1941" y="15181"/>
                    <a:pt x="1834" y="14931"/>
                  </a:cubicBezTo>
                  <a:cubicBezTo>
                    <a:pt x="1370" y="13811"/>
                    <a:pt x="1084" y="12656"/>
                    <a:pt x="893" y="11466"/>
                  </a:cubicBezTo>
                  <a:cubicBezTo>
                    <a:pt x="643" y="9954"/>
                    <a:pt x="643" y="8442"/>
                    <a:pt x="655" y="6930"/>
                  </a:cubicBezTo>
                  <a:cubicBezTo>
                    <a:pt x="667" y="5417"/>
                    <a:pt x="655" y="3917"/>
                    <a:pt x="524" y="2429"/>
                  </a:cubicBezTo>
                  <a:cubicBezTo>
                    <a:pt x="477" y="1941"/>
                    <a:pt x="381" y="1441"/>
                    <a:pt x="310" y="905"/>
                  </a:cubicBezTo>
                  <a:lnTo>
                    <a:pt x="310" y="905"/>
                  </a:lnTo>
                  <a:cubicBezTo>
                    <a:pt x="358" y="965"/>
                    <a:pt x="405" y="1000"/>
                    <a:pt x="417" y="1048"/>
                  </a:cubicBezTo>
                  <a:cubicBezTo>
                    <a:pt x="560" y="1369"/>
                    <a:pt x="703" y="1703"/>
                    <a:pt x="846" y="2024"/>
                  </a:cubicBezTo>
                  <a:cubicBezTo>
                    <a:pt x="1072" y="2489"/>
                    <a:pt x="1310" y="2965"/>
                    <a:pt x="1560" y="3405"/>
                  </a:cubicBezTo>
                  <a:cubicBezTo>
                    <a:pt x="2941" y="5894"/>
                    <a:pt x="3894" y="8525"/>
                    <a:pt x="4453" y="11323"/>
                  </a:cubicBezTo>
                  <a:cubicBezTo>
                    <a:pt x="4858" y="13407"/>
                    <a:pt x="5061" y="15490"/>
                    <a:pt x="5120" y="17609"/>
                  </a:cubicBezTo>
                  <a:cubicBezTo>
                    <a:pt x="5132" y="18169"/>
                    <a:pt x="5191" y="18729"/>
                    <a:pt x="5251" y="19288"/>
                  </a:cubicBezTo>
                  <a:cubicBezTo>
                    <a:pt x="5263" y="19407"/>
                    <a:pt x="5311" y="19538"/>
                    <a:pt x="5358" y="19705"/>
                  </a:cubicBezTo>
                  <a:cubicBezTo>
                    <a:pt x="5406" y="19645"/>
                    <a:pt x="5418" y="19634"/>
                    <a:pt x="5418" y="19622"/>
                  </a:cubicBezTo>
                  <a:cubicBezTo>
                    <a:pt x="5227" y="18169"/>
                    <a:pt x="5239" y="16716"/>
                    <a:pt x="5132" y="15252"/>
                  </a:cubicBezTo>
                  <a:cubicBezTo>
                    <a:pt x="4941" y="12799"/>
                    <a:pt x="4477" y="10394"/>
                    <a:pt x="3751" y="8037"/>
                  </a:cubicBezTo>
                  <a:cubicBezTo>
                    <a:pt x="3501" y="7215"/>
                    <a:pt x="3203" y="6418"/>
                    <a:pt x="2822" y="5656"/>
                  </a:cubicBezTo>
                  <a:cubicBezTo>
                    <a:pt x="2489" y="4989"/>
                    <a:pt x="2155" y="4298"/>
                    <a:pt x="1810" y="3632"/>
                  </a:cubicBezTo>
                  <a:cubicBezTo>
                    <a:pt x="1429" y="2858"/>
                    <a:pt x="1024" y="2084"/>
                    <a:pt x="643" y="1310"/>
                  </a:cubicBezTo>
                  <a:cubicBezTo>
                    <a:pt x="477" y="988"/>
                    <a:pt x="358" y="631"/>
                    <a:pt x="227" y="298"/>
                  </a:cubicBezTo>
                  <a:cubicBezTo>
                    <a:pt x="179" y="191"/>
                    <a:pt x="108" y="95"/>
                    <a:pt x="6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52"/>
            <p:cNvSpPr/>
            <p:nvPr/>
          </p:nvSpPr>
          <p:spPr>
            <a:xfrm>
              <a:off x="2930425" y="2769225"/>
              <a:ext cx="173850" cy="448300"/>
            </a:xfrm>
            <a:custGeom>
              <a:avLst/>
              <a:gdLst/>
              <a:ahLst/>
              <a:cxnLst/>
              <a:rect l="l" t="t" r="r" b="b"/>
              <a:pathLst>
                <a:path w="6954" h="17932" extrusionOk="0">
                  <a:moveTo>
                    <a:pt x="0" y="0"/>
                  </a:moveTo>
                  <a:lnTo>
                    <a:pt x="0" y="0"/>
                  </a:lnTo>
                  <a:cubicBezTo>
                    <a:pt x="155" y="179"/>
                    <a:pt x="310" y="346"/>
                    <a:pt x="464" y="536"/>
                  </a:cubicBezTo>
                  <a:cubicBezTo>
                    <a:pt x="810" y="977"/>
                    <a:pt x="1143" y="1417"/>
                    <a:pt x="1476" y="1870"/>
                  </a:cubicBezTo>
                  <a:cubicBezTo>
                    <a:pt x="1905" y="2489"/>
                    <a:pt x="2310" y="3108"/>
                    <a:pt x="2727" y="3715"/>
                  </a:cubicBezTo>
                  <a:cubicBezTo>
                    <a:pt x="2989" y="4120"/>
                    <a:pt x="3262" y="4537"/>
                    <a:pt x="3512" y="4965"/>
                  </a:cubicBezTo>
                  <a:cubicBezTo>
                    <a:pt x="3870" y="5561"/>
                    <a:pt x="4215" y="6180"/>
                    <a:pt x="4536" y="6787"/>
                  </a:cubicBezTo>
                  <a:cubicBezTo>
                    <a:pt x="5763" y="9109"/>
                    <a:pt x="6560" y="11561"/>
                    <a:pt x="6775" y="14193"/>
                  </a:cubicBezTo>
                  <a:cubicBezTo>
                    <a:pt x="6858" y="15478"/>
                    <a:pt x="6691" y="16729"/>
                    <a:pt x="6132" y="17907"/>
                  </a:cubicBezTo>
                  <a:cubicBezTo>
                    <a:pt x="6120" y="17907"/>
                    <a:pt x="6132" y="17919"/>
                    <a:pt x="6144" y="17931"/>
                  </a:cubicBezTo>
                  <a:cubicBezTo>
                    <a:pt x="6203" y="17824"/>
                    <a:pt x="6287" y="17741"/>
                    <a:pt x="6346" y="17633"/>
                  </a:cubicBezTo>
                  <a:cubicBezTo>
                    <a:pt x="6691" y="16895"/>
                    <a:pt x="6846" y="16086"/>
                    <a:pt x="6894" y="15252"/>
                  </a:cubicBezTo>
                  <a:cubicBezTo>
                    <a:pt x="6953" y="13883"/>
                    <a:pt x="6763" y="12549"/>
                    <a:pt x="6382" y="11240"/>
                  </a:cubicBezTo>
                  <a:cubicBezTo>
                    <a:pt x="6144" y="10371"/>
                    <a:pt x="5870" y="9525"/>
                    <a:pt x="5572" y="8680"/>
                  </a:cubicBezTo>
                  <a:cubicBezTo>
                    <a:pt x="5370" y="8120"/>
                    <a:pt x="5108" y="7596"/>
                    <a:pt x="4822" y="7096"/>
                  </a:cubicBezTo>
                  <a:cubicBezTo>
                    <a:pt x="4358" y="6251"/>
                    <a:pt x="3905" y="5418"/>
                    <a:pt x="3405" y="4584"/>
                  </a:cubicBezTo>
                  <a:cubicBezTo>
                    <a:pt x="2989" y="3894"/>
                    <a:pt x="2512" y="3239"/>
                    <a:pt x="2084" y="2572"/>
                  </a:cubicBezTo>
                  <a:cubicBezTo>
                    <a:pt x="1893" y="2274"/>
                    <a:pt x="1679" y="1977"/>
                    <a:pt x="1488" y="1679"/>
                  </a:cubicBezTo>
                  <a:cubicBezTo>
                    <a:pt x="1084" y="1036"/>
                    <a:pt x="595" y="488"/>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52"/>
            <p:cNvSpPr/>
            <p:nvPr/>
          </p:nvSpPr>
          <p:spPr>
            <a:xfrm>
              <a:off x="2518450" y="3266300"/>
              <a:ext cx="333100" cy="122750"/>
            </a:xfrm>
            <a:custGeom>
              <a:avLst/>
              <a:gdLst/>
              <a:ahLst/>
              <a:cxnLst/>
              <a:rect l="l" t="t" r="r" b="b"/>
              <a:pathLst>
                <a:path w="13324" h="4910" extrusionOk="0">
                  <a:moveTo>
                    <a:pt x="13300" y="1"/>
                  </a:moveTo>
                  <a:cubicBezTo>
                    <a:pt x="12919" y="441"/>
                    <a:pt x="12562" y="917"/>
                    <a:pt x="12181" y="1370"/>
                  </a:cubicBezTo>
                  <a:cubicBezTo>
                    <a:pt x="11669" y="1953"/>
                    <a:pt x="11109" y="2465"/>
                    <a:pt x="10466" y="2870"/>
                  </a:cubicBezTo>
                  <a:cubicBezTo>
                    <a:pt x="9943" y="3215"/>
                    <a:pt x="9431" y="3573"/>
                    <a:pt x="8871" y="3823"/>
                  </a:cubicBezTo>
                  <a:cubicBezTo>
                    <a:pt x="7557" y="4431"/>
                    <a:pt x="6232" y="4762"/>
                    <a:pt x="4897" y="4762"/>
                  </a:cubicBezTo>
                  <a:cubicBezTo>
                    <a:pt x="3800" y="4762"/>
                    <a:pt x="2696" y="4539"/>
                    <a:pt x="1584" y="4061"/>
                  </a:cubicBezTo>
                  <a:cubicBezTo>
                    <a:pt x="941" y="3799"/>
                    <a:pt x="537" y="3263"/>
                    <a:pt x="275" y="2632"/>
                  </a:cubicBezTo>
                  <a:cubicBezTo>
                    <a:pt x="167" y="2382"/>
                    <a:pt x="96" y="2108"/>
                    <a:pt x="1" y="1834"/>
                  </a:cubicBezTo>
                  <a:lnTo>
                    <a:pt x="1" y="2025"/>
                  </a:lnTo>
                  <a:cubicBezTo>
                    <a:pt x="179" y="3144"/>
                    <a:pt x="810" y="3882"/>
                    <a:pt x="1846" y="4311"/>
                  </a:cubicBezTo>
                  <a:cubicBezTo>
                    <a:pt x="2847" y="4720"/>
                    <a:pt x="3853" y="4909"/>
                    <a:pt x="4865" y="4909"/>
                  </a:cubicBezTo>
                  <a:cubicBezTo>
                    <a:pt x="5768" y="4909"/>
                    <a:pt x="6675" y="4758"/>
                    <a:pt x="7585" y="4477"/>
                  </a:cubicBezTo>
                  <a:cubicBezTo>
                    <a:pt x="8180" y="4299"/>
                    <a:pt x="8752" y="4061"/>
                    <a:pt x="9311" y="3763"/>
                  </a:cubicBezTo>
                  <a:cubicBezTo>
                    <a:pt x="10978" y="2870"/>
                    <a:pt x="12312" y="1620"/>
                    <a:pt x="13324" y="13"/>
                  </a:cubicBezTo>
                  <a:cubicBezTo>
                    <a:pt x="13312" y="13"/>
                    <a:pt x="13300" y="1"/>
                    <a:pt x="13300"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52"/>
            <p:cNvSpPr/>
            <p:nvPr/>
          </p:nvSpPr>
          <p:spPr>
            <a:xfrm>
              <a:off x="2900350" y="2256350"/>
              <a:ext cx="125050" cy="323875"/>
            </a:xfrm>
            <a:custGeom>
              <a:avLst/>
              <a:gdLst/>
              <a:ahLst/>
              <a:cxnLst/>
              <a:rect l="l" t="t" r="r" b="b"/>
              <a:pathLst>
                <a:path w="5002" h="12955" extrusionOk="0">
                  <a:moveTo>
                    <a:pt x="2501" y="1"/>
                  </a:moveTo>
                  <a:cubicBezTo>
                    <a:pt x="2489" y="25"/>
                    <a:pt x="2489" y="49"/>
                    <a:pt x="2465" y="60"/>
                  </a:cubicBezTo>
                  <a:cubicBezTo>
                    <a:pt x="2513" y="96"/>
                    <a:pt x="2548" y="120"/>
                    <a:pt x="2584" y="132"/>
                  </a:cubicBezTo>
                  <a:cubicBezTo>
                    <a:pt x="3215" y="346"/>
                    <a:pt x="3644" y="751"/>
                    <a:pt x="3989" y="1311"/>
                  </a:cubicBezTo>
                  <a:cubicBezTo>
                    <a:pt x="4549" y="2251"/>
                    <a:pt x="4751" y="3287"/>
                    <a:pt x="4727" y="4359"/>
                  </a:cubicBezTo>
                  <a:cubicBezTo>
                    <a:pt x="4715" y="6954"/>
                    <a:pt x="3930" y="9276"/>
                    <a:pt x="2287" y="11300"/>
                  </a:cubicBezTo>
                  <a:cubicBezTo>
                    <a:pt x="1739" y="11990"/>
                    <a:pt x="1036" y="12491"/>
                    <a:pt x="239" y="12860"/>
                  </a:cubicBezTo>
                  <a:cubicBezTo>
                    <a:pt x="179" y="12895"/>
                    <a:pt x="84" y="12919"/>
                    <a:pt x="1" y="12955"/>
                  </a:cubicBezTo>
                  <a:cubicBezTo>
                    <a:pt x="596" y="12883"/>
                    <a:pt x="1072" y="12586"/>
                    <a:pt x="1513" y="12229"/>
                  </a:cubicBezTo>
                  <a:cubicBezTo>
                    <a:pt x="2870" y="11121"/>
                    <a:pt x="3691" y="9681"/>
                    <a:pt x="4251" y="8061"/>
                  </a:cubicBezTo>
                  <a:cubicBezTo>
                    <a:pt x="4775" y="6585"/>
                    <a:pt x="5001" y="5061"/>
                    <a:pt x="4811" y="3501"/>
                  </a:cubicBezTo>
                  <a:cubicBezTo>
                    <a:pt x="4703" y="2704"/>
                    <a:pt x="4513" y="1918"/>
                    <a:pt x="4061" y="1227"/>
                  </a:cubicBezTo>
                  <a:cubicBezTo>
                    <a:pt x="3751" y="751"/>
                    <a:pt x="3346" y="358"/>
                    <a:pt x="2822" y="120"/>
                  </a:cubicBezTo>
                  <a:cubicBezTo>
                    <a:pt x="2727" y="84"/>
                    <a:pt x="2608" y="49"/>
                    <a:pt x="2501"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52"/>
            <p:cNvSpPr/>
            <p:nvPr/>
          </p:nvSpPr>
          <p:spPr>
            <a:xfrm>
              <a:off x="2463400" y="2452800"/>
              <a:ext cx="308100" cy="160175"/>
            </a:xfrm>
            <a:custGeom>
              <a:avLst/>
              <a:gdLst/>
              <a:ahLst/>
              <a:cxnLst/>
              <a:rect l="l" t="t" r="r" b="b"/>
              <a:pathLst>
                <a:path w="12324" h="6407" extrusionOk="0">
                  <a:moveTo>
                    <a:pt x="12287" y="1"/>
                  </a:moveTo>
                  <a:cubicBezTo>
                    <a:pt x="12240" y="25"/>
                    <a:pt x="12192" y="37"/>
                    <a:pt x="12168" y="61"/>
                  </a:cubicBezTo>
                  <a:cubicBezTo>
                    <a:pt x="11716" y="465"/>
                    <a:pt x="11180" y="692"/>
                    <a:pt x="10632" y="882"/>
                  </a:cubicBezTo>
                  <a:cubicBezTo>
                    <a:pt x="9227" y="1394"/>
                    <a:pt x="7799" y="1846"/>
                    <a:pt x="6394" y="2347"/>
                  </a:cubicBezTo>
                  <a:cubicBezTo>
                    <a:pt x="5417" y="2680"/>
                    <a:pt x="4453" y="3025"/>
                    <a:pt x="3536" y="3501"/>
                  </a:cubicBezTo>
                  <a:cubicBezTo>
                    <a:pt x="3120" y="3728"/>
                    <a:pt x="2679" y="3918"/>
                    <a:pt x="2286" y="4156"/>
                  </a:cubicBezTo>
                  <a:cubicBezTo>
                    <a:pt x="1524" y="4621"/>
                    <a:pt x="834" y="5168"/>
                    <a:pt x="262" y="5859"/>
                  </a:cubicBezTo>
                  <a:cubicBezTo>
                    <a:pt x="60" y="6121"/>
                    <a:pt x="48" y="6157"/>
                    <a:pt x="0" y="6407"/>
                  </a:cubicBezTo>
                  <a:cubicBezTo>
                    <a:pt x="381" y="5871"/>
                    <a:pt x="834" y="5406"/>
                    <a:pt x="1334" y="4990"/>
                  </a:cubicBezTo>
                  <a:cubicBezTo>
                    <a:pt x="1774" y="4621"/>
                    <a:pt x="2262" y="4311"/>
                    <a:pt x="2774" y="4025"/>
                  </a:cubicBezTo>
                  <a:cubicBezTo>
                    <a:pt x="4144" y="3263"/>
                    <a:pt x="5596" y="2728"/>
                    <a:pt x="7084" y="2239"/>
                  </a:cubicBezTo>
                  <a:cubicBezTo>
                    <a:pt x="7977" y="1942"/>
                    <a:pt x="8894" y="1656"/>
                    <a:pt x="9787" y="1346"/>
                  </a:cubicBezTo>
                  <a:cubicBezTo>
                    <a:pt x="10537" y="1073"/>
                    <a:pt x="11287" y="775"/>
                    <a:pt x="11966" y="346"/>
                  </a:cubicBezTo>
                  <a:cubicBezTo>
                    <a:pt x="12109" y="263"/>
                    <a:pt x="12204" y="156"/>
                    <a:pt x="12323" y="61"/>
                  </a:cubicBezTo>
                  <a:cubicBezTo>
                    <a:pt x="12311" y="49"/>
                    <a:pt x="12299" y="25"/>
                    <a:pt x="1228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52"/>
            <p:cNvSpPr/>
            <p:nvPr/>
          </p:nvSpPr>
          <p:spPr>
            <a:xfrm>
              <a:off x="2468750" y="2507575"/>
              <a:ext cx="320000" cy="120050"/>
            </a:xfrm>
            <a:custGeom>
              <a:avLst/>
              <a:gdLst/>
              <a:ahLst/>
              <a:cxnLst/>
              <a:rect l="l" t="t" r="r" b="b"/>
              <a:pathLst>
                <a:path w="12800" h="4802" extrusionOk="0">
                  <a:moveTo>
                    <a:pt x="12788" y="1"/>
                  </a:moveTo>
                  <a:cubicBezTo>
                    <a:pt x="12573" y="156"/>
                    <a:pt x="12383" y="286"/>
                    <a:pt x="12169" y="429"/>
                  </a:cubicBezTo>
                  <a:cubicBezTo>
                    <a:pt x="11859" y="644"/>
                    <a:pt x="11561" y="882"/>
                    <a:pt x="11240" y="1072"/>
                  </a:cubicBezTo>
                  <a:cubicBezTo>
                    <a:pt x="10621" y="1429"/>
                    <a:pt x="10014" y="1787"/>
                    <a:pt x="9394" y="2120"/>
                  </a:cubicBezTo>
                  <a:cubicBezTo>
                    <a:pt x="8763" y="2442"/>
                    <a:pt x="8109" y="2715"/>
                    <a:pt x="7489" y="3013"/>
                  </a:cubicBezTo>
                  <a:cubicBezTo>
                    <a:pt x="6323" y="3549"/>
                    <a:pt x="5120" y="3930"/>
                    <a:pt x="3882" y="4239"/>
                  </a:cubicBezTo>
                  <a:cubicBezTo>
                    <a:pt x="2989" y="4477"/>
                    <a:pt x="2096" y="4644"/>
                    <a:pt x="1179" y="4668"/>
                  </a:cubicBezTo>
                  <a:cubicBezTo>
                    <a:pt x="1062" y="4675"/>
                    <a:pt x="946" y="4677"/>
                    <a:pt x="829" y="4677"/>
                  </a:cubicBezTo>
                  <a:cubicBezTo>
                    <a:pt x="705" y="4677"/>
                    <a:pt x="582" y="4675"/>
                    <a:pt x="458" y="4675"/>
                  </a:cubicBezTo>
                  <a:cubicBezTo>
                    <a:pt x="305" y="4675"/>
                    <a:pt x="153" y="4678"/>
                    <a:pt x="0" y="4692"/>
                  </a:cubicBezTo>
                  <a:cubicBezTo>
                    <a:pt x="131" y="4716"/>
                    <a:pt x="262" y="4751"/>
                    <a:pt x="381" y="4763"/>
                  </a:cubicBezTo>
                  <a:cubicBezTo>
                    <a:pt x="600" y="4790"/>
                    <a:pt x="818" y="4802"/>
                    <a:pt x="1034" y="4802"/>
                  </a:cubicBezTo>
                  <a:cubicBezTo>
                    <a:pt x="1585" y="4802"/>
                    <a:pt x="2129" y="4726"/>
                    <a:pt x="2667" y="4632"/>
                  </a:cubicBezTo>
                  <a:cubicBezTo>
                    <a:pt x="3834" y="4418"/>
                    <a:pt x="4989" y="4096"/>
                    <a:pt x="6096" y="3692"/>
                  </a:cubicBezTo>
                  <a:cubicBezTo>
                    <a:pt x="6978" y="3382"/>
                    <a:pt x="7823" y="3037"/>
                    <a:pt x="8644" y="2596"/>
                  </a:cubicBezTo>
                  <a:cubicBezTo>
                    <a:pt x="9597" y="2084"/>
                    <a:pt x="10561" y="1584"/>
                    <a:pt x="11490" y="1025"/>
                  </a:cubicBezTo>
                  <a:cubicBezTo>
                    <a:pt x="11919" y="775"/>
                    <a:pt x="12288" y="453"/>
                    <a:pt x="12693" y="156"/>
                  </a:cubicBezTo>
                  <a:cubicBezTo>
                    <a:pt x="12728" y="120"/>
                    <a:pt x="12752" y="72"/>
                    <a:pt x="12788" y="48"/>
                  </a:cubicBezTo>
                  <a:cubicBezTo>
                    <a:pt x="12800" y="36"/>
                    <a:pt x="12788" y="13"/>
                    <a:pt x="1278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52"/>
            <p:cNvSpPr/>
            <p:nvPr/>
          </p:nvSpPr>
          <p:spPr>
            <a:xfrm>
              <a:off x="2500900" y="2533775"/>
              <a:ext cx="302725" cy="107525"/>
            </a:xfrm>
            <a:custGeom>
              <a:avLst/>
              <a:gdLst/>
              <a:ahLst/>
              <a:cxnLst/>
              <a:rect l="l" t="t" r="r" b="b"/>
              <a:pathLst>
                <a:path w="12109" h="4301" extrusionOk="0">
                  <a:moveTo>
                    <a:pt x="12073" y="0"/>
                  </a:moveTo>
                  <a:cubicBezTo>
                    <a:pt x="12038" y="12"/>
                    <a:pt x="11990" y="36"/>
                    <a:pt x="11942" y="60"/>
                  </a:cubicBezTo>
                  <a:cubicBezTo>
                    <a:pt x="11502" y="358"/>
                    <a:pt x="11049" y="667"/>
                    <a:pt x="10585" y="953"/>
                  </a:cubicBezTo>
                  <a:cubicBezTo>
                    <a:pt x="9978" y="1322"/>
                    <a:pt x="9371" y="1679"/>
                    <a:pt x="8728" y="2001"/>
                  </a:cubicBezTo>
                  <a:cubicBezTo>
                    <a:pt x="8097" y="2322"/>
                    <a:pt x="7466" y="2596"/>
                    <a:pt x="6811" y="2870"/>
                  </a:cubicBezTo>
                  <a:cubicBezTo>
                    <a:pt x="6192" y="3108"/>
                    <a:pt x="5572" y="3346"/>
                    <a:pt x="4930" y="3513"/>
                  </a:cubicBezTo>
                  <a:cubicBezTo>
                    <a:pt x="3977" y="3751"/>
                    <a:pt x="3013" y="3953"/>
                    <a:pt x="2048" y="4120"/>
                  </a:cubicBezTo>
                  <a:cubicBezTo>
                    <a:pt x="1512" y="4203"/>
                    <a:pt x="941" y="4191"/>
                    <a:pt x="393" y="4227"/>
                  </a:cubicBezTo>
                  <a:lnTo>
                    <a:pt x="0" y="4227"/>
                  </a:lnTo>
                  <a:lnTo>
                    <a:pt x="12" y="4251"/>
                  </a:lnTo>
                  <a:cubicBezTo>
                    <a:pt x="227" y="4263"/>
                    <a:pt x="465" y="4287"/>
                    <a:pt x="691" y="4299"/>
                  </a:cubicBezTo>
                  <a:cubicBezTo>
                    <a:pt x="747" y="4300"/>
                    <a:pt x="803" y="4300"/>
                    <a:pt x="859" y="4300"/>
                  </a:cubicBezTo>
                  <a:cubicBezTo>
                    <a:pt x="2062" y="4300"/>
                    <a:pt x="3233" y="4060"/>
                    <a:pt x="4394" y="3787"/>
                  </a:cubicBezTo>
                  <a:cubicBezTo>
                    <a:pt x="5406" y="3549"/>
                    <a:pt x="6382" y="3168"/>
                    <a:pt x="7335" y="2775"/>
                  </a:cubicBezTo>
                  <a:cubicBezTo>
                    <a:pt x="8251" y="2406"/>
                    <a:pt x="9144" y="1989"/>
                    <a:pt x="9990" y="1465"/>
                  </a:cubicBezTo>
                  <a:cubicBezTo>
                    <a:pt x="10609" y="1096"/>
                    <a:pt x="11216" y="691"/>
                    <a:pt x="11823" y="298"/>
                  </a:cubicBezTo>
                  <a:cubicBezTo>
                    <a:pt x="11930" y="215"/>
                    <a:pt x="12014" y="120"/>
                    <a:pt x="12109" y="36"/>
                  </a:cubicBezTo>
                  <a:cubicBezTo>
                    <a:pt x="12097" y="24"/>
                    <a:pt x="12073" y="12"/>
                    <a:pt x="120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52"/>
            <p:cNvSpPr/>
            <p:nvPr/>
          </p:nvSpPr>
          <p:spPr>
            <a:xfrm>
              <a:off x="2533350" y="2425725"/>
              <a:ext cx="231900" cy="84550"/>
            </a:xfrm>
            <a:custGeom>
              <a:avLst/>
              <a:gdLst/>
              <a:ahLst/>
              <a:cxnLst/>
              <a:rect l="l" t="t" r="r" b="b"/>
              <a:pathLst>
                <a:path w="9276" h="3382" extrusionOk="0">
                  <a:moveTo>
                    <a:pt x="9275" y="1"/>
                  </a:moveTo>
                  <a:lnTo>
                    <a:pt x="9275" y="1"/>
                  </a:lnTo>
                  <a:cubicBezTo>
                    <a:pt x="8263" y="108"/>
                    <a:pt x="7239" y="155"/>
                    <a:pt x="6251" y="417"/>
                  </a:cubicBezTo>
                  <a:cubicBezTo>
                    <a:pt x="5358" y="667"/>
                    <a:pt x="4465" y="893"/>
                    <a:pt x="3596" y="1179"/>
                  </a:cubicBezTo>
                  <a:cubicBezTo>
                    <a:pt x="2727" y="1465"/>
                    <a:pt x="1905" y="1858"/>
                    <a:pt x="1179" y="2429"/>
                  </a:cubicBezTo>
                  <a:cubicBezTo>
                    <a:pt x="774" y="2739"/>
                    <a:pt x="381" y="3037"/>
                    <a:pt x="0" y="3382"/>
                  </a:cubicBezTo>
                  <a:lnTo>
                    <a:pt x="941" y="2751"/>
                  </a:lnTo>
                  <a:cubicBezTo>
                    <a:pt x="1512" y="2358"/>
                    <a:pt x="2072" y="1953"/>
                    <a:pt x="2715" y="1679"/>
                  </a:cubicBezTo>
                  <a:cubicBezTo>
                    <a:pt x="4560" y="905"/>
                    <a:pt x="6465" y="405"/>
                    <a:pt x="8454" y="191"/>
                  </a:cubicBezTo>
                  <a:cubicBezTo>
                    <a:pt x="8739" y="179"/>
                    <a:pt x="9025" y="155"/>
                    <a:pt x="927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2"/>
            <p:cNvSpPr/>
            <p:nvPr/>
          </p:nvSpPr>
          <p:spPr>
            <a:xfrm>
              <a:off x="2220800" y="3513650"/>
              <a:ext cx="168500" cy="165525"/>
            </a:xfrm>
            <a:custGeom>
              <a:avLst/>
              <a:gdLst/>
              <a:ahLst/>
              <a:cxnLst/>
              <a:rect l="l" t="t" r="r" b="b"/>
              <a:pathLst>
                <a:path w="6740" h="6621" extrusionOk="0">
                  <a:moveTo>
                    <a:pt x="6739" y="1"/>
                  </a:moveTo>
                  <a:lnTo>
                    <a:pt x="6739" y="1"/>
                  </a:lnTo>
                  <a:cubicBezTo>
                    <a:pt x="6489" y="36"/>
                    <a:pt x="6347" y="191"/>
                    <a:pt x="6204" y="334"/>
                  </a:cubicBezTo>
                  <a:cubicBezTo>
                    <a:pt x="5287" y="1203"/>
                    <a:pt x="4358" y="2072"/>
                    <a:pt x="3465" y="2977"/>
                  </a:cubicBezTo>
                  <a:cubicBezTo>
                    <a:pt x="2382" y="4085"/>
                    <a:pt x="1310" y="5228"/>
                    <a:pt x="239" y="6359"/>
                  </a:cubicBezTo>
                  <a:cubicBezTo>
                    <a:pt x="155" y="6442"/>
                    <a:pt x="84" y="6537"/>
                    <a:pt x="1" y="6621"/>
                  </a:cubicBezTo>
                  <a:cubicBezTo>
                    <a:pt x="2263" y="4430"/>
                    <a:pt x="4358" y="2120"/>
                    <a:pt x="673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2"/>
            <p:cNvSpPr/>
            <p:nvPr/>
          </p:nvSpPr>
          <p:spPr>
            <a:xfrm>
              <a:off x="2333025" y="2696525"/>
              <a:ext cx="210750" cy="68550"/>
            </a:xfrm>
            <a:custGeom>
              <a:avLst/>
              <a:gdLst/>
              <a:ahLst/>
              <a:cxnLst/>
              <a:rect l="l" t="t" r="r" b="b"/>
              <a:pathLst>
                <a:path w="8430" h="2742" extrusionOk="0">
                  <a:moveTo>
                    <a:pt x="73" y="0"/>
                  </a:moveTo>
                  <a:cubicBezTo>
                    <a:pt x="49" y="0"/>
                    <a:pt x="25" y="1"/>
                    <a:pt x="0" y="3"/>
                  </a:cubicBezTo>
                  <a:cubicBezTo>
                    <a:pt x="298" y="110"/>
                    <a:pt x="596" y="229"/>
                    <a:pt x="905" y="313"/>
                  </a:cubicBezTo>
                  <a:cubicBezTo>
                    <a:pt x="2381" y="765"/>
                    <a:pt x="3846" y="1206"/>
                    <a:pt x="5322" y="1670"/>
                  </a:cubicBezTo>
                  <a:cubicBezTo>
                    <a:pt x="6322" y="1980"/>
                    <a:pt x="7287" y="2361"/>
                    <a:pt x="8275" y="2694"/>
                  </a:cubicBezTo>
                  <a:lnTo>
                    <a:pt x="8406" y="2742"/>
                  </a:lnTo>
                  <a:cubicBezTo>
                    <a:pt x="8406" y="2730"/>
                    <a:pt x="8418" y="2694"/>
                    <a:pt x="8430" y="2682"/>
                  </a:cubicBezTo>
                  <a:cubicBezTo>
                    <a:pt x="8037" y="2444"/>
                    <a:pt x="7596" y="2265"/>
                    <a:pt x="7156" y="2122"/>
                  </a:cubicBezTo>
                  <a:cubicBezTo>
                    <a:pt x="6215" y="1825"/>
                    <a:pt x="5263" y="1527"/>
                    <a:pt x="4310" y="1241"/>
                  </a:cubicBezTo>
                  <a:cubicBezTo>
                    <a:pt x="3012" y="849"/>
                    <a:pt x="1703" y="468"/>
                    <a:pt x="405" y="63"/>
                  </a:cubicBezTo>
                  <a:cubicBezTo>
                    <a:pt x="297" y="23"/>
                    <a:pt x="188" y="0"/>
                    <a:pt x="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2"/>
            <p:cNvSpPr/>
            <p:nvPr/>
          </p:nvSpPr>
          <p:spPr>
            <a:xfrm>
              <a:off x="2975950" y="2335825"/>
              <a:ext cx="67300" cy="192025"/>
            </a:xfrm>
            <a:custGeom>
              <a:avLst/>
              <a:gdLst/>
              <a:ahLst/>
              <a:cxnLst/>
              <a:rect l="l" t="t" r="r" b="b"/>
              <a:pathLst>
                <a:path w="2692" h="7681" extrusionOk="0">
                  <a:moveTo>
                    <a:pt x="2025" y="1"/>
                  </a:moveTo>
                  <a:lnTo>
                    <a:pt x="2025" y="1"/>
                  </a:lnTo>
                  <a:cubicBezTo>
                    <a:pt x="2382" y="2811"/>
                    <a:pt x="1668" y="5335"/>
                    <a:pt x="1" y="7680"/>
                  </a:cubicBezTo>
                  <a:cubicBezTo>
                    <a:pt x="1513" y="6466"/>
                    <a:pt x="2692" y="1977"/>
                    <a:pt x="2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2"/>
            <p:cNvSpPr/>
            <p:nvPr/>
          </p:nvSpPr>
          <p:spPr>
            <a:xfrm>
              <a:off x="2611925" y="3301125"/>
              <a:ext cx="200650" cy="78875"/>
            </a:xfrm>
            <a:custGeom>
              <a:avLst/>
              <a:gdLst/>
              <a:ahLst/>
              <a:cxnLst/>
              <a:rect l="l" t="t" r="r" b="b"/>
              <a:pathLst>
                <a:path w="8026" h="3155" extrusionOk="0">
                  <a:moveTo>
                    <a:pt x="8025" y="1"/>
                  </a:moveTo>
                  <a:lnTo>
                    <a:pt x="8025" y="1"/>
                  </a:lnTo>
                  <a:cubicBezTo>
                    <a:pt x="5974" y="2063"/>
                    <a:pt x="3534" y="3104"/>
                    <a:pt x="686" y="3104"/>
                  </a:cubicBezTo>
                  <a:cubicBezTo>
                    <a:pt x="460" y="3104"/>
                    <a:pt x="232" y="3098"/>
                    <a:pt x="0" y="3084"/>
                  </a:cubicBezTo>
                  <a:lnTo>
                    <a:pt x="0" y="3084"/>
                  </a:lnTo>
                  <a:cubicBezTo>
                    <a:pt x="371" y="3132"/>
                    <a:pt x="739" y="3155"/>
                    <a:pt x="1104" y="3155"/>
                  </a:cubicBezTo>
                  <a:cubicBezTo>
                    <a:pt x="2217" y="3155"/>
                    <a:pt x="3306" y="2940"/>
                    <a:pt x="4382" y="2537"/>
                  </a:cubicBezTo>
                  <a:cubicBezTo>
                    <a:pt x="5787" y="1989"/>
                    <a:pt x="7013" y="1168"/>
                    <a:pt x="8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2"/>
            <p:cNvSpPr/>
            <p:nvPr/>
          </p:nvSpPr>
          <p:spPr>
            <a:xfrm>
              <a:off x="2266950" y="3565750"/>
              <a:ext cx="77400" cy="81575"/>
            </a:xfrm>
            <a:custGeom>
              <a:avLst/>
              <a:gdLst/>
              <a:ahLst/>
              <a:cxnLst/>
              <a:rect l="l" t="t" r="r" b="b"/>
              <a:pathLst>
                <a:path w="3096" h="3263" extrusionOk="0">
                  <a:moveTo>
                    <a:pt x="3060" y="0"/>
                  </a:moveTo>
                  <a:cubicBezTo>
                    <a:pt x="1965" y="1000"/>
                    <a:pt x="1000" y="2120"/>
                    <a:pt x="0" y="3215"/>
                  </a:cubicBezTo>
                  <a:cubicBezTo>
                    <a:pt x="24" y="3215"/>
                    <a:pt x="36" y="3227"/>
                    <a:pt x="48" y="3263"/>
                  </a:cubicBezTo>
                  <a:cubicBezTo>
                    <a:pt x="1060" y="2191"/>
                    <a:pt x="2072" y="1120"/>
                    <a:pt x="3096" y="48"/>
                  </a:cubicBezTo>
                  <a:lnTo>
                    <a:pt x="3060" y="0"/>
                  </a:ln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76" name="Google Shape;676;p52"/>
          <p:cNvPicPr preferRelativeResize="0"/>
          <p:nvPr/>
        </p:nvPicPr>
        <p:blipFill rotWithShape="1">
          <a:blip r:embed="rId4">
            <a:alphaModFix/>
          </a:blip>
          <a:srcRect l="28680" t="19555" r="23804" b="32703"/>
          <a:stretch/>
        </p:blipFill>
        <p:spPr>
          <a:xfrm rot="-1761291">
            <a:off x="2667373" y="402834"/>
            <a:ext cx="1287877" cy="727827"/>
          </a:xfrm>
          <a:prstGeom prst="rect">
            <a:avLst/>
          </a:prstGeom>
          <a:noFill/>
          <a:ln>
            <a:noFill/>
          </a:ln>
        </p:spPr>
      </p:pic>
      <p:pic>
        <p:nvPicPr>
          <p:cNvPr id="677" name="Google Shape;677;p52"/>
          <p:cNvPicPr preferRelativeResize="0"/>
          <p:nvPr/>
        </p:nvPicPr>
        <p:blipFill rotWithShape="1">
          <a:blip r:embed="rId4">
            <a:alphaModFix/>
          </a:blip>
          <a:srcRect l="28680" t="19555" r="23804" b="32703"/>
          <a:stretch/>
        </p:blipFill>
        <p:spPr>
          <a:xfrm rot="204534">
            <a:off x="7373222" y="3380284"/>
            <a:ext cx="1287877" cy="727828"/>
          </a:xfrm>
          <a:prstGeom prst="rect">
            <a:avLst/>
          </a:prstGeom>
          <a:noFill/>
          <a:ln>
            <a:noFill/>
          </a:ln>
        </p:spPr>
      </p:pic>
      <p:pic>
        <p:nvPicPr>
          <p:cNvPr id="678" name="Google Shape;678;p52"/>
          <p:cNvPicPr preferRelativeResize="0"/>
          <p:nvPr/>
        </p:nvPicPr>
        <p:blipFill rotWithShape="1">
          <a:blip r:embed="rId5">
            <a:alphaModFix/>
          </a:blip>
          <a:srcRect l="45691" t="12052" r="18787" b="20159"/>
          <a:stretch/>
        </p:blipFill>
        <p:spPr>
          <a:xfrm>
            <a:off x="6972100" y="1935352"/>
            <a:ext cx="1366949" cy="1467299"/>
          </a:xfrm>
          <a:prstGeom prst="rect">
            <a:avLst/>
          </a:prstGeom>
          <a:noFill/>
          <a:ln>
            <a:noFill/>
          </a:ln>
        </p:spPr>
      </p:pic>
      <p:sp>
        <p:nvSpPr>
          <p:cNvPr id="679" name="Google Shape;679;p52">
            <a:hlinkClick r:id="rId6"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6"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680" name="Google Shape;680;p52">
            <a:hlinkClick r:id="rId7"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681" name="Google Shape;681;p52">
            <a:hlinkClick r:id="rId8" action="ppaction://hlinksldjump"/>
          </p:cNvPr>
          <p:cNvSpPr/>
          <p:nvPr/>
        </p:nvSpPr>
        <p:spPr>
          <a:xfrm>
            <a:off x="38911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682" name="Google Shape;682;p52">
            <a:hlinkClick r:id="rId9"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683" name="Google Shape;683;p52">
            <a:hlinkClick r:id="rId10" action="ppaction://hlinksldjump"/>
          </p:cNvPr>
          <p:cNvSpPr/>
          <p:nvPr/>
        </p:nvSpPr>
        <p:spPr>
          <a:xfrm>
            <a:off x="67785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pic>
        <p:nvPicPr>
          <p:cNvPr id="688" name="Google Shape;688;p53"/>
          <p:cNvPicPr preferRelativeResize="0"/>
          <p:nvPr/>
        </p:nvPicPr>
        <p:blipFill rotWithShape="1">
          <a:blip r:embed="rId3">
            <a:alphaModFix amt="76000"/>
          </a:blip>
          <a:srcRect l="37412" t="9009" r="30455" b="20771"/>
          <a:stretch/>
        </p:blipFill>
        <p:spPr>
          <a:xfrm>
            <a:off x="5999695" y="1552900"/>
            <a:ext cx="721550" cy="886950"/>
          </a:xfrm>
          <a:prstGeom prst="rect">
            <a:avLst/>
          </a:prstGeom>
          <a:noFill/>
          <a:ln>
            <a:noFill/>
          </a:ln>
        </p:spPr>
      </p:pic>
      <p:pic>
        <p:nvPicPr>
          <p:cNvPr id="689" name="Google Shape;689;p53"/>
          <p:cNvPicPr preferRelativeResize="0"/>
          <p:nvPr/>
        </p:nvPicPr>
        <p:blipFill rotWithShape="1">
          <a:blip r:embed="rId3">
            <a:alphaModFix amt="76000"/>
          </a:blip>
          <a:srcRect l="37412" t="9009" r="30455" b="20771"/>
          <a:stretch/>
        </p:blipFill>
        <p:spPr>
          <a:xfrm>
            <a:off x="2422720" y="1552900"/>
            <a:ext cx="721550" cy="886950"/>
          </a:xfrm>
          <a:prstGeom prst="rect">
            <a:avLst/>
          </a:prstGeom>
          <a:noFill/>
          <a:ln>
            <a:noFill/>
          </a:ln>
        </p:spPr>
      </p:pic>
      <p:sp>
        <p:nvSpPr>
          <p:cNvPr id="690" name="Google Shape;690;p53"/>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Comment créer votre avatar</a:t>
            </a:r>
            <a:endParaRPr/>
          </a:p>
        </p:txBody>
      </p:sp>
      <p:sp>
        <p:nvSpPr>
          <p:cNvPr id="691" name="Google Shape;691;p53"/>
          <p:cNvSpPr txBox="1">
            <a:spLocks noGrp="1"/>
          </p:cNvSpPr>
          <p:nvPr>
            <p:ph type="subTitle" idx="1"/>
          </p:nvPr>
        </p:nvSpPr>
        <p:spPr>
          <a:xfrm>
            <a:off x="1333878" y="2516050"/>
            <a:ext cx="28992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692" name="Google Shape;692;p53"/>
          <p:cNvSpPr txBox="1">
            <a:spLocks noGrp="1"/>
          </p:cNvSpPr>
          <p:nvPr>
            <p:ph type="subTitle" idx="2"/>
          </p:nvPr>
        </p:nvSpPr>
        <p:spPr>
          <a:xfrm>
            <a:off x="4910850" y="2516050"/>
            <a:ext cx="28992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Vénus</a:t>
            </a:r>
            <a:endParaRPr/>
          </a:p>
        </p:txBody>
      </p:sp>
      <p:sp>
        <p:nvSpPr>
          <p:cNvPr id="693" name="Google Shape;693;p53"/>
          <p:cNvSpPr txBox="1">
            <a:spLocks noGrp="1"/>
          </p:cNvSpPr>
          <p:nvPr>
            <p:ph type="subTitle" idx="3"/>
          </p:nvPr>
        </p:nvSpPr>
        <p:spPr>
          <a:xfrm>
            <a:off x="1333900" y="2929025"/>
            <a:ext cx="2899200" cy="80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Malgré sa couleur rouge, Mars est en fait un endroit froid. Elle est pleine de poussière d'oxyde de fer</a:t>
            </a:r>
            <a:endParaRPr/>
          </a:p>
        </p:txBody>
      </p:sp>
      <p:sp>
        <p:nvSpPr>
          <p:cNvPr id="694" name="Google Shape;694;p53"/>
          <p:cNvSpPr txBox="1">
            <a:spLocks noGrp="1"/>
          </p:cNvSpPr>
          <p:nvPr>
            <p:ph type="subTitle" idx="4"/>
          </p:nvPr>
        </p:nvSpPr>
        <p:spPr>
          <a:xfrm>
            <a:off x="4910875" y="2929027"/>
            <a:ext cx="2899200" cy="8043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Clr>
                <a:schemeClr val="dk1"/>
              </a:buClr>
              <a:buSzPts val="1100"/>
              <a:buFont typeface="Arial"/>
              <a:buNone/>
            </a:pPr>
            <a:r>
              <a:rPr lang="en"/>
              <a:t>Vénus a un beau nom et elle est la deuxième planète partant du Soleil. Il y fait terriblement chaud</a:t>
            </a:r>
            <a:endParaRPr/>
          </a:p>
        </p:txBody>
      </p:sp>
      <p:pic>
        <p:nvPicPr>
          <p:cNvPr id="695" name="Google Shape;695;p53"/>
          <p:cNvPicPr preferRelativeResize="0"/>
          <p:nvPr/>
        </p:nvPicPr>
        <p:blipFill rotWithShape="1">
          <a:blip r:embed="rId4">
            <a:alphaModFix amt="87000"/>
          </a:blip>
          <a:srcRect l="2403" t="19438" r="8888" b="44808"/>
          <a:stretch/>
        </p:blipFill>
        <p:spPr>
          <a:xfrm flipH="1">
            <a:off x="7871101" y="1433603"/>
            <a:ext cx="2831074" cy="422026"/>
          </a:xfrm>
          <a:prstGeom prst="rect">
            <a:avLst/>
          </a:prstGeom>
          <a:noFill/>
          <a:ln>
            <a:noFill/>
          </a:ln>
        </p:spPr>
      </p:pic>
      <p:grpSp>
        <p:nvGrpSpPr>
          <p:cNvPr id="696" name="Google Shape;696;p53"/>
          <p:cNvGrpSpPr/>
          <p:nvPr/>
        </p:nvGrpSpPr>
        <p:grpSpPr>
          <a:xfrm>
            <a:off x="2592490" y="1801991"/>
            <a:ext cx="382004" cy="365749"/>
            <a:chOff x="-6690625" y="3631325"/>
            <a:chExt cx="307225" cy="292225"/>
          </a:xfrm>
        </p:grpSpPr>
        <p:sp>
          <p:nvSpPr>
            <p:cNvPr id="697" name="Google Shape;697;p53"/>
            <p:cNvSpPr/>
            <p:nvPr/>
          </p:nvSpPr>
          <p:spPr>
            <a:xfrm>
              <a:off x="-6690625" y="3631325"/>
              <a:ext cx="222925" cy="292225"/>
            </a:xfrm>
            <a:custGeom>
              <a:avLst/>
              <a:gdLst/>
              <a:ahLst/>
              <a:cxnLst/>
              <a:rect l="l" t="t" r="r" b="b"/>
              <a:pathLst>
                <a:path w="8917" h="11689" extrusionOk="0">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3"/>
            <p:cNvSpPr/>
            <p:nvPr/>
          </p:nvSpPr>
          <p:spPr>
            <a:xfrm>
              <a:off x="-6604350" y="3832175"/>
              <a:ext cx="58675" cy="56550"/>
            </a:xfrm>
            <a:custGeom>
              <a:avLst/>
              <a:gdLst/>
              <a:ahLst/>
              <a:cxnLst/>
              <a:rect l="l" t="t" r="r" b="b"/>
              <a:pathLst>
                <a:path w="2347" h="2262" extrusionOk="0">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3"/>
            <p:cNvSpPr/>
            <p:nvPr/>
          </p:nvSpPr>
          <p:spPr>
            <a:xfrm>
              <a:off x="-6470875" y="3684775"/>
              <a:ext cx="87475" cy="71800"/>
            </a:xfrm>
            <a:custGeom>
              <a:avLst/>
              <a:gdLst/>
              <a:ahLst/>
              <a:cxnLst/>
              <a:rect l="l" t="t" r="r" b="b"/>
              <a:pathLst>
                <a:path w="3499" h="2872" extrusionOk="0">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53"/>
            <p:cNvSpPr/>
            <p:nvPr/>
          </p:nvSpPr>
          <p:spPr>
            <a:xfrm>
              <a:off x="-6578775" y="3721900"/>
              <a:ext cx="143375" cy="143375"/>
            </a:xfrm>
            <a:custGeom>
              <a:avLst/>
              <a:gdLst/>
              <a:ahLst/>
              <a:cxnLst/>
              <a:rect l="l" t="t" r="r" b="b"/>
              <a:pathLst>
                <a:path w="5735" h="5735" extrusionOk="0">
                  <a:moveTo>
                    <a:pt x="3813" y="1"/>
                  </a:moveTo>
                  <a:lnTo>
                    <a:pt x="1" y="3813"/>
                  </a:lnTo>
                  <a:lnTo>
                    <a:pt x="1922" y="5734"/>
                  </a:lnTo>
                  <a:lnTo>
                    <a:pt x="4474" y="3183"/>
                  </a:lnTo>
                  <a:lnTo>
                    <a:pt x="5734" y="1922"/>
                  </a:lnTo>
                  <a:lnTo>
                    <a:pt x="381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53"/>
            <p:cNvSpPr/>
            <p:nvPr/>
          </p:nvSpPr>
          <p:spPr>
            <a:xfrm>
              <a:off x="-6685100" y="3636850"/>
              <a:ext cx="47275" cy="46475"/>
            </a:xfrm>
            <a:custGeom>
              <a:avLst/>
              <a:gdLst/>
              <a:ahLst/>
              <a:cxnLst/>
              <a:rect l="l" t="t" r="r" b="b"/>
              <a:pathLst>
                <a:path w="1891" h="1859" extrusionOk="0">
                  <a:moveTo>
                    <a:pt x="1891" y="0"/>
                  </a:moveTo>
                  <a:lnTo>
                    <a:pt x="0" y="1859"/>
                  </a:lnTo>
                  <a:lnTo>
                    <a:pt x="1891" y="1859"/>
                  </a:lnTo>
                  <a:lnTo>
                    <a:pt x="189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702;p53"/>
          <p:cNvGrpSpPr/>
          <p:nvPr/>
        </p:nvGrpSpPr>
        <p:grpSpPr>
          <a:xfrm>
            <a:off x="6177580" y="1801993"/>
            <a:ext cx="365745" cy="365745"/>
            <a:chOff x="-49027775" y="3183175"/>
            <a:chExt cx="299325" cy="299325"/>
          </a:xfrm>
        </p:grpSpPr>
        <p:sp>
          <p:nvSpPr>
            <p:cNvPr id="703" name="Google Shape;703;p53"/>
            <p:cNvSpPr/>
            <p:nvPr/>
          </p:nvSpPr>
          <p:spPr>
            <a:xfrm>
              <a:off x="-48870250" y="3183175"/>
              <a:ext cx="141800" cy="185900"/>
            </a:xfrm>
            <a:custGeom>
              <a:avLst/>
              <a:gdLst/>
              <a:ahLst/>
              <a:cxnLst/>
              <a:rect l="l" t="t" r="r" b="b"/>
              <a:pathLst>
                <a:path w="5672" h="7436" extrusionOk="0">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53"/>
            <p:cNvSpPr/>
            <p:nvPr/>
          </p:nvSpPr>
          <p:spPr>
            <a:xfrm>
              <a:off x="-49027775" y="3183175"/>
              <a:ext cx="185900" cy="141800"/>
            </a:xfrm>
            <a:custGeom>
              <a:avLst/>
              <a:gdLst/>
              <a:ahLst/>
              <a:cxnLst/>
              <a:rect l="l" t="t" r="r" b="b"/>
              <a:pathLst>
                <a:path w="7436" h="5672" extrusionOk="0">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53"/>
            <p:cNvSpPr/>
            <p:nvPr/>
          </p:nvSpPr>
          <p:spPr>
            <a:xfrm>
              <a:off x="-49027775" y="3295800"/>
              <a:ext cx="141800" cy="186700"/>
            </a:xfrm>
            <a:custGeom>
              <a:avLst/>
              <a:gdLst/>
              <a:ahLst/>
              <a:cxnLst/>
              <a:rect l="l" t="t" r="r" b="b"/>
              <a:pathLst>
                <a:path w="5672" h="7468" extrusionOk="0">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53"/>
            <p:cNvSpPr/>
            <p:nvPr/>
          </p:nvSpPr>
          <p:spPr>
            <a:xfrm>
              <a:off x="-48914350" y="3340700"/>
              <a:ext cx="185900" cy="141800"/>
            </a:xfrm>
            <a:custGeom>
              <a:avLst/>
              <a:gdLst/>
              <a:ahLst/>
              <a:cxnLst/>
              <a:rect l="l" t="t" r="r" b="b"/>
              <a:pathLst>
                <a:path w="7436" h="5672" extrusionOk="0">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07" name="Google Shape;707;p53"/>
          <p:cNvPicPr preferRelativeResize="0"/>
          <p:nvPr/>
        </p:nvPicPr>
        <p:blipFill rotWithShape="1">
          <a:blip r:embed="rId5">
            <a:alphaModFix amt="82000"/>
          </a:blip>
          <a:srcRect l="50645" t="40792" r="22239" b="54404"/>
          <a:stretch/>
        </p:blipFill>
        <p:spPr>
          <a:xfrm>
            <a:off x="-593800" y="1103400"/>
            <a:ext cx="2446373" cy="243775"/>
          </a:xfrm>
          <a:prstGeom prst="rect">
            <a:avLst/>
          </a:prstGeom>
          <a:noFill/>
          <a:ln>
            <a:noFill/>
          </a:ln>
        </p:spPr>
      </p:pic>
      <p:pic>
        <p:nvPicPr>
          <p:cNvPr id="708" name="Google Shape;708;p53"/>
          <p:cNvPicPr preferRelativeResize="0"/>
          <p:nvPr/>
        </p:nvPicPr>
        <p:blipFill rotWithShape="1">
          <a:blip r:embed="rId6">
            <a:alphaModFix/>
          </a:blip>
          <a:srcRect l="45691" t="12052" r="18787" b="20159"/>
          <a:stretch/>
        </p:blipFill>
        <p:spPr>
          <a:xfrm>
            <a:off x="102750" y="1175852"/>
            <a:ext cx="1366949" cy="1467299"/>
          </a:xfrm>
          <a:prstGeom prst="rect">
            <a:avLst/>
          </a:prstGeom>
          <a:noFill/>
          <a:ln>
            <a:noFill/>
          </a:ln>
        </p:spPr>
      </p:pic>
      <p:pic>
        <p:nvPicPr>
          <p:cNvPr id="709" name="Google Shape;709;p53"/>
          <p:cNvPicPr preferRelativeResize="0"/>
          <p:nvPr/>
        </p:nvPicPr>
        <p:blipFill rotWithShape="1">
          <a:blip r:embed="rId7">
            <a:alphaModFix/>
          </a:blip>
          <a:srcRect l="28680" t="19555" r="23804" b="32703"/>
          <a:stretch/>
        </p:blipFill>
        <p:spPr>
          <a:xfrm rot="-1761291">
            <a:off x="7414348" y="1545584"/>
            <a:ext cx="1287877" cy="727827"/>
          </a:xfrm>
          <a:prstGeom prst="rect">
            <a:avLst/>
          </a:prstGeom>
          <a:noFill/>
          <a:ln>
            <a:noFill/>
          </a:ln>
        </p:spPr>
      </p:pic>
      <p:sp>
        <p:nvSpPr>
          <p:cNvPr id="710" name="Google Shape;710;p53">
            <a:hlinkClick r:id="rId8"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711" name="Google Shape;711;p53">
            <a:hlinkClick r:id="rId9"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712" name="Google Shape;712;p53">
            <a:hlinkClick r:id="rId10" action="ppaction://hlinksldjump"/>
          </p:cNvPr>
          <p:cNvSpPr/>
          <p:nvPr/>
        </p:nvSpPr>
        <p:spPr>
          <a:xfrm>
            <a:off x="38911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713" name="Google Shape;713;p53">
            <a:hlinkClick r:id="rId11"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714" name="Google Shape;714;p53">
            <a:hlinkClick r:id="rId12" action="ppaction://hlinksldjump"/>
          </p:cNvPr>
          <p:cNvSpPr/>
          <p:nvPr/>
        </p:nvSpPr>
        <p:spPr>
          <a:xfrm>
            <a:off x="67785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2"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54"/>
          <p:cNvSpPr/>
          <p:nvPr/>
        </p:nvSpPr>
        <p:spPr>
          <a:xfrm>
            <a:off x="3667788" y="1375075"/>
            <a:ext cx="4534800" cy="30939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0" name="Google Shape;720;p54"/>
          <p:cNvGrpSpPr/>
          <p:nvPr/>
        </p:nvGrpSpPr>
        <p:grpSpPr>
          <a:xfrm>
            <a:off x="1170013" y="1834713"/>
            <a:ext cx="1409251" cy="1846441"/>
            <a:chOff x="1170013" y="1834713"/>
            <a:chExt cx="1409251" cy="1846441"/>
          </a:xfrm>
        </p:grpSpPr>
        <p:grpSp>
          <p:nvGrpSpPr>
            <p:cNvPr id="721" name="Google Shape;721;p54"/>
            <p:cNvGrpSpPr/>
            <p:nvPr/>
          </p:nvGrpSpPr>
          <p:grpSpPr>
            <a:xfrm>
              <a:off x="1170013" y="1834713"/>
              <a:ext cx="1409251" cy="1846441"/>
              <a:chOff x="1170013" y="1834713"/>
              <a:chExt cx="1409251" cy="1846441"/>
            </a:xfrm>
          </p:grpSpPr>
          <p:sp>
            <p:nvSpPr>
              <p:cNvPr id="722" name="Google Shape;722;p54"/>
              <p:cNvSpPr/>
              <p:nvPr/>
            </p:nvSpPr>
            <p:spPr>
              <a:xfrm>
                <a:off x="1170013" y="3001585"/>
                <a:ext cx="1409251" cy="679569"/>
              </a:xfrm>
              <a:custGeom>
                <a:avLst/>
                <a:gdLst/>
                <a:ahLst/>
                <a:cxnLst/>
                <a:rect l="l" t="t" r="r" b="b"/>
                <a:pathLst>
                  <a:path w="37570" h="18117" extrusionOk="0">
                    <a:moveTo>
                      <a:pt x="19605" y="0"/>
                    </a:moveTo>
                    <a:cubicBezTo>
                      <a:pt x="3678" y="0"/>
                      <a:pt x="0" y="18116"/>
                      <a:pt x="0" y="18116"/>
                    </a:cubicBezTo>
                    <a:lnTo>
                      <a:pt x="37569" y="18116"/>
                    </a:lnTo>
                    <a:cubicBezTo>
                      <a:pt x="37569" y="18116"/>
                      <a:pt x="35502" y="0"/>
                      <a:pt x="19605" y="0"/>
                    </a:cubicBezTo>
                    <a:close/>
                  </a:path>
                </a:pathLst>
              </a:custGeom>
              <a:solidFill>
                <a:srgbClr val="CE9A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54"/>
              <p:cNvSpPr/>
              <p:nvPr/>
            </p:nvSpPr>
            <p:spPr>
              <a:xfrm>
                <a:off x="1361536" y="2290149"/>
                <a:ext cx="222359" cy="222359"/>
              </a:xfrm>
              <a:custGeom>
                <a:avLst/>
                <a:gdLst/>
                <a:ahLst/>
                <a:cxnLst/>
                <a:rect l="l" t="t" r="r" b="b"/>
                <a:pathLst>
                  <a:path w="5928" h="5928" extrusionOk="0">
                    <a:moveTo>
                      <a:pt x="2949" y="1"/>
                    </a:moveTo>
                    <a:cubicBezTo>
                      <a:pt x="1308" y="1"/>
                      <a:pt x="1" y="1338"/>
                      <a:pt x="1" y="2949"/>
                    </a:cubicBezTo>
                    <a:cubicBezTo>
                      <a:pt x="1" y="4590"/>
                      <a:pt x="1308" y="5928"/>
                      <a:pt x="2949" y="5928"/>
                    </a:cubicBezTo>
                    <a:cubicBezTo>
                      <a:pt x="4590" y="5928"/>
                      <a:pt x="5928" y="4590"/>
                      <a:pt x="5928" y="2949"/>
                    </a:cubicBezTo>
                    <a:cubicBezTo>
                      <a:pt x="5928" y="1338"/>
                      <a:pt x="4590" y="1"/>
                      <a:pt x="2949" y="1"/>
                    </a:cubicBezTo>
                    <a:close/>
                  </a:path>
                </a:pathLst>
              </a:custGeom>
              <a:solidFill>
                <a:srgbClr val="CE9A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54"/>
              <p:cNvSpPr/>
              <p:nvPr/>
            </p:nvSpPr>
            <p:spPr>
              <a:xfrm>
                <a:off x="2181307" y="2290149"/>
                <a:ext cx="223485" cy="222359"/>
              </a:xfrm>
              <a:custGeom>
                <a:avLst/>
                <a:gdLst/>
                <a:ahLst/>
                <a:cxnLst/>
                <a:rect l="l" t="t" r="r" b="b"/>
                <a:pathLst>
                  <a:path w="5958" h="5928" extrusionOk="0">
                    <a:moveTo>
                      <a:pt x="2979" y="1"/>
                    </a:moveTo>
                    <a:cubicBezTo>
                      <a:pt x="1337" y="1"/>
                      <a:pt x="0" y="1338"/>
                      <a:pt x="0" y="2949"/>
                    </a:cubicBezTo>
                    <a:cubicBezTo>
                      <a:pt x="0" y="4590"/>
                      <a:pt x="1337" y="5928"/>
                      <a:pt x="2979" y="5928"/>
                    </a:cubicBezTo>
                    <a:cubicBezTo>
                      <a:pt x="4620" y="5928"/>
                      <a:pt x="5958" y="4590"/>
                      <a:pt x="5958" y="2949"/>
                    </a:cubicBezTo>
                    <a:cubicBezTo>
                      <a:pt x="5958" y="1338"/>
                      <a:pt x="4620" y="1"/>
                      <a:pt x="2979" y="1"/>
                    </a:cubicBezTo>
                    <a:close/>
                  </a:path>
                </a:pathLst>
              </a:custGeom>
              <a:solidFill>
                <a:srgbClr val="CE9A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54"/>
              <p:cNvSpPr/>
              <p:nvPr/>
            </p:nvSpPr>
            <p:spPr>
              <a:xfrm>
                <a:off x="1784525" y="2558075"/>
                <a:ext cx="241752" cy="488242"/>
              </a:xfrm>
              <a:custGeom>
                <a:avLst/>
                <a:gdLst/>
                <a:ahLst/>
                <a:cxnLst/>
                <a:rect l="l" t="t" r="r" b="b"/>
                <a:pathLst>
                  <a:path w="6445" h="10275" extrusionOk="0">
                    <a:moveTo>
                      <a:pt x="5958" y="1"/>
                    </a:moveTo>
                    <a:lnTo>
                      <a:pt x="821" y="700"/>
                    </a:lnTo>
                    <a:lnTo>
                      <a:pt x="0" y="10274"/>
                    </a:lnTo>
                    <a:cubicBezTo>
                      <a:pt x="1672" y="10062"/>
                      <a:pt x="4438" y="9271"/>
                      <a:pt x="6444" y="6536"/>
                    </a:cubicBezTo>
                    <a:lnTo>
                      <a:pt x="5958" y="1"/>
                    </a:lnTo>
                    <a:close/>
                  </a:path>
                </a:pathLst>
              </a:custGeom>
              <a:solidFill>
                <a:srgbClr val="CE9A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54"/>
              <p:cNvSpPr/>
              <p:nvPr/>
            </p:nvSpPr>
            <p:spPr>
              <a:xfrm>
                <a:off x="1499496" y="1834713"/>
                <a:ext cx="774206" cy="927997"/>
              </a:xfrm>
              <a:custGeom>
                <a:avLst/>
                <a:gdLst/>
                <a:ahLst/>
                <a:cxnLst/>
                <a:rect l="l" t="t" r="r" b="b"/>
                <a:pathLst>
                  <a:path w="20640" h="24740" extrusionOk="0">
                    <a:moveTo>
                      <a:pt x="10945" y="0"/>
                    </a:moveTo>
                    <a:cubicBezTo>
                      <a:pt x="8776" y="0"/>
                      <a:pt x="69" y="722"/>
                      <a:pt x="122" y="12325"/>
                    </a:cubicBezTo>
                    <a:cubicBezTo>
                      <a:pt x="0" y="13906"/>
                      <a:pt x="61" y="14392"/>
                      <a:pt x="274" y="15942"/>
                    </a:cubicBezTo>
                    <a:cubicBezTo>
                      <a:pt x="608" y="19012"/>
                      <a:pt x="2067" y="21717"/>
                      <a:pt x="4894" y="23237"/>
                    </a:cubicBezTo>
                    <a:cubicBezTo>
                      <a:pt x="6634" y="24172"/>
                      <a:pt x="8754" y="24739"/>
                      <a:pt x="10829" y="24739"/>
                    </a:cubicBezTo>
                    <a:cubicBezTo>
                      <a:pt x="12125" y="24739"/>
                      <a:pt x="13403" y="24518"/>
                      <a:pt x="14560" y="24027"/>
                    </a:cubicBezTo>
                    <a:cubicBezTo>
                      <a:pt x="16870" y="23085"/>
                      <a:pt x="18663" y="21383"/>
                      <a:pt x="19575" y="19103"/>
                    </a:cubicBezTo>
                    <a:cubicBezTo>
                      <a:pt x="20639" y="16489"/>
                      <a:pt x="20639" y="13146"/>
                      <a:pt x="20487" y="10319"/>
                    </a:cubicBezTo>
                    <a:cubicBezTo>
                      <a:pt x="19955" y="158"/>
                      <a:pt x="11904" y="15"/>
                      <a:pt x="11449" y="15"/>
                    </a:cubicBezTo>
                    <a:cubicBezTo>
                      <a:pt x="11436" y="15"/>
                      <a:pt x="11429" y="15"/>
                      <a:pt x="11429" y="15"/>
                    </a:cubicBezTo>
                    <a:cubicBezTo>
                      <a:pt x="11429" y="15"/>
                      <a:pt x="11253" y="0"/>
                      <a:pt x="10945" y="0"/>
                    </a:cubicBezTo>
                    <a:close/>
                  </a:path>
                </a:pathLst>
              </a:custGeom>
              <a:solidFill>
                <a:srgbClr val="CE9A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54"/>
              <p:cNvSpPr/>
              <p:nvPr/>
            </p:nvSpPr>
            <p:spPr>
              <a:xfrm>
                <a:off x="1784525" y="2803200"/>
                <a:ext cx="262275" cy="393555"/>
              </a:xfrm>
              <a:custGeom>
                <a:avLst/>
                <a:gdLst/>
                <a:ahLst/>
                <a:cxnLst/>
                <a:rect l="l" t="t" r="r" b="b"/>
                <a:pathLst>
                  <a:path w="7387" h="10492" extrusionOk="0">
                    <a:moveTo>
                      <a:pt x="6809" y="1"/>
                    </a:moveTo>
                    <a:cubicBezTo>
                      <a:pt x="4833" y="2736"/>
                      <a:pt x="2067" y="3527"/>
                      <a:pt x="395" y="3739"/>
                    </a:cubicBezTo>
                    <a:lnTo>
                      <a:pt x="0" y="7934"/>
                    </a:lnTo>
                    <a:cubicBezTo>
                      <a:pt x="0" y="7934"/>
                      <a:pt x="152" y="10031"/>
                      <a:pt x="3587" y="10457"/>
                    </a:cubicBezTo>
                    <a:cubicBezTo>
                      <a:pt x="3778" y="10481"/>
                      <a:pt x="3959" y="10492"/>
                      <a:pt x="4131" y="10492"/>
                    </a:cubicBezTo>
                    <a:cubicBezTo>
                      <a:pt x="7034" y="10492"/>
                      <a:pt x="7386" y="7296"/>
                      <a:pt x="7386" y="7296"/>
                    </a:cubicBezTo>
                    <a:lnTo>
                      <a:pt x="6809" y="1"/>
                    </a:lnTo>
                    <a:close/>
                  </a:path>
                </a:pathLst>
              </a:custGeom>
              <a:solidFill>
                <a:srgbClr val="CE9A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8" name="Google Shape;728;p54"/>
            <p:cNvSpPr/>
            <p:nvPr/>
          </p:nvSpPr>
          <p:spPr>
            <a:xfrm>
              <a:off x="1842671" y="2401889"/>
              <a:ext cx="49063" cy="50638"/>
            </a:xfrm>
            <a:custGeom>
              <a:avLst/>
              <a:gdLst/>
              <a:ahLst/>
              <a:cxnLst/>
              <a:rect l="l" t="t" r="r" b="b"/>
              <a:pathLst>
                <a:path w="1308" h="1350" extrusionOk="0">
                  <a:moveTo>
                    <a:pt x="1247" y="0"/>
                  </a:moveTo>
                  <a:lnTo>
                    <a:pt x="1247" y="0"/>
                  </a:lnTo>
                  <a:cubicBezTo>
                    <a:pt x="1004" y="31"/>
                    <a:pt x="760" y="92"/>
                    <a:pt x="578" y="213"/>
                  </a:cubicBezTo>
                  <a:cubicBezTo>
                    <a:pt x="456" y="244"/>
                    <a:pt x="335" y="335"/>
                    <a:pt x="244" y="396"/>
                  </a:cubicBezTo>
                  <a:cubicBezTo>
                    <a:pt x="153" y="487"/>
                    <a:pt x="31" y="578"/>
                    <a:pt x="1" y="791"/>
                  </a:cubicBezTo>
                  <a:cubicBezTo>
                    <a:pt x="1" y="973"/>
                    <a:pt x="122" y="1125"/>
                    <a:pt x="244" y="1216"/>
                  </a:cubicBezTo>
                  <a:cubicBezTo>
                    <a:pt x="335" y="1277"/>
                    <a:pt x="456" y="1338"/>
                    <a:pt x="608" y="1338"/>
                  </a:cubicBezTo>
                  <a:cubicBezTo>
                    <a:pt x="649" y="1346"/>
                    <a:pt x="688" y="1350"/>
                    <a:pt x="726" y="1350"/>
                  </a:cubicBezTo>
                  <a:cubicBezTo>
                    <a:pt x="975" y="1350"/>
                    <a:pt x="1176" y="1188"/>
                    <a:pt x="1308" y="1003"/>
                  </a:cubicBezTo>
                  <a:lnTo>
                    <a:pt x="1308" y="1003"/>
                  </a:lnTo>
                  <a:cubicBezTo>
                    <a:pt x="1133" y="1091"/>
                    <a:pt x="975" y="1162"/>
                    <a:pt x="820" y="1162"/>
                  </a:cubicBezTo>
                  <a:cubicBezTo>
                    <a:pt x="759" y="1162"/>
                    <a:pt x="699" y="1151"/>
                    <a:pt x="639" y="1125"/>
                  </a:cubicBezTo>
                  <a:cubicBezTo>
                    <a:pt x="548" y="1095"/>
                    <a:pt x="456" y="1064"/>
                    <a:pt x="396" y="973"/>
                  </a:cubicBezTo>
                  <a:cubicBezTo>
                    <a:pt x="304" y="912"/>
                    <a:pt x="274" y="821"/>
                    <a:pt x="274" y="791"/>
                  </a:cubicBezTo>
                  <a:cubicBezTo>
                    <a:pt x="274" y="669"/>
                    <a:pt x="456" y="487"/>
                    <a:pt x="639" y="365"/>
                  </a:cubicBezTo>
                  <a:cubicBezTo>
                    <a:pt x="852" y="244"/>
                    <a:pt x="1034" y="92"/>
                    <a:pt x="12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54"/>
            <p:cNvSpPr/>
            <p:nvPr/>
          </p:nvSpPr>
          <p:spPr>
            <a:xfrm>
              <a:off x="1834681" y="2494236"/>
              <a:ext cx="107204" cy="30833"/>
            </a:xfrm>
            <a:custGeom>
              <a:avLst/>
              <a:gdLst/>
              <a:ahLst/>
              <a:cxnLst/>
              <a:rect l="l" t="t" r="r" b="b"/>
              <a:pathLst>
                <a:path w="2858" h="822" extrusionOk="0">
                  <a:moveTo>
                    <a:pt x="2858" y="0"/>
                  </a:moveTo>
                  <a:cubicBezTo>
                    <a:pt x="2645" y="152"/>
                    <a:pt x="2432" y="304"/>
                    <a:pt x="2189" y="426"/>
                  </a:cubicBezTo>
                  <a:cubicBezTo>
                    <a:pt x="1946" y="517"/>
                    <a:pt x="1733" y="578"/>
                    <a:pt x="1460" y="578"/>
                  </a:cubicBezTo>
                  <a:cubicBezTo>
                    <a:pt x="1186" y="517"/>
                    <a:pt x="943" y="487"/>
                    <a:pt x="700" y="365"/>
                  </a:cubicBezTo>
                  <a:cubicBezTo>
                    <a:pt x="487" y="274"/>
                    <a:pt x="214" y="152"/>
                    <a:pt x="1" y="0"/>
                  </a:cubicBezTo>
                  <a:lnTo>
                    <a:pt x="1" y="0"/>
                  </a:lnTo>
                  <a:cubicBezTo>
                    <a:pt x="335" y="456"/>
                    <a:pt x="852" y="791"/>
                    <a:pt x="1429" y="821"/>
                  </a:cubicBezTo>
                  <a:cubicBezTo>
                    <a:pt x="1703" y="821"/>
                    <a:pt x="2037" y="760"/>
                    <a:pt x="2250" y="608"/>
                  </a:cubicBezTo>
                  <a:cubicBezTo>
                    <a:pt x="2402" y="517"/>
                    <a:pt x="2493" y="456"/>
                    <a:pt x="2615" y="335"/>
                  </a:cubicBezTo>
                  <a:cubicBezTo>
                    <a:pt x="2706" y="213"/>
                    <a:pt x="2797" y="122"/>
                    <a:pt x="28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54"/>
            <p:cNvSpPr/>
            <p:nvPr/>
          </p:nvSpPr>
          <p:spPr>
            <a:xfrm>
              <a:off x="2030781" y="2241049"/>
              <a:ext cx="111780" cy="33196"/>
            </a:xfrm>
            <a:custGeom>
              <a:avLst/>
              <a:gdLst/>
              <a:ahLst/>
              <a:cxnLst/>
              <a:rect l="l" t="t" r="r" b="b"/>
              <a:pathLst>
                <a:path w="2980" h="885" extrusionOk="0">
                  <a:moveTo>
                    <a:pt x="1421" y="1"/>
                  </a:moveTo>
                  <a:cubicBezTo>
                    <a:pt x="808" y="1"/>
                    <a:pt x="235" y="386"/>
                    <a:pt x="1" y="884"/>
                  </a:cubicBezTo>
                  <a:cubicBezTo>
                    <a:pt x="244" y="732"/>
                    <a:pt x="457" y="641"/>
                    <a:pt x="761" y="519"/>
                  </a:cubicBezTo>
                  <a:cubicBezTo>
                    <a:pt x="1004" y="428"/>
                    <a:pt x="1217" y="398"/>
                    <a:pt x="1490" y="398"/>
                  </a:cubicBezTo>
                  <a:cubicBezTo>
                    <a:pt x="1703" y="398"/>
                    <a:pt x="1977" y="428"/>
                    <a:pt x="2220" y="550"/>
                  </a:cubicBezTo>
                  <a:cubicBezTo>
                    <a:pt x="2372" y="580"/>
                    <a:pt x="2463" y="671"/>
                    <a:pt x="2584" y="702"/>
                  </a:cubicBezTo>
                  <a:cubicBezTo>
                    <a:pt x="2706" y="763"/>
                    <a:pt x="2828" y="823"/>
                    <a:pt x="2980" y="884"/>
                  </a:cubicBezTo>
                  <a:cubicBezTo>
                    <a:pt x="2888" y="763"/>
                    <a:pt x="2797" y="671"/>
                    <a:pt x="2706" y="550"/>
                  </a:cubicBezTo>
                  <a:cubicBezTo>
                    <a:pt x="2584" y="459"/>
                    <a:pt x="2463" y="367"/>
                    <a:pt x="2372" y="276"/>
                  </a:cubicBezTo>
                  <a:cubicBezTo>
                    <a:pt x="2098" y="124"/>
                    <a:pt x="1794" y="3"/>
                    <a:pt x="1490" y="3"/>
                  </a:cubicBezTo>
                  <a:cubicBezTo>
                    <a:pt x="1467" y="2"/>
                    <a:pt x="1444" y="1"/>
                    <a:pt x="14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54"/>
            <p:cNvSpPr/>
            <p:nvPr/>
          </p:nvSpPr>
          <p:spPr>
            <a:xfrm>
              <a:off x="1636294" y="2241049"/>
              <a:ext cx="110654" cy="33196"/>
            </a:xfrm>
            <a:custGeom>
              <a:avLst/>
              <a:gdLst/>
              <a:ahLst/>
              <a:cxnLst/>
              <a:rect l="l" t="t" r="r" b="b"/>
              <a:pathLst>
                <a:path w="2950" h="885" extrusionOk="0">
                  <a:moveTo>
                    <a:pt x="1391" y="1"/>
                  </a:moveTo>
                  <a:cubicBezTo>
                    <a:pt x="778" y="1"/>
                    <a:pt x="206" y="386"/>
                    <a:pt x="1" y="884"/>
                  </a:cubicBezTo>
                  <a:cubicBezTo>
                    <a:pt x="274" y="732"/>
                    <a:pt x="487" y="641"/>
                    <a:pt x="761" y="519"/>
                  </a:cubicBezTo>
                  <a:cubicBezTo>
                    <a:pt x="974" y="428"/>
                    <a:pt x="1217" y="398"/>
                    <a:pt x="1460" y="398"/>
                  </a:cubicBezTo>
                  <a:cubicBezTo>
                    <a:pt x="1703" y="398"/>
                    <a:pt x="1977" y="428"/>
                    <a:pt x="2189" y="550"/>
                  </a:cubicBezTo>
                  <a:cubicBezTo>
                    <a:pt x="2341" y="580"/>
                    <a:pt x="2463" y="671"/>
                    <a:pt x="2585" y="702"/>
                  </a:cubicBezTo>
                  <a:cubicBezTo>
                    <a:pt x="2676" y="763"/>
                    <a:pt x="2797" y="823"/>
                    <a:pt x="2949" y="884"/>
                  </a:cubicBezTo>
                  <a:cubicBezTo>
                    <a:pt x="2889" y="763"/>
                    <a:pt x="2797" y="671"/>
                    <a:pt x="2676" y="550"/>
                  </a:cubicBezTo>
                  <a:cubicBezTo>
                    <a:pt x="2585" y="459"/>
                    <a:pt x="2463" y="367"/>
                    <a:pt x="2341" y="276"/>
                  </a:cubicBezTo>
                  <a:cubicBezTo>
                    <a:pt x="2098" y="124"/>
                    <a:pt x="1764" y="3"/>
                    <a:pt x="1460" y="3"/>
                  </a:cubicBezTo>
                  <a:cubicBezTo>
                    <a:pt x="1437" y="2"/>
                    <a:pt x="1414" y="1"/>
                    <a:pt x="13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2" name="Google Shape;732;p54"/>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Personnalisez votre avatar</a:t>
            </a:r>
            <a:endParaRPr/>
          </a:p>
        </p:txBody>
      </p:sp>
      <p:grpSp>
        <p:nvGrpSpPr>
          <p:cNvPr id="733" name="Google Shape;733;p54"/>
          <p:cNvGrpSpPr/>
          <p:nvPr/>
        </p:nvGrpSpPr>
        <p:grpSpPr>
          <a:xfrm>
            <a:off x="4265470" y="1791060"/>
            <a:ext cx="403641" cy="86685"/>
            <a:chOff x="4454857" y="1714860"/>
            <a:chExt cx="403641" cy="86685"/>
          </a:xfrm>
        </p:grpSpPr>
        <p:sp>
          <p:nvSpPr>
            <p:cNvPr id="734" name="Google Shape;734;p54"/>
            <p:cNvSpPr/>
            <p:nvPr/>
          </p:nvSpPr>
          <p:spPr>
            <a:xfrm>
              <a:off x="4454857" y="1714860"/>
              <a:ext cx="39948" cy="79859"/>
            </a:xfrm>
            <a:custGeom>
              <a:avLst/>
              <a:gdLst/>
              <a:ahLst/>
              <a:cxnLst/>
              <a:rect l="l" t="t" r="r" b="b"/>
              <a:pathLst>
                <a:path w="1065" h="2129" extrusionOk="0">
                  <a:moveTo>
                    <a:pt x="548" y="0"/>
                  </a:moveTo>
                  <a:cubicBezTo>
                    <a:pt x="244" y="0"/>
                    <a:pt x="1" y="487"/>
                    <a:pt x="1" y="1064"/>
                  </a:cubicBezTo>
                  <a:cubicBezTo>
                    <a:pt x="1" y="1672"/>
                    <a:pt x="244" y="2128"/>
                    <a:pt x="548" y="2128"/>
                  </a:cubicBezTo>
                  <a:cubicBezTo>
                    <a:pt x="852" y="2128"/>
                    <a:pt x="1064" y="1642"/>
                    <a:pt x="1064" y="1064"/>
                  </a:cubicBezTo>
                  <a:cubicBezTo>
                    <a:pt x="1064" y="487"/>
                    <a:pt x="852"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54"/>
            <p:cNvSpPr/>
            <p:nvPr/>
          </p:nvSpPr>
          <p:spPr>
            <a:xfrm>
              <a:off x="4818550" y="1721687"/>
              <a:ext cx="39948" cy="79859"/>
            </a:xfrm>
            <a:custGeom>
              <a:avLst/>
              <a:gdLst/>
              <a:ahLst/>
              <a:cxnLst/>
              <a:rect l="l" t="t" r="r" b="b"/>
              <a:pathLst>
                <a:path w="1065" h="2129" extrusionOk="0">
                  <a:moveTo>
                    <a:pt x="548" y="1"/>
                  </a:moveTo>
                  <a:cubicBezTo>
                    <a:pt x="244" y="1"/>
                    <a:pt x="1" y="457"/>
                    <a:pt x="1" y="1065"/>
                  </a:cubicBezTo>
                  <a:cubicBezTo>
                    <a:pt x="1" y="1673"/>
                    <a:pt x="244" y="2129"/>
                    <a:pt x="548" y="2129"/>
                  </a:cubicBezTo>
                  <a:cubicBezTo>
                    <a:pt x="852" y="2129"/>
                    <a:pt x="1065" y="1642"/>
                    <a:pt x="1065" y="1065"/>
                  </a:cubicBezTo>
                  <a:cubicBezTo>
                    <a:pt x="1065" y="457"/>
                    <a:pt x="852" y="1"/>
                    <a:pt x="5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6" name="Google Shape;736;p54"/>
          <p:cNvSpPr/>
          <p:nvPr/>
        </p:nvSpPr>
        <p:spPr>
          <a:xfrm>
            <a:off x="3963706" y="2558525"/>
            <a:ext cx="830246" cy="464261"/>
          </a:xfrm>
          <a:custGeom>
            <a:avLst/>
            <a:gdLst/>
            <a:ahLst/>
            <a:cxnLst/>
            <a:rect l="l" t="t" r="r" b="b"/>
            <a:pathLst>
              <a:path w="22134" h="12377" extrusionOk="0">
                <a:moveTo>
                  <a:pt x="11530" y="0"/>
                </a:moveTo>
                <a:cubicBezTo>
                  <a:pt x="11427" y="0"/>
                  <a:pt x="11322" y="2"/>
                  <a:pt x="11216" y="4"/>
                </a:cubicBezTo>
                <a:cubicBezTo>
                  <a:pt x="0" y="186"/>
                  <a:pt x="578" y="10369"/>
                  <a:pt x="426" y="12375"/>
                </a:cubicBezTo>
                <a:cubicBezTo>
                  <a:pt x="426" y="12376"/>
                  <a:pt x="426" y="12377"/>
                  <a:pt x="426" y="12377"/>
                </a:cubicBezTo>
                <a:cubicBezTo>
                  <a:pt x="452" y="12377"/>
                  <a:pt x="1841" y="6105"/>
                  <a:pt x="3648" y="5202"/>
                </a:cubicBezTo>
                <a:lnTo>
                  <a:pt x="3648" y="5202"/>
                </a:lnTo>
                <a:cubicBezTo>
                  <a:pt x="2797" y="6752"/>
                  <a:pt x="2554" y="6995"/>
                  <a:pt x="2554" y="6995"/>
                </a:cubicBezTo>
                <a:cubicBezTo>
                  <a:pt x="2554" y="6995"/>
                  <a:pt x="5381" y="6661"/>
                  <a:pt x="6444" y="4715"/>
                </a:cubicBezTo>
                <a:lnTo>
                  <a:pt x="6444" y="4715"/>
                </a:lnTo>
                <a:cubicBezTo>
                  <a:pt x="6748" y="5810"/>
                  <a:pt x="5928" y="6691"/>
                  <a:pt x="5928" y="6691"/>
                </a:cubicBezTo>
                <a:cubicBezTo>
                  <a:pt x="5928" y="6691"/>
                  <a:pt x="7786" y="7636"/>
                  <a:pt x="9981" y="7636"/>
                </a:cubicBezTo>
                <a:cubicBezTo>
                  <a:pt x="11436" y="7636"/>
                  <a:pt x="13039" y="7221"/>
                  <a:pt x="14347" y="5840"/>
                </a:cubicBezTo>
                <a:cubicBezTo>
                  <a:pt x="14925" y="6904"/>
                  <a:pt x="14347" y="7785"/>
                  <a:pt x="14347" y="7785"/>
                </a:cubicBezTo>
                <a:cubicBezTo>
                  <a:pt x="14347" y="7785"/>
                  <a:pt x="17508" y="7785"/>
                  <a:pt x="18147" y="5749"/>
                </a:cubicBezTo>
                <a:cubicBezTo>
                  <a:pt x="20335" y="9031"/>
                  <a:pt x="20852" y="12223"/>
                  <a:pt x="20852" y="12223"/>
                </a:cubicBezTo>
                <a:cubicBezTo>
                  <a:pt x="20852" y="12223"/>
                  <a:pt x="22134" y="0"/>
                  <a:pt x="11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7" name="Google Shape;737;p54"/>
          <p:cNvGrpSpPr/>
          <p:nvPr/>
        </p:nvGrpSpPr>
        <p:grpSpPr>
          <a:xfrm>
            <a:off x="5255049" y="1680103"/>
            <a:ext cx="774237" cy="308605"/>
            <a:chOff x="4564200" y="1651725"/>
            <a:chExt cx="708554" cy="272547"/>
          </a:xfrm>
        </p:grpSpPr>
        <p:sp>
          <p:nvSpPr>
            <p:cNvPr id="738" name="Google Shape;738;p54"/>
            <p:cNvSpPr/>
            <p:nvPr/>
          </p:nvSpPr>
          <p:spPr>
            <a:xfrm>
              <a:off x="4564200" y="1651725"/>
              <a:ext cx="272547" cy="272547"/>
            </a:xfrm>
            <a:custGeom>
              <a:avLst/>
              <a:gdLst/>
              <a:ahLst/>
              <a:cxnLst/>
              <a:rect l="l" t="t" r="r" b="b"/>
              <a:pathLst>
                <a:path w="8208" h="8208" fill="none" extrusionOk="0">
                  <a:moveTo>
                    <a:pt x="8208" y="4104"/>
                  </a:moveTo>
                  <a:cubicBezTo>
                    <a:pt x="8208" y="6353"/>
                    <a:pt x="6384" y="8207"/>
                    <a:pt x="4104" y="8207"/>
                  </a:cubicBezTo>
                  <a:cubicBezTo>
                    <a:pt x="1825" y="8207"/>
                    <a:pt x="1" y="6353"/>
                    <a:pt x="1" y="4104"/>
                  </a:cubicBezTo>
                  <a:cubicBezTo>
                    <a:pt x="1" y="1824"/>
                    <a:pt x="1825" y="1"/>
                    <a:pt x="4104" y="1"/>
                  </a:cubicBezTo>
                  <a:cubicBezTo>
                    <a:pt x="6384" y="1"/>
                    <a:pt x="8208" y="1824"/>
                    <a:pt x="8208" y="4104"/>
                  </a:cubicBez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54"/>
            <p:cNvSpPr/>
            <p:nvPr/>
          </p:nvSpPr>
          <p:spPr>
            <a:xfrm>
              <a:off x="5000208" y="1651725"/>
              <a:ext cx="272547" cy="272547"/>
            </a:xfrm>
            <a:custGeom>
              <a:avLst/>
              <a:gdLst/>
              <a:ahLst/>
              <a:cxnLst/>
              <a:rect l="l" t="t" r="r" b="b"/>
              <a:pathLst>
                <a:path w="8208" h="8208" fill="none" extrusionOk="0">
                  <a:moveTo>
                    <a:pt x="8208" y="4104"/>
                  </a:moveTo>
                  <a:cubicBezTo>
                    <a:pt x="8208" y="6353"/>
                    <a:pt x="6384" y="8207"/>
                    <a:pt x="4104" y="8207"/>
                  </a:cubicBezTo>
                  <a:cubicBezTo>
                    <a:pt x="1855" y="8207"/>
                    <a:pt x="1" y="6353"/>
                    <a:pt x="1" y="4104"/>
                  </a:cubicBezTo>
                  <a:cubicBezTo>
                    <a:pt x="1" y="1824"/>
                    <a:pt x="1855" y="1"/>
                    <a:pt x="4104" y="1"/>
                  </a:cubicBezTo>
                  <a:cubicBezTo>
                    <a:pt x="6384" y="1"/>
                    <a:pt x="8208" y="1824"/>
                    <a:pt x="8208" y="4104"/>
                  </a:cubicBez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54"/>
            <p:cNvSpPr/>
            <p:nvPr/>
          </p:nvSpPr>
          <p:spPr>
            <a:xfrm>
              <a:off x="4834717" y="1702197"/>
              <a:ext cx="167552" cy="85835"/>
            </a:xfrm>
            <a:custGeom>
              <a:avLst/>
              <a:gdLst/>
              <a:ahLst/>
              <a:cxnLst/>
              <a:rect l="l" t="t" r="r" b="b"/>
              <a:pathLst>
                <a:path w="5046" h="2585" fill="none" extrusionOk="0">
                  <a:moveTo>
                    <a:pt x="0" y="2341"/>
                  </a:moveTo>
                  <a:cubicBezTo>
                    <a:pt x="0" y="2341"/>
                    <a:pt x="2948" y="0"/>
                    <a:pt x="5046" y="2584"/>
                  </a:cubicBezTo>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 name="Google Shape;741;p54"/>
          <p:cNvGrpSpPr/>
          <p:nvPr/>
        </p:nvGrpSpPr>
        <p:grpSpPr>
          <a:xfrm>
            <a:off x="4883250" y="2417013"/>
            <a:ext cx="985852" cy="747252"/>
            <a:chOff x="5378300" y="2245501"/>
            <a:chExt cx="985852" cy="747252"/>
          </a:xfrm>
        </p:grpSpPr>
        <p:sp>
          <p:nvSpPr>
            <p:cNvPr id="742" name="Google Shape;742;p54"/>
            <p:cNvSpPr/>
            <p:nvPr/>
          </p:nvSpPr>
          <p:spPr>
            <a:xfrm>
              <a:off x="5378300" y="2422557"/>
              <a:ext cx="985852" cy="570196"/>
            </a:xfrm>
            <a:custGeom>
              <a:avLst/>
              <a:gdLst/>
              <a:ahLst/>
              <a:cxnLst/>
              <a:rect l="l" t="t" r="r" b="b"/>
              <a:pathLst>
                <a:path w="28592" h="16537" extrusionOk="0">
                  <a:moveTo>
                    <a:pt x="14631" y="1"/>
                  </a:moveTo>
                  <a:cubicBezTo>
                    <a:pt x="14616" y="1"/>
                    <a:pt x="14602" y="1"/>
                    <a:pt x="14587" y="1"/>
                  </a:cubicBezTo>
                  <a:cubicBezTo>
                    <a:pt x="1" y="61"/>
                    <a:pt x="3507" y="16012"/>
                    <a:pt x="3435" y="16525"/>
                  </a:cubicBezTo>
                  <a:lnTo>
                    <a:pt x="3435" y="16525"/>
                  </a:lnTo>
                  <a:cubicBezTo>
                    <a:pt x="3832" y="15283"/>
                    <a:pt x="4651" y="14194"/>
                    <a:pt x="5803" y="13588"/>
                  </a:cubicBezTo>
                  <a:cubicBezTo>
                    <a:pt x="6836" y="13071"/>
                    <a:pt x="7930" y="12889"/>
                    <a:pt x="8994" y="12524"/>
                  </a:cubicBezTo>
                  <a:cubicBezTo>
                    <a:pt x="9997" y="12159"/>
                    <a:pt x="10939" y="11703"/>
                    <a:pt x="11851" y="11187"/>
                  </a:cubicBezTo>
                  <a:cubicBezTo>
                    <a:pt x="13553" y="10153"/>
                    <a:pt x="15134" y="8785"/>
                    <a:pt x="16411" y="7296"/>
                  </a:cubicBezTo>
                  <a:cubicBezTo>
                    <a:pt x="16715" y="6962"/>
                    <a:pt x="17019" y="6597"/>
                    <a:pt x="17292" y="6171"/>
                  </a:cubicBezTo>
                  <a:cubicBezTo>
                    <a:pt x="17444" y="5898"/>
                    <a:pt x="17961" y="5229"/>
                    <a:pt x="17930" y="4925"/>
                  </a:cubicBezTo>
                  <a:lnTo>
                    <a:pt x="17930" y="4925"/>
                  </a:lnTo>
                  <a:cubicBezTo>
                    <a:pt x="18721" y="10852"/>
                    <a:pt x="24770" y="14560"/>
                    <a:pt x="24770" y="14560"/>
                  </a:cubicBezTo>
                  <a:cubicBezTo>
                    <a:pt x="24770" y="14560"/>
                    <a:pt x="28591" y="1"/>
                    <a:pt x="14631" y="1"/>
                  </a:cubicBezTo>
                  <a:close/>
                  <a:moveTo>
                    <a:pt x="3435" y="16525"/>
                  </a:moveTo>
                  <a:cubicBezTo>
                    <a:pt x="3434" y="16529"/>
                    <a:pt x="3433" y="16532"/>
                    <a:pt x="3432" y="16536"/>
                  </a:cubicBezTo>
                  <a:cubicBezTo>
                    <a:pt x="3433" y="16534"/>
                    <a:pt x="3434" y="16531"/>
                    <a:pt x="3435" y="1652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54"/>
            <p:cNvSpPr/>
            <p:nvPr/>
          </p:nvSpPr>
          <p:spPr>
            <a:xfrm>
              <a:off x="5913749" y="2245501"/>
              <a:ext cx="411519" cy="294494"/>
            </a:xfrm>
            <a:custGeom>
              <a:avLst/>
              <a:gdLst/>
              <a:ahLst/>
              <a:cxnLst/>
              <a:rect l="l" t="t" r="r" b="b"/>
              <a:pathLst>
                <a:path w="11935" h="8541" extrusionOk="0">
                  <a:moveTo>
                    <a:pt x="6479" y="1"/>
                  </a:moveTo>
                  <a:cubicBezTo>
                    <a:pt x="5974" y="1"/>
                    <a:pt x="5432" y="78"/>
                    <a:pt x="4864" y="242"/>
                  </a:cubicBezTo>
                  <a:cubicBezTo>
                    <a:pt x="0" y="1640"/>
                    <a:pt x="2219" y="6869"/>
                    <a:pt x="2219" y="6869"/>
                  </a:cubicBezTo>
                  <a:cubicBezTo>
                    <a:pt x="2219" y="6869"/>
                    <a:pt x="2261" y="6867"/>
                    <a:pt x="2337" y="6867"/>
                  </a:cubicBezTo>
                  <a:cubicBezTo>
                    <a:pt x="2899" y="6867"/>
                    <a:pt x="5340" y="6961"/>
                    <a:pt x="6839" y="8540"/>
                  </a:cubicBezTo>
                  <a:cubicBezTo>
                    <a:pt x="11935" y="4330"/>
                    <a:pt x="10263" y="1"/>
                    <a:pt x="6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 name="Google Shape;744;p54"/>
          <p:cNvGrpSpPr/>
          <p:nvPr/>
        </p:nvGrpSpPr>
        <p:grpSpPr>
          <a:xfrm>
            <a:off x="5337713" y="3525168"/>
            <a:ext cx="1409292" cy="679789"/>
            <a:chOff x="5486463" y="3525168"/>
            <a:chExt cx="1409292" cy="679789"/>
          </a:xfrm>
        </p:grpSpPr>
        <p:sp>
          <p:nvSpPr>
            <p:cNvPr id="745" name="Google Shape;745;p54"/>
            <p:cNvSpPr/>
            <p:nvPr/>
          </p:nvSpPr>
          <p:spPr>
            <a:xfrm>
              <a:off x="5486463" y="3525168"/>
              <a:ext cx="1409292" cy="679789"/>
            </a:xfrm>
            <a:custGeom>
              <a:avLst/>
              <a:gdLst/>
              <a:ahLst/>
              <a:cxnLst/>
              <a:rect l="l" t="t" r="r" b="b"/>
              <a:pathLst>
                <a:path w="37874" h="18269" extrusionOk="0">
                  <a:moveTo>
                    <a:pt x="19758" y="0"/>
                  </a:moveTo>
                  <a:cubicBezTo>
                    <a:pt x="3739" y="0"/>
                    <a:pt x="0" y="18268"/>
                    <a:pt x="0" y="18268"/>
                  </a:cubicBezTo>
                  <a:lnTo>
                    <a:pt x="37874" y="18268"/>
                  </a:lnTo>
                  <a:cubicBezTo>
                    <a:pt x="37874" y="18268"/>
                    <a:pt x="35807" y="0"/>
                    <a:pt x="197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4"/>
            <p:cNvSpPr/>
            <p:nvPr/>
          </p:nvSpPr>
          <p:spPr>
            <a:xfrm>
              <a:off x="5718630" y="3657483"/>
              <a:ext cx="1016838" cy="547471"/>
            </a:xfrm>
            <a:custGeom>
              <a:avLst/>
              <a:gdLst/>
              <a:ahLst/>
              <a:cxnLst/>
              <a:rect l="l" t="t" r="r" b="b"/>
              <a:pathLst>
                <a:path w="27327" h="14713" extrusionOk="0">
                  <a:moveTo>
                    <a:pt x="2858" y="1"/>
                  </a:moveTo>
                  <a:cubicBezTo>
                    <a:pt x="2797" y="1"/>
                    <a:pt x="852" y="1490"/>
                    <a:pt x="1" y="2676"/>
                  </a:cubicBezTo>
                  <a:cubicBezTo>
                    <a:pt x="1" y="2676"/>
                    <a:pt x="2098" y="14712"/>
                    <a:pt x="2068" y="14712"/>
                  </a:cubicBezTo>
                  <a:lnTo>
                    <a:pt x="24469" y="14712"/>
                  </a:lnTo>
                  <a:lnTo>
                    <a:pt x="27326" y="3314"/>
                  </a:lnTo>
                  <a:cubicBezTo>
                    <a:pt x="27326" y="3314"/>
                    <a:pt x="25715" y="1308"/>
                    <a:pt x="24804" y="548"/>
                  </a:cubicBezTo>
                  <a:cubicBezTo>
                    <a:pt x="24621" y="2098"/>
                    <a:pt x="21247" y="11885"/>
                    <a:pt x="21247" y="11885"/>
                  </a:cubicBezTo>
                  <a:lnTo>
                    <a:pt x="5016" y="12159"/>
                  </a:lnTo>
                  <a:lnTo>
                    <a:pt x="28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54"/>
          <p:cNvGrpSpPr/>
          <p:nvPr/>
        </p:nvGrpSpPr>
        <p:grpSpPr>
          <a:xfrm>
            <a:off x="6615225" y="1773338"/>
            <a:ext cx="989700" cy="122100"/>
            <a:chOff x="6681225" y="1773338"/>
            <a:chExt cx="989700" cy="122100"/>
          </a:xfrm>
        </p:grpSpPr>
        <p:sp>
          <p:nvSpPr>
            <p:cNvPr id="748" name="Google Shape;748;p54"/>
            <p:cNvSpPr/>
            <p:nvPr/>
          </p:nvSpPr>
          <p:spPr>
            <a:xfrm>
              <a:off x="6681225" y="1773338"/>
              <a:ext cx="122100" cy="1221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4"/>
            <p:cNvSpPr/>
            <p:nvPr/>
          </p:nvSpPr>
          <p:spPr>
            <a:xfrm>
              <a:off x="7548825" y="1773338"/>
              <a:ext cx="122100" cy="1221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 name="Google Shape;750;p54"/>
          <p:cNvGrpSpPr/>
          <p:nvPr/>
        </p:nvGrpSpPr>
        <p:grpSpPr>
          <a:xfrm>
            <a:off x="3768788" y="3525273"/>
            <a:ext cx="1409251" cy="679569"/>
            <a:chOff x="3818388" y="3525273"/>
            <a:chExt cx="1409251" cy="679569"/>
          </a:xfrm>
        </p:grpSpPr>
        <p:sp>
          <p:nvSpPr>
            <p:cNvPr id="751" name="Google Shape;751;p54"/>
            <p:cNvSpPr/>
            <p:nvPr/>
          </p:nvSpPr>
          <p:spPr>
            <a:xfrm>
              <a:off x="3818388" y="3525273"/>
              <a:ext cx="1409251" cy="679569"/>
            </a:xfrm>
            <a:custGeom>
              <a:avLst/>
              <a:gdLst/>
              <a:ahLst/>
              <a:cxnLst/>
              <a:rect l="l" t="t" r="r" b="b"/>
              <a:pathLst>
                <a:path w="37570" h="18117" extrusionOk="0">
                  <a:moveTo>
                    <a:pt x="19605" y="0"/>
                  </a:moveTo>
                  <a:cubicBezTo>
                    <a:pt x="3678" y="0"/>
                    <a:pt x="0" y="18116"/>
                    <a:pt x="0" y="18116"/>
                  </a:cubicBezTo>
                  <a:lnTo>
                    <a:pt x="37569" y="18116"/>
                  </a:lnTo>
                  <a:cubicBezTo>
                    <a:pt x="37569" y="18116"/>
                    <a:pt x="35502" y="0"/>
                    <a:pt x="196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4"/>
            <p:cNvSpPr/>
            <p:nvPr/>
          </p:nvSpPr>
          <p:spPr>
            <a:xfrm>
              <a:off x="4495229" y="3756139"/>
              <a:ext cx="55589" cy="55589"/>
            </a:xfrm>
            <a:custGeom>
              <a:avLst/>
              <a:gdLst/>
              <a:ahLst/>
              <a:cxnLst/>
              <a:rect l="l" t="t" r="r" b="b"/>
              <a:pathLst>
                <a:path w="1156" h="1156" extrusionOk="0">
                  <a:moveTo>
                    <a:pt x="578" y="0"/>
                  </a:moveTo>
                  <a:cubicBezTo>
                    <a:pt x="274" y="0"/>
                    <a:pt x="0" y="274"/>
                    <a:pt x="0" y="578"/>
                  </a:cubicBezTo>
                  <a:cubicBezTo>
                    <a:pt x="0" y="882"/>
                    <a:pt x="274" y="1155"/>
                    <a:pt x="578" y="1155"/>
                  </a:cubicBezTo>
                  <a:cubicBezTo>
                    <a:pt x="882" y="1155"/>
                    <a:pt x="1155" y="882"/>
                    <a:pt x="1155" y="578"/>
                  </a:cubicBezTo>
                  <a:cubicBezTo>
                    <a:pt x="1155" y="274"/>
                    <a:pt x="882" y="0"/>
                    <a:pt x="5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4"/>
            <p:cNvSpPr/>
            <p:nvPr/>
          </p:nvSpPr>
          <p:spPr>
            <a:xfrm>
              <a:off x="4495229" y="3919829"/>
              <a:ext cx="55589" cy="54147"/>
            </a:xfrm>
            <a:custGeom>
              <a:avLst/>
              <a:gdLst/>
              <a:ahLst/>
              <a:cxnLst/>
              <a:rect l="l" t="t" r="r" b="b"/>
              <a:pathLst>
                <a:path w="1156" h="1126" extrusionOk="0">
                  <a:moveTo>
                    <a:pt x="578" y="0"/>
                  </a:moveTo>
                  <a:cubicBezTo>
                    <a:pt x="274" y="0"/>
                    <a:pt x="0" y="244"/>
                    <a:pt x="0" y="548"/>
                  </a:cubicBezTo>
                  <a:cubicBezTo>
                    <a:pt x="0" y="882"/>
                    <a:pt x="274" y="1125"/>
                    <a:pt x="578" y="1125"/>
                  </a:cubicBezTo>
                  <a:cubicBezTo>
                    <a:pt x="882" y="1125"/>
                    <a:pt x="1155" y="882"/>
                    <a:pt x="1155" y="548"/>
                  </a:cubicBezTo>
                  <a:cubicBezTo>
                    <a:pt x="1155" y="244"/>
                    <a:pt x="882" y="0"/>
                    <a:pt x="5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54" name="Google Shape;754;p54"/>
          <p:cNvPicPr preferRelativeResize="0"/>
          <p:nvPr/>
        </p:nvPicPr>
        <p:blipFill rotWithShape="1">
          <a:blip r:embed="rId3">
            <a:alphaModFix amt="77000"/>
          </a:blip>
          <a:srcRect l="2217" t="17852" r="9074" b="32321"/>
          <a:stretch/>
        </p:blipFill>
        <p:spPr>
          <a:xfrm flipH="1">
            <a:off x="-1352501" y="1042365"/>
            <a:ext cx="2772576" cy="421375"/>
          </a:xfrm>
          <a:prstGeom prst="rect">
            <a:avLst/>
          </a:prstGeom>
          <a:noFill/>
          <a:ln>
            <a:noFill/>
          </a:ln>
        </p:spPr>
      </p:pic>
      <p:sp>
        <p:nvSpPr>
          <p:cNvPr id="755" name="Google Shape;755;p54"/>
          <p:cNvSpPr/>
          <p:nvPr/>
        </p:nvSpPr>
        <p:spPr>
          <a:xfrm rot="-3210999">
            <a:off x="8355297" y="-2048708"/>
            <a:ext cx="1447690" cy="4544882"/>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6" name="Google Shape;756;p54"/>
          <p:cNvPicPr preferRelativeResize="0"/>
          <p:nvPr/>
        </p:nvPicPr>
        <p:blipFill rotWithShape="1">
          <a:blip r:embed="rId4">
            <a:alphaModFix/>
          </a:blip>
          <a:srcRect l="28680" t="19555" r="23804" b="32703"/>
          <a:stretch/>
        </p:blipFill>
        <p:spPr>
          <a:xfrm rot="-1761291">
            <a:off x="2013823" y="4189696"/>
            <a:ext cx="1287877" cy="727827"/>
          </a:xfrm>
          <a:prstGeom prst="rect">
            <a:avLst/>
          </a:prstGeom>
          <a:noFill/>
          <a:ln>
            <a:noFill/>
          </a:ln>
        </p:spPr>
      </p:pic>
      <p:pic>
        <p:nvPicPr>
          <p:cNvPr id="757" name="Google Shape;757;p54"/>
          <p:cNvPicPr preferRelativeResize="0"/>
          <p:nvPr/>
        </p:nvPicPr>
        <p:blipFill rotWithShape="1">
          <a:blip r:embed="rId5">
            <a:alphaModFix/>
          </a:blip>
          <a:srcRect l="45691" t="12052" r="18787" b="20159"/>
          <a:stretch/>
        </p:blipFill>
        <p:spPr>
          <a:xfrm>
            <a:off x="7861200" y="805302"/>
            <a:ext cx="1366949" cy="1467299"/>
          </a:xfrm>
          <a:prstGeom prst="rect">
            <a:avLst/>
          </a:prstGeom>
          <a:noFill/>
          <a:ln>
            <a:noFill/>
          </a:ln>
        </p:spPr>
      </p:pic>
      <p:grpSp>
        <p:nvGrpSpPr>
          <p:cNvPr id="758" name="Google Shape;758;p54"/>
          <p:cNvGrpSpPr/>
          <p:nvPr/>
        </p:nvGrpSpPr>
        <p:grpSpPr>
          <a:xfrm>
            <a:off x="5958404" y="2435150"/>
            <a:ext cx="788590" cy="550301"/>
            <a:chOff x="7121379" y="2298100"/>
            <a:chExt cx="788590" cy="550301"/>
          </a:xfrm>
        </p:grpSpPr>
        <p:grpSp>
          <p:nvGrpSpPr>
            <p:cNvPr id="759" name="Google Shape;759;p54"/>
            <p:cNvGrpSpPr/>
            <p:nvPr/>
          </p:nvGrpSpPr>
          <p:grpSpPr>
            <a:xfrm>
              <a:off x="7121379" y="2447488"/>
              <a:ext cx="788590" cy="400914"/>
              <a:chOff x="7121379" y="2321750"/>
              <a:chExt cx="788590" cy="400914"/>
            </a:xfrm>
          </p:grpSpPr>
          <p:sp>
            <p:nvSpPr>
              <p:cNvPr id="760" name="Google Shape;760;p54"/>
              <p:cNvSpPr/>
              <p:nvPr/>
            </p:nvSpPr>
            <p:spPr>
              <a:xfrm>
                <a:off x="7121379" y="2354555"/>
                <a:ext cx="788590" cy="368109"/>
              </a:xfrm>
              <a:custGeom>
                <a:avLst/>
                <a:gdLst/>
                <a:ahLst/>
                <a:cxnLst/>
                <a:rect l="l" t="t" r="r" b="b"/>
                <a:pathLst>
                  <a:path w="22646" h="10571" extrusionOk="0">
                    <a:moveTo>
                      <a:pt x="12210" y="1"/>
                    </a:moveTo>
                    <a:cubicBezTo>
                      <a:pt x="11841" y="1"/>
                      <a:pt x="11459" y="18"/>
                      <a:pt x="11064" y="54"/>
                    </a:cubicBezTo>
                    <a:cubicBezTo>
                      <a:pt x="8937" y="236"/>
                      <a:pt x="7113" y="1452"/>
                      <a:pt x="5532" y="2698"/>
                    </a:cubicBezTo>
                    <a:cubicBezTo>
                      <a:pt x="1946" y="5525"/>
                      <a:pt x="395" y="9689"/>
                      <a:pt x="0" y="10571"/>
                    </a:cubicBezTo>
                    <a:cubicBezTo>
                      <a:pt x="0" y="10571"/>
                      <a:pt x="11520" y="9507"/>
                      <a:pt x="11733" y="2972"/>
                    </a:cubicBezTo>
                    <a:cubicBezTo>
                      <a:pt x="12645" y="8474"/>
                      <a:pt x="17569" y="9142"/>
                      <a:pt x="22645" y="10237"/>
                    </a:cubicBezTo>
                    <a:cubicBezTo>
                      <a:pt x="22645" y="10237"/>
                      <a:pt x="21187" y="1"/>
                      <a:pt x="12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54"/>
              <p:cNvSpPr/>
              <p:nvPr/>
            </p:nvSpPr>
            <p:spPr>
              <a:xfrm>
                <a:off x="7414931" y="2321750"/>
                <a:ext cx="154577" cy="141066"/>
              </a:xfrm>
              <a:custGeom>
                <a:avLst/>
                <a:gdLst/>
                <a:ahLst/>
                <a:cxnLst/>
                <a:rect l="l" t="t" r="r" b="b"/>
                <a:pathLst>
                  <a:path w="4439" h="4051" extrusionOk="0">
                    <a:moveTo>
                      <a:pt x="3429" y="1"/>
                    </a:moveTo>
                    <a:cubicBezTo>
                      <a:pt x="2571" y="1"/>
                      <a:pt x="3015" y="3405"/>
                      <a:pt x="3039" y="3587"/>
                    </a:cubicBezTo>
                    <a:lnTo>
                      <a:pt x="3039" y="3587"/>
                    </a:lnTo>
                    <a:cubicBezTo>
                      <a:pt x="3019" y="3444"/>
                      <a:pt x="2703" y="1312"/>
                      <a:pt x="1416" y="1312"/>
                    </a:cubicBezTo>
                    <a:cubicBezTo>
                      <a:pt x="1390" y="1312"/>
                      <a:pt x="1364" y="1313"/>
                      <a:pt x="1338" y="1314"/>
                    </a:cubicBezTo>
                    <a:cubicBezTo>
                      <a:pt x="0" y="1345"/>
                      <a:pt x="2736" y="4020"/>
                      <a:pt x="3739" y="4050"/>
                    </a:cubicBezTo>
                    <a:cubicBezTo>
                      <a:pt x="3739" y="4050"/>
                      <a:pt x="4438" y="220"/>
                      <a:pt x="3496" y="7"/>
                    </a:cubicBezTo>
                    <a:cubicBezTo>
                      <a:pt x="3473" y="3"/>
                      <a:pt x="3451" y="1"/>
                      <a:pt x="3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2" name="Google Shape;762;p54"/>
            <p:cNvSpPr/>
            <p:nvPr/>
          </p:nvSpPr>
          <p:spPr>
            <a:xfrm>
              <a:off x="7401825" y="2298100"/>
              <a:ext cx="227700" cy="22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 name="Google Shape;763;p54"/>
          <p:cNvGrpSpPr/>
          <p:nvPr/>
        </p:nvGrpSpPr>
        <p:grpSpPr>
          <a:xfrm>
            <a:off x="6785982" y="2435149"/>
            <a:ext cx="1330382" cy="1506273"/>
            <a:chOff x="3027694" y="1325232"/>
            <a:chExt cx="2085565" cy="2383343"/>
          </a:xfrm>
        </p:grpSpPr>
        <p:sp>
          <p:nvSpPr>
            <p:cNvPr id="764" name="Google Shape;764;p54"/>
            <p:cNvSpPr/>
            <p:nvPr/>
          </p:nvSpPr>
          <p:spPr>
            <a:xfrm>
              <a:off x="4874225" y="3706275"/>
              <a:ext cx="2300" cy="2300"/>
            </a:xfrm>
            <a:custGeom>
              <a:avLst/>
              <a:gdLst/>
              <a:ahLst/>
              <a:cxnLst/>
              <a:rect l="l" t="t" r="r" b="b"/>
              <a:pathLst>
                <a:path w="92" h="92" extrusionOk="0">
                  <a:moveTo>
                    <a:pt x="0" y="0"/>
                  </a:moveTo>
                  <a:cubicBezTo>
                    <a:pt x="0" y="31"/>
                    <a:pt x="61" y="61"/>
                    <a:pt x="91" y="92"/>
                  </a:cubicBezTo>
                  <a:cubicBezTo>
                    <a:pt x="91" y="92"/>
                    <a:pt x="61" y="61"/>
                    <a:pt x="0" y="0"/>
                  </a:cubicBezTo>
                  <a:close/>
                </a:path>
              </a:pathLst>
            </a:custGeom>
            <a:solidFill>
              <a:srgbClr val="C667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54"/>
            <p:cNvSpPr/>
            <p:nvPr/>
          </p:nvSpPr>
          <p:spPr>
            <a:xfrm>
              <a:off x="3027694" y="1325232"/>
              <a:ext cx="2085565" cy="2321712"/>
            </a:xfrm>
            <a:custGeom>
              <a:avLst/>
              <a:gdLst/>
              <a:ahLst/>
              <a:cxnLst/>
              <a:rect l="l" t="t" r="r" b="b"/>
              <a:pathLst>
                <a:path w="86520" h="90683" extrusionOk="0">
                  <a:moveTo>
                    <a:pt x="43557" y="0"/>
                  </a:moveTo>
                  <a:cubicBezTo>
                    <a:pt x="43512" y="0"/>
                    <a:pt x="43466" y="4"/>
                    <a:pt x="43418" y="12"/>
                  </a:cubicBezTo>
                  <a:cubicBezTo>
                    <a:pt x="42051" y="194"/>
                    <a:pt x="42780" y="3568"/>
                    <a:pt x="43206" y="5088"/>
                  </a:cubicBezTo>
                  <a:cubicBezTo>
                    <a:pt x="43084" y="5088"/>
                    <a:pt x="42962" y="5088"/>
                    <a:pt x="42841" y="5149"/>
                  </a:cubicBezTo>
                  <a:cubicBezTo>
                    <a:pt x="42537" y="5149"/>
                    <a:pt x="42233" y="5179"/>
                    <a:pt x="41929" y="5210"/>
                  </a:cubicBezTo>
                  <a:cubicBezTo>
                    <a:pt x="41747" y="5210"/>
                    <a:pt x="41564" y="5240"/>
                    <a:pt x="41412" y="5240"/>
                  </a:cubicBezTo>
                  <a:lnTo>
                    <a:pt x="41382" y="5240"/>
                  </a:lnTo>
                  <a:cubicBezTo>
                    <a:pt x="39710" y="5453"/>
                    <a:pt x="37582" y="5787"/>
                    <a:pt x="35333" y="6517"/>
                  </a:cubicBezTo>
                  <a:cubicBezTo>
                    <a:pt x="34999" y="6608"/>
                    <a:pt x="34695" y="6699"/>
                    <a:pt x="34330" y="6821"/>
                  </a:cubicBezTo>
                  <a:cubicBezTo>
                    <a:pt x="30591" y="8067"/>
                    <a:pt x="25819" y="11289"/>
                    <a:pt x="23692" y="14328"/>
                  </a:cubicBezTo>
                  <a:cubicBezTo>
                    <a:pt x="22628" y="15818"/>
                    <a:pt x="20743" y="18371"/>
                    <a:pt x="19436" y="23386"/>
                  </a:cubicBezTo>
                  <a:lnTo>
                    <a:pt x="19284" y="23386"/>
                  </a:lnTo>
                  <a:lnTo>
                    <a:pt x="16701" y="34237"/>
                  </a:lnTo>
                  <a:lnTo>
                    <a:pt x="13509" y="47642"/>
                  </a:lnTo>
                  <a:lnTo>
                    <a:pt x="10834" y="58949"/>
                  </a:lnTo>
                  <a:cubicBezTo>
                    <a:pt x="10406" y="58913"/>
                    <a:pt x="9954" y="58893"/>
                    <a:pt x="9490" y="58893"/>
                  </a:cubicBezTo>
                  <a:cubicBezTo>
                    <a:pt x="5281" y="58893"/>
                    <a:pt x="1" y="60492"/>
                    <a:pt x="712" y="65666"/>
                  </a:cubicBezTo>
                  <a:cubicBezTo>
                    <a:pt x="1047" y="67977"/>
                    <a:pt x="2870" y="70043"/>
                    <a:pt x="4998" y="71016"/>
                  </a:cubicBezTo>
                  <a:cubicBezTo>
                    <a:pt x="6321" y="71659"/>
                    <a:pt x="7754" y="71913"/>
                    <a:pt x="9192" y="71913"/>
                  </a:cubicBezTo>
                  <a:cubicBezTo>
                    <a:pt x="10133" y="71913"/>
                    <a:pt x="11075" y="71804"/>
                    <a:pt x="11989" y="71624"/>
                  </a:cubicBezTo>
                  <a:lnTo>
                    <a:pt x="11989" y="71624"/>
                  </a:lnTo>
                  <a:cubicBezTo>
                    <a:pt x="6974" y="73934"/>
                    <a:pt x="5272" y="79344"/>
                    <a:pt x="6640" y="84512"/>
                  </a:cubicBezTo>
                  <a:cubicBezTo>
                    <a:pt x="7855" y="89071"/>
                    <a:pt x="11351" y="90287"/>
                    <a:pt x="14694" y="90287"/>
                  </a:cubicBezTo>
                  <a:lnTo>
                    <a:pt x="14786" y="90287"/>
                  </a:lnTo>
                  <a:lnTo>
                    <a:pt x="16701" y="88585"/>
                  </a:lnTo>
                  <a:cubicBezTo>
                    <a:pt x="21716" y="84481"/>
                    <a:pt x="27917" y="81199"/>
                    <a:pt x="35515" y="79831"/>
                  </a:cubicBezTo>
                  <a:lnTo>
                    <a:pt x="35911" y="75454"/>
                  </a:lnTo>
                  <a:lnTo>
                    <a:pt x="36974" y="63083"/>
                  </a:lnTo>
                  <a:cubicBezTo>
                    <a:pt x="34330" y="62475"/>
                    <a:pt x="31807" y="61533"/>
                    <a:pt x="29558" y="60317"/>
                  </a:cubicBezTo>
                  <a:cubicBezTo>
                    <a:pt x="24208" y="57520"/>
                    <a:pt x="20895" y="52870"/>
                    <a:pt x="19375" y="47399"/>
                  </a:cubicBezTo>
                  <a:cubicBezTo>
                    <a:pt x="18980" y="45970"/>
                    <a:pt x="18676" y="44542"/>
                    <a:pt x="18524" y="43052"/>
                  </a:cubicBezTo>
                  <a:cubicBezTo>
                    <a:pt x="18068" y="39374"/>
                    <a:pt x="17916" y="38310"/>
                    <a:pt x="18190" y="34541"/>
                  </a:cubicBezTo>
                  <a:lnTo>
                    <a:pt x="18190" y="34481"/>
                  </a:lnTo>
                  <a:cubicBezTo>
                    <a:pt x="18190" y="30894"/>
                    <a:pt x="18494" y="27794"/>
                    <a:pt x="19102" y="25058"/>
                  </a:cubicBezTo>
                  <a:lnTo>
                    <a:pt x="19102" y="25058"/>
                  </a:lnTo>
                  <a:cubicBezTo>
                    <a:pt x="18767" y="26730"/>
                    <a:pt x="18494" y="28614"/>
                    <a:pt x="18342" y="30772"/>
                  </a:cubicBezTo>
                  <a:cubicBezTo>
                    <a:pt x="18342" y="30772"/>
                    <a:pt x="18715" y="30814"/>
                    <a:pt x="19394" y="30814"/>
                  </a:cubicBezTo>
                  <a:cubicBezTo>
                    <a:pt x="22089" y="30814"/>
                    <a:pt x="29613" y="30155"/>
                    <a:pt x="37795" y="23599"/>
                  </a:cubicBezTo>
                  <a:cubicBezTo>
                    <a:pt x="38950" y="22687"/>
                    <a:pt x="40105" y="21654"/>
                    <a:pt x="41291" y="20499"/>
                  </a:cubicBezTo>
                  <a:lnTo>
                    <a:pt x="41291" y="20499"/>
                  </a:lnTo>
                  <a:cubicBezTo>
                    <a:pt x="41230" y="21714"/>
                    <a:pt x="41017" y="22718"/>
                    <a:pt x="40774" y="23629"/>
                  </a:cubicBezTo>
                  <a:cubicBezTo>
                    <a:pt x="39801" y="27246"/>
                    <a:pt x="37977" y="28736"/>
                    <a:pt x="37977" y="28736"/>
                  </a:cubicBezTo>
                  <a:cubicBezTo>
                    <a:pt x="37977" y="28736"/>
                    <a:pt x="44604" y="28553"/>
                    <a:pt x="48221" y="23751"/>
                  </a:cubicBezTo>
                  <a:cubicBezTo>
                    <a:pt x="49011" y="22687"/>
                    <a:pt x="49649" y="21441"/>
                    <a:pt x="50075" y="19891"/>
                  </a:cubicBezTo>
                  <a:cubicBezTo>
                    <a:pt x="52111" y="21259"/>
                    <a:pt x="53327" y="22566"/>
                    <a:pt x="54087" y="23842"/>
                  </a:cubicBezTo>
                  <a:cubicBezTo>
                    <a:pt x="56063" y="27186"/>
                    <a:pt x="54361" y="29800"/>
                    <a:pt x="54361" y="29800"/>
                  </a:cubicBezTo>
                  <a:cubicBezTo>
                    <a:pt x="54361" y="29800"/>
                    <a:pt x="59315" y="28888"/>
                    <a:pt x="62597" y="25575"/>
                  </a:cubicBezTo>
                  <a:lnTo>
                    <a:pt x="62597" y="25575"/>
                  </a:lnTo>
                  <a:cubicBezTo>
                    <a:pt x="62416" y="25760"/>
                    <a:pt x="62598" y="27034"/>
                    <a:pt x="62689" y="27277"/>
                  </a:cubicBezTo>
                  <a:cubicBezTo>
                    <a:pt x="62750" y="27885"/>
                    <a:pt x="62750" y="28462"/>
                    <a:pt x="62963" y="29070"/>
                  </a:cubicBezTo>
                  <a:cubicBezTo>
                    <a:pt x="63145" y="30134"/>
                    <a:pt x="63571" y="31228"/>
                    <a:pt x="64118" y="32201"/>
                  </a:cubicBezTo>
                  <a:cubicBezTo>
                    <a:pt x="64574" y="32900"/>
                    <a:pt x="65638" y="34177"/>
                    <a:pt x="66549" y="34359"/>
                  </a:cubicBezTo>
                  <a:lnTo>
                    <a:pt x="66671" y="34359"/>
                  </a:lnTo>
                  <a:cubicBezTo>
                    <a:pt x="66680" y="34359"/>
                    <a:pt x="66691" y="34356"/>
                    <a:pt x="66704" y="34353"/>
                  </a:cubicBezTo>
                  <a:lnTo>
                    <a:pt x="66704" y="34353"/>
                  </a:lnTo>
                  <a:lnTo>
                    <a:pt x="66824" y="35517"/>
                  </a:lnTo>
                  <a:lnTo>
                    <a:pt x="66824" y="35517"/>
                  </a:lnTo>
                  <a:cubicBezTo>
                    <a:pt x="66826" y="35119"/>
                    <a:pt x="66826" y="34723"/>
                    <a:pt x="66823" y="34329"/>
                  </a:cubicBezTo>
                  <a:lnTo>
                    <a:pt x="66793" y="34329"/>
                  </a:lnTo>
                  <a:cubicBezTo>
                    <a:pt x="66771" y="34329"/>
                    <a:pt x="66734" y="34344"/>
                    <a:pt x="66704" y="34353"/>
                  </a:cubicBezTo>
                  <a:lnTo>
                    <a:pt x="66704" y="34353"/>
                  </a:lnTo>
                  <a:lnTo>
                    <a:pt x="66701" y="34329"/>
                  </a:lnTo>
                  <a:lnTo>
                    <a:pt x="66701" y="34268"/>
                  </a:lnTo>
                  <a:cubicBezTo>
                    <a:pt x="67401" y="33782"/>
                    <a:pt x="67461" y="31441"/>
                    <a:pt x="67461" y="30772"/>
                  </a:cubicBezTo>
                  <a:cubicBezTo>
                    <a:pt x="67279" y="27277"/>
                    <a:pt x="66397" y="23903"/>
                    <a:pt x="65242" y="20681"/>
                  </a:cubicBezTo>
                  <a:cubicBezTo>
                    <a:pt x="64635" y="19070"/>
                    <a:pt x="63966" y="17550"/>
                    <a:pt x="63176" y="16000"/>
                  </a:cubicBezTo>
                  <a:cubicBezTo>
                    <a:pt x="61595" y="12961"/>
                    <a:pt x="59406" y="10529"/>
                    <a:pt x="56580" y="8675"/>
                  </a:cubicBezTo>
                  <a:cubicBezTo>
                    <a:pt x="54148" y="7064"/>
                    <a:pt x="51352" y="5970"/>
                    <a:pt x="48525" y="5453"/>
                  </a:cubicBezTo>
                  <a:cubicBezTo>
                    <a:pt x="47613" y="5240"/>
                    <a:pt x="46701" y="5179"/>
                    <a:pt x="45728" y="5088"/>
                  </a:cubicBezTo>
                  <a:cubicBezTo>
                    <a:pt x="46914" y="4298"/>
                    <a:pt x="47795" y="3082"/>
                    <a:pt x="46792" y="2474"/>
                  </a:cubicBezTo>
                  <a:cubicBezTo>
                    <a:pt x="46590" y="2357"/>
                    <a:pt x="46401" y="2305"/>
                    <a:pt x="46225" y="2305"/>
                  </a:cubicBezTo>
                  <a:cubicBezTo>
                    <a:pt x="45074" y="2305"/>
                    <a:pt x="44462" y="4504"/>
                    <a:pt x="44330" y="5058"/>
                  </a:cubicBezTo>
                  <a:cubicBezTo>
                    <a:pt x="44448" y="4291"/>
                    <a:pt x="45025" y="0"/>
                    <a:pt x="43557" y="0"/>
                  </a:cubicBezTo>
                  <a:close/>
                  <a:moveTo>
                    <a:pt x="66824" y="35517"/>
                  </a:moveTo>
                  <a:cubicBezTo>
                    <a:pt x="66803" y="39594"/>
                    <a:pt x="66508" y="43817"/>
                    <a:pt x="65455" y="47611"/>
                  </a:cubicBezTo>
                  <a:cubicBezTo>
                    <a:pt x="65182" y="48615"/>
                    <a:pt x="64878" y="49557"/>
                    <a:pt x="64513" y="50499"/>
                  </a:cubicBezTo>
                  <a:cubicBezTo>
                    <a:pt x="62264" y="55849"/>
                    <a:pt x="58039" y="60013"/>
                    <a:pt x="52507" y="62232"/>
                  </a:cubicBezTo>
                  <a:cubicBezTo>
                    <a:pt x="52020" y="62445"/>
                    <a:pt x="51473" y="62627"/>
                    <a:pt x="50956" y="62809"/>
                  </a:cubicBezTo>
                  <a:lnTo>
                    <a:pt x="51260" y="66639"/>
                  </a:lnTo>
                  <a:cubicBezTo>
                    <a:pt x="51200" y="66700"/>
                    <a:pt x="51169" y="66730"/>
                    <a:pt x="51169" y="66761"/>
                  </a:cubicBezTo>
                  <a:lnTo>
                    <a:pt x="52203" y="79983"/>
                  </a:lnTo>
                  <a:cubicBezTo>
                    <a:pt x="60622" y="81655"/>
                    <a:pt x="67005" y="85697"/>
                    <a:pt x="71838" y="90682"/>
                  </a:cubicBezTo>
                  <a:cubicBezTo>
                    <a:pt x="74118" y="88949"/>
                    <a:pt x="76063" y="85971"/>
                    <a:pt x="75182" y="80986"/>
                  </a:cubicBezTo>
                  <a:lnTo>
                    <a:pt x="75182" y="80986"/>
                  </a:lnTo>
                  <a:cubicBezTo>
                    <a:pt x="75455" y="82506"/>
                    <a:pt x="78039" y="83934"/>
                    <a:pt x="79285" y="84390"/>
                  </a:cubicBezTo>
                  <a:cubicBezTo>
                    <a:pt x="79914" y="84604"/>
                    <a:pt x="80598" y="84734"/>
                    <a:pt x="81279" y="84734"/>
                  </a:cubicBezTo>
                  <a:cubicBezTo>
                    <a:pt x="82345" y="84734"/>
                    <a:pt x="83406" y="84416"/>
                    <a:pt x="84240" y="83600"/>
                  </a:cubicBezTo>
                  <a:cubicBezTo>
                    <a:pt x="86519" y="81016"/>
                    <a:pt x="84392" y="77095"/>
                    <a:pt x="82598" y="74876"/>
                  </a:cubicBezTo>
                  <a:cubicBezTo>
                    <a:pt x="82338" y="74442"/>
                    <a:pt x="80225" y="71879"/>
                    <a:pt x="79397" y="71879"/>
                  </a:cubicBezTo>
                  <a:cubicBezTo>
                    <a:pt x="79360" y="71879"/>
                    <a:pt x="79325" y="71884"/>
                    <a:pt x="79293" y="71895"/>
                  </a:cubicBezTo>
                  <a:lnTo>
                    <a:pt x="79293" y="71895"/>
                  </a:lnTo>
                  <a:cubicBezTo>
                    <a:pt x="79539" y="71806"/>
                    <a:pt x="85394" y="69605"/>
                    <a:pt x="81079" y="63296"/>
                  </a:cubicBezTo>
                  <a:cubicBezTo>
                    <a:pt x="78508" y="59683"/>
                    <a:pt x="75014" y="58909"/>
                    <a:pt x="72492" y="58909"/>
                  </a:cubicBezTo>
                  <a:cubicBezTo>
                    <a:pt x="70600" y="58909"/>
                    <a:pt x="69255" y="59344"/>
                    <a:pt x="69255" y="59344"/>
                  </a:cubicBezTo>
                  <a:lnTo>
                    <a:pt x="68130" y="48159"/>
                  </a:lnTo>
                  <a:lnTo>
                    <a:pt x="66824" y="35517"/>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grpSp>
        <p:nvGrpSpPr>
          <p:cNvPr id="770" name="Google Shape;770;p55"/>
          <p:cNvGrpSpPr/>
          <p:nvPr/>
        </p:nvGrpSpPr>
        <p:grpSpPr>
          <a:xfrm>
            <a:off x="1170013" y="1834713"/>
            <a:ext cx="1409251" cy="1846441"/>
            <a:chOff x="1264900" y="1790075"/>
            <a:chExt cx="1409251" cy="1846441"/>
          </a:xfrm>
        </p:grpSpPr>
        <p:sp>
          <p:nvSpPr>
            <p:cNvPr id="771" name="Google Shape;771;p55"/>
            <p:cNvSpPr/>
            <p:nvPr/>
          </p:nvSpPr>
          <p:spPr>
            <a:xfrm>
              <a:off x="1264900" y="2956948"/>
              <a:ext cx="1409251" cy="679569"/>
            </a:xfrm>
            <a:custGeom>
              <a:avLst/>
              <a:gdLst/>
              <a:ahLst/>
              <a:cxnLst/>
              <a:rect l="l" t="t" r="r" b="b"/>
              <a:pathLst>
                <a:path w="37570" h="18117" extrusionOk="0">
                  <a:moveTo>
                    <a:pt x="19605" y="0"/>
                  </a:moveTo>
                  <a:cubicBezTo>
                    <a:pt x="3678" y="0"/>
                    <a:pt x="0" y="18116"/>
                    <a:pt x="0" y="18116"/>
                  </a:cubicBezTo>
                  <a:lnTo>
                    <a:pt x="37569" y="18116"/>
                  </a:lnTo>
                  <a:cubicBezTo>
                    <a:pt x="37569" y="18116"/>
                    <a:pt x="35502" y="0"/>
                    <a:pt x="196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55"/>
            <p:cNvSpPr/>
            <p:nvPr/>
          </p:nvSpPr>
          <p:spPr>
            <a:xfrm>
              <a:off x="1456424" y="2245511"/>
              <a:ext cx="222359" cy="222359"/>
            </a:xfrm>
            <a:custGeom>
              <a:avLst/>
              <a:gdLst/>
              <a:ahLst/>
              <a:cxnLst/>
              <a:rect l="l" t="t" r="r" b="b"/>
              <a:pathLst>
                <a:path w="5928" h="5928" extrusionOk="0">
                  <a:moveTo>
                    <a:pt x="2949" y="1"/>
                  </a:moveTo>
                  <a:cubicBezTo>
                    <a:pt x="1308" y="1"/>
                    <a:pt x="1" y="1338"/>
                    <a:pt x="1" y="2949"/>
                  </a:cubicBezTo>
                  <a:cubicBezTo>
                    <a:pt x="1" y="4590"/>
                    <a:pt x="1308" y="5928"/>
                    <a:pt x="2949" y="5928"/>
                  </a:cubicBezTo>
                  <a:cubicBezTo>
                    <a:pt x="4590" y="5928"/>
                    <a:pt x="5928" y="4590"/>
                    <a:pt x="5928" y="2949"/>
                  </a:cubicBezTo>
                  <a:cubicBezTo>
                    <a:pt x="5928" y="1338"/>
                    <a:pt x="4590" y="1"/>
                    <a:pt x="29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55"/>
            <p:cNvSpPr/>
            <p:nvPr/>
          </p:nvSpPr>
          <p:spPr>
            <a:xfrm>
              <a:off x="2276195" y="2245511"/>
              <a:ext cx="223485" cy="222359"/>
            </a:xfrm>
            <a:custGeom>
              <a:avLst/>
              <a:gdLst/>
              <a:ahLst/>
              <a:cxnLst/>
              <a:rect l="l" t="t" r="r" b="b"/>
              <a:pathLst>
                <a:path w="5958" h="5928" extrusionOk="0">
                  <a:moveTo>
                    <a:pt x="2979" y="1"/>
                  </a:moveTo>
                  <a:cubicBezTo>
                    <a:pt x="1337" y="1"/>
                    <a:pt x="0" y="1338"/>
                    <a:pt x="0" y="2949"/>
                  </a:cubicBezTo>
                  <a:cubicBezTo>
                    <a:pt x="0" y="4590"/>
                    <a:pt x="1337" y="5928"/>
                    <a:pt x="2979" y="5928"/>
                  </a:cubicBezTo>
                  <a:cubicBezTo>
                    <a:pt x="4620" y="5928"/>
                    <a:pt x="5958" y="4590"/>
                    <a:pt x="5958" y="2949"/>
                  </a:cubicBezTo>
                  <a:cubicBezTo>
                    <a:pt x="5958" y="1338"/>
                    <a:pt x="4620" y="1"/>
                    <a:pt x="29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55"/>
            <p:cNvSpPr/>
            <p:nvPr/>
          </p:nvSpPr>
          <p:spPr>
            <a:xfrm>
              <a:off x="1879413" y="2513437"/>
              <a:ext cx="241752" cy="488242"/>
            </a:xfrm>
            <a:custGeom>
              <a:avLst/>
              <a:gdLst/>
              <a:ahLst/>
              <a:cxnLst/>
              <a:rect l="l" t="t" r="r" b="b"/>
              <a:pathLst>
                <a:path w="6445" h="10275" extrusionOk="0">
                  <a:moveTo>
                    <a:pt x="5958" y="1"/>
                  </a:moveTo>
                  <a:lnTo>
                    <a:pt x="821" y="700"/>
                  </a:lnTo>
                  <a:lnTo>
                    <a:pt x="0" y="10274"/>
                  </a:lnTo>
                  <a:cubicBezTo>
                    <a:pt x="1672" y="10062"/>
                    <a:pt x="4438" y="9271"/>
                    <a:pt x="6444" y="6536"/>
                  </a:cubicBezTo>
                  <a:lnTo>
                    <a:pt x="595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5"/>
            <p:cNvSpPr/>
            <p:nvPr/>
          </p:nvSpPr>
          <p:spPr>
            <a:xfrm>
              <a:off x="1594384" y="1790075"/>
              <a:ext cx="774206" cy="927997"/>
            </a:xfrm>
            <a:custGeom>
              <a:avLst/>
              <a:gdLst/>
              <a:ahLst/>
              <a:cxnLst/>
              <a:rect l="l" t="t" r="r" b="b"/>
              <a:pathLst>
                <a:path w="20640" h="24740" extrusionOk="0">
                  <a:moveTo>
                    <a:pt x="10945" y="0"/>
                  </a:moveTo>
                  <a:cubicBezTo>
                    <a:pt x="8776" y="0"/>
                    <a:pt x="69" y="722"/>
                    <a:pt x="122" y="12325"/>
                  </a:cubicBezTo>
                  <a:cubicBezTo>
                    <a:pt x="0" y="13906"/>
                    <a:pt x="61" y="14392"/>
                    <a:pt x="274" y="15942"/>
                  </a:cubicBezTo>
                  <a:cubicBezTo>
                    <a:pt x="608" y="19012"/>
                    <a:pt x="2067" y="21717"/>
                    <a:pt x="4894" y="23237"/>
                  </a:cubicBezTo>
                  <a:cubicBezTo>
                    <a:pt x="6634" y="24172"/>
                    <a:pt x="8754" y="24739"/>
                    <a:pt x="10829" y="24739"/>
                  </a:cubicBezTo>
                  <a:cubicBezTo>
                    <a:pt x="12125" y="24739"/>
                    <a:pt x="13403" y="24518"/>
                    <a:pt x="14560" y="24027"/>
                  </a:cubicBezTo>
                  <a:cubicBezTo>
                    <a:pt x="16870" y="23085"/>
                    <a:pt x="18663" y="21383"/>
                    <a:pt x="19575" y="19103"/>
                  </a:cubicBezTo>
                  <a:cubicBezTo>
                    <a:pt x="20639" y="16489"/>
                    <a:pt x="20639" y="13146"/>
                    <a:pt x="20487" y="10319"/>
                  </a:cubicBezTo>
                  <a:cubicBezTo>
                    <a:pt x="19955" y="158"/>
                    <a:pt x="11904" y="15"/>
                    <a:pt x="11449" y="15"/>
                  </a:cubicBezTo>
                  <a:cubicBezTo>
                    <a:pt x="11436" y="15"/>
                    <a:pt x="11429" y="15"/>
                    <a:pt x="11429" y="15"/>
                  </a:cubicBezTo>
                  <a:cubicBezTo>
                    <a:pt x="11429" y="15"/>
                    <a:pt x="11253" y="0"/>
                    <a:pt x="109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55"/>
            <p:cNvSpPr/>
            <p:nvPr/>
          </p:nvSpPr>
          <p:spPr>
            <a:xfrm>
              <a:off x="1879412" y="2758563"/>
              <a:ext cx="262275" cy="393555"/>
            </a:xfrm>
            <a:custGeom>
              <a:avLst/>
              <a:gdLst/>
              <a:ahLst/>
              <a:cxnLst/>
              <a:rect l="l" t="t" r="r" b="b"/>
              <a:pathLst>
                <a:path w="7387" h="10492" extrusionOk="0">
                  <a:moveTo>
                    <a:pt x="6809" y="1"/>
                  </a:moveTo>
                  <a:cubicBezTo>
                    <a:pt x="4833" y="2736"/>
                    <a:pt x="2067" y="3527"/>
                    <a:pt x="395" y="3739"/>
                  </a:cubicBezTo>
                  <a:lnTo>
                    <a:pt x="0" y="7934"/>
                  </a:lnTo>
                  <a:cubicBezTo>
                    <a:pt x="0" y="7934"/>
                    <a:pt x="152" y="10031"/>
                    <a:pt x="3587" y="10457"/>
                  </a:cubicBezTo>
                  <a:cubicBezTo>
                    <a:pt x="3778" y="10481"/>
                    <a:pt x="3959" y="10492"/>
                    <a:pt x="4131" y="10492"/>
                  </a:cubicBezTo>
                  <a:cubicBezTo>
                    <a:pt x="7034" y="10492"/>
                    <a:pt x="7386" y="7296"/>
                    <a:pt x="7386" y="7296"/>
                  </a:cubicBezTo>
                  <a:lnTo>
                    <a:pt x="68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55"/>
            <p:cNvSpPr/>
            <p:nvPr/>
          </p:nvSpPr>
          <p:spPr>
            <a:xfrm>
              <a:off x="1937558" y="2357251"/>
              <a:ext cx="49063" cy="50638"/>
            </a:xfrm>
            <a:custGeom>
              <a:avLst/>
              <a:gdLst/>
              <a:ahLst/>
              <a:cxnLst/>
              <a:rect l="l" t="t" r="r" b="b"/>
              <a:pathLst>
                <a:path w="1308" h="1350" extrusionOk="0">
                  <a:moveTo>
                    <a:pt x="1247" y="0"/>
                  </a:moveTo>
                  <a:lnTo>
                    <a:pt x="1247" y="0"/>
                  </a:lnTo>
                  <a:cubicBezTo>
                    <a:pt x="1004" y="31"/>
                    <a:pt x="760" y="92"/>
                    <a:pt x="578" y="213"/>
                  </a:cubicBezTo>
                  <a:cubicBezTo>
                    <a:pt x="456" y="244"/>
                    <a:pt x="335" y="335"/>
                    <a:pt x="244" y="396"/>
                  </a:cubicBezTo>
                  <a:cubicBezTo>
                    <a:pt x="153" y="487"/>
                    <a:pt x="31" y="578"/>
                    <a:pt x="1" y="791"/>
                  </a:cubicBezTo>
                  <a:cubicBezTo>
                    <a:pt x="1" y="973"/>
                    <a:pt x="122" y="1125"/>
                    <a:pt x="244" y="1216"/>
                  </a:cubicBezTo>
                  <a:cubicBezTo>
                    <a:pt x="335" y="1277"/>
                    <a:pt x="456" y="1338"/>
                    <a:pt x="608" y="1338"/>
                  </a:cubicBezTo>
                  <a:cubicBezTo>
                    <a:pt x="649" y="1346"/>
                    <a:pt x="688" y="1350"/>
                    <a:pt x="726" y="1350"/>
                  </a:cubicBezTo>
                  <a:cubicBezTo>
                    <a:pt x="975" y="1350"/>
                    <a:pt x="1176" y="1188"/>
                    <a:pt x="1308" y="1003"/>
                  </a:cubicBezTo>
                  <a:lnTo>
                    <a:pt x="1308" y="1003"/>
                  </a:lnTo>
                  <a:cubicBezTo>
                    <a:pt x="1133" y="1091"/>
                    <a:pt x="975" y="1162"/>
                    <a:pt x="820" y="1162"/>
                  </a:cubicBezTo>
                  <a:cubicBezTo>
                    <a:pt x="759" y="1162"/>
                    <a:pt x="699" y="1151"/>
                    <a:pt x="639" y="1125"/>
                  </a:cubicBezTo>
                  <a:cubicBezTo>
                    <a:pt x="548" y="1095"/>
                    <a:pt x="456" y="1064"/>
                    <a:pt x="396" y="973"/>
                  </a:cubicBezTo>
                  <a:cubicBezTo>
                    <a:pt x="304" y="912"/>
                    <a:pt x="274" y="821"/>
                    <a:pt x="274" y="791"/>
                  </a:cubicBezTo>
                  <a:cubicBezTo>
                    <a:pt x="274" y="669"/>
                    <a:pt x="456" y="487"/>
                    <a:pt x="639" y="365"/>
                  </a:cubicBezTo>
                  <a:cubicBezTo>
                    <a:pt x="852" y="244"/>
                    <a:pt x="1034" y="92"/>
                    <a:pt x="12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55"/>
            <p:cNvSpPr/>
            <p:nvPr/>
          </p:nvSpPr>
          <p:spPr>
            <a:xfrm>
              <a:off x="1929569" y="2449599"/>
              <a:ext cx="107204" cy="30833"/>
            </a:xfrm>
            <a:custGeom>
              <a:avLst/>
              <a:gdLst/>
              <a:ahLst/>
              <a:cxnLst/>
              <a:rect l="l" t="t" r="r" b="b"/>
              <a:pathLst>
                <a:path w="2858" h="822" extrusionOk="0">
                  <a:moveTo>
                    <a:pt x="2858" y="0"/>
                  </a:moveTo>
                  <a:cubicBezTo>
                    <a:pt x="2645" y="152"/>
                    <a:pt x="2432" y="304"/>
                    <a:pt x="2189" y="426"/>
                  </a:cubicBezTo>
                  <a:cubicBezTo>
                    <a:pt x="1946" y="517"/>
                    <a:pt x="1733" y="578"/>
                    <a:pt x="1460" y="578"/>
                  </a:cubicBezTo>
                  <a:cubicBezTo>
                    <a:pt x="1186" y="517"/>
                    <a:pt x="943" y="487"/>
                    <a:pt x="700" y="365"/>
                  </a:cubicBezTo>
                  <a:cubicBezTo>
                    <a:pt x="487" y="274"/>
                    <a:pt x="214" y="152"/>
                    <a:pt x="1" y="0"/>
                  </a:cubicBezTo>
                  <a:lnTo>
                    <a:pt x="1" y="0"/>
                  </a:lnTo>
                  <a:cubicBezTo>
                    <a:pt x="335" y="456"/>
                    <a:pt x="852" y="791"/>
                    <a:pt x="1429" y="821"/>
                  </a:cubicBezTo>
                  <a:cubicBezTo>
                    <a:pt x="1703" y="821"/>
                    <a:pt x="2037" y="760"/>
                    <a:pt x="2250" y="608"/>
                  </a:cubicBezTo>
                  <a:cubicBezTo>
                    <a:pt x="2402" y="517"/>
                    <a:pt x="2493" y="456"/>
                    <a:pt x="2615" y="335"/>
                  </a:cubicBezTo>
                  <a:cubicBezTo>
                    <a:pt x="2706" y="213"/>
                    <a:pt x="2797" y="122"/>
                    <a:pt x="28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55"/>
            <p:cNvSpPr/>
            <p:nvPr/>
          </p:nvSpPr>
          <p:spPr>
            <a:xfrm>
              <a:off x="2125669" y="2196412"/>
              <a:ext cx="111780" cy="33196"/>
            </a:xfrm>
            <a:custGeom>
              <a:avLst/>
              <a:gdLst/>
              <a:ahLst/>
              <a:cxnLst/>
              <a:rect l="l" t="t" r="r" b="b"/>
              <a:pathLst>
                <a:path w="2980" h="885" extrusionOk="0">
                  <a:moveTo>
                    <a:pt x="1421" y="1"/>
                  </a:moveTo>
                  <a:cubicBezTo>
                    <a:pt x="808" y="1"/>
                    <a:pt x="235" y="386"/>
                    <a:pt x="1" y="884"/>
                  </a:cubicBezTo>
                  <a:cubicBezTo>
                    <a:pt x="244" y="732"/>
                    <a:pt x="457" y="641"/>
                    <a:pt x="761" y="519"/>
                  </a:cubicBezTo>
                  <a:cubicBezTo>
                    <a:pt x="1004" y="428"/>
                    <a:pt x="1217" y="398"/>
                    <a:pt x="1490" y="398"/>
                  </a:cubicBezTo>
                  <a:cubicBezTo>
                    <a:pt x="1703" y="398"/>
                    <a:pt x="1977" y="428"/>
                    <a:pt x="2220" y="550"/>
                  </a:cubicBezTo>
                  <a:cubicBezTo>
                    <a:pt x="2372" y="580"/>
                    <a:pt x="2463" y="671"/>
                    <a:pt x="2584" y="702"/>
                  </a:cubicBezTo>
                  <a:cubicBezTo>
                    <a:pt x="2706" y="763"/>
                    <a:pt x="2828" y="823"/>
                    <a:pt x="2980" y="884"/>
                  </a:cubicBezTo>
                  <a:cubicBezTo>
                    <a:pt x="2888" y="763"/>
                    <a:pt x="2797" y="671"/>
                    <a:pt x="2706" y="550"/>
                  </a:cubicBezTo>
                  <a:cubicBezTo>
                    <a:pt x="2584" y="459"/>
                    <a:pt x="2463" y="367"/>
                    <a:pt x="2372" y="276"/>
                  </a:cubicBezTo>
                  <a:cubicBezTo>
                    <a:pt x="2098" y="124"/>
                    <a:pt x="1794" y="3"/>
                    <a:pt x="1490" y="3"/>
                  </a:cubicBezTo>
                  <a:cubicBezTo>
                    <a:pt x="1467" y="2"/>
                    <a:pt x="1444" y="1"/>
                    <a:pt x="14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55"/>
            <p:cNvSpPr/>
            <p:nvPr/>
          </p:nvSpPr>
          <p:spPr>
            <a:xfrm>
              <a:off x="1731181" y="2196412"/>
              <a:ext cx="110654" cy="33196"/>
            </a:xfrm>
            <a:custGeom>
              <a:avLst/>
              <a:gdLst/>
              <a:ahLst/>
              <a:cxnLst/>
              <a:rect l="l" t="t" r="r" b="b"/>
              <a:pathLst>
                <a:path w="2950" h="885" extrusionOk="0">
                  <a:moveTo>
                    <a:pt x="1391" y="1"/>
                  </a:moveTo>
                  <a:cubicBezTo>
                    <a:pt x="778" y="1"/>
                    <a:pt x="206" y="386"/>
                    <a:pt x="1" y="884"/>
                  </a:cubicBezTo>
                  <a:cubicBezTo>
                    <a:pt x="274" y="732"/>
                    <a:pt x="487" y="641"/>
                    <a:pt x="761" y="519"/>
                  </a:cubicBezTo>
                  <a:cubicBezTo>
                    <a:pt x="974" y="428"/>
                    <a:pt x="1217" y="398"/>
                    <a:pt x="1460" y="398"/>
                  </a:cubicBezTo>
                  <a:cubicBezTo>
                    <a:pt x="1703" y="398"/>
                    <a:pt x="1977" y="428"/>
                    <a:pt x="2189" y="550"/>
                  </a:cubicBezTo>
                  <a:cubicBezTo>
                    <a:pt x="2341" y="580"/>
                    <a:pt x="2463" y="671"/>
                    <a:pt x="2585" y="702"/>
                  </a:cubicBezTo>
                  <a:cubicBezTo>
                    <a:pt x="2676" y="763"/>
                    <a:pt x="2797" y="823"/>
                    <a:pt x="2949" y="884"/>
                  </a:cubicBezTo>
                  <a:cubicBezTo>
                    <a:pt x="2889" y="763"/>
                    <a:pt x="2797" y="671"/>
                    <a:pt x="2676" y="550"/>
                  </a:cubicBezTo>
                  <a:cubicBezTo>
                    <a:pt x="2585" y="459"/>
                    <a:pt x="2463" y="367"/>
                    <a:pt x="2341" y="276"/>
                  </a:cubicBezTo>
                  <a:cubicBezTo>
                    <a:pt x="2098" y="124"/>
                    <a:pt x="1764" y="3"/>
                    <a:pt x="1460" y="3"/>
                  </a:cubicBezTo>
                  <a:cubicBezTo>
                    <a:pt x="1437" y="2"/>
                    <a:pt x="1414" y="1"/>
                    <a:pt x="13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1" name="Google Shape;781;p55"/>
          <p:cNvSpPr/>
          <p:nvPr/>
        </p:nvSpPr>
        <p:spPr>
          <a:xfrm>
            <a:off x="3667788" y="1375075"/>
            <a:ext cx="4534800" cy="30939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2" name="Google Shape;782;p55"/>
          <p:cNvGrpSpPr/>
          <p:nvPr/>
        </p:nvGrpSpPr>
        <p:grpSpPr>
          <a:xfrm>
            <a:off x="6065787" y="3525188"/>
            <a:ext cx="1406924" cy="679762"/>
            <a:chOff x="6065788" y="3525188"/>
            <a:chExt cx="1406924" cy="679762"/>
          </a:xfrm>
        </p:grpSpPr>
        <p:sp>
          <p:nvSpPr>
            <p:cNvPr id="783" name="Google Shape;783;p55"/>
            <p:cNvSpPr/>
            <p:nvPr/>
          </p:nvSpPr>
          <p:spPr>
            <a:xfrm>
              <a:off x="6065788" y="3525188"/>
              <a:ext cx="1406924" cy="679762"/>
            </a:xfrm>
            <a:custGeom>
              <a:avLst/>
              <a:gdLst/>
              <a:ahLst/>
              <a:cxnLst/>
              <a:rect l="l" t="t" r="r" b="b"/>
              <a:pathLst>
                <a:path w="37874" h="18299" extrusionOk="0">
                  <a:moveTo>
                    <a:pt x="19758" y="0"/>
                  </a:moveTo>
                  <a:cubicBezTo>
                    <a:pt x="3709" y="0"/>
                    <a:pt x="0" y="18298"/>
                    <a:pt x="0" y="18298"/>
                  </a:cubicBezTo>
                  <a:lnTo>
                    <a:pt x="37873" y="18298"/>
                  </a:lnTo>
                  <a:cubicBezTo>
                    <a:pt x="37873" y="18298"/>
                    <a:pt x="35776" y="0"/>
                    <a:pt x="19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5"/>
            <p:cNvSpPr/>
            <p:nvPr/>
          </p:nvSpPr>
          <p:spPr>
            <a:xfrm>
              <a:off x="6147087" y="3946337"/>
              <a:ext cx="1256737" cy="22623"/>
            </a:xfrm>
            <a:custGeom>
              <a:avLst/>
              <a:gdLst/>
              <a:ahLst/>
              <a:cxnLst/>
              <a:rect l="l" t="t" r="r" b="b"/>
              <a:pathLst>
                <a:path w="33831" h="609" extrusionOk="0">
                  <a:moveTo>
                    <a:pt x="304" y="1"/>
                  </a:moveTo>
                  <a:lnTo>
                    <a:pt x="0" y="609"/>
                  </a:lnTo>
                  <a:lnTo>
                    <a:pt x="33831" y="609"/>
                  </a:lnTo>
                  <a:lnTo>
                    <a:pt x="335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5"/>
            <p:cNvSpPr/>
            <p:nvPr/>
          </p:nvSpPr>
          <p:spPr>
            <a:xfrm>
              <a:off x="6088356" y="4089766"/>
              <a:ext cx="1361790" cy="22586"/>
            </a:xfrm>
            <a:custGeom>
              <a:avLst/>
              <a:gdLst/>
              <a:ahLst/>
              <a:cxnLst/>
              <a:rect l="l" t="t" r="r" b="b"/>
              <a:pathLst>
                <a:path w="36659" h="608" extrusionOk="0">
                  <a:moveTo>
                    <a:pt x="214" y="0"/>
                  </a:moveTo>
                  <a:lnTo>
                    <a:pt x="1" y="608"/>
                  </a:lnTo>
                  <a:lnTo>
                    <a:pt x="36658" y="608"/>
                  </a:lnTo>
                  <a:lnTo>
                    <a:pt x="365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 name="Google Shape;786;p55"/>
          <p:cNvGrpSpPr/>
          <p:nvPr/>
        </p:nvGrpSpPr>
        <p:grpSpPr>
          <a:xfrm>
            <a:off x="4397688" y="3470135"/>
            <a:ext cx="1409292" cy="734710"/>
            <a:chOff x="2314813" y="3689760"/>
            <a:chExt cx="1409292" cy="734710"/>
          </a:xfrm>
        </p:grpSpPr>
        <p:sp>
          <p:nvSpPr>
            <p:cNvPr id="787" name="Google Shape;787;p55"/>
            <p:cNvSpPr/>
            <p:nvPr/>
          </p:nvSpPr>
          <p:spPr>
            <a:xfrm>
              <a:off x="2314813" y="3743564"/>
              <a:ext cx="1409292" cy="680906"/>
            </a:xfrm>
            <a:custGeom>
              <a:avLst/>
              <a:gdLst/>
              <a:ahLst/>
              <a:cxnLst/>
              <a:rect l="l" t="t" r="r" b="b"/>
              <a:pathLst>
                <a:path w="37874" h="18299" extrusionOk="0">
                  <a:moveTo>
                    <a:pt x="19758" y="0"/>
                  </a:moveTo>
                  <a:cubicBezTo>
                    <a:pt x="3709" y="0"/>
                    <a:pt x="0" y="18298"/>
                    <a:pt x="0" y="18298"/>
                  </a:cubicBezTo>
                  <a:lnTo>
                    <a:pt x="37873" y="18298"/>
                  </a:lnTo>
                  <a:cubicBezTo>
                    <a:pt x="37873" y="18298"/>
                    <a:pt x="35776" y="0"/>
                    <a:pt x="197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55"/>
            <p:cNvSpPr/>
            <p:nvPr/>
          </p:nvSpPr>
          <p:spPr>
            <a:xfrm>
              <a:off x="2856537" y="3689760"/>
              <a:ext cx="192338" cy="306052"/>
            </a:xfrm>
            <a:custGeom>
              <a:avLst/>
              <a:gdLst/>
              <a:ahLst/>
              <a:cxnLst/>
              <a:rect l="l" t="t" r="r" b="b"/>
              <a:pathLst>
                <a:path w="5169" h="8225" extrusionOk="0">
                  <a:moveTo>
                    <a:pt x="1797" y="0"/>
                  </a:moveTo>
                  <a:cubicBezTo>
                    <a:pt x="1645" y="0"/>
                    <a:pt x="1238" y="367"/>
                    <a:pt x="153" y="2176"/>
                  </a:cubicBezTo>
                  <a:cubicBezTo>
                    <a:pt x="1" y="5641"/>
                    <a:pt x="3253" y="8225"/>
                    <a:pt x="3253" y="8225"/>
                  </a:cubicBezTo>
                  <a:lnTo>
                    <a:pt x="5168" y="4486"/>
                  </a:lnTo>
                  <a:lnTo>
                    <a:pt x="1764" y="1446"/>
                  </a:lnTo>
                  <a:lnTo>
                    <a:pt x="1885" y="170"/>
                  </a:lnTo>
                  <a:cubicBezTo>
                    <a:pt x="1885" y="170"/>
                    <a:pt x="1900" y="0"/>
                    <a:pt x="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55"/>
            <p:cNvSpPr/>
            <p:nvPr/>
          </p:nvSpPr>
          <p:spPr>
            <a:xfrm>
              <a:off x="3048833" y="3689760"/>
              <a:ext cx="200227" cy="306052"/>
            </a:xfrm>
            <a:custGeom>
              <a:avLst/>
              <a:gdLst/>
              <a:ahLst/>
              <a:cxnLst/>
              <a:rect l="l" t="t" r="r" b="b"/>
              <a:pathLst>
                <a:path w="5381" h="8225" extrusionOk="0">
                  <a:moveTo>
                    <a:pt x="3584" y="0"/>
                  </a:moveTo>
                  <a:cubicBezTo>
                    <a:pt x="3481" y="0"/>
                    <a:pt x="3496" y="170"/>
                    <a:pt x="3496" y="170"/>
                  </a:cubicBezTo>
                  <a:lnTo>
                    <a:pt x="3587" y="1446"/>
                  </a:lnTo>
                  <a:lnTo>
                    <a:pt x="0" y="4486"/>
                  </a:lnTo>
                  <a:lnTo>
                    <a:pt x="2128" y="8225"/>
                  </a:lnTo>
                  <a:cubicBezTo>
                    <a:pt x="2128" y="8225"/>
                    <a:pt x="5380" y="5641"/>
                    <a:pt x="5228" y="2176"/>
                  </a:cubicBezTo>
                  <a:cubicBezTo>
                    <a:pt x="4143" y="367"/>
                    <a:pt x="3736" y="0"/>
                    <a:pt x="35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0" name="Google Shape;790;p55"/>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Personnalisez votre avatar</a:t>
            </a:r>
            <a:endParaRPr/>
          </a:p>
        </p:txBody>
      </p:sp>
      <p:grpSp>
        <p:nvGrpSpPr>
          <p:cNvPr id="791" name="Google Shape;791;p55"/>
          <p:cNvGrpSpPr/>
          <p:nvPr/>
        </p:nvGrpSpPr>
        <p:grpSpPr>
          <a:xfrm>
            <a:off x="4331470" y="1791060"/>
            <a:ext cx="403641" cy="86685"/>
            <a:chOff x="4454857" y="1714860"/>
            <a:chExt cx="403641" cy="86685"/>
          </a:xfrm>
        </p:grpSpPr>
        <p:sp>
          <p:nvSpPr>
            <p:cNvPr id="792" name="Google Shape;792;p55"/>
            <p:cNvSpPr/>
            <p:nvPr/>
          </p:nvSpPr>
          <p:spPr>
            <a:xfrm>
              <a:off x="4454857" y="1714860"/>
              <a:ext cx="39948" cy="79859"/>
            </a:xfrm>
            <a:custGeom>
              <a:avLst/>
              <a:gdLst/>
              <a:ahLst/>
              <a:cxnLst/>
              <a:rect l="l" t="t" r="r" b="b"/>
              <a:pathLst>
                <a:path w="1065" h="2129" extrusionOk="0">
                  <a:moveTo>
                    <a:pt x="548" y="0"/>
                  </a:moveTo>
                  <a:cubicBezTo>
                    <a:pt x="244" y="0"/>
                    <a:pt x="1" y="487"/>
                    <a:pt x="1" y="1064"/>
                  </a:cubicBezTo>
                  <a:cubicBezTo>
                    <a:pt x="1" y="1672"/>
                    <a:pt x="244" y="2128"/>
                    <a:pt x="548" y="2128"/>
                  </a:cubicBezTo>
                  <a:cubicBezTo>
                    <a:pt x="852" y="2128"/>
                    <a:pt x="1064" y="1642"/>
                    <a:pt x="1064" y="1064"/>
                  </a:cubicBezTo>
                  <a:cubicBezTo>
                    <a:pt x="1064" y="487"/>
                    <a:pt x="852"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55"/>
            <p:cNvSpPr/>
            <p:nvPr/>
          </p:nvSpPr>
          <p:spPr>
            <a:xfrm>
              <a:off x="4818550" y="1721687"/>
              <a:ext cx="39948" cy="79859"/>
            </a:xfrm>
            <a:custGeom>
              <a:avLst/>
              <a:gdLst/>
              <a:ahLst/>
              <a:cxnLst/>
              <a:rect l="l" t="t" r="r" b="b"/>
              <a:pathLst>
                <a:path w="1065" h="2129" extrusionOk="0">
                  <a:moveTo>
                    <a:pt x="548" y="1"/>
                  </a:moveTo>
                  <a:cubicBezTo>
                    <a:pt x="244" y="1"/>
                    <a:pt x="1" y="457"/>
                    <a:pt x="1" y="1065"/>
                  </a:cubicBezTo>
                  <a:cubicBezTo>
                    <a:pt x="1" y="1673"/>
                    <a:pt x="244" y="2129"/>
                    <a:pt x="548" y="2129"/>
                  </a:cubicBezTo>
                  <a:cubicBezTo>
                    <a:pt x="852" y="2129"/>
                    <a:pt x="1065" y="1642"/>
                    <a:pt x="1065" y="1065"/>
                  </a:cubicBezTo>
                  <a:cubicBezTo>
                    <a:pt x="1065" y="457"/>
                    <a:pt x="852" y="1"/>
                    <a:pt x="5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4" name="Google Shape;794;p55"/>
          <p:cNvGrpSpPr/>
          <p:nvPr/>
        </p:nvGrpSpPr>
        <p:grpSpPr>
          <a:xfrm>
            <a:off x="5405930" y="1680103"/>
            <a:ext cx="774237" cy="308605"/>
            <a:chOff x="4564200" y="1651725"/>
            <a:chExt cx="708554" cy="272547"/>
          </a:xfrm>
        </p:grpSpPr>
        <p:sp>
          <p:nvSpPr>
            <p:cNvPr id="795" name="Google Shape;795;p55"/>
            <p:cNvSpPr/>
            <p:nvPr/>
          </p:nvSpPr>
          <p:spPr>
            <a:xfrm>
              <a:off x="4564200" y="1651725"/>
              <a:ext cx="272547" cy="272547"/>
            </a:xfrm>
            <a:custGeom>
              <a:avLst/>
              <a:gdLst/>
              <a:ahLst/>
              <a:cxnLst/>
              <a:rect l="l" t="t" r="r" b="b"/>
              <a:pathLst>
                <a:path w="8208" h="8208" fill="none" extrusionOk="0">
                  <a:moveTo>
                    <a:pt x="8208" y="4104"/>
                  </a:moveTo>
                  <a:cubicBezTo>
                    <a:pt x="8208" y="6353"/>
                    <a:pt x="6384" y="8207"/>
                    <a:pt x="4104" y="8207"/>
                  </a:cubicBezTo>
                  <a:cubicBezTo>
                    <a:pt x="1825" y="8207"/>
                    <a:pt x="1" y="6353"/>
                    <a:pt x="1" y="4104"/>
                  </a:cubicBezTo>
                  <a:cubicBezTo>
                    <a:pt x="1" y="1824"/>
                    <a:pt x="1825" y="1"/>
                    <a:pt x="4104" y="1"/>
                  </a:cubicBezTo>
                  <a:cubicBezTo>
                    <a:pt x="6384" y="1"/>
                    <a:pt x="8208" y="1824"/>
                    <a:pt x="8208" y="4104"/>
                  </a:cubicBez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55"/>
            <p:cNvSpPr/>
            <p:nvPr/>
          </p:nvSpPr>
          <p:spPr>
            <a:xfrm>
              <a:off x="5000208" y="1651725"/>
              <a:ext cx="272547" cy="272547"/>
            </a:xfrm>
            <a:custGeom>
              <a:avLst/>
              <a:gdLst/>
              <a:ahLst/>
              <a:cxnLst/>
              <a:rect l="l" t="t" r="r" b="b"/>
              <a:pathLst>
                <a:path w="8208" h="8208" fill="none" extrusionOk="0">
                  <a:moveTo>
                    <a:pt x="8208" y="4104"/>
                  </a:moveTo>
                  <a:cubicBezTo>
                    <a:pt x="8208" y="6353"/>
                    <a:pt x="6384" y="8207"/>
                    <a:pt x="4104" y="8207"/>
                  </a:cubicBezTo>
                  <a:cubicBezTo>
                    <a:pt x="1855" y="8207"/>
                    <a:pt x="1" y="6353"/>
                    <a:pt x="1" y="4104"/>
                  </a:cubicBezTo>
                  <a:cubicBezTo>
                    <a:pt x="1" y="1824"/>
                    <a:pt x="1855" y="1"/>
                    <a:pt x="4104" y="1"/>
                  </a:cubicBezTo>
                  <a:cubicBezTo>
                    <a:pt x="6384" y="1"/>
                    <a:pt x="8208" y="1824"/>
                    <a:pt x="8208" y="4104"/>
                  </a:cubicBez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5"/>
            <p:cNvSpPr/>
            <p:nvPr/>
          </p:nvSpPr>
          <p:spPr>
            <a:xfrm>
              <a:off x="4834717" y="1702197"/>
              <a:ext cx="167552" cy="85835"/>
            </a:xfrm>
            <a:custGeom>
              <a:avLst/>
              <a:gdLst/>
              <a:ahLst/>
              <a:cxnLst/>
              <a:rect l="l" t="t" r="r" b="b"/>
              <a:pathLst>
                <a:path w="5046" h="2585" fill="none" extrusionOk="0">
                  <a:moveTo>
                    <a:pt x="0" y="2341"/>
                  </a:moveTo>
                  <a:cubicBezTo>
                    <a:pt x="0" y="2341"/>
                    <a:pt x="2948" y="0"/>
                    <a:pt x="5046" y="2584"/>
                  </a:cubicBezTo>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 name="Google Shape;798;p55"/>
          <p:cNvGrpSpPr/>
          <p:nvPr/>
        </p:nvGrpSpPr>
        <p:grpSpPr>
          <a:xfrm>
            <a:off x="6850988" y="1735100"/>
            <a:ext cx="687943" cy="198580"/>
            <a:chOff x="4536250" y="1658913"/>
            <a:chExt cx="687943" cy="198580"/>
          </a:xfrm>
        </p:grpSpPr>
        <p:sp>
          <p:nvSpPr>
            <p:cNvPr id="799" name="Google Shape;799;p55"/>
            <p:cNvSpPr/>
            <p:nvPr/>
          </p:nvSpPr>
          <p:spPr>
            <a:xfrm>
              <a:off x="4800697" y="1706542"/>
              <a:ext cx="162117" cy="64860"/>
            </a:xfrm>
            <a:custGeom>
              <a:avLst/>
              <a:gdLst/>
              <a:ahLst/>
              <a:cxnLst/>
              <a:rect l="l" t="t" r="r" b="b"/>
              <a:pathLst>
                <a:path w="4864" h="1946" fill="none" extrusionOk="0">
                  <a:moveTo>
                    <a:pt x="0" y="1945"/>
                  </a:moveTo>
                  <a:cubicBezTo>
                    <a:pt x="0" y="1945"/>
                    <a:pt x="2766" y="0"/>
                    <a:pt x="4863" y="1945"/>
                  </a:cubicBezTo>
                </a:path>
              </a:pathLst>
            </a:custGeom>
            <a:noFill/>
            <a:ln w="19050" cap="flat" cmpd="sng">
              <a:solidFill>
                <a:schemeClr val="accent3"/>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55"/>
            <p:cNvSpPr/>
            <p:nvPr/>
          </p:nvSpPr>
          <p:spPr>
            <a:xfrm>
              <a:off x="4536250" y="1658913"/>
              <a:ext cx="263440" cy="192514"/>
            </a:xfrm>
            <a:custGeom>
              <a:avLst/>
              <a:gdLst/>
              <a:ahLst/>
              <a:cxnLst/>
              <a:rect l="l" t="t" r="r" b="b"/>
              <a:pathLst>
                <a:path w="7904" h="5776" fill="none" extrusionOk="0">
                  <a:moveTo>
                    <a:pt x="1" y="0"/>
                  </a:moveTo>
                  <a:lnTo>
                    <a:pt x="7904" y="0"/>
                  </a:lnTo>
                  <a:lnTo>
                    <a:pt x="7904" y="5776"/>
                  </a:lnTo>
                  <a:lnTo>
                    <a:pt x="1" y="5776"/>
                  </a:lnTo>
                  <a:close/>
                </a:path>
              </a:pathLst>
            </a:custGeom>
            <a:noFill/>
            <a:ln w="19050" cap="flat" cmpd="sng">
              <a:solidFill>
                <a:schemeClr val="accent3"/>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55"/>
            <p:cNvSpPr/>
            <p:nvPr/>
          </p:nvSpPr>
          <p:spPr>
            <a:xfrm>
              <a:off x="4962786" y="1664979"/>
              <a:ext cx="261407" cy="192514"/>
            </a:xfrm>
            <a:custGeom>
              <a:avLst/>
              <a:gdLst/>
              <a:ahLst/>
              <a:cxnLst/>
              <a:rect l="l" t="t" r="r" b="b"/>
              <a:pathLst>
                <a:path w="7843" h="5776" fill="none" extrusionOk="0">
                  <a:moveTo>
                    <a:pt x="0" y="1"/>
                  </a:moveTo>
                  <a:lnTo>
                    <a:pt x="7843" y="1"/>
                  </a:lnTo>
                  <a:lnTo>
                    <a:pt x="7843" y="5776"/>
                  </a:lnTo>
                  <a:lnTo>
                    <a:pt x="0" y="5776"/>
                  </a:lnTo>
                  <a:close/>
                </a:path>
              </a:pathLst>
            </a:custGeom>
            <a:noFill/>
            <a:ln w="19050" cap="flat" cmpd="sng">
              <a:solidFill>
                <a:schemeClr val="accent3"/>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 name="Google Shape;802;p55"/>
          <p:cNvGrpSpPr/>
          <p:nvPr/>
        </p:nvGrpSpPr>
        <p:grpSpPr>
          <a:xfrm>
            <a:off x="3949688" y="2533088"/>
            <a:ext cx="920855" cy="558969"/>
            <a:chOff x="2350675" y="2122500"/>
            <a:chExt cx="920855" cy="558969"/>
          </a:xfrm>
        </p:grpSpPr>
        <p:sp>
          <p:nvSpPr>
            <p:cNvPr id="803" name="Google Shape;803;p55"/>
            <p:cNvSpPr/>
            <p:nvPr/>
          </p:nvSpPr>
          <p:spPr>
            <a:xfrm>
              <a:off x="3069887" y="2330101"/>
              <a:ext cx="201643" cy="351369"/>
            </a:xfrm>
            <a:custGeom>
              <a:avLst/>
              <a:gdLst/>
              <a:ahLst/>
              <a:cxnLst/>
              <a:rect l="l" t="t" r="r" b="b"/>
              <a:pathLst>
                <a:path w="5488" h="9563" extrusionOk="0">
                  <a:moveTo>
                    <a:pt x="3131" y="1"/>
                  </a:moveTo>
                  <a:cubicBezTo>
                    <a:pt x="3128" y="1"/>
                    <a:pt x="3124" y="1"/>
                    <a:pt x="3120" y="1"/>
                  </a:cubicBezTo>
                  <a:cubicBezTo>
                    <a:pt x="865" y="90"/>
                    <a:pt x="0" y="9562"/>
                    <a:pt x="4031" y="9562"/>
                  </a:cubicBezTo>
                  <a:cubicBezTo>
                    <a:pt x="4130" y="9562"/>
                    <a:pt x="4231" y="9557"/>
                    <a:pt x="4336" y="9545"/>
                  </a:cubicBezTo>
                  <a:cubicBezTo>
                    <a:pt x="4336" y="9545"/>
                    <a:pt x="5487" y="1"/>
                    <a:pt x="31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55"/>
            <p:cNvSpPr/>
            <p:nvPr/>
          </p:nvSpPr>
          <p:spPr>
            <a:xfrm>
              <a:off x="2350675" y="2122500"/>
              <a:ext cx="812634" cy="332740"/>
            </a:xfrm>
            <a:custGeom>
              <a:avLst/>
              <a:gdLst/>
              <a:ahLst/>
              <a:cxnLst/>
              <a:rect l="l" t="t" r="r" b="b"/>
              <a:pathLst>
                <a:path w="22117" h="9056" extrusionOk="0">
                  <a:moveTo>
                    <a:pt x="16994" y="1"/>
                  </a:moveTo>
                  <a:cubicBezTo>
                    <a:pt x="15684" y="1"/>
                    <a:pt x="14383" y="241"/>
                    <a:pt x="13119" y="575"/>
                  </a:cubicBezTo>
                  <a:cubicBezTo>
                    <a:pt x="12025" y="879"/>
                    <a:pt x="10961" y="1244"/>
                    <a:pt x="9928" y="1700"/>
                  </a:cubicBezTo>
                  <a:cubicBezTo>
                    <a:pt x="7427" y="2785"/>
                    <a:pt x="5140" y="3266"/>
                    <a:pt x="3510" y="3266"/>
                  </a:cubicBezTo>
                  <a:cubicBezTo>
                    <a:pt x="2129" y="3266"/>
                    <a:pt x="1220" y="2921"/>
                    <a:pt x="1052" y="2307"/>
                  </a:cubicBezTo>
                  <a:lnTo>
                    <a:pt x="1052" y="2307"/>
                  </a:lnTo>
                  <a:cubicBezTo>
                    <a:pt x="657" y="4314"/>
                    <a:pt x="1691" y="5225"/>
                    <a:pt x="2937" y="5377"/>
                  </a:cubicBezTo>
                  <a:cubicBezTo>
                    <a:pt x="961" y="5317"/>
                    <a:pt x="323" y="4101"/>
                    <a:pt x="323" y="4101"/>
                  </a:cubicBezTo>
                  <a:lnTo>
                    <a:pt x="323" y="4101"/>
                  </a:lnTo>
                  <a:cubicBezTo>
                    <a:pt x="323" y="4101"/>
                    <a:pt x="1" y="7965"/>
                    <a:pt x="3322" y="7965"/>
                  </a:cubicBezTo>
                  <a:cubicBezTo>
                    <a:pt x="3385" y="7965"/>
                    <a:pt x="3449" y="7964"/>
                    <a:pt x="3514" y="7961"/>
                  </a:cubicBezTo>
                  <a:cubicBezTo>
                    <a:pt x="6383" y="7837"/>
                    <a:pt x="12712" y="5762"/>
                    <a:pt x="16069" y="5762"/>
                  </a:cubicBezTo>
                  <a:cubicBezTo>
                    <a:pt x="16838" y="5762"/>
                    <a:pt x="17451" y="5871"/>
                    <a:pt x="17831" y="6137"/>
                  </a:cubicBezTo>
                  <a:cubicBezTo>
                    <a:pt x="19463" y="7368"/>
                    <a:pt x="19747" y="9056"/>
                    <a:pt x="21014" y="9056"/>
                  </a:cubicBezTo>
                  <a:cubicBezTo>
                    <a:pt x="21280" y="9056"/>
                    <a:pt x="21590" y="8981"/>
                    <a:pt x="21965" y="8812"/>
                  </a:cubicBezTo>
                  <a:cubicBezTo>
                    <a:pt x="22056" y="7991"/>
                    <a:pt x="22086" y="7171"/>
                    <a:pt x="22117" y="6380"/>
                  </a:cubicBezTo>
                  <a:cubicBezTo>
                    <a:pt x="22117" y="5165"/>
                    <a:pt x="22117" y="3858"/>
                    <a:pt x="21782" y="2703"/>
                  </a:cubicBezTo>
                  <a:cubicBezTo>
                    <a:pt x="21265" y="909"/>
                    <a:pt x="19776" y="271"/>
                    <a:pt x="18074" y="58"/>
                  </a:cubicBezTo>
                  <a:cubicBezTo>
                    <a:pt x="17714" y="19"/>
                    <a:pt x="17353" y="1"/>
                    <a:pt x="169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55"/>
            <p:cNvSpPr/>
            <p:nvPr/>
          </p:nvSpPr>
          <p:spPr>
            <a:xfrm>
              <a:off x="3155462" y="2236295"/>
              <a:ext cx="108574" cy="112910"/>
            </a:xfrm>
            <a:custGeom>
              <a:avLst/>
              <a:gdLst/>
              <a:ahLst/>
              <a:cxnLst/>
              <a:rect l="l" t="t" r="r" b="b"/>
              <a:pathLst>
                <a:path w="2955" h="3073" extrusionOk="0">
                  <a:moveTo>
                    <a:pt x="1490" y="1"/>
                  </a:moveTo>
                  <a:cubicBezTo>
                    <a:pt x="730" y="1"/>
                    <a:pt x="1" y="2980"/>
                    <a:pt x="62" y="3010"/>
                  </a:cubicBezTo>
                  <a:cubicBezTo>
                    <a:pt x="154" y="3053"/>
                    <a:pt x="259" y="3073"/>
                    <a:pt x="371" y="3073"/>
                  </a:cubicBezTo>
                  <a:cubicBezTo>
                    <a:pt x="1362" y="3073"/>
                    <a:pt x="2954" y="1544"/>
                    <a:pt x="2463" y="1217"/>
                  </a:cubicBezTo>
                  <a:cubicBezTo>
                    <a:pt x="2400" y="1180"/>
                    <a:pt x="2331" y="1164"/>
                    <a:pt x="2258" y="1164"/>
                  </a:cubicBezTo>
                  <a:cubicBezTo>
                    <a:pt x="1660" y="1164"/>
                    <a:pt x="791" y="2250"/>
                    <a:pt x="791" y="2250"/>
                  </a:cubicBezTo>
                  <a:cubicBezTo>
                    <a:pt x="791" y="2250"/>
                    <a:pt x="2250" y="1"/>
                    <a:pt x="14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6" name="Google Shape;806;p55"/>
          <p:cNvSpPr/>
          <p:nvPr/>
        </p:nvSpPr>
        <p:spPr>
          <a:xfrm>
            <a:off x="4949166" y="2457263"/>
            <a:ext cx="1025747" cy="600906"/>
          </a:xfrm>
          <a:custGeom>
            <a:avLst/>
            <a:gdLst/>
            <a:ahLst/>
            <a:cxnLst/>
            <a:rect l="l" t="t" r="r" b="b"/>
            <a:pathLst>
              <a:path w="26281" h="15396" extrusionOk="0">
                <a:moveTo>
                  <a:pt x="10234" y="1"/>
                </a:moveTo>
                <a:cubicBezTo>
                  <a:pt x="10149" y="1"/>
                  <a:pt x="10061" y="4"/>
                  <a:pt x="9971" y="10"/>
                </a:cubicBezTo>
                <a:cubicBezTo>
                  <a:pt x="7509" y="193"/>
                  <a:pt x="7174" y="2685"/>
                  <a:pt x="7174" y="2685"/>
                </a:cubicBezTo>
                <a:cubicBezTo>
                  <a:pt x="7174" y="2685"/>
                  <a:pt x="6288" y="1333"/>
                  <a:pt x="4821" y="1333"/>
                </a:cubicBezTo>
                <a:cubicBezTo>
                  <a:pt x="4202" y="1333"/>
                  <a:pt x="3479" y="1574"/>
                  <a:pt x="2676" y="2260"/>
                </a:cubicBezTo>
                <a:cubicBezTo>
                  <a:pt x="1" y="4600"/>
                  <a:pt x="3588" y="7548"/>
                  <a:pt x="3588" y="7548"/>
                </a:cubicBezTo>
                <a:cubicBezTo>
                  <a:pt x="3588" y="7548"/>
                  <a:pt x="2007" y="9555"/>
                  <a:pt x="3071" y="12260"/>
                </a:cubicBezTo>
                <a:cubicBezTo>
                  <a:pt x="3515" y="13359"/>
                  <a:pt x="4399" y="13693"/>
                  <a:pt x="5295" y="13693"/>
                </a:cubicBezTo>
                <a:cubicBezTo>
                  <a:pt x="5688" y="13693"/>
                  <a:pt x="6083" y="13629"/>
                  <a:pt x="6445" y="13536"/>
                </a:cubicBezTo>
                <a:cubicBezTo>
                  <a:pt x="7296" y="13324"/>
                  <a:pt x="7995" y="12777"/>
                  <a:pt x="8451" y="12017"/>
                </a:cubicBezTo>
                <a:cubicBezTo>
                  <a:pt x="9272" y="10710"/>
                  <a:pt x="10548" y="9372"/>
                  <a:pt x="12554" y="8521"/>
                </a:cubicBezTo>
                <a:cubicBezTo>
                  <a:pt x="13125" y="8274"/>
                  <a:pt x="13735" y="8145"/>
                  <a:pt x="14341" y="8145"/>
                </a:cubicBezTo>
                <a:cubicBezTo>
                  <a:pt x="14928" y="8145"/>
                  <a:pt x="15511" y="8267"/>
                  <a:pt x="16050" y="8521"/>
                </a:cubicBezTo>
                <a:cubicBezTo>
                  <a:pt x="16506" y="8764"/>
                  <a:pt x="16931" y="9068"/>
                  <a:pt x="17326" y="9433"/>
                </a:cubicBezTo>
                <a:cubicBezTo>
                  <a:pt x="17874" y="10011"/>
                  <a:pt x="18117" y="10770"/>
                  <a:pt x="18603" y="11378"/>
                </a:cubicBezTo>
                <a:cubicBezTo>
                  <a:pt x="18907" y="11773"/>
                  <a:pt x="19302" y="12108"/>
                  <a:pt x="19758" y="12229"/>
                </a:cubicBezTo>
                <a:cubicBezTo>
                  <a:pt x="19945" y="12280"/>
                  <a:pt x="20120" y="12303"/>
                  <a:pt x="20284" y="12303"/>
                </a:cubicBezTo>
                <a:cubicBezTo>
                  <a:pt x="21798" y="12303"/>
                  <a:pt x="22351" y="10297"/>
                  <a:pt x="22433" y="9007"/>
                </a:cubicBezTo>
                <a:cubicBezTo>
                  <a:pt x="22462" y="9006"/>
                  <a:pt x="22491" y="9005"/>
                  <a:pt x="22519" y="9005"/>
                </a:cubicBezTo>
                <a:cubicBezTo>
                  <a:pt x="24928" y="9005"/>
                  <a:pt x="25024" y="15300"/>
                  <a:pt x="25685" y="15391"/>
                </a:cubicBezTo>
                <a:cubicBezTo>
                  <a:pt x="25698" y="15394"/>
                  <a:pt x="25712" y="15395"/>
                  <a:pt x="25725" y="15395"/>
                </a:cubicBezTo>
                <a:cubicBezTo>
                  <a:pt x="25966" y="15395"/>
                  <a:pt x="26280" y="14900"/>
                  <a:pt x="26050" y="14296"/>
                </a:cubicBezTo>
                <a:cubicBezTo>
                  <a:pt x="25716" y="13354"/>
                  <a:pt x="25320" y="11682"/>
                  <a:pt x="25685" y="9828"/>
                </a:cubicBezTo>
                <a:cubicBezTo>
                  <a:pt x="26202" y="7001"/>
                  <a:pt x="25017" y="4235"/>
                  <a:pt x="22554" y="3688"/>
                </a:cubicBezTo>
                <a:cubicBezTo>
                  <a:pt x="22261" y="3624"/>
                  <a:pt x="21989" y="3598"/>
                  <a:pt x="21742" y="3598"/>
                </a:cubicBezTo>
                <a:cubicBezTo>
                  <a:pt x="20706" y="3598"/>
                  <a:pt x="20092" y="4053"/>
                  <a:pt x="20092" y="4053"/>
                </a:cubicBezTo>
                <a:cubicBezTo>
                  <a:pt x="20092" y="4053"/>
                  <a:pt x="20609" y="1044"/>
                  <a:pt x="17691" y="466"/>
                </a:cubicBezTo>
                <a:cubicBezTo>
                  <a:pt x="17378" y="404"/>
                  <a:pt x="17081" y="377"/>
                  <a:pt x="16802" y="377"/>
                </a:cubicBezTo>
                <a:cubicBezTo>
                  <a:pt x="14477" y="377"/>
                  <a:pt x="13314" y="2290"/>
                  <a:pt x="13314" y="2290"/>
                </a:cubicBezTo>
                <a:cubicBezTo>
                  <a:pt x="13314" y="2290"/>
                  <a:pt x="12551" y="1"/>
                  <a:pt x="10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7" name="Google Shape;807;p55"/>
          <p:cNvGrpSpPr/>
          <p:nvPr/>
        </p:nvGrpSpPr>
        <p:grpSpPr>
          <a:xfrm>
            <a:off x="6999838" y="2457252"/>
            <a:ext cx="920873" cy="965481"/>
            <a:chOff x="5676075" y="1973927"/>
            <a:chExt cx="920873" cy="965481"/>
          </a:xfrm>
        </p:grpSpPr>
        <p:sp>
          <p:nvSpPr>
            <p:cNvPr id="808" name="Google Shape;808;p55"/>
            <p:cNvSpPr/>
            <p:nvPr/>
          </p:nvSpPr>
          <p:spPr>
            <a:xfrm>
              <a:off x="5802355" y="2612120"/>
              <a:ext cx="732586" cy="327288"/>
            </a:xfrm>
            <a:custGeom>
              <a:avLst/>
              <a:gdLst/>
              <a:ahLst/>
              <a:cxnLst/>
              <a:rect l="l" t="t" r="r" b="b"/>
              <a:pathLst>
                <a:path w="20275" h="9058" extrusionOk="0">
                  <a:moveTo>
                    <a:pt x="1" y="0"/>
                  </a:moveTo>
                  <a:cubicBezTo>
                    <a:pt x="1" y="91"/>
                    <a:pt x="1" y="152"/>
                    <a:pt x="62" y="243"/>
                  </a:cubicBezTo>
                  <a:cubicBezTo>
                    <a:pt x="396" y="3344"/>
                    <a:pt x="1885" y="6079"/>
                    <a:pt x="4712" y="7569"/>
                  </a:cubicBezTo>
                  <a:cubicBezTo>
                    <a:pt x="6468" y="8503"/>
                    <a:pt x="8591" y="9058"/>
                    <a:pt x="10672" y="9058"/>
                  </a:cubicBezTo>
                  <a:cubicBezTo>
                    <a:pt x="11978" y="9058"/>
                    <a:pt x="13267" y="8839"/>
                    <a:pt x="14439" y="8359"/>
                  </a:cubicBezTo>
                  <a:cubicBezTo>
                    <a:pt x="16810" y="7417"/>
                    <a:pt x="18603" y="5654"/>
                    <a:pt x="19545" y="3374"/>
                  </a:cubicBezTo>
                  <a:cubicBezTo>
                    <a:pt x="19880" y="2493"/>
                    <a:pt x="20123" y="1550"/>
                    <a:pt x="20275" y="578"/>
                  </a:cubicBezTo>
                  <a:lnTo>
                    <a:pt x="20275" y="578"/>
                  </a:lnTo>
                  <a:cubicBezTo>
                    <a:pt x="19302" y="882"/>
                    <a:pt x="18481" y="1672"/>
                    <a:pt x="18056" y="2614"/>
                  </a:cubicBezTo>
                  <a:cubicBezTo>
                    <a:pt x="17752" y="3222"/>
                    <a:pt x="17630" y="3921"/>
                    <a:pt x="17296" y="4529"/>
                  </a:cubicBezTo>
                  <a:cubicBezTo>
                    <a:pt x="16665" y="5704"/>
                    <a:pt x="15427" y="6380"/>
                    <a:pt x="14139" y="6380"/>
                  </a:cubicBezTo>
                  <a:cubicBezTo>
                    <a:pt x="13627" y="6380"/>
                    <a:pt x="13108" y="6274"/>
                    <a:pt x="12615" y="6049"/>
                  </a:cubicBezTo>
                  <a:cubicBezTo>
                    <a:pt x="12129" y="5806"/>
                    <a:pt x="11673" y="5471"/>
                    <a:pt x="11156" y="5350"/>
                  </a:cubicBezTo>
                  <a:cubicBezTo>
                    <a:pt x="11060" y="5338"/>
                    <a:pt x="10964" y="5332"/>
                    <a:pt x="10868" y="5332"/>
                  </a:cubicBezTo>
                  <a:cubicBezTo>
                    <a:pt x="10451" y="5332"/>
                    <a:pt x="10049" y="5448"/>
                    <a:pt x="9727" y="5745"/>
                  </a:cubicBezTo>
                  <a:cubicBezTo>
                    <a:pt x="9424" y="5988"/>
                    <a:pt x="9211" y="6414"/>
                    <a:pt x="8816" y="6626"/>
                  </a:cubicBezTo>
                  <a:cubicBezTo>
                    <a:pt x="8572" y="6778"/>
                    <a:pt x="8268" y="6809"/>
                    <a:pt x="7965" y="6809"/>
                  </a:cubicBezTo>
                  <a:cubicBezTo>
                    <a:pt x="6384" y="6809"/>
                    <a:pt x="5077" y="6079"/>
                    <a:pt x="4195" y="4833"/>
                  </a:cubicBezTo>
                  <a:cubicBezTo>
                    <a:pt x="3405" y="3678"/>
                    <a:pt x="2858" y="2371"/>
                    <a:pt x="1885" y="1338"/>
                  </a:cubicBezTo>
                  <a:cubicBezTo>
                    <a:pt x="1338" y="790"/>
                    <a:pt x="700" y="395"/>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55"/>
            <p:cNvSpPr/>
            <p:nvPr/>
          </p:nvSpPr>
          <p:spPr>
            <a:xfrm>
              <a:off x="5676075" y="1974253"/>
              <a:ext cx="920873" cy="506469"/>
            </a:xfrm>
            <a:custGeom>
              <a:avLst/>
              <a:gdLst/>
              <a:ahLst/>
              <a:cxnLst/>
              <a:rect l="l" t="t" r="r" b="b"/>
              <a:pathLst>
                <a:path w="25486" h="14017" extrusionOk="0">
                  <a:moveTo>
                    <a:pt x="15478" y="0"/>
                  </a:moveTo>
                  <a:cubicBezTo>
                    <a:pt x="11427" y="0"/>
                    <a:pt x="6201" y="3247"/>
                    <a:pt x="6201" y="3247"/>
                  </a:cubicBezTo>
                  <a:cubicBezTo>
                    <a:pt x="6201" y="3247"/>
                    <a:pt x="7042" y="663"/>
                    <a:pt x="5558" y="663"/>
                  </a:cubicBezTo>
                  <a:cubicBezTo>
                    <a:pt x="5550" y="663"/>
                    <a:pt x="5541" y="663"/>
                    <a:pt x="5532" y="663"/>
                  </a:cubicBezTo>
                  <a:cubicBezTo>
                    <a:pt x="4474" y="684"/>
                    <a:pt x="4403" y="1989"/>
                    <a:pt x="4458" y="2778"/>
                  </a:cubicBezTo>
                  <a:lnTo>
                    <a:pt x="4458" y="2778"/>
                  </a:lnTo>
                  <a:cubicBezTo>
                    <a:pt x="4356" y="2184"/>
                    <a:pt x="4119" y="1354"/>
                    <a:pt x="3586" y="1354"/>
                  </a:cubicBezTo>
                  <a:cubicBezTo>
                    <a:pt x="3557" y="1354"/>
                    <a:pt x="3527" y="1357"/>
                    <a:pt x="3496" y="1362"/>
                  </a:cubicBezTo>
                  <a:cubicBezTo>
                    <a:pt x="2554" y="1514"/>
                    <a:pt x="2827" y="3794"/>
                    <a:pt x="2827" y="3794"/>
                  </a:cubicBezTo>
                  <a:cubicBezTo>
                    <a:pt x="2827" y="3794"/>
                    <a:pt x="2540" y="1995"/>
                    <a:pt x="1846" y="1995"/>
                  </a:cubicBezTo>
                  <a:cubicBezTo>
                    <a:pt x="1791" y="1995"/>
                    <a:pt x="1733" y="2006"/>
                    <a:pt x="1672" y="2031"/>
                  </a:cubicBezTo>
                  <a:cubicBezTo>
                    <a:pt x="882" y="2396"/>
                    <a:pt x="0" y="6651"/>
                    <a:pt x="4317" y="10055"/>
                  </a:cubicBezTo>
                  <a:cubicBezTo>
                    <a:pt x="5113" y="10694"/>
                    <a:pt x="6029" y="10953"/>
                    <a:pt x="7008" y="10953"/>
                  </a:cubicBezTo>
                  <a:cubicBezTo>
                    <a:pt x="11254" y="10953"/>
                    <a:pt x="16680" y="6072"/>
                    <a:pt x="18636" y="6072"/>
                  </a:cubicBezTo>
                  <a:cubicBezTo>
                    <a:pt x="18656" y="6072"/>
                    <a:pt x="18675" y="6072"/>
                    <a:pt x="18694" y="6073"/>
                  </a:cubicBezTo>
                  <a:cubicBezTo>
                    <a:pt x="21095" y="6225"/>
                    <a:pt x="22159" y="13642"/>
                    <a:pt x="23618" y="14007"/>
                  </a:cubicBezTo>
                  <a:cubicBezTo>
                    <a:pt x="23642" y="14013"/>
                    <a:pt x="23667" y="14017"/>
                    <a:pt x="23691" y="14017"/>
                  </a:cubicBezTo>
                  <a:cubicBezTo>
                    <a:pt x="25063" y="14017"/>
                    <a:pt x="25485" y="3073"/>
                    <a:pt x="19271" y="1818"/>
                  </a:cubicBezTo>
                  <a:cubicBezTo>
                    <a:pt x="18426" y="482"/>
                    <a:pt x="17039" y="0"/>
                    <a:pt x="154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55"/>
            <p:cNvSpPr/>
            <p:nvPr/>
          </p:nvSpPr>
          <p:spPr>
            <a:xfrm>
              <a:off x="6366875" y="1973927"/>
              <a:ext cx="65797" cy="80070"/>
            </a:xfrm>
            <a:custGeom>
              <a:avLst/>
              <a:gdLst/>
              <a:ahLst/>
              <a:cxnLst/>
              <a:rect l="l" t="t" r="r" b="b"/>
              <a:pathLst>
                <a:path w="1821" h="2216" extrusionOk="0">
                  <a:moveTo>
                    <a:pt x="947" y="0"/>
                  </a:moveTo>
                  <a:cubicBezTo>
                    <a:pt x="936" y="0"/>
                    <a:pt x="924" y="1"/>
                    <a:pt x="912" y="3"/>
                  </a:cubicBezTo>
                  <a:cubicBezTo>
                    <a:pt x="395" y="64"/>
                    <a:pt x="0" y="2161"/>
                    <a:pt x="0" y="2161"/>
                  </a:cubicBezTo>
                  <a:cubicBezTo>
                    <a:pt x="56" y="2199"/>
                    <a:pt x="126" y="2215"/>
                    <a:pt x="206" y="2215"/>
                  </a:cubicBezTo>
                  <a:cubicBezTo>
                    <a:pt x="774" y="2215"/>
                    <a:pt x="1821" y="1364"/>
                    <a:pt x="1581" y="1098"/>
                  </a:cubicBezTo>
                  <a:cubicBezTo>
                    <a:pt x="1549" y="1054"/>
                    <a:pt x="1507" y="1035"/>
                    <a:pt x="1458" y="1035"/>
                  </a:cubicBezTo>
                  <a:cubicBezTo>
                    <a:pt x="1124" y="1035"/>
                    <a:pt x="456" y="1888"/>
                    <a:pt x="456" y="1888"/>
                  </a:cubicBezTo>
                  <a:cubicBezTo>
                    <a:pt x="456" y="1888"/>
                    <a:pt x="1414" y="0"/>
                    <a:pt x="9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11" name="Google Shape;811;p55"/>
          <p:cNvPicPr preferRelativeResize="0"/>
          <p:nvPr/>
        </p:nvPicPr>
        <p:blipFill rotWithShape="1">
          <a:blip r:embed="rId3">
            <a:alphaModFix/>
          </a:blip>
          <a:srcRect l="28680" t="19555" r="23804" b="32703"/>
          <a:stretch/>
        </p:blipFill>
        <p:spPr>
          <a:xfrm rot="-1761291">
            <a:off x="2532348" y="3337421"/>
            <a:ext cx="1287877" cy="727827"/>
          </a:xfrm>
          <a:prstGeom prst="rect">
            <a:avLst/>
          </a:prstGeom>
          <a:noFill/>
          <a:ln>
            <a:noFill/>
          </a:ln>
        </p:spPr>
      </p:pic>
      <p:sp>
        <p:nvSpPr>
          <p:cNvPr id="812" name="Google Shape;812;p55"/>
          <p:cNvSpPr/>
          <p:nvPr/>
        </p:nvSpPr>
        <p:spPr>
          <a:xfrm>
            <a:off x="6053538" y="2507263"/>
            <a:ext cx="867676" cy="450673"/>
          </a:xfrm>
          <a:custGeom>
            <a:avLst/>
            <a:gdLst/>
            <a:ahLst/>
            <a:cxnLst/>
            <a:rect l="l" t="t" r="r" b="b"/>
            <a:pathLst>
              <a:path w="25770" h="13385" extrusionOk="0">
                <a:moveTo>
                  <a:pt x="7056" y="0"/>
                </a:moveTo>
                <a:cubicBezTo>
                  <a:pt x="6787" y="0"/>
                  <a:pt x="6548" y="242"/>
                  <a:pt x="6383" y="435"/>
                </a:cubicBezTo>
                <a:cubicBezTo>
                  <a:pt x="5623" y="1498"/>
                  <a:pt x="5623" y="2897"/>
                  <a:pt x="5654" y="4234"/>
                </a:cubicBezTo>
                <a:cubicBezTo>
                  <a:pt x="5411" y="3505"/>
                  <a:pt x="5289" y="2745"/>
                  <a:pt x="5319" y="1985"/>
                </a:cubicBezTo>
                <a:cubicBezTo>
                  <a:pt x="5350" y="1590"/>
                  <a:pt x="5289" y="982"/>
                  <a:pt x="4863" y="921"/>
                </a:cubicBezTo>
                <a:cubicBezTo>
                  <a:pt x="4843" y="917"/>
                  <a:pt x="4822" y="915"/>
                  <a:pt x="4801" y="915"/>
                </a:cubicBezTo>
                <a:cubicBezTo>
                  <a:pt x="4664" y="915"/>
                  <a:pt x="4513" y="994"/>
                  <a:pt x="4407" y="1073"/>
                </a:cubicBezTo>
                <a:cubicBezTo>
                  <a:pt x="3800" y="1529"/>
                  <a:pt x="3587" y="2289"/>
                  <a:pt x="3496" y="3018"/>
                </a:cubicBezTo>
                <a:cubicBezTo>
                  <a:pt x="3435" y="3657"/>
                  <a:pt x="3617" y="4538"/>
                  <a:pt x="3283" y="5116"/>
                </a:cubicBezTo>
                <a:cubicBezTo>
                  <a:pt x="2857" y="4629"/>
                  <a:pt x="2675" y="3748"/>
                  <a:pt x="2553" y="3140"/>
                </a:cubicBezTo>
                <a:cubicBezTo>
                  <a:pt x="2462" y="2684"/>
                  <a:pt x="2432" y="2046"/>
                  <a:pt x="1945" y="1802"/>
                </a:cubicBezTo>
                <a:cubicBezTo>
                  <a:pt x="1851" y="1755"/>
                  <a:pt x="1748" y="1734"/>
                  <a:pt x="1644" y="1734"/>
                </a:cubicBezTo>
                <a:cubicBezTo>
                  <a:pt x="1411" y="1734"/>
                  <a:pt x="1171" y="1838"/>
                  <a:pt x="1003" y="1985"/>
                </a:cubicBezTo>
                <a:cubicBezTo>
                  <a:pt x="730" y="2228"/>
                  <a:pt x="578" y="2532"/>
                  <a:pt x="486" y="2866"/>
                </a:cubicBezTo>
                <a:cubicBezTo>
                  <a:pt x="0" y="4660"/>
                  <a:pt x="608" y="6757"/>
                  <a:pt x="2067" y="7973"/>
                </a:cubicBezTo>
                <a:cubicBezTo>
                  <a:pt x="2736" y="8520"/>
                  <a:pt x="3617" y="8945"/>
                  <a:pt x="4499" y="9219"/>
                </a:cubicBezTo>
                <a:cubicBezTo>
                  <a:pt x="5688" y="9596"/>
                  <a:pt x="6954" y="9786"/>
                  <a:pt x="8220" y="9786"/>
                </a:cubicBezTo>
                <a:cubicBezTo>
                  <a:pt x="9606" y="9786"/>
                  <a:pt x="10993" y="9558"/>
                  <a:pt x="12280" y="9097"/>
                </a:cubicBezTo>
                <a:cubicBezTo>
                  <a:pt x="14529" y="8307"/>
                  <a:pt x="16566" y="6848"/>
                  <a:pt x="18937" y="6514"/>
                </a:cubicBezTo>
                <a:cubicBezTo>
                  <a:pt x="19176" y="6480"/>
                  <a:pt x="19424" y="6460"/>
                  <a:pt x="19675" y="6460"/>
                </a:cubicBezTo>
                <a:cubicBezTo>
                  <a:pt x="20317" y="6460"/>
                  <a:pt x="20974" y="6589"/>
                  <a:pt x="21520" y="6939"/>
                </a:cubicBezTo>
                <a:cubicBezTo>
                  <a:pt x="22219" y="7426"/>
                  <a:pt x="22645" y="8307"/>
                  <a:pt x="22918" y="9128"/>
                </a:cubicBezTo>
                <a:cubicBezTo>
                  <a:pt x="23192" y="9979"/>
                  <a:pt x="23253" y="10891"/>
                  <a:pt x="23557" y="11711"/>
                </a:cubicBezTo>
                <a:cubicBezTo>
                  <a:pt x="23739" y="12258"/>
                  <a:pt x="24256" y="13322"/>
                  <a:pt x="24955" y="13383"/>
                </a:cubicBezTo>
                <a:cubicBezTo>
                  <a:pt x="24971" y="13384"/>
                  <a:pt x="24987" y="13385"/>
                  <a:pt x="25002" y="13385"/>
                </a:cubicBezTo>
                <a:cubicBezTo>
                  <a:pt x="25770" y="13385"/>
                  <a:pt x="25624" y="11913"/>
                  <a:pt x="25624" y="11377"/>
                </a:cubicBezTo>
                <a:cubicBezTo>
                  <a:pt x="25684" y="9401"/>
                  <a:pt x="25502" y="7426"/>
                  <a:pt x="25107" y="5541"/>
                </a:cubicBezTo>
                <a:cubicBezTo>
                  <a:pt x="24925" y="4508"/>
                  <a:pt x="24651" y="3505"/>
                  <a:pt x="24165" y="2593"/>
                </a:cubicBezTo>
                <a:cubicBezTo>
                  <a:pt x="23678" y="1742"/>
                  <a:pt x="22949" y="891"/>
                  <a:pt x="22007" y="465"/>
                </a:cubicBezTo>
                <a:cubicBezTo>
                  <a:pt x="21297" y="141"/>
                  <a:pt x="20521" y="33"/>
                  <a:pt x="19739" y="33"/>
                </a:cubicBezTo>
                <a:cubicBezTo>
                  <a:pt x="19349" y="33"/>
                  <a:pt x="18957" y="60"/>
                  <a:pt x="18572" y="100"/>
                </a:cubicBezTo>
                <a:cubicBezTo>
                  <a:pt x="15593" y="374"/>
                  <a:pt x="12645" y="1164"/>
                  <a:pt x="9848" y="2198"/>
                </a:cubicBezTo>
                <a:cubicBezTo>
                  <a:pt x="9514" y="2289"/>
                  <a:pt x="9088" y="2441"/>
                  <a:pt x="8693" y="2441"/>
                </a:cubicBezTo>
                <a:cubicBezTo>
                  <a:pt x="8329" y="2410"/>
                  <a:pt x="7873" y="2258"/>
                  <a:pt x="7721" y="1894"/>
                </a:cubicBezTo>
                <a:cubicBezTo>
                  <a:pt x="7569" y="1590"/>
                  <a:pt x="7629" y="1194"/>
                  <a:pt x="7629" y="860"/>
                </a:cubicBezTo>
                <a:cubicBezTo>
                  <a:pt x="7629" y="526"/>
                  <a:pt x="7477" y="100"/>
                  <a:pt x="7143" y="9"/>
                </a:cubicBezTo>
                <a:cubicBezTo>
                  <a:pt x="7114" y="3"/>
                  <a:pt x="7085" y="0"/>
                  <a:pt x="70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56"/>
          <p:cNvSpPr txBox="1">
            <a:spLocks noGrp="1"/>
          </p:cNvSpPr>
          <p:nvPr>
            <p:ph type="title"/>
          </p:nvPr>
        </p:nvSpPr>
        <p:spPr>
          <a:xfrm>
            <a:off x="713225" y="768800"/>
            <a:ext cx="4621500" cy="173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Une image renforce toujours le concept</a:t>
            </a:r>
            <a:endParaRPr/>
          </a:p>
        </p:txBody>
      </p:sp>
      <p:sp>
        <p:nvSpPr>
          <p:cNvPr id="818" name="Google Shape;818;p56"/>
          <p:cNvSpPr txBox="1">
            <a:spLocks noGrp="1"/>
          </p:cNvSpPr>
          <p:nvPr>
            <p:ph type="subTitle" idx="1"/>
          </p:nvPr>
        </p:nvSpPr>
        <p:spPr>
          <a:xfrm>
            <a:off x="713225" y="2553350"/>
            <a:ext cx="4126500" cy="1212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Clr>
                <a:schemeClr val="dk1"/>
              </a:buClr>
              <a:buSzPts val="1100"/>
              <a:buFont typeface="Arial"/>
              <a:buNone/>
            </a:pPr>
            <a:r>
              <a:rPr lang="en"/>
              <a:t>Les images révèlent de grandes quantités de données, alors rappelez-vous : utilisez une image au lieu d'un long texte. Votre public l'appréciera</a:t>
            </a:r>
            <a:endParaRPr/>
          </a:p>
        </p:txBody>
      </p:sp>
      <p:pic>
        <p:nvPicPr>
          <p:cNvPr id="819" name="Google Shape;819;p56"/>
          <p:cNvPicPr preferRelativeResize="0"/>
          <p:nvPr/>
        </p:nvPicPr>
        <p:blipFill rotWithShape="1">
          <a:blip r:embed="rId3">
            <a:alphaModFix/>
          </a:blip>
          <a:srcRect l="4454" r="25058"/>
          <a:stretch/>
        </p:blipFill>
        <p:spPr>
          <a:xfrm>
            <a:off x="5161675" y="768800"/>
            <a:ext cx="3269100" cy="3086400"/>
          </a:xfrm>
          <a:prstGeom prst="ellipse">
            <a:avLst/>
          </a:prstGeom>
          <a:noFill/>
          <a:ln>
            <a:noFill/>
          </a:ln>
        </p:spPr>
      </p:pic>
      <p:pic>
        <p:nvPicPr>
          <p:cNvPr id="820" name="Google Shape;820;p56"/>
          <p:cNvPicPr preferRelativeResize="0"/>
          <p:nvPr/>
        </p:nvPicPr>
        <p:blipFill rotWithShape="1">
          <a:blip r:embed="rId4">
            <a:alphaModFix amt="63000"/>
          </a:blip>
          <a:srcRect l="17536" t="30943" r="20804" b="36495"/>
          <a:stretch/>
        </p:blipFill>
        <p:spPr>
          <a:xfrm rot="2045531">
            <a:off x="489757" y="-1114920"/>
            <a:ext cx="4824687" cy="1433140"/>
          </a:xfrm>
          <a:prstGeom prst="rect">
            <a:avLst/>
          </a:prstGeom>
          <a:noFill/>
          <a:ln>
            <a:noFill/>
          </a:ln>
        </p:spPr>
      </p:pic>
      <p:pic>
        <p:nvPicPr>
          <p:cNvPr id="821" name="Google Shape;821;p56"/>
          <p:cNvPicPr preferRelativeResize="0"/>
          <p:nvPr/>
        </p:nvPicPr>
        <p:blipFill rotWithShape="1">
          <a:blip r:embed="rId5">
            <a:alphaModFix/>
          </a:blip>
          <a:srcRect l="28680" t="19555" r="23804" b="32703"/>
          <a:stretch/>
        </p:blipFill>
        <p:spPr>
          <a:xfrm rot="-1761291">
            <a:off x="4935448" y="3119246"/>
            <a:ext cx="1287877" cy="727827"/>
          </a:xfrm>
          <a:prstGeom prst="rect">
            <a:avLst/>
          </a:prstGeom>
          <a:noFill/>
          <a:ln>
            <a:noFill/>
          </a:ln>
        </p:spPr>
      </p:pic>
      <p:pic>
        <p:nvPicPr>
          <p:cNvPr id="822" name="Google Shape;822;p56"/>
          <p:cNvPicPr preferRelativeResize="0"/>
          <p:nvPr/>
        </p:nvPicPr>
        <p:blipFill rotWithShape="1">
          <a:blip r:embed="rId6">
            <a:alphaModFix/>
          </a:blip>
          <a:srcRect l="45691" t="12052" r="18787" b="20159"/>
          <a:stretch/>
        </p:blipFill>
        <p:spPr>
          <a:xfrm>
            <a:off x="5332225" y="-120273"/>
            <a:ext cx="1366949" cy="1467299"/>
          </a:xfrm>
          <a:prstGeom prst="rect">
            <a:avLst/>
          </a:prstGeom>
          <a:noFill/>
          <a:ln>
            <a:noFill/>
          </a:ln>
        </p:spPr>
      </p:pic>
      <p:sp>
        <p:nvSpPr>
          <p:cNvPr id="823" name="Google Shape;823;p56">
            <a:hlinkClick r:id="rId7"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824" name="Google Shape;824;p56">
            <a:hlinkClick r:id="rId8"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825" name="Google Shape;825;p56">
            <a:hlinkClick r:id="rId9" action="ppaction://hlinksldjump"/>
          </p:cNvPr>
          <p:cNvSpPr/>
          <p:nvPr/>
        </p:nvSpPr>
        <p:spPr>
          <a:xfrm>
            <a:off x="38911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826" name="Google Shape;826;p56">
            <a:hlinkClick r:id="rId10"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827" name="Google Shape;827;p56">
            <a:hlinkClick r:id="rId11" action="ppaction://hlinksldjump"/>
          </p:cNvPr>
          <p:cNvSpPr/>
          <p:nvPr/>
        </p:nvSpPr>
        <p:spPr>
          <a:xfrm>
            <a:off x="67785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1"/>
        <p:cNvGrpSpPr/>
        <p:nvPr/>
      </p:nvGrpSpPr>
      <p:grpSpPr>
        <a:xfrm>
          <a:off x="0" y="0"/>
          <a:ext cx="0" cy="0"/>
          <a:chOff x="0" y="0"/>
          <a:chExt cx="0" cy="0"/>
        </a:xfrm>
      </p:grpSpPr>
      <p:sp>
        <p:nvSpPr>
          <p:cNvPr id="832" name="Google Shape;832;p57"/>
          <p:cNvSpPr txBox="1">
            <a:spLocks noGrp="1"/>
          </p:cNvSpPr>
          <p:nvPr>
            <p:ph type="title"/>
          </p:nvPr>
        </p:nvSpPr>
        <p:spPr>
          <a:xfrm>
            <a:off x="4642925" y="441475"/>
            <a:ext cx="3787800" cy="1227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Une image vaut mille mots</a:t>
            </a:r>
            <a:endParaRPr/>
          </a:p>
        </p:txBody>
      </p:sp>
      <p:pic>
        <p:nvPicPr>
          <p:cNvPr id="833" name="Google Shape;833;p57"/>
          <p:cNvPicPr preferRelativeResize="0"/>
          <p:nvPr/>
        </p:nvPicPr>
        <p:blipFill rotWithShape="1">
          <a:blip r:embed="rId4">
            <a:alphaModFix amt="76000"/>
          </a:blip>
          <a:srcRect l="37412" t="9009" r="30455" b="20771"/>
          <a:stretch/>
        </p:blipFill>
        <p:spPr>
          <a:xfrm rot="757658">
            <a:off x="4161228" y="3829105"/>
            <a:ext cx="2446373" cy="3007120"/>
          </a:xfrm>
          <a:prstGeom prst="rect">
            <a:avLst/>
          </a:prstGeom>
          <a:noFill/>
          <a:ln>
            <a:noFill/>
          </a:ln>
        </p:spPr>
      </p:pic>
      <p:pic>
        <p:nvPicPr>
          <p:cNvPr id="834" name="Google Shape;834;p57"/>
          <p:cNvPicPr preferRelativeResize="0"/>
          <p:nvPr/>
        </p:nvPicPr>
        <p:blipFill rotWithShape="1">
          <a:blip r:embed="rId5">
            <a:alphaModFix amt="82000"/>
          </a:blip>
          <a:srcRect l="50645" t="40792" r="22239" b="43575"/>
          <a:stretch/>
        </p:blipFill>
        <p:spPr>
          <a:xfrm flipH="1">
            <a:off x="7207590" y="2247747"/>
            <a:ext cx="2446373" cy="793376"/>
          </a:xfrm>
          <a:prstGeom prst="rect">
            <a:avLst/>
          </a:prstGeom>
          <a:noFill/>
          <a:ln>
            <a:noFill/>
          </a:ln>
        </p:spPr>
      </p:pic>
      <p:grpSp>
        <p:nvGrpSpPr>
          <p:cNvPr id="835" name="Google Shape;835;p57"/>
          <p:cNvGrpSpPr/>
          <p:nvPr/>
        </p:nvGrpSpPr>
        <p:grpSpPr>
          <a:xfrm rot="7293691">
            <a:off x="7473060" y="3139530"/>
            <a:ext cx="1500822" cy="2830783"/>
            <a:chOff x="2145200" y="1846500"/>
            <a:chExt cx="1056700" cy="1993100"/>
          </a:xfrm>
        </p:grpSpPr>
        <p:sp>
          <p:nvSpPr>
            <p:cNvPr id="836" name="Google Shape;836;p57"/>
            <p:cNvSpPr/>
            <p:nvPr/>
          </p:nvSpPr>
          <p:spPr>
            <a:xfrm>
              <a:off x="2145200" y="1846500"/>
              <a:ext cx="1056700" cy="1993100"/>
            </a:xfrm>
            <a:custGeom>
              <a:avLst/>
              <a:gdLst/>
              <a:ahLst/>
              <a:cxnLst/>
              <a:rect l="l" t="t" r="r" b="b"/>
              <a:pathLst>
                <a:path w="42268" h="79724" extrusionOk="0">
                  <a:moveTo>
                    <a:pt x="31397" y="417"/>
                  </a:moveTo>
                  <a:cubicBezTo>
                    <a:pt x="31635" y="2676"/>
                    <a:pt x="31873" y="4936"/>
                    <a:pt x="31980" y="7208"/>
                  </a:cubicBezTo>
                  <a:lnTo>
                    <a:pt x="31980" y="7208"/>
                  </a:lnTo>
                  <a:cubicBezTo>
                    <a:pt x="31977" y="7176"/>
                    <a:pt x="31957" y="7153"/>
                    <a:pt x="31957" y="7120"/>
                  </a:cubicBezTo>
                  <a:cubicBezTo>
                    <a:pt x="31742" y="5179"/>
                    <a:pt x="31504" y="3239"/>
                    <a:pt x="31278" y="1286"/>
                  </a:cubicBezTo>
                  <a:cubicBezTo>
                    <a:pt x="31242" y="1072"/>
                    <a:pt x="31266" y="833"/>
                    <a:pt x="31266" y="595"/>
                  </a:cubicBezTo>
                  <a:cubicBezTo>
                    <a:pt x="31266" y="536"/>
                    <a:pt x="31302" y="476"/>
                    <a:pt x="31326" y="417"/>
                  </a:cubicBezTo>
                  <a:close/>
                  <a:moveTo>
                    <a:pt x="32397" y="16573"/>
                  </a:moveTo>
                  <a:cubicBezTo>
                    <a:pt x="32421" y="16573"/>
                    <a:pt x="32457" y="16597"/>
                    <a:pt x="32493" y="16609"/>
                  </a:cubicBezTo>
                  <a:cubicBezTo>
                    <a:pt x="32731" y="21300"/>
                    <a:pt x="32242" y="25920"/>
                    <a:pt x="31040" y="30539"/>
                  </a:cubicBezTo>
                  <a:cubicBezTo>
                    <a:pt x="30921" y="30480"/>
                    <a:pt x="30838" y="30444"/>
                    <a:pt x="30766" y="30420"/>
                  </a:cubicBezTo>
                  <a:cubicBezTo>
                    <a:pt x="29635" y="30028"/>
                    <a:pt x="28599" y="29480"/>
                    <a:pt x="27670" y="28706"/>
                  </a:cubicBezTo>
                  <a:cubicBezTo>
                    <a:pt x="26575" y="27801"/>
                    <a:pt x="25742" y="26682"/>
                    <a:pt x="25337" y="25301"/>
                  </a:cubicBezTo>
                  <a:cubicBezTo>
                    <a:pt x="24801" y="23467"/>
                    <a:pt x="24980" y="21669"/>
                    <a:pt x="25658" y="19895"/>
                  </a:cubicBezTo>
                  <a:cubicBezTo>
                    <a:pt x="25920" y="19276"/>
                    <a:pt x="26254" y="18681"/>
                    <a:pt x="26718" y="18181"/>
                  </a:cubicBezTo>
                  <a:cubicBezTo>
                    <a:pt x="27492" y="17371"/>
                    <a:pt x="28444" y="16859"/>
                    <a:pt x="29575" y="16740"/>
                  </a:cubicBezTo>
                  <a:cubicBezTo>
                    <a:pt x="30516" y="16633"/>
                    <a:pt x="31457" y="16621"/>
                    <a:pt x="32397" y="16573"/>
                  </a:cubicBezTo>
                  <a:close/>
                  <a:moveTo>
                    <a:pt x="36362" y="16388"/>
                  </a:moveTo>
                  <a:cubicBezTo>
                    <a:pt x="36678" y="16388"/>
                    <a:pt x="36993" y="16399"/>
                    <a:pt x="37303" y="16431"/>
                  </a:cubicBezTo>
                  <a:cubicBezTo>
                    <a:pt x="38374" y="16514"/>
                    <a:pt x="39291" y="16966"/>
                    <a:pt x="40053" y="17740"/>
                  </a:cubicBezTo>
                  <a:cubicBezTo>
                    <a:pt x="40553" y="18240"/>
                    <a:pt x="40922" y="18836"/>
                    <a:pt x="41184" y="19479"/>
                  </a:cubicBezTo>
                  <a:cubicBezTo>
                    <a:pt x="42053" y="21574"/>
                    <a:pt x="42137" y="23705"/>
                    <a:pt x="41339" y="25848"/>
                  </a:cubicBezTo>
                  <a:cubicBezTo>
                    <a:pt x="40922" y="26956"/>
                    <a:pt x="40386" y="27980"/>
                    <a:pt x="39481" y="28765"/>
                  </a:cubicBezTo>
                  <a:cubicBezTo>
                    <a:pt x="39184" y="29039"/>
                    <a:pt x="38862" y="29289"/>
                    <a:pt x="38541" y="29516"/>
                  </a:cubicBezTo>
                  <a:cubicBezTo>
                    <a:pt x="37422" y="30266"/>
                    <a:pt x="36231" y="30837"/>
                    <a:pt x="34874" y="30980"/>
                  </a:cubicBezTo>
                  <a:cubicBezTo>
                    <a:pt x="34612" y="31009"/>
                    <a:pt x="34351" y="31022"/>
                    <a:pt x="34091" y="31022"/>
                  </a:cubicBezTo>
                  <a:cubicBezTo>
                    <a:pt x="33380" y="31022"/>
                    <a:pt x="32671" y="30923"/>
                    <a:pt x="31957" y="30766"/>
                  </a:cubicBezTo>
                  <a:cubicBezTo>
                    <a:pt x="31742" y="30706"/>
                    <a:pt x="31528" y="30647"/>
                    <a:pt x="31278" y="30539"/>
                  </a:cubicBezTo>
                  <a:cubicBezTo>
                    <a:pt x="32481" y="25944"/>
                    <a:pt x="32969" y="21288"/>
                    <a:pt x="32766" y="16550"/>
                  </a:cubicBezTo>
                  <a:cubicBezTo>
                    <a:pt x="32909" y="16538"/>
                    <a:pt x="33004" y="16514"/>
                    <a:pt x="33100" y="16514"/>
                  </a:cubicBezTo>
                  <a:cubicBezTo>
                    <a:pt x="34028" y="16478"/>
                    <a:pt x="34969" y="16431"/>
                    <a:pt x="35886" y="16395"/>
                  </a:cubicBezTo>
                  <a:cubicBezTo>
                    <a:pt x="36045" y="16391"/>
                    <a:pt x="36203" y="16388"/>
                    <a:pt x="36362" y="16388"/>
                  </a:cubicBezTo>
                  <a:close/>
                  <a:moveTo>
                    <a:pt x="24908" y="21622"/>
                  </a:moveTo>
                  <a:lnTo>
                    <a:pt x="24908" y="21622"/>
                  </a:lnTo>
                  <a:cubicBezTo>
                    <a:pt x="24742" y="22765"/>
                    <a:pt x="24730" y="23884"/>
                    <a:pt x="24992" y="24991"/>
                  </a:cubicBezTo>
                  <a:cubicBezTo>
                    <a:pt x="25265" y="26098"/>
                    <a:pt x="25813" y="27075"/>
                    <a:pt x="26527" y="27980"/>
                  </a:cubicBezTo>
                  <a:cubicBezTo>
                    <a:pt x="26492" y="28039"/>
                    <a:pt x="26480" y="28063"/>
                    <a:pt x="26468" y="28087"/>
                  </a:cubicBezTo>
                  <a:cubicBezTo>
                    <a:pt x="26444" y="28123"/>
                    <a:pt x="26397" y="28170"/>
                    <a:pt x="26349" y="28218"/>
                  </a:cubicBezTo>
                  <a:cubicBezTo>
                    <a:pt x="25754" y="28813"/>
                    <a:pt x="25099" y="29301"/>
                    <a:pt x="24372" y="29706"/>
                  </a:cubicBezTo>
                  <a:cubicBezTo>
                    <a:pt x="23087" y="30409"/>
                    <a:pt x="21741" y="30920"/>
                    <a:pt x="20289" y="31254"/>
                  </a:cubicBezTo>
                  <a:cubicBezTo>
                    <a:pt x="18783" y="31584"/>
                    <a:pt x="17268" y="31664"/>
                    <a:pt x="15737" y="31664"/>
                  </a:cubicBezTo>
                  <a:cubicBezTo>
                    <a:pt x="15500" y="31664"/>
                    <a:pt x="15263" y="31662"/>
                    <a:pt x="15026" y="31659"/>
                  </a:cubicBezTo>
                  <a:cubicBezTo>
                    <a:pt x="14752" y="31659"/>
                    <a:pt x="14490" y="31623"/>
                    <a:pt x="14240" y="31552"/>
                  </a:cubicBezTo>
                  <a:cubicBezTo>
                    <a:pt x="13859" y="31432"/>
                    <a:pt x="13478" y="31313"/>
                    <a:pt x="13133" y="31123"/>
                  </a:cubicBezTo>
                  <a:cubicBezTo>
                    <a:pt x="12728" y="30897"/>
                    <a:pt x="12645" y="30599"/>
                    <a:pt x="12823" y="30182"/>
                  </a:cubicBezTo>
                  <a:cubicBezTo>
                    <a:pt x="12954" y="29873"/>
                    <a:pt x="13121" y="29575"/>
                    <a:pt x="13312" y="29301"/>
                  </a:cubicBezTo>
                  <a:cubicBezTo>
                    <a:pt x="13800" y="28634"/>
                    <a:pt x="14324" y="27968"/>
                    <a:pt x="14859" y="27325"/>
                  </a:cubicBezTo>
                  <a:cubicBezTo>
                    <a:pt x="16110" y="25825"/>
                    <a:pt x="17598" y="24586"/>
                    <a:pt x="19336" y="23705"/>
                  </a:cubicBezTo>
                  <a:cubicBezTo>
                    <a:pt x="19991" y="23360"/>
                    <a:pt x="20670" y="23062"/>
                    <a:pt x="21336" y="22765"/>
                  </a:cubicBezTo>
                  <a:cubicBezTo>
                    <a:pt x="22408" y="22312"/>
                    <a:pt x="23491" y="21919"/>
                    <a:pt x="24634" y="21669"/>
                  </a:cubicBezTo>
                  <a:cubicBezTo>
                    <a:pt x="24718" y="21657"/>
                    <a:pt x="24789" y="21634"/>
                    <a:pt x="24908" y="21622"/>
                  </a:cubicBezTo>
                  <a:close/>
                  <a:moveTo>
                    <a:pt x="11168" y="32742"/>
                  </a:moveTo>
                  <a:lnTo>
                    <a:pt x="11168" y="32742"/>
                  </a:lnTo>
                  <a:cubicBezTo>
                    <a:pt x="11299" y="32778"/>
                    <a:pt x="11407" y="32814"/>
                    <a:pt x="11514" y="32861"/>
                  </a:cubicBezTo>
                  <a:cubicBezTo>
                    <a:pt x="12228" y="33147"/>
                    <a:pt x="12942" y="33409"/>
                    <a:pt x="13645" y="33718"/>
                  </a:cubicBezTo>
                  <a:cubicBezTo>
                    <a:pt x="15586" y="34564"/>
                    <a:pt x="17526" y="35457"/>
                    <a:pt x="19491" y="36314"/>
                  </a:cubicBezTo>
                  <a:cubicBezTo>
                    <a:pt x="20217" y="36635"/>
                    <a:pt x="20991" y="36874"/>
                    <a:pt x="21753" y="37159"/>
                  </a:cubicBezTo>
                  <a:cubicBezTo>
                    <a:pt x="21801" y="37171"/>
                    <a:pt x="21836" y="37207"/>
                    <a:pt x="21896" y="37219"/>
                  </a:cubicBezTo>
                  <a:cubicBezTo>
                    <a:pt x="21896" y="37231"/>
                    <a:pt x="21884" y="37243"/>
                    <a:pt x="21884" y="37266"/>
                  </a:cubicBezTo>
                  <a:cubicBezTo>
                    <a:pt x="21825" y="37266"/>
                    <a:pt x="21777" y="37278"/>
                    <a:pt x="21741" y="37278"/>
                  </a:cubicBezTo>
                  <a:cubicBezTo>
                    <a:pt x="20503" y="37278"/>
                    <a:pt x="19265" y="37278"/>
                    <a:pt x="18026" y="37112"/>
                  </a:cubicBezTo>
                  <a:cubicBezTo>
                    <a:pt x="16836" y="36969"/>
                    <a:pt x="15729" y="36576"/>
                    <a:pt x="14740" y="35873"/>
                  </a:cubicBezTo>
                  <a:cubicBezTo>
                    <a:pt x="14181" y="35457"/>
                    <a:pt x="13645" y="35016"/>
                    <a:pt x="13109" y="34552"/>
                  </a:cubicBezTo>
                  <a:cubicBezTo>
                    <a:pt x="12466" y="34004"/>
                    <a:pt x="11835" y="33421"/>
                    <a:pt x="11216" y="32861"/>
                  </a:cubicBezTo>
                  <a:cubicBezTo>
                    <a:pt x="11204" y="32837"/>
                    <a:pt x="11204" y="32802"/>
                    <a:pt x="11168" y="32742"/>
                  </a:cubicBezTo>
                  <a:close/>
                  <a:moveTo>
                    <a:pt x="7748" y="32018"/>
                  </a:moveTo>
                  <a:cubicBezTo>
                    <a:pt x="9270" y="32018"/>
                    <a:pt x="10668" y="32537"/>
                    <a:pt x="11919" y="33754"/>
                  </a:cubicBezTo>
                  <a:cubicBezTo>
                    <a:pt x="12454" y="34278"/>
                    <a:pt x="12990" y="34778"/>
                    <a:pt x="13550" y="35266"/>
                  </a:cubicBezTo>
                  <a:cubicBezTo>
                    <a:pt x="14443" y="36040"/>
                    <a:pt x="15419" y="36683"/>
                    <a:pt x="16574" y="37040"/>
                  </a:cubicBezTo>
                  <a:cubicBezTo>
                    <a:pt x="17348" y="37278"/>
                    <a:pt x="18145" y="37397"/>
                    <a:pt x="18955" y="37445"/>
                  </a:cubicBezTo>
                  <a:cubicBezTo>
                    <a:pt x="19592" y="37476"/>
                    <a:pt x="20231" y="37497"/>
                    <a:pt x="20873" y="37497"/>
                  </a:cubicBezTo>
                  <a:cubicBezTo>
                    <a:pt x="21467" y="37497"/>
                    <a:pt x="22062" y="37479"/>
                    <a:pt x="22658" y="37433"/>
                  </a:cubicBezTo>
                  <a:cubicBezTo>
                    <a:pt x="22777" y="37421"/>
                    <a:pt x="22896" y="37417"/>
                    <a:pt x="23015" y="37417"/>
                  </a:cubicBezTo>
                  <a:cubicBezTo>
                    <a:pt x="23253" y="37417"/>
                    <a:pt x="23491" y="37433"/>
                    <a:pt x="23730" y="37433"/>
                  </a:cubicBezTo>
                  <a:lnTo>
                    <a:pt x="23730" y="37493"/>
                  </a:lnTo>
                  <a:cubicBezTo>
                    <a:pt x="23658" y="37517"/>
                    <a:pt x="23599" y="37552"/>
                    <a:pt x="23539" y="37564"/>
                  </a:cubicBezTo>
                  <a:cubicBezTo>
                    <a:pt x="22703" y="37799"/>
                    <a:pt x="21852" y="37893"/>
                    <a:pt x="20987" y="37893"/>
                  </a:cubicBezTo>
                  <a:cubicBezTo>
                    <a:pt x="20755" y="37893"/>
                    <a:pt x="20522" y="37886"/>
                    <a:pt x="20289" y="37874"/>
                  </a:cubicBezTo>
                  <a:cubicBezTo>
                    <a:pt x="19241" y="37814"/>
                    <a:pt x="18193" y="37636"/>
                    <a:pt x="17169" y="37409"/>
                  </a:cubicBezTo>
                  <a:cubicBezTo>
                    <a:pt x="14026" y="36743"/>
                    <a:pt x="10918" y="36040"/>
                    <a:pt x="7763" y="35492"/>
                  </a:cubicBezTo>
                  <a:cubicBezTo>
                    <a:pt x="7180" y="35385"/>
                    <a:pt x="6620" y="35231"/>
                    <a:pt x="6049" y="35052"/>
                  </a:cubicBezTo>
                  <a:cubicBezTo>
                    <a:pt x="5561" y="34897"/>
                    <a:pt x="5108" y="34671"/>
                    <a:pt x="4715" y="34373"/>
                  </a:cubicBezTo>
                  <a:cubicBezTo>
                    <a:pt x="4572" y="34254"/>
                    <a:pt x="4441" y="34123"/>
                    <a:pt x="4322" y="33992"/>
                  </a:cubicBezTo>
                  <a:cubicBezTo>
                    <a:pt x="4156" y="33778"/>
                    <a:pt x="4132" y="33540"/>
                    <a:pt x="4251" y="33326"/>
                  </a:cubicBezTo>
                  <a:cubicBezTo>
                    <a:pt x="4322" y="33171"/>
                    <a:pt x="4429" y="33028"/>
                    <a:pt x="4549" y="32909"/>
                  </a:cubicBezTo>
                  <a:cubicBezTo>
                    <a:pt x="4846" y="32587"/>
                    <a:pt x="5227" y="32409"/>
                    <a:pt x="5632" y="32314"/>
                  </a:cubicBezTo>
                  <a:cubicBezTo>
                    <a:pt x="6361" y="32122"/>
                    <a:pt x="7067" y="32018"/>
                    <a:pt x="7748" y="32018"/>
                  </a:cubicBezTo>
                  <a:close/>
                  <a:moveTo>
                    <a:pt x="27813" y="51899"/>
                  </a:moveTo>
                  <a:cubicBezTo>
                    <a:pt x="27790" y="51911"/>
                    <a:pt x="27790" y="51923"/>
                    <a:pt x="27790" y="51935"/>
                  </a:cubicBezTo>
                  <a:cubicBezTo>
                    <a:pt x="27492" y="52054"/>
                    <a:pt x="27182" y="52173"/>
                    <a:pt x="26873" y="52316"/>
                  </a:cubicBezTo>
                  <a:cubicBezTo>
                    <a:pt x="26504" y="52471"/>
                    <a:pt x="26123" y="52673"/>
                    <a:pt x="25754" y="52816"/>
                  </a:cubicBezTo>
                  <a:cubicBezTo>
                    <a:pt x="25116" y="53071"/>
                    <a:pt x="24472" y="53229"/>
                    <a:pt x="23809" y="53229"/>
                  </a:cubicBezTo>
                  <a:cubicBezTo>
                    <a:pt x="23544" y="53229"/>
                    <a:pt x="23275" y="53204"/>
                    <a:pt x="23003" y="53149"/>
                  </a:cubicBezTo>
                  <a:cubicBezTo>
                    <a:pt x="22587" y="53054"/>
                    <a:pt x="22170" y="52947"/>
                    <a:pt x="21753" y="52864"/>
                  </a:cubicBezTo>
                  <a:cubicBezTo>
                    <a:pt x="21384" y="52792"/>
                    <a:pt x="21003" y="52733"/>
                    <a:pt x="20634" y="52673"/>
                  </a:cubicBezTo>
                  <a:cubicBezTo>
                    <a:pt x="20562" y="52649"/>
                    <a:pt x="20491" y="52649"/>
                    <a:pt x="20408" y="52637"/>
                  </a:cubicBezTo>
                  <a:cubicBezTo>
                    <a:pt x="20610" y="52530"/>
                    <a:pt x="20801" y="52471"/>
                    <a:pt x="20991" y="52459"/>
                  </a:cubicBezTo>
                  <a:cubicBezTo>
                    <a:pt x="21563" y="52411"/>
                    <a:pt x="22134" y="52399"/>
                    <a:pt x="22706" y="52352"/>
                  </a:cubicBezTo>
                  <a:cubicBezTo>
                    <a:pt x="23134" y="52340"/>
                    <a:pt x="23551" y="52304"/>
                    <a:pt x="23980" y="52268"/>
                  </a:cubicBezTo>
                  <a:cubicBezTo>
                    <a:pt x="24968" y="52161"/>
                    <a:pt x="25944" y="52030"/>
                    <a:pt x="26932" y="51923"/>
                  </a:cubicBezTo>
                  <a:cubicBezTo>
                    <a:pt x="27230" y="51899"/>
                    <a:pt x="27528" y="51911"/>
                    <a:pt x="27813" y="51899"/>
                  </a:cubicBezTo>
                  <a:close/>
                  <a:moveTo>
                    <a:pt x="10735" y="42923"/>
                  </a:moveTo>
                  <a:cubicBezTo>
                    <a:pt x="11859" y="42923"/>
                    <a:pt x="12976" y="43087"/>
                    <a:pt x="14085" y="43398"/>
                  </a:cubicBezTo>
                  <a:cubicBezTo>
                    <a:pt x="16562" y="44077"/>
                    <a:pt x="18860" y="45125"/>
                    <a:pt x="21003" y="46541"/>
                  </a:cubicBezTo>
                  <a:cubicBezTo>
                    <a:pt x="21694" y="46982"/>
                    <a:pt x="22372" y="47458"/>
                    <a:pt x="23241" y="47661"/>
                  </a:cubicBezTo>
                  <a:cubicBezTo>
                    <a:pt x="23170" y="47780"/>
                    <a:pt x="23122" y="47875"/>
                    <a:pt x="23063" y="47958"/>
                  </a:cubicBezTo>
                  <a:cubicBezTo>
                    <a:pt x="21860" y="49792"/>
                    <a:pt x="20289" y="51256"/>
                    <a:pt x="18372" y="52352"/>
                  </a:cubicBezTo>
                  <a:cubicBezTo>
                    <a:pt x="16883" y="53197"/>
                    <a:pt x="15288" y="53709"/>
                    <a:pt x="13573" y="53780"/>
                  </a:cubicBezTo>
                  <a:cubicBezTo>
                    <a:pt x="12002" y="53840"/>
                    <a:pt x="10442" y="53899"/>
                    <a:pt x="8859" y="53947"/>
                  </a:cubicBezTo>
                  <a:cubicBezTo>
                    <a:pt x="8764" y="53950"/>
                    <a:pt x="8670" y="53951"/>
                    <a:pt x="8575" y="53951"/>
                  </a:cubicBezTo>
                  <a:cubicBezTo>
                    <a:pt x="7824" y="53951"/>
                    <a:pt x="7075" y="53868"/>
                    <a:pt x="6334" y="53709"/>
                  </a:cubicBezTo>
                  <a:cubicBezTo>
                    <a:pt x="5811" y="53590"/>
                    <a:pt x="5322" y="53423"/>
                    <a:pt x="4870" y="53161"/>
                  </a:cubicBezTo>
                  <a:cubicBezTo>
                    <a:pt x="3798" y="52506"/>
                    <a:pt x="3179" y="51566"/>
                    <a:pt x="3120" y="50280"/>
                  </a:cubicBezTo>
                  <a:cubicBezTo>
                    <a:pt x="3084" y="49863"/>
                    <a:pt x="3108" y="49447"/>
                    <a:pt x="3179" y="49030"/>
                  </a:cubicBezTo>
                  <a:cubicBezTo>
                    <a:pt x="3382" y="47756"/>
                    <a:pt x="3894" y="46577"/>
                    <a:pt x="4632" y="45518"/>
                  </a:cubicBezTo>
                  <a:cubicBezTo>
                    <a:pt x="5168" y="44767"/>
                    <a:pt x="5834" y="44172"/>
                    <a:pt x="6680" y="43755"/>
                  </a:cubicBezTo>
                  <a:cubicBezTo>
                    <a:pt x="7227" y="43470"/>
                    <a:pt x="7823" y="43279"/>
                    <a:pt x="8418" y="43160"/>
                  </a:cubicBezTo>
                  <a:cubicBezTo>
                    <a:pt x="9193" y="43000"/>
                    <a:pt x="9965" y="42923"/>
                    <a:pt x="10735" y="42923"/>
                  </a:cubicBezTo>
                  <a:close/>
                  <a:moveTo>
                    <a:pt x="30980" y="36433"/>
                  </a:moveTo>
                  <a:cubicBezTo>
                    <a:pt x="31028" y="36469"/>
                    <a:pt x="31064" y="36516"/>
                    <a:pt x="31111" y="36576"/>
                  </a:cubicBezTo>
                  <a:cubicBezTo>
                    <a:pt x="31266" y="36755"/>
                    <a:pt x="31397" y="36945"/>
                    <a:pt x="31540" y="37124"/>
                  </a:cubicBezTo>
                  <a:cubicBezTo>
                    <a:pt x="32302" y="38040"/>
                    <a:pt x="33171" y="38850"/>
                    <a:pt x="34028" y="39660"/>
                  </a:cubicBezTo>
                  <a:cubicBezTo>
                    <a:pt x="35160" y="40719"/>
                    <a:pt x="36291" y="41743"/>
                    <a:pt x="37291" y="42934"/>
                  </a:cubicBezTo>
                  <a:cubicBezTo>
                    <a:pt x="38172" y="43970"/>
                    <a:pt x="38827" y="45125"/>
                    <a:pt x="39160" y="46446"/>
                  </a:cubicBezTo>
                  <a:cubicBezTo>
                    <a:pt x="39422" y="47399"/>
                    <a:pt x="39422" y="48363"/>
                    <a:pt x="39386" y="49328"/>
                  </a:cubicBezTo>
                  <a:cubicBezTo>
                    <a:pt x="39315" y="51102"/>
                    <a:pt x="38743" y="52709"/>
                    <a:pt x="37874" y="54233"/>
                  </a:cubicBezTo>
                  <a:cubicBezTo>
                    <a:pt x="37648" y="54650"/>
                    <a:pt x="37315" y="54971"/>
                    <a:pt x="36934" y="55221"/>
                  </a:cubicBezTo>
                  <a:cubicBezTo>
                    <a:pt x="36601" y="55441"/>
                    <a:pt x="36272" y="55545"/>
                    <a:pt x="35961" y="55545"/>
                  </a:cubicBezTo>
                  <a:cubicBezTo>
                    <a:pt x="35550" y="55545"/>
                    <a:pt x="35169" y="55363"/>
                    <a:pt x="34850" y="55031"/>
                  </a:cubicBezTo>
                  <a:cubicBezTo>
                    <a:pt x="34779" y="54959"/>
                    <a:pt x="34695" y="54888"/>
                    <a:pt x="34636" y="54816"/>
                  </a:cubicBezTo>
                  <a:cubicBezTo>
                    <a:pt x="34159" y="54221"/>
                    <a:pt x="33778" y="53542"/>
                    <a:pt x="33433" y="52864"/>
                  </a:cubicBezTo>
                  <a:cubicBezTo>
                    <a:pt x="32993" y="51971"/>
                    <a:pt x="32540" y="51054"/>
                    <a:pt x="32076" y="50149"/>
                  </a:cubicBezTo>
                  <a:cubicBezTo>
                    <a:pt x="31421" y="48851"/>
                    <a:pt x="30849" y="47542"/>
                    <a:pt x="30349" y="46196"/>
                  </a:cubicBezTo>
                  <a:cubicBezTo>
                    <a:pt x="29683" y="44351"/>
                    <a:pt x="29516" y="42470"/>
                    <a:pt x="29980" y="40553"/>
                  </a:cubicBezTo>
                  <a:cubicBezTo>
                    <a:pt x="30147" y="39826"/>
                    <a:pt x="30373" y="39112"/>
                    <a:pt x="30576" y="38398"/>
                  </a:cubicBezTo>
                  <a:cubicBezTo>
                    <a:pt x="30754" y="37767"/>
                    <a:pt x="30933" y="37147"/>
                    <a:pt x="30933" y="36469"/>
                  </a:cubicBezTo>
                  <a:cubicBezTo>
                    <a:pt x="30933" y="36457"/>
                    <a:pt x="30969" y="36445"/>
                    <a:pt x="30980" y="36433"/>
                  </a:cubicBezTo>
                  <a:close/>
                  <a:moveTo>
                    <a:pt x="28370" y="52134"/>
                  </a:moveTo>
                  <a:cubicBezTo>
                    <a:pt x="28631" y="52134"/>
                    <a:pt x="28844" y="52240"/>
                    <a:pt x="29028" y="52435"/>
                  </a:cubicBezTo>
                  <a:cubicBezTo>
                    <a:pt x="29433" y="52816"/>
                    <a:pt x="29671" y="53292"/>
                    <a:pt x="29849" y="53816"/>
                  </a:cubicBezTo>
                  <a:cubicBezTo>
                    <a:pt x="30373" y="55352"/>
                    <a:pt x="30373" y="56900"/>
                    <a:pt x="29897" y="58424"/>
                  </a:cubicBezTo>
                  <a:cubicBezTo>
                    <a:pt x="29183" y="60686"/>
                    <a:pt x="27754" y="62412"/>
                    <a:pt x="25754" y="63686"/>
                  </a:cubicBezTo>
                  <a:cubicBezTo>
                    <a:pt x="24789" y="64294"/>
                    <a:pt x="23706" y="64675"/>
                    <a:pt x="22587" y="64937"/>
                  </a:cubicBezTo>
                  <a:cubicBezTo>
                    <a:pt x="21923" y="65078"/>
                    <a:pt x="21269" y="65190"/>
                    <a:pt x="20589" y="65190"/>
                  </a:cubicBezTo>
                  <a:cubicBezTo>
                    <a:pt x="20525" y="65190"/>
                    <a:pt x="20460" y="65189"/>
                    <a:pt x="20396" y="65187"/>
                  </a:cubicBezTo>
                  <a:cubicBezTo>
                    <a:pt x="19729" y="65175"/>
                    <a:pt x="19122" y="64960"/>
                    <a:pt x="18538" y="64591"/>
                  </a:cubicBezTo>
                  <a:cubicBezTo>
                    <a:pt x="17526" y="63936"/>
                    <a:pt x="16717" y="63067"/>
                    <a:pt x="16252" y="62281"/>
                  </a:cubicBezTo>
                  <a:cubicBezTo>
                    <a:pt x="15752" y="61365"/>
                    <a:pt x="15443" y="60686"/>
                    <a:pt x="15252" y="59960"/>
                  </a:cubicBezTo>
                  <a:cubicBezTo>
                    <a:pt x="14800" y="58245"/>
                    <a:pt x="15086" y="56709"/>
                    <a:pt x="16288" y="55388"/>
                  </a:cubicBezTo>
                  <a:cubicBezTo>
                    <a:pt x="16657" y="54983"/>
                    <a:pt x="17050" y="54590"/>
                    <a:pt x="17431" y="54197"/>
                  </a:cubicBezTo>
                  <a:cubicBezTo>
                    <a:pt x="17872" y="53780"/>
                    <a:pt x="18360" y="53471"/>
                    <a:pt x="18907" y="53233"/>
                  </a:cubicBezTo>
                  <a:cubicBezTo>
                    <a:pt x="19408" y="53024"/>
                    <a:pt x="19914" y="52898"/>
                    <a:pt x="20438" y="52898"/>
                  </a:cubicBezTo>
                  <a:cubicBezTo>
                    <a:pt x="20662" y="52898"/>
                    <a:pt x="20890" y="52921"/>
                    <a:pt x="21122" y="52971"/>
                  </a:cubicBezTo>
                  <a:cubicBezTo>
                    <a:pt x="21467" y="53042"/>
                    <a:pt x="21825" y="53126"/>
                    <a:pt x="22170" y="53221"/>
                  </a:cubicBezTo>
                  <a:cubicBezTo>
                    <a:pt x="22717" y="53370"/>
                    <a:pt x="23265" y="53456"/>
                    <a:pt x="23810" y="53456"/>
                  </a:cubicBezTo>
                  <a:cubicBezTo>
                    <a:pt x="24355" y="53456"/>
                    <a:pt x="24896" y="53370"/>
                    <a:pt x="25432" y="53173"/>
                  </a:cubicBezTo>
                  <a:cubicBezTo>
                    <a:pt x="25968" y="52983"/>
                    <a:pt x="26468" y="52733"/>
                    <a:pt x="26992" y="52471"/>
                  </a:cubicBezTo>
                  <a:cubicBezTo>
                    <a:pt x="27409" y="52268"/>
                    <a:pt x="27825" y="52137"/>
                    <a:pt x="28290" y="52137"/>
                  </a:cubicBezTo>
                  <a:cubicBezTo>
                    <a:pt x="28317" y="52135"/>
                    <a:pt x="28344" y="52134"/>
                    <a:pt x="28370" y="52134"/>
                  </a:cubicBezTo>
                  <a:close/>
                  <a:moveTo>
                    <a:pt x="9549" y="66484"/>
                  </a:moveTo>
                  <a:cubicBezTo>
                    <a:pt x="9513" y="66556"/>
                    <a:pt x="9502" y="66580"/>
                    <a:pt x="9490" y="66603"/>
                  </a:cubicBezTo>
                  <a:cubicBezTo>
                    <a:pt x="8728" y="67318"/>
                    <a:pt x="7870" y="67877"/>
                    <a:pt x="6882" y="68282"/>
                  </a:cubicBezTo>
                  <a:cubicBezTo>
                    <a:pt x="6168" y="68580"/>
                    <a:pt x="5406" y="68723"/>
                    <a:pt x="4632" y="68830"/>
                  </a:cubicBezTo>
                  <a:cubicBezTo>
                    <a:pt x="3953" y="68925"/>
                    <a:pt x="3286" y="69056"/>
                    <a:pt x="2655" y="69318"/>
                  </a:cubicBezTo>
                  <a:cubicBezTo>
                    <a:pt x="3382" y="68806"/>
                    <a:pt x="4203" y="68449"/>
                    <a:pt x="5049" y="68175"/>
                  </a:cubicBezTo>
                  <a:cubicBezTo>
                    <a:pt x="6227" y="67806"/>
                    <a:pt x="7394" y="67401"/>
                    <a:pt x="8525" y="66901"/>
                  </a:cubicBezTo>
                  <a:cubicBezTo>
                    <a:pt x="8847" y="66746"/>
                    <a:pt x="9180" y="66627"/>
                    <a:pt x="9549" y="66484"/>
                  </a:cubicBezTo>
                  <a:close/>
                  <a:moveTo>
                    <a:pt x="6799" y="72711"/>
                  </a:moveTo>
                  <a:cubicBezTo>
                    <a:pt x="6811" y="72735"/>
                    <a:pt x="6823" y="72759"/>
                    <a:pt x="6835" y="72771"/>
                  </a:cubicBezTo>
                  <a:cubicBezTo>
                    <a:pt x="5751" y="73961"/>
                    <a:pt x="4334" y="74712"/>
                    <a:pt x="3048" y="75616"/>
                  </a:cubicBezTo>
                  <a:cubicBezTo>
                    <a:pt x="3048" y="75605"/>
                    <a:pt x="3025" y="75569"/>
                    <a:pt x="3013" y="75557"/>
                  </a:cubicBezTo>
                  <a:cubicBezTo>
                    <a:pt x="3310" y="75212"/>
                    <a:pt x="3620" y="74878"/>
                    <a:pt x="3918" y="74533"/>
                  </a:cubicBezTo>
                  <a:cubicBezTo>
                    <a:pt x="4275" y="74116"/>
                    <a:pt x="4727" y="73807"/>
                    <a:pt x="5227" y="73569"/>
                  </a:cubicBezTo>
                  <a:cubicBezTo>
                    <a:pt x="5620" y="73390"/>
                    <a:pt x="6001" y="73188"/>
                    <a:pt x="6382" y="72997"/>
                  </a:cubicBezTo>
                  <a:cubicBezTo>
                    <a:pt x="6525" y="72926"/>
                    <a:pt x="6656" y="72807"/>
                    <a:pt x="6799" y="72711"/>
                  </a:cubicBezTo>
                  <a:close/>
                  <a:moveTo>
                    <a:pt x="9394" y="67032"/>
                  </a:moveTo>
                  <a:lnTo>
                    <a:pt x="9394" y="67032"/>
                  </a:lnTo>
                  <a:cubicBezTo>
                    <a:pt x="9335" y="67151"/>
                    <a:pt x="9323" y="67211"/>
                    <a:pt x="9299" y="67270"/>
                  </a:cubicBezTo>
                  <a:cubicBezTo>
                    <a:pt x="9109" y="67651"/>
                    <a:pt x="8918" y="68032"/>
                    <a:pt x="8775" y="68413"/>
                  </a:cubicBezTo>
                  <a:cubicBezTo>
                    <a:pt x="8537" y="69056"/>
                    <a:pt x="8347" y="69711"/>
                    <a:pt x="8109" y="70354"/>
                  </a:cubicBezTo>
                  <a:cubicBezTo>
                    <a:pt x="7930" y="70806"/>
                    <a:pt x="7728" y="71283"/>
                    <a:pt x="7525" y="71735"/>
                  </a:cubicBezTo>
                  <a:cubicBezTo>
                    <a:pt x="7454" y="71914"/>
                    <a:pt x="7311" y="72056"/>
                    <a:pt x="7180" y="72199"/>
                  </a:cubicBezTo>
                  <a:cubicBezTo>
                    <a:pt x="6692" y="72652"/>
                    <a:pt x="6108" y="72949"/>
                    <a:pt x="5513" y="73223"/>
                  </a:cubicBezTo>
                  <a:cubicBezTo>
                    <a:pt x="4846" y="73521"/>
                    <a:pt x="4203" y="73878"/>
                    <a:pt x="3727" y="74473"/>
                  </a:cubicBezTo>
                  <a:cubicBezTo>
                    <a:pt x="3525" y="74735"/>
                    <a:pt x="3298" y="74997"/>
                    <a:pt x="3072" y="75247"/>
                  </a:cubicBezTo>
                  <a:cubicBezTo>
                    <a:pt x="2775" y="75569"/>
                    <a:pt x="2453" y="75890"/>
                    <a:pt x="2036" y="76081"/>
                  </a:cubicBezTo>
                  <a:cubicBezTo>
                    <a:pt x="1832" y="76171"/>
                    <a:pt x="1610" y="76227"/>
                    <a:pt x="1396" y="76227"/>
                  </a:cubicBezTo>
                  <a:cubicBezTo>
                    <a:pt x="988" y="76227"/>
                    <a:pt x="613" y="76021"/>
                    <a:pt x="465" y="75450"/>
                  </a:cubicBezTo>
                  <a:cubicBezTo>
                    <a:pt x="381" y="75116"/>
                    <a:pt x="322" y="74759"/>
                    <a:pt x="322" y="74402"/>
                  </a:cubicBezTo>
                  <a:cubicBezTo>
                    <a:pt x="310" y="73509"/>
                    <a:pt x="489" y="72640"/>
                    <a:pt x="762" y="71806"/>
                  </a:cubicBezTo>
                  <a:cubicBezTo>
                    <a:pt x="941" y="71306"/>
                    <a:pt x="1215" y="70830"/>
                    <a:pt x="1524" y="70378"/>
                  </a:cubicBezTo>
                  <a:cubicBezTo>
                    <a:pt x="1762" y="70021"/>
                    <a:pt x="2072" y="69759"/>
                    <a:pt x="2477" y="69592"/>
                  </a:cubicBezTo>
                  <a:cubicBezTo>
                    <a:pt x="2655" y="69520"/>
                    <a:pt x="2846" y="69437"/>
                    <a:pt x="3048" y="69366"/>
                  </a:cubicBezTo>
                  <a:cubicBezTo>
                    <a:pt x="3548" y="69175"/>
                    <a:pt x="4084" y="69104"/>
                    <a:pt x="4620" y="69044"/>
                  </a:cubicBezTo>
                  <a:cubicBezTo>
                    <a:pt x="6049" y="68878"/>
                    <a:pt x="7394" y="68425"/>
                    <a:pt x="8585" y="67615"/>
                  </a:cubicBezTo>
                  <a:cubicBezTo>
                    <a:pt x="8835" y="67437"/>
                    <a:pt x="9073" y="67258"/>
                    <a:pt x="9394" y="67032"/>
                  </a:cubicBezTo>
                  <a:close/>
                  <a:moveTo>
                    <a:pt x="13240" y="66639"/>
                  </a:moveTo>
                  <a:cubicBezTo>
                    <a:pt x="13276" y="66925"/>
                    <a:pt x="13335" y="67223"/>
                    <a:pt x="13383" y="67508"/>
                  </a:cubicBezTo>
                  <a:cubicBezTo>
                    <a:pt x="13609" y="68842"/>
                    <a:pt x="13859" y="70175"/>
                    <a:pt x="14074" y="71497"/>
                  </a:cubicBezTo>
                  <a:cubicBezTo>
                    <a:pt x="14264" y="72807"/>
                    <a:pt x="14205" y="74092"/>
                    <a:pt x="13669" y="75343"/>
                  </a:cubicBezTo>
                  <a:cubicBezTo>
                    <a:pt x="13240" y="76378"/>
                    <a:pt x="12597" y="77271"/>
                    <a:pt x="11823" y="78069"/>
                  </a:cubicBezTo>
                  <a:cubicBezTo>
                    <a:pt x="11335" y="78581"/>
                    <a:pt x="10823" y="79069"/>
                    <a:pt x="10204" y="79415"/>
                  </a:cubicBezTo>
                  <a:cubicBezTo>
                    <a:pt x="9978" y="79533"/>
                    <a:pt x="9773" y="79592"/>
                    <a:pt x="9590" y="79592"/>
                  </a:cubicBezTo>
                  <a:cubicBezTo>
                    <a:pt x="9205" y="79592"/>
                    <a:pt x="8917" y="79332"/>
                    <a:pt x="8740" y="78831"/>
                  </a:cubicBezTo>
                  <a:cubicBezTo>
                    <a:pt x="8728" y="78748"/>
                    <a:pt x="8680" y="78653"/>
                    <a:pt x="8668" y="78557"/>
                  </a:cubicBezTo>
                  <a:cubicBezTo>
                    <a:pt x="8537" y="77950"/>
                    <a:pt x="8382" y="77343"/>
                    <a:pt x="8275" y="76736"/>
                  </a:cubicBezTo>
                  <a:cubicBezTo>
                    <a:pt x="7894" y="74521"/>
                    <a:pt x="8466" y="72580"/>
                    <a:pt x="10025" y="70961"/>
                  </a:cubicBezTo>
                  <a:cubicBezTo>
                    <a:pt x="10549" y="70425"/>
                    <a:pt x="11061" y="69890"/>
                    <a:pt x="11597" y="69366"/>
                  </a:cubicBezTo>
                  <a:cubicBezTo>
                    <a:pt x="12347" y="68651"/>
                    <a:pt x="12823" y="67770"/>
                    <a:pt x="13133" y="66794"/>
                  </a:cubicBezTo>
                  <a:cubicBezTo>
                    <a:pt x="13145" y="66734"/>
                    <a:pt x="13181" y="66687"/>
                    <a:pt x="13192" y="66639"/>
                  </a:cubicBezTo>
                  <a:close/>
                  <a:moveTo>
                    <a:pt x="31350" y="0"/>
                  </a:moveTo>
                  <a:cubicBezTo>
                    <a:pt x="31123" y="83"/>
                    <a:pt x="31040" y="274"/>
                    <a:pt x="31040" y="500"/>
                  </a:cubicBezTo>
                  <a:cubicBezTo>
                    <a:pt x="31016" y="833"/>
                    <a:pt x="31016" y="1155"/>
                    <a:pt x="31064" y="1488"/>
                  </a:cubicBezTo>
                  <a:cubicBezTo>
                    <a:pt x="31278" y="3179"/>
                    <a:pt x="31457" y="4882"/>
                    <a:pt x="31695" y="6560"/>
                  </a:cubicBezTo>
                  <a:cubicBezTo>
                    <a:pt x="32135" y="9692"/>
                    <a:pt x="32326" y="12823"/>
                    <a:pt x="32433" y="15966"/>
                  </a:cubicBezTo>
                  <a:lnTo>
                    <a:pt x="32433" y="16300"/>
                  </a:lnTo>
                  <a:cubicBezTo>
                    <a:pt x="32266" y="16312"/>
                    <a:pt x="32147" y="16323"/>
                    <a:pt x="32016" y="16323"/>
                  </a:cubicBezTo>
                  <a:cubicBezTo>
                    <a:pt x="31230" y="16371"/>
                    <a:pt x="30457" y="16383"/>
                    <a:pt x="29671" y="16454"/>
                  </a:cubicBezTo>
                  <a:cubicBezTo>
                    <a:pt x="28432" y="16585"/>
                    <a:pt x="27361" y="17097"/>
                    <a:pt x="26492" y="18014"/>
                  </a:cubicBezTo>
                  <a:cubicBezTo>
                    <a:pt x="25873" y="18693"/>
                    <a:pt x="25480" y="19491"/>
                    <a:pt x="25206" y="20360"/>
                  </a:cubicBezTo>
                  <a:cubicBezTo>
                    <a:pt x="25099" y="20657"/>
                    <a:pt x="25027" y="20967"/>
                    <a:pt x="24932" y="21288"/>
                  </a:cubicBezTo>
                  <a:cubicBezTo>
                    <a:pt x="24849" y="21312"/>
                    <a:pt x="24742" y="21348"/>
                    <a:pt x="24658" y="21372"/>
                  </a:cubicBezTo>
                  <a:cubicBezTo>
                    <a:pt x="23301" y="21669"/>
                    <a:pt x="21991" y="22146"/>
                    <a:pt x="20717" y="22729"/>
                  </a:cubicBezTo>
                  <a:cubicBezTo>
                    <a:pt x="20086" y="23027"/>
                    <a:pt x="19455" y="23336"/>
                    <a:pt x="18836" y="23658"/>
                  </a:cubicBezTo>
                  <a:cubicBezTo>
                    <a:pt x="17300" y="24467"/>
                    <a:pt x="15990" y="25551"/>
                    <a:pt x="14871" y="26860"/>
                  </a:cubicBezTo>
                  <a:cubicBezTo>
                    <a:pt x="14252" y="27587"/>
                    <a:pt x="13657" y="28349"/>
                    <a:pt x="13073" y="29111"/>
                  </a:cubicBezTo>
                  <a:cubicBezTo>
                    <a:pt x="12859" y="29396"/>
                    <a:pt x="12681" y="29718"/>
                    <a:pt x="12550" y="30051"/>
                  </a:cubicBezTo>
                  <a:cubicBezTo>
                    <a:pt x="12323" y="30551"/>
                    <a:pt x="12478" y="30968"/>
                    <a:pt x="12954" y="31278"/>
                  </a:cubicBezTo>
                  <a:cubicBezTo>
                    <a:pt x="13383" y="31563"/>
                    <a:pt x="13859" y="31718"/>
                    <a:pt x="14347" y="31802"/>
                  </a:cubicBezTo>
                  <a:cubicBezTo>
                    <a:pt x="14562" y="31849"/>
                    <a:pt x="14788" y="31873"/>
                    <a:pt x="14990" y="31873"/>
                  </a:cubicBezTo>
                  <a:cubicBezTo>
                    <a:pt x="15272" y="31877"/>
                    <a:pt x="15555" y="31880"/>
                    <a:pt x="15837" y="31880"/>
                  </a:cubicBezTo>
                  <a:cubicBezTo>
                    <a:pt x="17177" y="31880"/>
                    <a:pt x="18521" y="31819"/>
                    <a:pt x="19848" y="31563"/>
                  </a:cubicBezTo>
                  <a:cubicBezTo>
                    <a:pt x="21372" y="31278"/>
                    <a:pt x="22837" y="30742"/>
                    <a:pt x="24218" y="30028"/>
                  </a:cubicBezTo>
                  <a:cubicBezTo>
                    <a:pt x="25051" y="29599"/>
                    <a:pt x="25801" y="29051"/>
                    <a:pt x="26468" y="28396"/>
                  </a:cubicBezTo>
                  <a:cubicBezTo>
                    <a:pt x="26539" y="28325"/>
                    <a:pt x="26611" y="28265"/>
                    <a:pt x="26706" y="28170"/>
                  </a:cubicBezTo>
                  <a:cubicBezTo>
                    <a:pt x="27301" y="28777"/>
                    <a:pt x="27944" y="29301"/>
                    <a:pt x="28659" y="29718"/>
                  </a:cubicBezTo>
                  <a:cubicBezTo>
                    <a:pt x="29361" y="30135"/>
                    <a:pt x="30099" y="30468"/>
                    <a:pt x="30921" y="30730"/>
                  </a:cubicBezTo>
                  <a:cubicBezTo>
                    <a:pt x="30885" y="30861"/>
                    <a:pt x="30861" y="31004"/>
                    <a:pt x="30826" y="31123"/>
                  </a:cubicBezTo>
                  <a:cubicBezTo>
                    <a:pt x="30516" y="32266"/>
                    <a:pt x="30528" y="32266"/>
                    <a:pt x="29766" y="33171"/>
                  </a:cubicBezTo>
                  <a:cubicBezTo>
                    <a:pt x="28552" y="34635"/>
                    <a:pt x="27135" y="35826"/>
                    <a:pt x="25492" y="36743"/>
                  </a:cubicBezTo>
                  <a:cubicBezTo>
                    <a:pt x="24980" y="37028"/>
                    <a:pt x="24432" y="37171"/>
                    <a:pt x="23849" y="37195"/>
                  </a:cubicBezTo>
                  <a:cubicBezTo>
                    <a:pt x="23791" y="37196"/>
                    <a:pt x="23733" y="37197"/>
                    <a:pt x="23676" y="37197"/>
                  </a:cubicBezTo>
                  <a:cubicBezTo>
                    <a:pt x="22760" y="37197"/>
                    <a:pt x="21866" y="37019"/>
                    <a:pt x="21003" y="36683"/>
                  </a:cubicBezTo>
                  <a:cubicBezTo>
                    <a:pt x="19824" y="36219"/>
                    <a:pt x="18669" y="35719"/>
                    <a:pt x="17503" y="35207"/>
                  </a:cubicBezTo>
                  <a:cubicBezTo>
                    <a:pt x="15681" y="34421"/>
                    <a:pt x="13859" y="33599"/>
                    <a:pt x="12038" y="32825"/>
                  </a:cubicBezTo>
                  <a:cubicBezTo>
                    <a:pt x="10954" y="32373"/>
                    <a:pt x="9823" y="32040"/>
                    <a:pt x="8656" y="31873"/>
                  </a:cubicBezTo>
                  <a:cubicBezTo>
                    <a:pt x="8268" y="31821"/>
                    <a:pt x="7880" y="31791"/>
                    <a:pt x="7494" y="31791"/>
                  </a:cubicBezTo>
                  <a:cubicBezTo>
                    <a:pt x="6827" y="31791"/>
                    <a:pt x="6166" y="31880"/>
                    <a:pt x="5525" y="32099"/>
                  </a:cubicBezTo>
                  <a:cubicBezTo>
                    <a:pt x="5144" y="32230"/>
                    <a:pt x="4763" y="32385"/>
                    <a:pt x="4453" y="32671"/>
                  </a:cubicBezTo>
                  <a:cubicBezTo>
                    <a:pt x="4346" y="32766"/>
                    <a:pt x="4251" y="32861"/>
                    <a:pt x="4156" y="32980"/>
                  </a:cubicBezTo>
                  <a:cubicBezTo>
                    <a:pt x="3834" y="33421"/>
                    <a:pt x="3858" y="33897"/>
                    <a:pt x="4263" y="34278"/>
                  </a:cubicBezTo>
                  <a:cubicBezTo>
                    <a:pt x="4549" y="34516"/>
                    <a:pt x="4858" y="34719"/>
                    <a:pt x="5168" y="34897"/>
                  </a:cubicBezTo>
                  <a:cubicBezTo>
                    <a:pt x="5811" y="35254"/>
                    <a:pt x="6513" y="35445"/>
                    <a:pt x="7227" y="35600"/>
                  </a:cubicBezTo>
                  <a:cubicBezTo>
                    <a:pt x="8442" y="35850"/>
                    <a:pt x="9668" y="36064"/>
                    <a:pt x="10871" y="36314"/>
                  </a:cubicBezTo>
                  <a:cubicBezTo>
                    <a:pt x="13192" y="36802"/>
                    <a:pt x="15502" y="37314"/>
                    <a:pt x="17800" y="37790"/>
                  </a:cubicBezTo>
                  <a:cubicBezTo>
                    <a:pt x="18839" y="38000"/>
                    <a:pt x="19878" y="38126"/>
                    <a:pt x="20923" y="38126"/>
                  </a:cubicBezTo>
                  <a:cubicBezTo>
                    <a:pt x="21124" y="38126"/>
                    <a:pt x="21325" y="38121"/>
                    <a:pt x="21527" y="38112"/>
                  </a:cubicBezTo>
                  <a:cubicBezTo>
                    <a:pt x="23432" y="38028"/>
                    <a:pt x="25134" y="37386"/>
                    <a:pt x="26694" y="36314"/>
                  </a:cubicBezTo>
                  <a:cubicBezTo>
                    <a:pt x="28016" y="35409"/>
                    <a:pt x="29194" y="34338"/>
                    <a:pt x="30159" y="33052"/>
                  </a:cubicBezTo>
                  <a:lnTo>
                    <a:pt x="30236" y="32975"/>
                  </a:lnTo>
                  <a:lnTo>
                    <a:pt x="30236" y="32975"/>
                  </a:lnTo>
                  <a:cubicBezTo>
                    <a:pt x="30149" y="33233"/>
                    <a:pt x="30054" y="33498"/>
                    <a:pt x="29968" y="33754"/>
                  </a:cubicBezTo>
                  <a:cubicBezTo>
                    <a:pt x="29492" y="35016"/>
                    <a:pt x="28897" y="36243"/>
                    <a:pt x="28218" y="37433"/>
                  </a:cubicBezTo>
                  <a:cubicBezTo>
                    <a:pt x="26778" y="40017"/>
                    <a:pt x="25480" y="42696"/>
                    <a:pt x="24313" y="45434"/>
                  </a:cubicBezTo>
                  <a:cubicBezTo>
                    <a:pt x="24075" y="46006"/>
                    <a:pt x="23753" y="46518"/>
                    <a:pt x="23491" y="47053"/>
                  </a:cubicBezTo>
                  <a:cubicBezTo>
                    <a:pt x="23409" y="47210"/>
                    <a:pt x="23312" y="47288"/>
                    <a:pt x="23184" y="47288"/>
                  </a:cubicBezTo>
                  <a:cubicBezTo>
                    <a:pt x="23146" y="47288"/>
                    <a:pt x="23106" y="47281"/>
                    <a:pt x="23063" y="47268"/>
                  </a:cubicBezTo>
                  <a:cubicBezTo>
                    <a:pt x="22801" y="47196"/>
                    <a:pt x="22539" y="47113"/>
                    <a:pt x="22313" y="46982"/>
                  </a:cubicBezTo>
                  <a:cubicBezTo>
                    <a:pt x="21539" y="46518"/>
                    <a:pt x="20777" y="46041"/>
                    <a:pt x="20003" y="45589"/>
                  </a:cubicBezTo>
                  <a:cubicBezTo>
                    <a:pt x="17776" y="44220"/>
                    <a:pt x="15359" y="43279"/>
                    <a:pt x="12788" y="42767"/>
                  </a:cubicBezTo>
                  <a:cubicBezTo>
                    <a:pt x="12065" y="42633"/>
                    <a:pt x="11342" y="42563"/>
                    <a:pt x="10621" y="42563"/>
                  </a:cubicBezTo>
                  <a:cubicBezTo>
                    <a:pt x="9549" y="42563"/>
                    <a:pt x="8483" y="42718"/>
                    <a:pt x="7430" y="43053"/>
                  </a:cubicBezTo>
                  <a:cubicBezTo>
                    <a:pt x="6227" y="43446"/>
                    <a:pt x="5227" y="44124"/>
                    <a:pt x="4489" y="45148"/>
                  </a:cubicBezTo>
                  <a:cubicBezTo>
                    <a:pt x="3596" y="46387"/>
                    <a:pt x="3013" y="47744"/>
                    <a:pt x="2834" y="49256"/>
                  </a:cubicBezTo>
                  <a:cubicBezTo>
                    <a:pt x="2739" y="49959"/>
                    <a:pt x="2786" y="50673"/>
                    <a:pt x="3036" y="51340"/>
                  </a:cubicBezTo>
                  <a:cubicBezTo>
                    <a:pt x="3370" y="52268"/>
                    <a:pt x="4013" y="52887"/>
                    <a:pt x="4846" y="53352"/>
                  </a:cubicBezTo>
                  <a:cubicBezTo>
                    <a:pt x="5334" y="53626"/>
                    <a:pt x="5882" y="53780"/>
                    <a:pt x="6430" y="53888"/>
                  </a:cubicBezTo>
                  <a:cubicBezTo>
                    <a:pt x="7062" y="54004"/>
                    <a:pt x="7713" y="54082"/>
                    <a:pt x="8366" y="54082"/>
                  </a:cubicBezTo>
                  <a:cubicBezTo>
                    <a:pt x="8451" y="54082"/>
                    <a:pt x="8536" y="54081"/>
                    <a:pt x="8620" y="54078"/>
                  </a:cubicBezTo>
                  <a:cubicBezTo>
                    <a:pt x="10287" y="54042"/>
                    <a:pt x="11966" y="53995"/>
                    <a:pt x="13633" y="53899"/>
                  </a:cubicBezTo>
                  <a:cubicBezTo>
                    <a:pt x="15300" y="53816"/>
                    <a:pt x="16848" y="53328"/>
                    <a:pt x="18300" y="52506"/>
                  </a:cubicBezTo>
                  <a:cubicBezTo>
                    <a:pt x="20039" y="51518"/>
                    <a:pt x="21515" y="50256"/>
                    <a:pt x="22682" y="48649"/>
                  </a:cubicBezTo>
                  <a:cubicBezTo>
                    <a:pt x="22729" y="48577"/>
                    <a:pt x="22801" y="48506"/>
                    <a:pt x="22860" y="48423"/>
                  </a:cubicBezTo>
                  <a:cubicBezTo>
                    <a:pt x="22896" y="48423"/>
                    <a:pt x="22908" y="48446"/>
                    <a:pt x="22920" y="48458"/>
                  </a:cubicBezTo>
                  <a:cubicBezTo>
                    <a:pt x="22313" y="49661"/>
                    <a:pt x="21717" y="50887"/>
                    <a:pt x="21122" y="52090"/>
                  </a:cubicBezTo>
                  <a:cubicBezTo>
                    <a:pt x="20479" y="52173"/>
                    <a:pt x="19884" y="52387"/>
                    <a:pt x="19312" y="52614"/>
                  </a:cubicBezTo>
                  <a:cubicBezTo>
                    <a:pt x="18384" y="52983"/>
                    <a:pt x="17562" y="53542"/>
                    <a:pt x="16872" y="54257"/>
                  </a:cubicBezTo>
                  <a:cubicBezTo>
                    <a:pt x="16276" y="54876"/>
                    <a:pt x="15693" y="55495"/>
                    <a:pt x="15276" y="56269"/>
                  </a:cubicBezTo>
                  <a:cubicBezTo>
                    <a:pt x="14883" y="56995"/>
                    <a:pt x="14705" y="57757"/>
                    <a:pt x="14764" y="58579"/>
                  </a:cubicBezTo>
                  <a:cubicBezTo>
                    <a:pt x="14812" y="59186"/>
                    <a:pt x="14907" y="59793"/>
                    <a:pt x="15109" y="60376"/>
                  </a:cubicBezTo>
                  <a:cubicBezTo>
                    <a:pt x="15145" y="60448"/>
                    <a:pt x="15157" y="60507"/>
                    <a:pt x="15169" y="60603"/>
                  </a:cubicBezTo>
                  <a:cubicBezTo>
                    <a:pt x="15109" y="60674"/>
                    <a:pt x="15050" y="60746"/>
                    <a:pt x="14978" y="60829"/>
                  </a:cubicBezTo>
                  <a:cubicBezTo>
                    <a:pt x="13633" y="62234"/>
                    <a:pt x="12311" y="63651"/>
                    <a:pt x="10978" y="65056"/>
                  </a:cubicBezTo>
                  <a:cubicBezTo>
                    <a:pt x="10383" y="65675"/>
                    <a:pt x="9668" y="66127"/>
                    <a:pt x="8835" y="66401"/>
                  </a:cubicBezTo>
                  <a:cubicBezTo>
                    <a:pt x="8144" y="66627"/>
                    <a:pt x="7489" y="66937"/>
                    <a:pt x="6811" y="67199"/>
                  </a:cubicBezTo>
                  <a:cubicBezTo>
                    <a:pt x="6108" y="67449"/>
                    <a:pt x="5382" y="67675"/>
                    <a:pt x="4668" y="67925"/>
                  </a:cubicBezTo>
                  <a:cubicBezTo>
                    <a:pt x="3787" y="68235"/>
                    <a:pt x="2953" y="68627"/>
                    <a:pt x="2191" y="69187"/>
                  </a:cubicBezTo>
                  <a:cubicBezTo>
                    <a:pt x="1405" y="69770"/>
                    <a:pt x="870" y="70544"/>
                    <a:pt x="524" y="71449"/>
                  </a:cubicBezTo>
                  <a:cubicBezTo>
                    <a:pt x="167" y="72402"/>
                    <a:pt x="0" y="73390"/>
                    <a:pt x="0" y="74402"/>
                  </a:cubicBezTo>
                  <a:cubicBezTo>
                    <a:pt x="0" y="74878"/>
                    <a:pt x="84" y="75355"/>
                    <a:pt x="322" y="75783"/>
                  </a:cubicBezTo>
                  <a:cubicBezTo>
                    <a:pt x="524" y="76152"/>
                    <a:pt x="834" y="76331"/>
                    <a:pt x="1274" y="76343"/>
                  </a:cubicBezTo>
                  <a:cubicBezTo>
                    <a:pt x="1307" y="76344"/>
                    <a:pt x="1340" y="76345"/>
                    <a:pt x="1373" y="76345"/>
                  </a:cubicBezTo>
                  <a:cubicBezTo>
                    <a:pt x="1825" y="76345"/>
                    <a:pt x="2255" y="76196"/>
                    <a:pt x="2644" y="75974"/>
                  </a:cubicBezTo>
                  <a:cubicBezTo>
                    <a:pt x="3120" y="75712"/>
                    <a:pt x="3608" y="75414"/>
                    <a:pt x="4072" y="75093"/>
                  </a:cubicBezTo>
                  <a:cubicBezTo>
                    <a:pt x="4691" y="74676"/>
                    <a:pt x="5322" y="74235"/>
                    <a:pt x="5942" y="73783"/>
                  </a:cubicBezTo>
                  <a:cubicBezTo>
                    <a:pt x="6989" y="73057"/>
                    <a:pt x="7620" y="72033"/>
                    <a:pt x="8061" y="70854"/>
                  </a:cubicBezTo>
                  <a:cubicBezTo>
                    <a:pt x="8239" y="70366"/>
                    <a:pt x="8382" y="69890"/>
                    <a:pt x="8549" y="69401"/>
                  </a:cubicBezTo>
                  <a:cubicBezTo>
                    <a:pt x="8632" y="69116"/>
                    <a:pt x="8740" y="68830"/>
                    <a:pt x="8847" y="68532"/>
                  </a:cubicBezTo>
                  <a:cubicBezTo>
                    <a:pt x="9192" y="67520"/>
                    <a:pt x="9740" y="66663"/>
                    <a:pt x="10478" y="65901"/>
                  </a:cubicBezTo>
                  <a:cubicBezTo>
                    <a:pt x="11371" y="64996"/>
                    <a:pt x="12228" y="64056"/>
                    <a:pt x="13085" y="63127"/>
                  </a:cubicBezTo>
                  <a:cubicBezTo>
                    <a:pt x="13181" y="63032"/>
                    <a:pt x="13276" y="62936"/>
                    <a:pt x="13419" y="62877"/>
                  </a:cubicBezTo>
                  <a:lnTo>
                    <a:pt x="13419" y="62877"/>
                  </a:lnTo>
                  <a:cubicBezTo>
                    <a:pt x="13395" y="62948"/>
                    <a:pt x="13395" y="63008"/>
                    <a:pt x="13383" y="63067"/>
                  </a:cubicBezTo>
                  <a:cubicBezTo>
                    <a:pt x="13133" y="63889"/>
                    <a:pt x="13026" y="64722"/>
                    <a:pt x="13085" y="65591"/>
                  </a:cubicBezTo>
                  <a:cubicBezTo>
                    <a:pt x="13121" y="66068"/>
                    <a:pt x="12942" y="66496"/>
                    <a:pt x="12788" y="66925"/>
                  </a:cubicBezTo>
                  <a:cubicBezTo>
                    <a:pt x="12442" y="67925"/>
                    <a:pt x="11823" y="68723"/>
                    <a:pt x="11061" y="69425"/>
                  </a:cubicBezTo>
                  <a:cubicBezTo>
                    <a:pt x="10621" y="69830"/>
                    <a:pt x="10180" y="70271"/>
                    <a:pt x="9763" y="70723"/>
                  </a:cubicBezTo>
                  <a:cubicBezTo>
                    <a:pt x="9525" y="70973"/>
                    <a:pt x="9323" y="71247"/>
                    <a:pt x="9109" y="71521"/>
                  </a:cubicBezTo>
                  <a:cubicBezTo>
                    <a:pt x="8180" y="72735"/>
                    <a:pt x="7823" y="74128"/>
                    <a:pt x="7882" y="75628"/>
                  </a:cubicBezTo>
                  <a:cubicBezTo>
                    <a:pt x="7906" y="76724"/>
                    <a:pt x="8180" y="77748"/>
                    <a:pt x="8454" y="78784"/>
                  </a:cubicBezTo>
                  <a:cubicBezTo>
                    <a:pt x="8478" y="78819"/>
                    <a:pt x="8478" y="78843"/>
                    <a:pt x="8490" y="78879"/>
                  </a:cubicBezTo>
                  <a:cubicBezTo>
                    <a:pt x="8716" y="79390"/>
                    <a:pt x="9036" y="79724"/>
                    <a:pt x="9517" y="79724"/>
                  </a:cubicBezTo>
                  <a:cubicBezTo>
                    <a:pt x="9720" y="79724"/>
                    <a:pt x="9951" y="79664"/>
                    <a:pt x="10216" y="79534"/>
                  </a:cubicBezTo>
                  <a:cubicBezTo>
                    <a:pt x="10680" y="79307"/>
                    <a:pt x="11061" y="78962"/>
                    <a:pt x="11430" y="78629"/>
                  </a:cubicBezTo>
                  <a:cubicBezTo>
                    <a:pt x="12121" y="77998"/>
                    <a:pt x="12728" y="77295"/>
                    <a:pt x="13240" y="76509"/>
                  </a:cubicBezTo>
                  <a:cubicBezTo>
                    <a:pt x="14228" y="74974"/>
                    <a:pt x="14550" y="73307"/>
                    <a:pt x="14288" y="71521"/>
                  </a:cubicBezTo>
                  <a:cubicBezTo>
                    <a:pt x="14097" y="70199"/>
                    <a:pt x="13859" y="68901"/>
                    <a:pt x="13609" y="67592"/>
                  </a:cubicBezTo>
                  <a:cubicBezTo>
                    <a:pt x="13443" y="66687"/>
                    <a:pt x="13312" y="65794"/>
                    <a:pt x="13312" y="64889"/>
                  </a:cubicBezTo>
                  <a:cubicBezTo>
                    <a:pt x="13312" y="64056"/>
                    <a:pt x="13478" y="63246"/>
                    <a:pt x="13812" y="62472"/>
                  </a:cubicBezTo>
                  <a:cubicBezTo>
                    <a:pt x="13847" y="62389"/>
                    <a:pt x="13907" y="62293"/>
                    <a:pt x="13978" y="62222"/>
                  </a:cubicBezTo>
                  <a:cubicBezTo>
                    <a:pt x="14371" y="61817"/>
                    <a:pt x="14752" y="61400"/>
                    <a:pt x="15145" y="61008"/>
                  </a:cubicBezTo>
                  <a:cubicBezTo>
                    <a:pt x="15181" y="60960"/>
                    <a:pt x="15228" y="60924"/>
                    <a:pt x="15300" y="60865"/>
                  </a:cubicBezTo>
                  <a:cubicBezTo>
                    <a:pt x="15419" y="61127"/>
                    <a:pt x="15538" y="61365"/>
                    <a:pt x="15657" y="61603"/>
                  </a:cubicBezTo>
                  <a:cubicBezTo>
                    <a:pt x="16169" y="62591"/>
                    <a:pt x="16776" y="63484"/>
                    <a:pt x="17657" y="64175"/>
                  </a:cubicBezTo>
                  <a:lnTo>
                    <a:pt x="18276" y="64663"/>
                  </a:lnTo>
                  <a:cubicBezTo>
                    <a:pt x="18848" y="65139"/>
                    <a:pt x="19527" y="65306"/>
                    <a:pt x="20241" y="65353"/>
                  </a:cubicBezTo>
                  <a:cubicBezTo>
                    <a:pt x="20368" y="65361"/>
                    <a:pt x="20495" y="65365"/>
                    <a:pt x="20621" y="65365"/>
                  </a:cubicBezTo>
                  <a:cubicBezTo>
                    <a:pt x="21460" y="65365"/>
                    <a:pt x="22269" y="65200"/>
                    <a:pt x="23087" y="64972"/>
                  </a:cubicBezTo>
                  <a:cubicBezTo>
                    <a:pt x="24134" y="64710"/>
                    <a:pt x="25111" y="64294"/>
                    <a:pt x="26016" y="63698"/>
                  </a:cubicBezTo>
                  <a:cubicBezTo>
                    <a:pt x="28004" y="62389"/>
                    <a:pt x="29409" y="60650"/>
                    <a:pt x="30099" y="58352"/>
                  </a:cubicBezTo>
                  <a:cubicBezTo>
                    <a:pt x="30576" y="56793"/>
                    <a:pt x="30564" y="55209"/>
                    <a:pt x="30028" y="53649"/>
                  </a:cubicBezTo>
                  <a:cubicBezTo>
                    <a:pt x="29861" y="53173"/>
                    <a:pt x="29635" y="52733"/>
                    <a:pt x="29314" y="52340"/>
                  </a:cubicBezTo>
                  <a:cubicBezTo>
                    <a:pt x="29016" y="51994"/>
                    <a:pt x="28635" y="51744"/>
                    <a:pt x="28182" y="51673"/>
                  </a:cubicBezTo>
                  <a:cubicBezTo>
                    <a:pt x="27889" y="51630"/>
                    <a:pt x="27589" y="51599"/>
                    <a:pt x="27293" y="51599"/>
                  </a:cubicBezTo>
                  <a:cubicBezTo>
                    <a:pt x="27180" y="51599"/>
                    <a:pt x="27068" y="51604"/>
                    <a:pt x="26956" y="51613"/>
                  </a:cubicBezTo>
                  <a:cubicBezTo>
                    <a:pt x="25920" y="51709"/>
                    <a:pt x="24884" y="51864"/>
                    <a:pt x="23849" y="51971"/>
                  </a:cubicBezTo>
                  <a:cubicBezTo>
                    <a:pt x="23075" y="52042"/>
                    <a:pt x="22289" y="52078"/>
                    <a:pt x="21467" y="52114"/>
                  </a:cubicBezTo>
                  <a:cubicBezTo>
                    <a:pt x="21491" y="52006"/>
                    <a:pt x="21515" y="51935"/>
                    <a:pt x="21539" y="51875"/>
                  </a:cubicBezTo>
                  <a:cubicBezTo>
                    <a:pt x="23075" y="48923"/>
                    <a:pt x="24396" y="45863"/>
                    <a:pt x="25754" y="42815"/>
                  </a:cubicBezTo>
                  <a:cubicBezTo>
                    <a:pt x="26527" y="41065"/>
                    <a:pt x="27444" y="39374"/>
                    <a:pt x="28361" y="37683"/>
                  </a:cubicBezTo>
                  <a:cubicBezTo>
                    <a:pt x="28909" y="36659"/>
                    <a:pt x="29385" y="35600"/>
                    <a:pt x="29909" y="34552"/>
                  </a:cubicBezTo>
                  <a:cubicBezTo>
                    <a:pt x="29933" y="34492"/>
                    <a:pt x="29980" y="34433"/>
                    <a:pt x="30004" y="34373"/>
                  </a:cubicBezTo>
                  <a:cubicBezTo>
                    <a:pt x="30183" y="34838"/>
                    <a:pt x="30397" y="35254"/>
                    <a:pt x="30528" y="35707"/>
                  </a:cubicBezTo>
                  <a:cubicBezTo>
                    <a:pt x="30623" y="36016"/>
                    <a:pt x="30647" y="36374"/>
                    <a:pt x="30635" y="36695"/>
                  </a:cubicBezTo>
                  <a:cubicBezTo>
                    <a:pt x="30623" y="37052"/>
                    <a:pt x="30528" y="37409"/>
                    <a:pt x="30445" y="37755"/>
                  </a:cubicBezTo>
                  <a:cubicBezTo>
                    <a:pt x="30266" y="38421"/>
                    <a:pt x="30052" y="39076"/>
                    <a:pt x="29861" y="39731"/>
                  </a:cubicBezTo>
                  <a:cubicBezTo>
                    <a:pt x="29171" y="42005"/>
                    <a:pt x="29290" y="44255"/>
                    <a:pt x="30147" y="46494"/>
                  </a:cubicBezTo>
                  <a:cubicBezTo>
                    <a:pt x="30718" y="48042"/>
                    <a:pt x="31421" y="49530"/>
                    <a:pt x="32183" y="50982"/>
                  </a:cubicBezTo>
                  <a:cubicBezTo>
                    <a:pt x="32671" y="51923"/>
                    <a:pt x="33135" y="52840"/>
                    <a:pt x="33624" y="53769"/>
                  </a:cubicBezTo>
                  <a:cubicBezTo>
                    <a:pt x="33897" y="54280"/>
                    <a:pt x="34219" y="54757"/>
                    <a:pt x="34624" y="55173"/>
                  </a:cubicBezTo>
                  <a:cubicBezTo>
                    <a:pt x="34975" y="55551"/>
                    <a:pt x="35410" y="55761"/>
                    <a:pt x="35886" y="55761"/>
                  </a:cubicBezTo>
                  <a:cubicBezTo>
                    <a:pt x="36250" y="55761"/>
                    <a:pt x="36637" y="55639"/>
                    <a:pt x="37029" y="55376"/>
                  </a:cubicBezTo>
                  <a:cubicBezTo>
                    <a:pt x="37481" y="55066"/>
                    <a:pt x="37838" y="54661"/>
                    <a:pt x="38100" y="54185"/>
                  </a:cubicBezTo>
                  <a:cubicBezTo>
                    <a:pt x="39386" y="51935"/>
                    <a:pt x="39827" y="49542"/>
                    <a:pt x="39470" y="46994"/>
                  </a:cubicBezTo>
                  <a:cubicBezTo>
                    <a:pt x="39315" y="45803"/>
                    <a:pt x="38850" y="44720"/>
                    <a:pt x="38160" y="43720"/>
                  </a:cubicBezTo>
                  <a:cubicBezTo>
                    <a:pt x="37267" y="42434"/>
                    <a:pt x="36160" y="41327"/>
                    <a:pt x="35029" y="40255"/>
                  </a:cubicBezTo>
                  <a:cubicBezTo>
                    <a:pt x="34028" y="39314"/>
                    <a:pt x="33040" y="38350"/>
                    <a:pt x="32064" y="37386"/>
                  </a:cubicBezTo>
                  <a:cubicBezTo>
                    <a:pt x="31373" y="36695"/>
                    <a:pt x="30826" y="35909"/>
                    <a:pt x="30468" y="35004"/>
                  </a:cubicBezTo>
                  <a:cubicBezTo>
                    <a:pt x="30349" y="34707"/>
                    <a:pt x="30278" y="34373"/>
                    <a:pt x="30207" y="34064"/>
                  </a:cubicBezTo>
                  <a:cubicBezTo>
                    <a:pt x="30183" y="33992"/>
                    <a:pt x="30183" y="33897"/>
                    <a:pt x="30218" y="33826"/>
                  </a:cubicBezTo>
                  <a:cubicBezTo>
                    <a:pt x="30516" y="32873"/>
                    <a:pt x="30802" y="31933"/>
                    <a:pt x="31099" y="30980"/>
                  </a:cubicBezTo>
                  <a:cubicBezTo>
                    <a:pt x="31111" y="30920"/>
                    <a:pt x="31135" y="30885"/>
                    <a:pt x="31171" y="30801"/>
                  </a:cubicBezTo>
                  <a:cubicBezTo>
                    <a:pt x="31278" y="30837"/>
                    <a:pt x="31397" y="30849"/>
                    <a:pt x="31492" y="30885"/>
                  </a:cubicBezTo>
                  <a:cubicBezTo>
                    <a:pt x="32290" y="31063"/>
                    <a:pt x="33064" y="31194"/>
                    <a:pt x="33862" y="31218"/>
                  </a:cubicBezTo>
                  <a:cubicBezTo>
                    <a:pt x="33967" y="31223"/>
                    <a:pt x="34072" y="31225"/>
                    <a:pt x="34176" y="31225"/>
                  </a:cubicBezTo>
                  <a:cubicBezTo>
                    <a:pt x="34911" y="31225"/>
                    <a:pt x="35629" y="31114"/>
                    <a:pt x="36338" y="30885"/>
                  </a:cubicBezTo>
                  <a:cubicBezTo>
                    <a:pt x="36826" y="30730"/>
                    <a:pt x="37291" y="30492"/>
                    <a:pt x="37731" y="30254"/>
                  </a:cubicBezTo>
                  <a:cubicBezTo>
                    <a:pt x="38434" y="29885"/>
                    <a:pt x="39077" y="29420"/>
                    <a:pt x="39648" y="28885"/>
                  </a:cubicBezTo>
                  <a:cubicBezTo>
                    <a:pt x="40482" y="28111"/>
                    <a:pt x="41005" y="27146"/>
                    <a:pt x="41422" y="26122"/>
                  </a:cubicBezTo>
                  <a:cubicBezTo>
                    <a:pt x="42268" y="24003"/>
                    <a:pt x="42268" y="21872"/>
                    <a:pt x="41482" y="19752"/>
                  </a:cubicBezTo>
                  <a:cubicBezTo>
                    <a:pt x="41172" y="18895"/>
                    <a:pt x="40720" y="18145"/>
                    <a:pt x="40089" y="17502"/>
                  </a:cubicBezTo>
                  <a:cubicBezTo>
                    <a:pt x="39267" y="16669"/>
                    <a:pt x="38243" y="16216"/>
                    <a:pt x="37076" y="16157"/>
                  </a:cubicBezTo>
                  <a:cubicBezTo>
                    <a:pt x="36906" y="16150"/>
                    <a:pt x="36736" y="16147"/>
                    <a:pt x="36566" y="16147"/>
                  </a:cubicBezTo>
                  <a:cubicBezTo>
                    <a:pt x="36157" y="16147"/>
                    <a:pt x="35751" y="16164"/>
                    <a:pt x="35338" y="16181"/>
                  </a:cubicBezTo>
                  <a:cubicBezTo>
                    <a:pt x="34576" y="16204"/>
                    <a:pt x="33802" y="16252"/>
                    <a:pt x="33040" y="16276"/>
                  </a:cubicBezTo>
                  <a:lnTo>
                    <a:pt x="32719" y="16276"/>
                  </a:lnTo>
                  <a:cubicBezTo>
                    <a:pt x="32707" y="16145"/>
                    <a:pt x="32683" y="16026"/>
                    <a:pt x="32683" y="15907"/>
                  </a:cubicBezTo>
                  <a:cubicBezTo>
                    <a:pt x="32540" y="12930"/>
                    <a:pt x="32433" y="9954"/>
                    <a:pt x="32242" y="6977"/>
                  </a:cubicBezTo>
                  <a:cubicBezTo>
                    <a:pt x="32123" y="4941"/>
                    <a:pt x="31873" y="2917"/>
                    <a:pt x="31671" y="869"/>
                  </a:cubicBezTo>
                  <a:cubicBezTo>
                    <a:pt x="31659" y="726"/>
                    <a:pt x="31647" y="572"/>
                    <a:pt x="31611" y="441"/>
                  </a:cubicBezTo>
                  <a:cubicBezTo>
                    <a:pt x="31576" y="262"/>
                    <a:pt x="31540" y="95"/>
                    <a:pt x="3135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57"/>
            <p:cNvSpPr/>
            <p:nvPr/>
          </p:nvSpPr>
          <p:spPr>
            <a:xfrm>
              <a:off x="2348200" y="3495200"/>
              <a:ext cx="135750" cy="341150"/>
            </a:xfrm>
            <a:custGeom>
              <a:avLst/>
              <a:gdLst/>
              <a:ahLst/>
              <a:cxnLst/>
              <a:rect l="l" t="t" r="r" b="b"/>
              <a:pathLst>
                <a:path w="5430" h="13646" extrusionOk="0">
                  <a:moveTo>
                    <a:pt x="5132" y="1"/>
                  </a:moveTo>
                  <a:cubicBezTo>
                    <a:pt x="5096" y="334"/>
                    <a:pt x="4965" y="655"/>
                    <a:pt x="4822" y="953"/>
                  </a:cubicBezTo>
                  <a:cubicBezTo>
                    <a:pt x="4001" y="2537"/>
                    <a:pt x="3048" y="4049"/>
                    <a:pt x="2024" y="5501"/>
                  </a:cubicBezTo>
                  <a:cubicBezTo>
                    <a:pt x="1465" y="6275"/>
                    <a:pt x="953" y="7061"/>
                    <a:pt x="572" y="7942"/>
                  </a:cubicBezTo>
                  <a:cubicBezTo>
                    <a:pt x="250" y="8704"/>
                    <a:pt x="96" y="9502"/>
                    <a:pt x="0" y="10311"/>
                  </a:cubicBezTo>
                  <a:cubicBezTo>
                    <a:pt x="0" y="10323"/>
                    <a:pt x="12" y="10335"/>
                    <a:pt x="36" y="10395"/>
                  </a:cubicBezTo>
                  <a:cubicBezTo>
                    <a:pt x="84" y="10192"/>
                    <a:pt x="119" y="10014"/>
                    <a:pt x="143" y="9835"/>
                  </a:cubicBezTo>
                  <a:cubicBezTo>
                    <a:pt x="334" y="8549"/>
                    <a:pt x="870" y="7406"/>
                    <a:pt x="1584" y="6347"/>
                  </a:cubicBezTo>
                  <a:cubicBezTo>
                    <a:pt x="2048" y="5668"/>
                    <a:pt x="2536" y="5001"/>
                    <a:pt x="2977" y="4299"/>
                  </a:cubicBezTo>
                  <a:cubicBezTo>
                    <a:pt x="3489" y="3465"/>
                    <a:pt x="3989" y="2620"/>
                    <a:pt x="4489" y="1787"/>
                  </a:cubicBezTo>
                  <a:cubicBezTo>
                    <a:pt x="4537" y="1691"/>
                    <a:pt x="4596" y="1620"/>
                    <a:pt x="4644" y="1525"/>
                  </a:cubicBezTo>
                  <a:cubicBezTo>
                    <a:pt x="4656" y="1548"/>
                    <a:pt x="4680" y="1548"/>
                    <a:pt x="4703" y="1560"/>
                  </a:cubicBezTo>
                  <a:cubicBezTo>
                    <a:pt x="4549" y="1965"/>
                    <a:pt x="4418" y="2382"/>
                    <a:pt x="4251" y="2775"/>
                  </a:cubicBezTo>
                  <a:cubicBezTo>
                    <a:pt x="3453" y="4644"/>
                    <a:pt x="2620" y="6489"/>
                    <a:pt x="1822" y="8347"/>
                  </a:cubicBezTo>
                  <a:cubicBezTo>
                    <a:pt x="1513" y="9085"/>
                    <a:pt x="1227" y="9847"/>
                    <a:pt x="953" y="10609"/>
                  </a:cubicBezTo>
                  <a:cubicBezTo>
                    <a:pt x="715" y="11288"/>
                    <a:pt x="572" y="11990"/>
                    <a:pt x="620" y="12716"/>
                  </a:cubicBezTo>
                  <a:cubicBezTo>
                    <a:pt x="631" y="12955"/>
                    <a:pt x="727" y="13193"/>
                    <a:pt x="786" y="13419"/>
                  </a:cubicBezTo>
                  <a:cubicBezTo>
                    <a:pt x="798" y="13467"/>
                    <a:pt x="858" y="13490"/>
                    <a:pt x="929" y="13586"/>
                  </a:cubicBezTo>
                  <a:cubicBezTo>
                    <a:pt x="548" y="12585"/>
                    <a:pt x="751" y="11669"/>
                    <a:pt x="1024" y="10752"/>
                  </a:cubicBezTo>
                  <a:cubicBezTo>
                    <a:pt x="1334" y="9728"/>
                    <a:pt x="1763" y="8752"/>
                    <a:pt x="2203" y="7763"/>
                  </a:cubicBezTo>
                  <a:cubicBezTo>
                    <a:pt x="2917" y="6156"/>
                    <a:pt x="3608" y="4549"/>
                    <a:pt x="4299" y="2930"/>
                  </a:cubicBezTo>
                  <a:cubicBezTo>
                    <a:pt x="4477" y="2513"/>
                    <a:pt x="4596" y="2060"/>
                    <a:pt x="4739" y="1620"/>
                  </a:cubicBezTo>
                  <a:cubicBezTo>
                    <a:pt x="4799" y="1453"/>
                    <a:pt x="4846" y="1286"/>
                    <a:pt x="4953" y="1144"/>
                  </a:cubicBezTo>
                  <a:lnTo>
                    <a:pt x="4953" y="1394"/>
                  </a:lnTo>
                  <a:cubicBezTo>
                    <a:pt x="4799" y="3370"/>
                    <a:pt x="4406" y="5299"/>
                    <a:pt x="3822" y="7180"/>
                  </a:cubicBezTo>
                  <a:cubicBezTo>
                    <a:pt x="3358" y="8704"/>
                    <a:pt x="2751" y="10157"/>
                    <a:pt x="2048" y="11585"/>
                  </a:cubicBezTo>
                  <a:cubicBezTo>
                    <a:pt x="1822" y="12050"/>
                    <a:pt x="1643" y="12562"/>
                    <a:pt x="1465" y="13038"/>
                  </a:cubicBezTo>
                  <a:cubicBezTo>
                    <a:pt x="1393" y="13228"/>
                    <a:pt x="1346" y="13431"/>
                    <a:pt x="1441" y="13645"/>
                  </a:cubicBezTo>
                  <a:cubicBezTo>
                    <a:pt x="1560" y="12836"/>
                    <a:pt x="1929" y="12109"/>
                    <a:pt x="2275" y="11395"/>
                  </a:cubicBezTo>
                  <a:cubicBezTo>
                    <a:pt x="3715" y="8466"/>
                    <a:pt x="4608" y="5382"/>
                    <a:pt x="5001" y="2156"/>
                  </a:cubicBezTo>
                  <a:cubicBezTo>
                    <a:pt x="5025" y="1929"/>
                    <a:pt x="5037" y="1703"/>
                    <a:pt x="5061" y="1489"/>
                  </a:cubicBezTo>
                  <a:cubicBezTo>
                    <a:pt x="5061" y="1465"/>
                    <a:pt x="5072" y="1453"/>
                    <a:pt x="5084" y="1429"/>
                  </a:cubicBezTo>
                  <a:cubicBezTo>
                    <a:pt x="5120" y="1465"/>
                    <a:pt x="5144" y="1465"/>
                    <a:pt x="5156" y="1465"/>
                  </a:cubicBezTo>
                  <a:cubicBezTo>
                    <a:pt x="5180" y="1977"/>
                    <a:pt x="5203" y="2477"/>
                    <a:pt x="5215" y="2989"/>
                  </a:cubicBezTo>
                  <a:cubicBezTo>
                    <a:pt x="5263" y="4823"/>
                    <a:pt x="5132" y="6644"/>
                    <a:pt x="4763" y="8430"/>
                  </a:cubicBezTo>
                  <a:cubicBezTo>
                    <a:pt x="4418" y="10097"/>
                    <a:pt x="3703" y="11573"/>
                    <a:pt x="2584" y="12871"/>
                  </a:cubicBezTo>
                  <a:cubicBezTo>
                    <a:pt x="2382" y="13109"/>
                    <a:pt x="2179" y="13371"/>
                    <a:pt x="1882" y="13526"/>
                  </a:cubicBezTo>
                  <a:cubicBezTo>
                    <a:pt x="1892" y="13527"/>
                    <a:pt x="1901" y="13527"/>
                    <a:pt x="1911" y="13527"/>
                  </a:cubicBezTo>
                  <a:cubicBezTo>
                    <a:pt x="2109" y="13527"/>
                    <a:pt x="2245" y="13413"/>
                    <a:pt x="2382" y="13288"/>
                  </a:cubicBezTo>
                  <a:cubicBezTo>
                    <a:pt x="3715" y="11823"/>
                    <a:pt x="4596" y="10145"/>
                    <a:pt x="4942" y="8180"/>
                  </a:cubicBezTo>
                  <a:cubicBezTo>
                    <a:pt x="5323" y="5989"/>
                    <a:pt x="5430" y="3811"/>
                    <a:pt x="5275" y="1584"/>
                  </a:cubicBezTo>
                  <a:cubicBezTo>
                    <a:pt x="5251" y="1155"/>
                    <a:pt x="5239" y="739"/>
                    <a:pt x="5203" y="310"/>
                  </a:cubicBezTo>
                  <a:cubicBezTo>
                    <a:pt x="5203" y="203"/>
                    <a:pt x="5180" y="96"/>
                    <a:pt x="513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7"/>
            <p:cNvSpPr/>
            <p:nvPr/>
          </p:nvSpPr>
          <p:spPr>
            <a:xfrm>
              <a:off x="2228250" y="2939700"/>
              <a:ext cx="501275" cy="112975"/>
            </a:xfrm>
            <a:custGeom>
              <a:avLst/>
              <a:gdLst/>
              <a:ahLst/>
              <a:cxnLst/>
              <a:rect l="l" t="t" r="r" b="b"/>
              <a:pathLst>
                <a:path w="20051" h="4519" extrusionOk="0">
                  <a:moveTo>
                    <a:pt x="5309" y="0"/>
                  </a:moveTo>
                  <a:cubicBezTo>
                    <a:pt x="4937" y="0"/>
                    <a:pt x="4565" y="13"/>
                    <a:pt x="4191" y="39"/>
                  </a:cubicBezTo>
                  <a:cubicBezTo>
                    <a:pt x="3632" y="87"/>
                    <a:pt x="3096" y="170"/>
                    <a:pt x="2608" y="468"/>
                  </a:cubicBezTo>
                  <a:cubicBezTo>
                    <a:pt x="2536" y="516"/>
                    <a:pt x="2465" y="587"/>
                    <a:pt x="2405" y="658"/>
                  </a:cubicBezTo>
                  <a:cubicBezTo>
                    <a:pt x="3251" y="182"/>
                    <a:pt x="4167" y="146"/>
                    <a:pt x="5108" y="146"/>
                  </a:cubicBezTo>
                  <a:cubicBezTo>
                    <a:pt x="5166" y="146"/>
                    <a:pt x="5224" y="145"/>
                    <a:pt x="5282" y="145"/>
                  </a:cubicBezTo>
                  <a:cubicBezTo>
                    <a:pt x="7233" y="145"/>
                    <a:pt x="9128" y="532"/>
                    <a:pt x="10990" y="1099"/>
                  </a:cubicBezTo>
                  <a:cubicBezTo>
                    <a:pt x="12716" y="1611"/>
                    <a:pt x="14383" y="2266"/>
                    <a:pt x="16050" y="2968"/>
                  </a:cubicBezTo>
                  <a:cubicBezTo>
                    <a:pt x="16943" y="3337"/>
                    <a:pt x="17848" y="3683"/>
                    <a:pt x="18812" y="3861"/>
                  </a:cubicBezTo>
                  <a:cubicBezTo>
                    <a:pt x="19014" y="3897"/>
                    <a:pt x="19217" y="3921"/>
                    <a:pt x="19431" y="3992"/>
                  </a:cubicBezTo>
                  <a:cubicBezTo>
                    <a:pt x="19288" y="4040"/>
                    <a:pt x="19157" y="4087"/>
                    <a:pt x="19014" y="4111"/>
                  </a:cubicBezTo>
                  <a:cubicBezTo>
                    <a:pt x="18038" y="4326"/>
                    <a:pt x="17074" y="4349"/>
                    <a:pt x="16097" y="4385"/>
                  </a:cubicBezTo>
                  <a:cubicBezTo>
                    <a:pt x="15836" y="4391"/>
                    <a:pt x="15574" y="4394"/>
                    <a:pt x="15313" y="4394"/>
                  </a:cubicBezTo>
                  <a:cubicBezTo>
                    <a:pt x="13577" y="4394"/>
                    <a:pt x="11849" y="4263"/>
                    <a:pt x="10121" y="4087"/>
                  </a:cubicBezTo>
                  <a:cubicBezTo>
                    <a:pt x="8192" y="3873"/>
                    <a:pt x="6251" y="3611"/>
                    <a:pt x="4322" y="3373"/>
                  </a:cubicBezTo>
                  <a:cubicBezTo>
                    <a:pt x="3781" y="3303"/>
                    <a:pt x="3239" y="3254"/>
                    <a:pt x="2697" y="3254"/>
                  </a:cubicBezTo>
                  <a:cubicBezTo>
                    <a:pt x="2405" y="3254"/>
                    <a:pt x="2114" y="3268"/>
                    <a:pt x="1822" y="3302"/>
                  </a:cubicBezTo>
                  <a:cubicBezTo>
                    <a:pt x="1286" y="3361"/>
                    <a:pt x="774" y="3504"/>
                    <a:pt x="334" y="3814"/>
                  </a:cubicBezTo>
                  <a:cubicBezTo>
                    <a:pt x="215" y="3909"/>
                    <a:pt x="107" y="4016"/>
                    <a:pt x="0" y="4099"/>
                  </a:cubicBezTo>
                  <a:lnTo>
                    <a:pt x="48" y="4147"/>
                  </a:lnTo>
                  <a:cubicBezTo>
                    <a:pt x="107" y="4099"/>
                    <a:pt x="203" y="4087"/>
                    <a:pt x="238" y="4028"/>
                  </a:cubicBezTo>
                  <a:cubicBezTo>
                    <a:pt x="619" y="3683"/>
                    <a:pt x="1060" y="3552"/>
                    <a:pt x="1536" y="3456"/>
                  </a:cubicBezTo>
                  <a:cubicBezTo>
                    <a:pt x="1884" y="3402"/>
                    <a:pt x="2235" y="3380"/>
                    <a:pt x="2586" y="3380"/>
                  </a:cubicBezTo>
                  <a:cubicBezTo>
                    <a:pt x="3003" y="3380"/>
                    <a:pt x="3420" y="3411"/>
                    <a:pt x="3834" y="3456"/>
                  </a:cubicBezTo>
                  <a:cubicBezTo>
                    <a:pt x="5465" y="3659"/>
                    <a:pt x="7120" y="3873"/>
                    <a:pt x="8751" y="4076"/>
                  </a:cubicBezTo>
                  <a:cubicBezTo>
                    <a:pt x="10874" y="4326"/>
                    <a:pt x="13004" y="4518"/>
                    <a:pt x="15141" y="4518"/>
                  </a:cubicBezTo>
                  <a:cubicBezTo>
                    <a:pt x="15749" y="4518"/>
                    <a:pt x="16357" y="4503"/>
                    <a:pt x="16967" y="4468"/>
                  </a:cubicBezTo>
                  <a:cubicBezTo>
                    <a:pt x="17717" y="4433"/>
                    <a:pt x="18455" y="4397"/>
                    <a:pt x="19169" y="4171"/>
                  </a:cubicBezTo>
                  <a:cubicBezTo>
                    <a:pt x="19467" y="4087"/>
                    <a:pt x="19765" y="3945"/>
                    <a:pt x="20050" y="3837"/>
                  </a:cubicBezTo>
                  <a:cubicBezTo>
                    <a:pt x="20038" y="3802"/>
                    <a:pt x="20038" y="3778"/>
                    <a:pt x="20027" y="3742"/>
                  </a:cubicBezTo>
                  <a:cubicBezTo>
                    <a:pt x="19854" y="3787"/>
                    <a:pt x="19684" y="3805"/>
                    <a:pt x="19515" y="3805"/>
                  </a:cubicBezTo>
                  <a:cubicBezTo>
                    <a:pt x="19239" y="3805"/>
                    <a:pt x="18966" y="3758"/>
                    <a:pt x="18693" y="3706"/>
                  </a:cubicBezTo>
                  <a:cubicBezTo>
                    <a:pt x="17764" y="3504"/>
                    <a:pt x="16848" y="3159"/>
                    <a:pt x="15978" y="2790"/>
                  </a:cubicBezTo>
                  <a:cubicBezTo>
                    <a:pt x="13931" y="1920"/>
                    <a:pt x="11847" y="1135"/>
                    <a:pt x="9704" y="587"/>
                  </a:cubicBezTo>
                  <a:cubicBezTo>
                    <a:pt x="8256" y="206"/>
                    <a:pt x="6793" y="0"/>
                    <a:pt x="5309"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57"/>
            <p:cNvSpPr/>
            <p:nvPr/>
          </p:nvSpPr>
          <p:spPr>
            <a:xfrm>
              <a:off x="2233600" y="3029975"/>
              <a:ext cx="501575" cy="117300"/>
            </a:xfrm>
            <a:custGeom>
              <a:avLst/>
              <a:gdLst/>
              <a:ahLst/>
              <a:cxnLst/>
              <a:rect l="l" t="t" r="r" b="b"/>
              <a:pathLst>
                <a:path w="20063" h="4692" extrusionOk="0">
                  <a:moveTo>
                    <a:pt x="8804" y="2783"/>
                  </a:moveTo>
                  <a:cubicBezTo>
                    <a:pt x="8901" y="2783"/>
                    <a:pt x="8999" y="2784"/>
                    <a:pt x="9097" y="2786"/>
                  </a:cubicBezTo>
                  <a:cubicBezTo>
                    <a:pt x="10323" y="2810"/>
                    <a:pt x="11561" y="2893"/>
                    <a:pt x="12800" y="2953"/>
                  </a:cubicBezTo>
                  <a:cubicBezTo>
                    <a:pt x="13377" y="2971"/>
                    <a:pt x="13958" y="2995"/>
                    <a:pt x="14538" y="2995"/>
                  </a:cubicBezTo>
                  <a:cubicBezTo>
                    <a:pt x="15118" y="2995"/>
                    <a:pt x="15699" y="2971"/>
                    <a:pt x="16276" y="2893"/>
                  </a:cubicBezTo>
                  <a:cubicBezTo>
                    <a:pt x="16324" y="2893"/>
                    <a:pt x="16348" y="2905"/>
                    <a:pt x="16443" y="2905"/>
                  </a:cubicBezTo>
                  <a:cubicBezTo>
                    <a:pt x="16276" y="2977"/>
                    <a:pt x="16169" y="3024"/>
                    <a:pt x="16050" y="3072"/>
                  </a:cubicBezTo>
                  <a:cubicBezTo>
                    <a:pt x="15943" y="3108"/>
                    <a:pt x="15836" y="3155"/>
                    <a:pt x="15717" y="3203"/>
                  </a:cubicBezTo>
                  <a:cubicBezTo>
                    <a:pt x="14359" y="3763"/>
                    <a:pt x="12943" y="4084"/>
                    <a:pt x="11478" y="4155"/>
                  </a:cubicBezTo>
                  <a:cubicBezTo>
                    <a:pt x="11228" y="4167"/>
                    <a:pt x="10978" y="4172"/>
                    <a:pt x="10730" y="4172"/>
                  </a:cubicBezTo>
                  <a:cubicBezTo>
                    <a:pt x="9713" y="4172"/>
                    <a:pt x="8708" y="4084"/>
                    <a:pt x="7704" y="3989"/>
                  </a:cubicBezTo>
                  <a:cubicBezTo>
                    <a:pt x="6655" y="3895"/>
                    <a:pt x="5599" y="3831"/>
                    <a:pt x="4542" y="3831"/>
                  </a:cubicBezTo>
                  <a:cubicBezTo>
                    <a:pt x="4255" y="3831"/>
                    <a:pt x="3967" y="3836"/>
                    <a:pt x="3680" y="3846"/>
                  </a:cubicBezTo>
                  <a:cubicBezTo>
                    <a:pt x="3227" y="3858"/>
                    <a:pt x="2787" y="3882"/>
                    <a:pt x="2334" y="3893"/>
                  </a:cubicBezTo>
                  <a:lnTo>
                    <a:pt x="2334" y="3858"/>
                  </a:lnTo>
                  <a:cubicBezTo>
                    <a:pt x="2370" y="3846"/>
                    <a:pt x="2382" y="3810"/>
                    <a:pt x="2406" y="3810"/>
                  </a:cubicBezTo>
                  <a:cubicBezTo>
                    <a:pt x="3179" y="3643"/>
                    <a:pt x="3977" y="3489"/>
                    <a:pt x="4763" y="3310"/>
                  </a:cubicBezTo>
                  <a:cubicBezTo>
                    <a:pt x="6096" y="3010"/>
                    <a:pt x="7440" y="2783"/>
                    <a:pt x="8804" y="2783"/>
                  </a:cubicBezTo>
                  <a:close/>
                  <a:moveTo>
                    <a:pt x="20063" y="0"/>
                  </a:moveTo>
                  <a:lnTo>
                    <a:pt x="19836" y="226"/>
                  </a:lnTo>
                  <a:cubicBezTo>
                    <a:pt x="19693" y="393"/>
                    <a:pt x="19539" y="572"/>
                    <a:pt x="19396" y="679"/>
                  </a:cubicBezTo>
                  <a:cubicBezTo>
                    <a:pt x="18991" y="1084"/>
                    <a:pt x="18586" y="1488"/>
                    <a:pt x="18158" y="1858"/>
                  </a:cubicBezTo>
                  <a:cubicBezTo>
                    <a:pt x="17562" y="2393"/>
                    <a:pt x="16860" y="2679"/>
                    <a:pt x="16074" y="2762"/>
                  </a:cubicBezTo>
                  <a:cubicBezTo>
                    <a:pt x="15580" y="2822"/>
                    <a:pt x="15092" y="2843"/>
                    <a:pt x="14605" y="2843"/>
                  </a:cubicBezTo>
                  <a:cubicBezTo>
                    <a:pt x="14118" y="2843"/>
                    <a:pt x="13633" y="2822"/>
                    <a:pt x="13145" y="2798"/>
                  </a:cubicBezTo>
                  <a:cubicBezTo>
                    <a:pt x="12407" y="2774"/>
                    <a:pt x="11692" y="2739"/>
                    <a:pt x="10966" y="2679"/>
                  </a:cubicBezTo>
                  <a:cubicBezTo>
                    <a:pt x="10468" y="2641"/>
                    <a:pt x="9972" y="2622"/>
                    <a:pt x="9477" y="2622"/>
                  </a:cubicBezTo>
                  <a:cubicBezTo>
                    <a:pt x="7828" y="2622"/>
                    <a:pt x="6193" y="2830"/>
                    <a:pt x="4573" y="3215"/>
                  </a:cubicBezTo>
                  <a:cubicBezTo>
                    <a:pt x="3560" y="3453"/>
                    <a:pt x="2525" y="3691"/>
                    <a:pt x="1513" y="3941"/>
                  </a:cubicBezTo>
                  <a:cubicBezTo>
                    <a:pt x="1120" y="4048"/>
                    <a:pt x="679" y="4120"/>
                    <a:pt x="310" y="4358"/>
                  </a:cubicBezTo>
                  <a:cubicBezTo>
                    <a:pt x="191" y="4429"/>
                    <a:pt x="108" y="4536"/>
                    <a:pt x="1" y="4632"/>
                  </a:cubicBezTo>
                  <a:cubicBezTo>
                    <a:pt x="1" y="4644"/>
                    <a:pt x="12" y="4667"/>
                    <a:pt x="24" y="4691"/>
                  </a:cubicBezTo>
                  <a:cubicBezTo>
                    <a:pt x="72" y="4667"/>
                    <a:pt x="120" y="4667"/>
                    <a:pt x="143" y="4644"/>
                  </a:cubicBezTo>
                  <a:cubicBezTo>
                    <a:pt x="358" y="4405"/>
                    <a:pt x="643" y="4334"/>
                    <a:pt x="917" y="4251"/>
                  </a:cubicBezTo>
                  <a:cubicBezTo>
                    <a:pt x="1727" y="4060"/>
                    <a:pt x="2560" y="4013"/>
                    <a:pt x="3382" y="3977"/>
                  </a:cubicBezTo>
                  <a:cubicBezTo>
                    <a:pt x="3768" y="3955"/>
                    <a:pt x="4154" y="3946"/>
                    <a:pt x="4540" y="3946"/>
                  </a:cubicBezTo>
                  <a:cubicBezTo>
                    <a:pt x="5650" y="3946"/>
                    <a:pt x="6757" y="4026"/>
                    <a:pt x="7871" y="4132"/>
                  </a:cubicBezTo>
                  <a:cubicBezTo>
                    <a:pt x="8704" y="4227"/>
                    <a:pt x="9537" y="4274"/>
                    <a:pt x="10371" y="4298"/>
                  </a:cubicBezTo>
                  <a:cubicBezTo>
                    <a:pt x="10498" y="4302"/>
                    <a:pt x="10626" y="4303"/>
                    <a:pt x="10753" y="4303"/>
                  </a:cubicBezTo>
                  <a:cubicBezTo>
                    <a:pt x="12418" y="4303"/>
                    <a:pt x="14051" y="4012"/>
                    <a:pt x="15622" y="3382"/>
                  </a:cubicBezTo>
                  <a:cubicBezTo>
                    <a:pt x="16276" y="3108"/>
                    <a:pt x="16955" y="2858"/>
                    <a:pt x="17562" y="2489"/>
                  </a:cubicBezTo>
                  <a:cubicBezTo>
                    <a:pt x="17979" y="2227"/>
                    <a:pt x="18336" y="1929"/>
                    <a:pt x="18681" y="1596"/>
                  </a:cubicBezTo>
                  <a:cubicBezTo>
                    <a:pt x="18979" y="1298"/>
                    <a:pt x="19277" y="1012"/>
                    <a:pt x="19574" y="715"/>
                  </a:cubicBezTo>
                  <a:cubicBezTo>
                    <a:pt x="19777" y="500"/>
                    <a:pt x="19967" y="298"/>
                    <a:pt x="2006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57"/>
            <p:cNvSpPr/>
            <p:nvPr/>
          </p:nvSpPr>
          <p:spPr>
            <a:xfrm>
              <a:off x="2916725" y="2747500"/>
              <a:ext cx="135450" cy="492625"/>
            </a:xfrm>
            <a:custGeom>
              <a:avLst/>
              <a:gdLst/>
              <a:ahLst/>
              <a:cxnLst/>
              <a:rect l="l" t="t" r="r" b="b"/>
              <a:pathLst>
                <a:path w="5418" h="19705" extrusionOk="0">
                  <a:moveTo>
                    <a:pt x="60" y="0"/>
                  </a:moveTo>
                  <a:cubicBezTo>
                    <a:pt x="48" y="12"/>
                    <a:pt x="12" y="12"/>
                    <a:pt x="0" y="36"/>
                  </a:cubicBezTo>
                  <a:cubicBezTo>
                    <a:pt x="12" y="119"/>
                    <a:pt x="48" y="214"/>
                    <a:pt x="60" y="298"/>
                  </a:cubicBezTo>
                  <a:cubicBezTo>
                    <a:pt x="381" y="1560"/>
                    <a:pt x="500" y="2846"/>
                    <a:pt x="524" y="4144"/>
                  </a:cubicBezTo>
                  <a:cubicBezTo>
                    <a:pt x="548" y="5691"/>
                    <a:pt x="524" y="7239"/>
                    <a:pt x="548" y="8799"/>
                  </a:cubicBezTo>
                  <a:cubicBezTo>
                    <a:pt x="596" y="10644"/>
                    <a:pt x="858" y="12442"/>
                    <a:pt x="1453" y="14204"/>
                  </a:cubicBezTo>
                  <a:cubicBezTo>
                    <a:pt x="1632" y="14704"/>
                    <a:pt x="1834" y="15216"/>
                    <a:pt x="2084" y="15693"/>
                  </a:cubicBezTo>
                  <a:cubicBezTo>
                    <a:pt x="2310" y="16109"/>
                    <a:pt x="2489" y="16550"/>
                    <a:pt x="2691" y="16978"/>
                  </a:cubicBezTo>
                  <a:cubicBezTo>
                    <a:pt x="2703" y="17026"/>
                    <a:pt x="2739" y="17074"/>
                    <a:pt x="2763" y="17121"/>
                  </a:cubicBezTo>
                  <a:cubicBezTo>
                    <a:pt x="2739" y="17074"/>
                    <a:pt x="2739" y="17074"/>
                    <a:pt x="2739" y="17062"/>
                  </a:cubicBezTo>
                  <a:cubicBezTo>
                    <a:pt x="2560" y="16609"/>
                    <a:pt x="2370" y="16157"/>
                    <a:pt x="2179" y="15704"/>
                  </a:cubicBezTo>
                  <a:cubicBezTo>
                    <a:pt x="2084" y="15443"/>
                    <a:pt x="1941" y="15181"/>
                    <a:pt x="1834" y="14931"/>
                  </a:cubicBezTo>
                  <a:cubicBezTo>
                    <a:pt x="1370" y="13811"/>
                    <a:pt x="1084" y="12656"/>
                    <a:pt x="893" y="11466"/>
                  </a:cubicBezTo>
                  <a:cubicBezTo>
                    <a:pt x="643" y="9954"/>
                    <a:pt x="643" y="8442"/>
                    <a:pt x="655" y="6930"/>
                  </a:cubicBezTo>
                  <a:cubicBezTo>
                    <a:pt x="667" y="5417"/>
                    <a:pt x="655" y="3917"/>
                    <a:pt x="524" y="2429"/>
                  </a:cubicBezTo>
                  <a:cubicBezTo>
                    <a:pt x="477" y="1941"/>
                    <a:pt x="381" y="1441"/>
                    <a:pt x="310" y="905"/>
                  </a:cubicBezTo>
                  <a:lnTo>
                    <a:pt x="310" y="905"/>
                  </a:lnTo>
                  <a:cubicBezTo>
                    <a:pt x="358" y="965"/>
                    <a:pt x="405" y="1000"/>
                    <a:pt x="417" y="1048"/>
                  </a:cubicBezTo>
                  <a:cubicBezTo>
                    <a:pt x="560" y="1369"/>
                    <a:pt x="703" y="1703"/>
                    <a:pt x="846" y="2024"/>
                  </a:cubicBezTo>
                  <a:cubicBezTo>
                    <a:pt x="1072" y="2489"/>
                    <a:pt x="1310" y="2965"/>
                    <a:pt x="1560" y="3405"/>
                  </a:cubicBezTo>
                  <a:cubicBezTo>
                    <a:pt x="2941" y="5894"/>
                    <a:pt x="3894" y="8525"/>
                    <a:pt x="4453" y="11323"/>
                  </a:cubicBezTo>
                  <a:cubicBezTo>
                    <a:pt x="4858" y="13407"/>
                    <a:pt x="5061" y="15490"/>
                    <a:pt x="5120" y="17609"/>
                  </a:cubicBezTo>
                  <a:cubicBezTo>
                    <a:pt x="5132" y="18169"/>
                    <a:pt x="5191" y="18729"/>
                    <a:pt x="5251" y="19288"/>
                  </a:cubicBezTo>
                  <a:cubicBezTo>
                    <a:pt x="5263" y="19407"/>
                    <a:pt x="5311" y="19538"/>
                    <a:pt x="5358" y="19705"/>
                  </a:cubicBezTo>
                  <a:cubicBezTo>
                    <a:pt x="5406" y="19645"/>
                    <a:pt x="5418" y="19634"/>
                    <a:pt x="5418" y="19622"/>
                  </a:cubicBezTo>
                  <a:cubicBezTo>
                    <a:pt x="5227" y="18169"/>
                    <a:pt x="5239" y="16716"/>
                    <a:pt x="5132" y="15252"/>
                  </a:cubicBezTo>
                  <a:cubicBezTo>
                    <a:pt x="4941" y="12799"/>
                    <a:pt x="4477" y="10394"/>
                    <a:pt x="3751" y="8037"/>
                  </a:cubicBezTo>
                  <a:cubicBezTo>
                    <a:pt x="3501" y="7215"/>
                    <a:pt x="3203" y="6418"/>
                    <a:pt x="2822" y="5656"/>
                  </a:cubicBezTo>
                  <a:cubicBezTo>
                    <a:pt x="2489" y="4989"/>
                    <a:pt x="2155" y="4298"/>
                    <a:pt x="1810" y="3632"/>
                  </a:cubicBezTo>
                  <a:cubicBezTo>
                    <a:pt x="1429" y="2858"/>
                    <a:pt x="1024" y="2084"/>
                    <a:pt x="643" y="1310"/>
                  </a:cubicBezTo>
                  <a:cubicBezTo>
                    <a:pt x="477" y="988"/>
                    <a:pt x="358" y="631"/>
                    <a:pt x="227" y="298"/>
                  </a:cubicBezTo>
                  <a:cubicBezTo>
                    <a:pt x="179" y="191"/>
                    <a:pt x="108" y="95"/>
                    <a:pt x="6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57"/>
            <p:cNvSpPr/>
            <p:nvPr/>
          </p:nvSpPr>
          <p:spPr>
            <a:xfrm>
              <a:off x="2930425" y="2769225"/>
              <a:ext cx="173850" cy="448300"/>
            </a:xfrm>
            <a:custGeom>
              <a:avLst/>
              <a:gdLst/>
              <a:ahLst/>
              <a:cxnLst/>
              <a:rect l="l" t="t" r="r" b="b"/>
              <a:pathLst>
                <a:path w="6954" h="17932" extrusionOk="0">
                  <a:moveTo>
                    <a:pt x="0" y="0"/>
                  </a:moveTo>
                  <a:lnTo>
                    <a:pt x="0" y="0"/>
                  </a:lnTo>
                  <a:cubicBezTo>
                    <a:pt x="155" y="179"/>
                    <a:pt x="310" y="346"/>
                    <a:pt x="464" y="536"/>
                  </a:cubicBezTo>
                  <a:cubicBezTo>
                    <a:pt x="810" y="977"/>
                    <a:pt x="1143" y="1417"/>
                    <a:pt x="1476" y="1870"/>
                  </a:cubicBezTo>
                  <a:cubicBezTo>
                    <a:pt x="1905" y="2489"/>
                    <a:pt x="2310" y="3108"/>
                    <a:pt x="2727" y="3715"/>
                  </a:cubicBezTo>
                  <a:cubicBezTo>
                    <a:pt x="2989" y="4120"/>
                    <a:pt x="3262" y="4537"/>
                    <a:pt x="3512" y="4965"/>
                  </a:cubicBezTo>
                  <a:cubicBezTo>
                    <a:pt x="3870" y="5561"/>
                    <a:pt x="4215" y="6180"/>
                    <a:pt x="4536" y="6787"/>
                  </a:cubicBezTo>
                  <a:cubicBezTo>
                    <a:pt x="5763" y="9109"/>
                    <a:pt x="6560" y="11561"/>
                    <a:pt x="6775" y="14193"/>
                  </a:cubicBezTo>
                  <a:cubicBezTo>
                    <a:pt x="6858" y="15478"/>
                    <a:pt x="6691" y="16729"/>
                    <a:pt x="6132" y="17907"/>
                  </a:cubicBezTo>
                  <a:cubicBezTo>
                    <a:pt x="6120" y="17907"/>
                    <a:pt x="6132" y="17919"/>
                    <a:pt x="6144" y="17931"/>
                  </a:cubicBezTo>
                  <a:cubicBezTo>
                    <a:pt x="6203" y="17824"/>
                    <a:pt x="6287" y="17741"/>
                    <a:pt x="6346" y="17633"/>
                  </a:cubicBezTo>
                  <a:cubicBezTo>
                    <a:pt x="6691" y="16895"/>
                    <a:pt x="6846" y="16086"/>
                    <a:pt x="6894" y="15252"/>
                  </a:cubicBezTo>
                  <a:cubicBezTo>
                    <a:pt x="6953" y="13883"/>
                    <a:pt x="6763" y="12549"/>
                    <a:pt x="6382" y="11240"/>
                  </a:cubicBezTo>
                  <a:cubicBezTo>
                    <a:pt x="6144" y="10371"/>
                    <a:pt x="5870" y="9525"/>
                    <a:pt x="5572" y="8680"/>
                  </a:cubicBezTo>
                  <a:cubicBezTo>
                    <a:pt x="5370" y="8120"/>
                    <a:pt x="5108" y="7596"/>
                    <a:pt x="4822" y="7096"/>
                  </a:cubicBezTo>
                  <a:cubicBezTo>
                    <a:pt x="4358" y="6251"/>
                    <a:pt x="3905" y="5418"/>
                    <a:pt x="3405" y="4584"/>
                  </a:cubicBezTo>
                  <a:cubicBezTo>
                    <a:pt x="2989" y="3894"/>
                    <a:pt x="2512" y="3239"/>
                    <a:pt x="2084" y="2572"/>
                  </a:cubicBezTo>
                  <a:cubicBezTo>
                    <a:pt x="1893" y="2274"/>
                    <a:pt x="1679" y="1977"/>
                    <a:pt x="1488" y="1679"/>
                  </a:cubicBezTo>
                  <a:cubicBezTo>
                    <a:pt x="1084" y="1036"/>
                    <a:pt x="595" y="488"/>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7"/>
            <p:cNvSpPr/>
            <p:nvPr/>
          </p:nvSpPr>
          <p:spPr>
            <a:xfrm>
              <a:off x="2518450" y="3266300"/>
              <a:ext cx="333100" cy="122750"/>
            </a:xfrm>
            <a:custGeom>
              <a:avLst/>
              <a:gdLst/>
              <a:ahLst/>
              <a:cxnLst/>
              <a:rect l="l" t="t" r="r" b="b"/>
              <a:pathLst>
                <a:path w="13324" h="4910" extrusionOk="0">
                  <a:moveTo>
                    <a:pt x="13300" y="1"/>
                  </a:moveTo>
                  <a:cubicBezTo>
                    <a:pt x="12919" y="441"/>
                    <a:pt x="12562" y="917"/>
                    <a:pt x="12181" y="1370"/>
                  </a:cubicBezTo>
                  <a:cubicBezTo>
                    <a:pt x="11669" y="1953"/>
                    <a:pt x="11109" y="2465"/>
                    <a:pt x="10466" y="2870"/>
                  </a:cubicBezTo>
                  <a:cubicBezTo>
                    <a:pt x="9943" y="3215"/>
                    <a:pt x="9431" y="3573"/>
                    <a:pt x="8871" y="3823"/>
                  </a:cubicBezTo>
                  <a:cubicBezTo>
                    <a:pt x="7557" y="4431"/>
                    <a:pt x="6232" y="4762"/>
                    <a:pt x="4897" y="4762"/>
                  </a:cubicBezTo>
                  <a:cubicBezTo>
                    <a:pt x="3800" y="4762"/>
                    <a:pt x="2696" y="4539"/>
                    <a:pt x="1584" y="4061"/>
                  </a:cubicBezTo>
                  <a:cubicBezTo>
                    <a:pt x="941" y="3799"/>
                    <a:pt x="537" y="3263"/>
                    <a:pt x="275" y="2632"/>
                  </a:cubicBezTo>
                  <a:cubicBezTo>
                    <a:pt x="167" y="2382"/>
                    <a:pt x="96" y="2108"/>
                    <a:pt x="1" y="1834"/>
                  </a:cubicBezTo>
                  <a:lnTo>
                    <a:pt x="1" y="2025"/>
                  </a:lnTo>
                  <a:cubicBezTo>
                    <a:pt x="179" y="3144"/>
                    <a:pt x="810" y="3882"/>
                    <a:pt x="1846" y="4311"/>
                  </a:cubicBezTo>
                  <a:cubicBezTo>
                    <a:pt x="2847" y="4720"/>
                    <a:pt x="3853" y="4909"/>
                    <a:pt x="4865" y="4909"/>
                  </a:cubicBezTo>
                  <a:cubicBezTo>
                    <a:pt x="5768" y="4909"/>
                    <a:pt x="6675" y="4758"/>
                    <a:pt x="7585" y="4477"/>
                  </a:cubicBezTo>
                  <a:cubicBezTo>
                    <a:pt x="8180" y="4299"/>
                    <a:pt x="8752" y="4061"/>
                    <a:pt x="9311" y="3763"/>
                  </a:cubicBezTo>
                  <a:cubicBezTo>
                    <a:pt x="10978" y="2870"/>
                    <a:pt x="12312" y="1620"/>
                    <a:pt x="13324" y="13"/>
                  </a:cubicBezTo>
                  <a:cubicBezTo>
                    <a:pt x="13312" y="13"/>
                    <a:pt x="13300" y="1"/>
                    <a:pt x="13300"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57"/>
            <p:cNvSpPr/>
            <p:nvPr/>
          </p:nvSpPr>
          <p:spPr>
            <a:xfrm>
              <a:off x="2900350" y="2256350"/>
              <a:ext cx="125050" cy="323875"/>
            </a:xfrm>
            <a:custGeom>
              <a:avLst/>
              <a:gdLst/>
              <a:ahLst/>
              <a:cxnLst/>
              <a:rect l="l" t="t" r="r" b="b"/>
              <a:pathLst>
                <a:path w="5002" h="12955" extrusionOk="0">
                  <a:moveTo>
                    <a:pt x="2501" y="1"/>
                  </a:moveTo>
                  <a:cubicBezTo>
                    <a:pt x="2489" y="25"/>
                    <a:pt x="2489" y="49"/>
                    <a:pt x="2465" y="60"/>
                  </a:cubicBezTo>
                  <a:cubicBezTo>
                    <a:pt x="2513" y="96"/>
                    <a:pt x="2548" y="120"/>
                    <a:pt x="2584" y="132"/>
                  </a:cubicBezTo>
                  <a:cubicBezTo>
                    <a:pt x="3215" y="346"/>
                    <a:pt x="3644" y="751"/>
                    <a:pt x="3989" y="1311"/>
                  </a:cubicBezTo>
                  <a:cubicBezTo>
                    <a:pt x="4549" y="2251"/>
                    <a:pt x="4751" y="3287"/>
                    <a:pt x="4727" y="4359"/>
                  </a:cubicBezTo>
                  <a:cubicBezTo>
                    <a:pt x="4715" y="6954"/>
                    <a:pt x="3930" y="9276"/>
                    <a:pt x="2287" y="11300"/>
                  </a:cubicBezTo>
                  <a:cubicBezTo>
                    <a:pt x="1739" y="11990"/>
                    <a:pt x="1036" y="12491"/>
                    <a:pt x="239" y="12860"/>
                  </a:cubicBezTo>
                  <a:cubicBezTo>
                    <a:pt x="179" y="12895"/>
                    <a:pt x="84" y="12919"/>
                    <a:pt x="1" y="12955"/>
                  </a:cubicBezTo>
                  <a:cubicBezTo>
                    <a:pt x="596" y="12883"/>
                    <a:pt x="1072" y="12586"/>
                    <a:pt x="1513" y="12229"/>
                  </a:cubicBezTo>
                  <a:cubicBezTo>
                    <a:pt x="2870" y="11121"/>
                    <a:pt x="3691" y="9681"/>
                    <a:pt x="4251" y="8061"/>
                  </a:cubicBezTo>
                  <a:cubicBezTo>
                    <a:pt x="4775" y="6585"/>
                    <a:pt x="5001" y="5061"/>
                    <a:pt x="4811" y="3501"/>
                  </a:cubicBezTo>
                  <a:cubicBezTo>
                    <a:pt x="4703" y="2704"/>
                    <a:pt x="4513" y="1918"/>
                    <a:pt x="4061" y="1227"/>
                  </a:cubicBezTo>
                  <a:cubicBezTo>
                    <a:pt x="3751" y="751"/>
                    <a:pt x="3346" y="358"/>
                    <a:pt x="2822" y="120"/>
                  </a:cubicBezTo>
                  <a:cubicBezTo>
                    <a:pt x="2727" y="84"/>
                    <a:pt x="2608" y="49"/>
                    <a:pt x="2501"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7"/>
            <p:cNvSpPr/>
            <p:nvPr/>
          </p:nvSpPr>
          <p:spPr>
            <a:xfrm>
              <a:off x="2463400" y="2452800"/>
              <a:ext cx="308100" cy="160175"/>
            </a:xfrm>
            <a:custGeom>
              <a:avLst/>
              <a:gdLst/>
              <a:ahLst/>
              <a:cxnLst/>
              <a:rect l="l" t="t" r="r" b="b"/>
              <a:pathLst>
                <a:path w="12324" h="6407" extrusionOk="0">
                  <a:moveTo>
                    <a:pt x="12287" y="1"/>
                  </a:moveTo>
                  <a:cubicBezTo>
                    <a:pt x="12240" y="25"/>
                    <a:pt x="12192" y="37"/>
                    <a:pt x="12168" y="61"/>
                  </a:cubicBezTo>
                  <a:cubicBezTo>
                    <a:pt x="11716" y="465"/>
                    <a:pt x="11180" y="692"/>
                    <a:pt x="10632" y="882"/>
                  </a:cubicBezTo>
                  <a:cubicBezTo>
                    <a:pt x="9227" y="1394"/>
                    <a:pt x="7799" y="1846"/>
                    <a:pt x="6394" y="2347"/>
                  </a:cubicBezTo>
                  <a:cubicBezTo>
                    <a:pt x="5417" y="2680"/>
                    <a:pt x="4453" y="3025"/>
                    <a:pt x="3536" y="3501"/>
                  </a:cubicBezTo>
                  <a:cubicBezTo>
                    <a:pt x="3120" y="3728"/>
                    <a:pt x="2679" y="3918"/>
                    <a:pt x="2286" y="4156"/>
                  </a:cubicBezTo>
                  <a:cubicBezTo>
                    <a:pt x="1524" y="4621"/>
                    <a:pt x="834" y="5168"/>
                    <a:pt x="262" y="5859"/>
                  </a:cubicBezTo>
                  <a:cubicBezTo>
                    <a:pt x="60" y="6121"/>
                    <a:pt x="48" y="6157"/>
                    <a:pt x="0" y="6407"/>
                  </a:cubicBezTo>
                  <a:cubicBezTo>
                    <a:pt x="381" y="5871"/>
                    <a:pt x="834" y="5406"/>
                    <a:pt x="1334" y="4990"/>
                  </a:cubicBezTo>
                  <a:cubicBezTo>
                    <a:pt x="1774" y="4621"/>
                    <a:pt x="2262" y="4311"/>
                    <a:pt x="2774" y="4025"/>
                  </a:cubicBezTo>
                  <a:cubicBezTo>
                    <a:pt x="4144" y="3263"/>
                    <a:pt x="5596" y="2728"/>
                    <a:pt x="7084" y="2239"/>
                  </a:cubicBezTo>
                  <a:cubicBezTo>
                    <a:pt x="7977" y="1942"/>
                    <a:pt x="8894" y="1656"/>
                    <a:pt x="9787" y="1346"/>
                  </a:cubicBezTo>
                  <a:cubicBezTo>
                    <a:pt x="10537" y="1073"/>
                    <a:pt x="11287" y="775"/>
                    <a:pt x="11966" y="346"/>
                  </a:cubicBezTo>
                  <a:cubicBezTo>
                    <a:pt x="12109" y="263"/>
                    <a:pt x="12204" y="156"/>
                    <a:pt x="12323" y="61"/>
                  </a:cubicBezTo>
                  <a:cubicBezTo>
                    <a:pt x="12311" y="49"/>
                    <a:pt x="12299" y="25"/>
                    <a:pt x="1228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57"/>
            <p:cNvSpPr/>
            <p:nvPr/>
          </p:nvSpPr>
          <p:spPr>
            <a:xfrm>
              <a:off x="2468750" y="2507575"/>
              <a:ext cx="320000" cy="120050"/>
            </a:xfrm>
            <a:custGeom>
              <a:avLst/>
              <a:gdLst/>
              <a:ahLst/>
              <a:cxnLst/>
              <a:rect l="l" t="t" r="r" b="b"/>
              <a:pathLst>
                <a:path w="12800" h="4802" extrusionOk="0">
                  <a:moveTo>
                    <a:pt x="12788" y="1"/>
                  </a:moveTo>
                  <a:cubicBezTo>
                    <a:pt x="12573" y="156"/>
                    <a:pt x="12383" y="286"/>
                    <a:pt x="12169" y="429"/>
                  </a:cubicBezTo>
                  <a:cubicBezTo>
                    <a:pt x="11859" y="644"/>
                    <a:pt x="11561" y="882"/>
                    <a:pt x="11240" y="1072"/>
                  </a:cubicBezTo>
                  <a:cubicBezTo>
                    <a:pt x="10621" y="1429"/>
                    <a:pt x="10014" y="1787"/>
                    <a:pt x="9394" y="2120"/>
                  </a:cubicBezTo>
                  <a:cubicBezTo>
                    <a:pt x="8763" y="2442"/>
                    <a:pt x="8109" y="2715"/>
                    <a:pt x="7489" y="3013"/>
                  </a:cubicBezTo>
                  <a:cubicBezTo>
                    <a:pt x="6323" y="3549"/>
                    <a:pt x="5120" y="3930"/>
                    <a:pt x="3882" y="4239"/>
                  </a:cubicBezTo>
                  <a:cubicBezTo>
                    <a:pt x="2989" y="4477"/>
                    <a:pt x="2096" y="4644"/>
                    <a:pt x="1179" y="4668"/>
                  </a:cubicBezTo>
                  <a:cubicBezTo>
                    <a:pt x="1062" y="4675"/>
                    <a:pt x="946" y="4677"/>
                    <a:pt x="829" y="4677"/>
                  </a:cubicBezTo>
                  <a:cubicBezTo>
                    <a:pt x="705" y="4677"/>
                    <a:pt x="582" y="4675"/>
                    <a:pt x="458" y="4675"/>
                  </a:cubicBezTo>
                  <a:cubicBezTo>
                    <a:pt x="305" y="4675"/>
                    <a:pt x="153" y="4678"/>
                    <a:pt x="0" y="4692"/>
                  </a:cubicBezTo>
                  <a:cubicBezTo>
                    <a:pt x="131" y="4716"/>
                    <a:pt x="262" y="4751"/>
                    <a:pt x="381" y="4763"/>
                  </a:cubicBezTo>
                  <a:cubicBezTo>
                    <a:pt x="600" y="4790"/>
                    <a:pt x="818" y="4802"/>
                    <a:pt x="1034" y="4802"/>
                  </a:cubicBezTo>
                  <a:cubicBezTo>
                    <a:pt x="1585" y="4802"/>
                    <a:pt x="2129" y="4726"/>
                    <a:pt x="2667" y="4632"/>
                  </a:cubicBezTo>
                  <a:cubicBezTo>
                    <a:pt x="3834" y="4418"/>
                    <a:pt x="4989" y="4096"/>
                    <a:pt x="6096" y="3692"/>
                  </a:cubicBezTo>
                  <a:cubicBezTo>
                    <a:pt x="6978" y="3382"/>
                    <a:pt x="7823" y="3037"/>
                    <a:pt x="8644" y="2596"/>
                  </a:cubicBezTo>
                  <a:cubicBezTo>
                    <a:pt x="9597" y="2084"/>
                    <a:pt x="10561" y="1584"/>
                    <a:pt x="11490" y="1025"/>
                  </a:cubicBezTo>
                  <a:cubicBezTo>
                    <a:pt x="11919" y="775"/>
                    <a:pt x="12288" y="453"/>
                    <a:pt x="12693" y="156"/>
                  </a:cubicBezTo>
                  <a:cubicBezTo>
                    <a:pt x="12728" y="120"/>
                    <a:pt x="12752" y="72"/>
                    <a:pt x="12788" y="48"/>
                  </a:cubicBezTo>
                  <a:cubicBezTo>
                    <a:pt x="12800" y="36"/>
                    <a:pt x="12788" y="13"/>
                    <a:pt x="1278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57"/>
            <p:cNvSpPr/>
            <p:nvPr/>
          </p:nvSpPr>
          <p:spPr>
            <a:xfrm>
              <a:off x="2500900" y="2533775"/>
              <a:ext cx="302725" cy="107525"/>
            </a:xfrm>
            <a:custGeom>
              <a:avLst/>
              <a:gdLst/>
              <a:ahLst/>
              <a:cxnLst/>
              <a:rect l="l" t="t" r="r" b="b"/>
              <a:pathLst>
                <a:path w="12109" h="4301" extrusionOk="0">
                  <a:moveTo>
                    <a:pt x="12073" y="0"/>
                  </a:moveTo>
                  <a:cubicBezTo>
                    <a:pt x="12038" y="12"/>
                    <a:pt x="11990" y="36"/>
                    <a:pt x="11942" y="60"/>
                  </a:cubicBezTo>
                  <a:cubicBezTo>
                    <a:pt x="11502" y="358"/>
                    <a:pt x="11049" y="667"/>
                    <a:pt x="10585" y="953"/>
                  </a:cubicBezTo>
                  <a:cubicBezTo>
                    <a:pt x="9978" y="1322"/>
                    <a:pt x="9371" y="1679"/>
                    <a:pt x="8728" y="2001"/>
                  </a:cubicBezTo>
                  <a:cubicBezTo>
                    <a:pt x="8097" y="2322"/>
                    <a:pt x="7466" y="2596"/>
                    <a:pt x="6811" y="2870"/>
                  </a:cubicBezTo>
                  <a:cubicBezTo>
                    <a:pt x="6192" y="3108"/>
                    <a:pt x="5572" y="3346"/>
                    <a:pt x="4930" y="3513"/>
                  </a:cubicBezTo>
                  <a:cubicBezTo>
                    <a:pt x="3977" y="3751"/>
                    <a:pt x="3013" y="3953"/>
                    <a:pt x="2048" y="4120"/>
                  </a:cubicBezTo>
                  <a:cubicBezTo>
                    <a:pt x="1512" y="4203"/>
                    <a:pt x="941" y="4191"/>
                    <a:pt x="393" y="4227"/>
                  </a:cubicBezTo>
                  <a:lnTo>
                    <a:pt x="0" y="4227"/>
                  </a:lnTo>
                  <a:lnTo>
                    <a:pt x="12" y="4251"/>
                  </a:lnTo>
                  <a:cubicBezTo>
                    <a:pt x="227" y="4263"/>
                    <a:pt x="465" y="4287"/>
                    <a:pt x="691" y="4299"/>
                  </a:cubicBezTo>
                  <a:cubicBezTo>
                    <a:pt x="747" y="4300"/>
                    <a:pt x="803" y="4300"/>
                    <a:pt x="859" y="4300"/>
                  </a:cubicBezTo>
                  <a:cubicBezTo>
                    <a:pt x="2062" y="4300"/>
                    <a:pt x="3233" y="4060"/>
                    <a:pt x="4394" y="3787"/>
                  </a:cubicBezTo>
                  <a:cubicBezTo>
                    <a:pt x="5406" y="3549"/>
                    <a:pt x="6382" y="3168"/>
                    <a:pt x="7335" y="2775"/>
                  </a:cubicBezTo>
                  <a:cubicBezTo>
                    <a:pt x="8251" y="2406"/>
                    <a:pt x="9144" y="1989"/>
                    <a:pt x="9990" y="1465"/>
                  </a:cubicBezTo>
                  <a:cubicBezTo>
                    <a:pt x="10609" y="1096"/>
                    <a:pt x="11216" y="691"/>
                    <a:pt x="11823" y="298"/>
                  </a:cubicBezTo>
                  <a:cubicBezTo>
                    <a:pt x="11930" y="215"/>
                    <a:pt x="12014" y="120"/>
                    <a:pt x="12109" y="36"/>
                  </a:cubicBezTo>
                  <a:cubicBezTo>
                    <a:pt x="12097" y="24"/>
                    <a:pt x="12073" y="12"/>
                    <a:pt x="120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57"/>
            <p:cNvSpPr/>
            <p:nvPr/>
          </p:nvSpPr>
          <p:spPr>
            <a:xfrm>
              <a:off x="2533350" y="2425725"/>
              <a:ext cx="231900" cy="84550"/>
            </a:xfrm>
            <a:custGeom>
              <a:avLst/>
              <a:gdLst/>
              <a:ahLst/>
              <a:cxnLst/>
              <a:rect l="l" t="t" r="r" b="b"/>
              <a:pathLst>
                <a:path w="9276" h="3382" extrusionOk="0">
                  <a:moveTo>
                    <a:pt x="9275" y="1"/>
                  </a:moveTo>
                  <a:lnTo>
                    <a:pt x="9275" y="1"/>
                  </a:lnTo>
                  <a:cubicBezTo>
                    <a:pt x="8263" y="108"/>
                    <a:pt x="7239" y="155"/>
                    <a:pt x="6251" y="417"/>
                  </a:cubicBezTo>
                  <a:cubicBezTo>
                    <a:pt x="5358" y="667"/>
                    <a:pt x="4465" y="893"/>
                    <a:pt x="3596" y="1179"/>
                  </a:cubicBezTo>
                  <a:cubicBezTo>
                    <a:pt x="2727" y="1465"/>
                    <a:pt x="1905" y="1858"/>
                    <a:pt x="1179" y="2429"/>
                  </a:cubicBezTo>
                  <a:cubicBezTo>
                    <a:pt x="774" y="2739"/>
                    <a:pt x="381" y="3037"/>
                    <a:pt x="0" y="3382"/>
                  </a:cubicBezTo>
                  <a:lnTo>
                    <a:pt x="941" y="2751"/>
                  </a:lnTo>
                  <a:cubicBezTo>
                    <a:pt x="1512" y="2358"/>
                    <a:pt x="2072" y="1953"/>
                    <a:pt x="2715" y="1679"/>
                  </a:cubicBezTo>
                  <a:cubicBezTo>
                    <a:pt x="4560" y="905"/>
                    <a:pt x="6465" y="405"/>
                    <a:pt x="8454" y="191"/>
                  </a:cubicBezTo>
                  <a:cubicBezTo>
                    <a:pt x="8739" y="179"/>
                    <a:pt x="9025" y="155"/>
                    <a:pt x="927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57"/>
            <p:cNvSpPr/>
            <p:nvPr/>
          </p:nvSpPr>
          <p:spPr>
            <a:xfrm>
              <a:off x="2220800" y="3513650"/>
              <a:ext cx="168500" cy="165525"/>
            </a:xfrm>
            <a:custGeom>
              <a:avLst/>
              <a:gdLst/>
              <a:ahLst/>
              <a:cxnLst/>
              <a:rect l="l" t="t" r="r" b="b"/>
              <a:pathLst>
                <a:path w="6740" h="6621" extrusionOk="0">
                  <a:moveTo>
                    <a:pt x="6739" y="1"/>
                  </a:moveTo>
                  <a:lnTo>
                    <a:pt x="6739" y="1"/>
                  </a:lnTo>
                  <a:cubicBezTo>
                    <a:pt x="6489" y="36"/>
                    <a:pt x="6347" y="191"/>
                    <a:pt x="6204" y="334"/>
                  </a:cubicBezTo>
                  <a:cubicBezTo>
                    <a:pt x="5287" y="1203"/>
                    <a:pt x="4358" y="2072"/>
                    <a:pt x="3465" y="2977"/>
                  </a:cubicBezTo>
                  <a:cubicBezTo>
                    <a:pt x="2382" y="4085"/>
                    <a:pt x="1310" y="5228"/>
                    <a:pt x="239" y="6359"/>
                  </a:cubicBezTo>
                  <a:cubicBezTo>
                    <a:pt x="155" y="6442"/>
                    <a:pt x="84" y="6537"/>
                    <a:pt x="1" y="6621"/>
                  </a:cubicBezTo>
                  <a:cubicBezTo>
                    <a:pt x="2263" y="4430"/>
                    <a:pt x="4358" y="2120"/>
                    <a:pt x="673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57"/>
            <p:cNvSpPr/>
            <p:nvPr/>
          </p:nvSpPr>
          <p:spPr>
            <a:xfrm>
              <a:off x="2333025" y="2696525"/>
              <a:ext cx="210750" cy="68550"/>
            </a:xfrm>
            <a:custGeom>
              <a:avLst/>
              <a:gdLst/>
              <a:ahLst/>
              <a:cxnLst/>
              <a:rect l="l" t="t" r="r" b="b"/>
              <a:pathLst>
                <a:path w="8430" h="2742" extrusionOk="0">
                  <a:moveTo>
                    <a:pt x="73" y="0"/>
                  </a:moveTo>
                  <a:cubicBezTo>
                    <a:pt x="49" y="0"/>
                    <a:pt x="25" y="1"/>
                    <a:pt x="0" y="3"/>
                  </a:cubicBezTo>
                  <a:cubicBezTo>
                    <a:pt x="298" y="110"/>
                    <a:pt x="596" y="229"/>
                    <a:pt x="905" y="313"/>
                  </a:cubicBezTo>
                  <a:cubicBezTo>
                    <a:pt x="2381" y="765"/>
                    <a:pt x="3846" y="1206"/>
                    <a:pt x="5322" y="1670"/>
                  </a:cubicBezTo>
                  <a:cubicBezTo>
                    <a:pt x="6322" y="1980"/>
                    <a:pt x="7287" y="2361"/>
                    <a:pt x="8275" y="2694"/>
                  </a:cubicBezTo>
                  <a:lnTo>
                    <a:pt x="8406" y="2742"/>
                  </a:lnTo>
                  <a:cubicBezTo>
                    <a:pt x="8406" y="2730"/>
                    <a:pt x="8418" y="2694"/>
                    <a:pt x="8430" y="2682"/>
                  </a:cubicBezTo>
                  <a:cubicBezTo>
                    <a:pt x="8037" y="2444"/>
                    <a:pt x="7596" y="2265"/>
                    <a:pt x="7156" y="2122"/>
                  </a:cubicBezTo>
                  <a:cubicBezTo>
                    <a:pt x="6215" y="1825"/>
                    <a:pt x="5263" y="1527"/>
                    <a:pt x="4310" y="1241"/>
                  </a:cubicBezTo>
                  <a:cubicBezTo>
                    <a:pt x="3012" y="849"/>
                    <a:pt x="1703" y="468"/>
                    <a:pt x="405" y="63"/>
                  </a:cubicBezTo>
                  <a:cubicBezTo>
                    <a:pt x="297" y="23"/>
                    <a:pt x="188" y="0"/>
                    <a:pt x="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57"/>
            <p:cNvSpPr/>
            <p:nvPr/>
          </p:nvSpPr>
          <p:spPr>
            <a:xfrm>
              <a:off x="2975950" y="2335825"/>
              <a:ext cx="67300" cy="192025"/>
            </a:xfrm>
            <a:custGeom>
              <a:avLst/>
              <a:gdLst/>
              <a:ahLst/>
              <a:cxnLst/>
              <a:rect l="l" t="t" r="r" b="b"/>
              <a:pathLst>
                <a:path w="2692" h="7681" extrusionOk="0">
                  <a:moveTo>
                    <a:pt x="2025" y="1"/>
                  </a:moveTo>
                  <a:lnTo>
                    <a:pt x="2025" y="1"/>
                  </a:lnTo>
                  <a:cubicBezTo>
                    <a:pt x="2382" y="2811"/>
                    <a:pt x="1668" y="5335"/>
                    <a:pt x="1" y="7680"/>
                  </a:cubicBezTo>
                  <a:cubicBezTo>
                    <a:pt x="1513" y="6466"/>
                    <a:pt x="2692" y="1977"/>
                    <a:pt x="2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57"/>
            <p:cNvSpPr/>
            <p:nvPr/>
          </p:nvSpPr>
          <p:spPr>
            <a:xfrm>
              <a:off x="2611925" y="3301125"/>
              <a:ext cx="200650" cy="78875"/>
            </a:xfrm>
            <a:custGeom>
              <a:avLst/>
              <a:gdLst/>
              <a:ahLst/>
              <a:cxnLst/>
              <a:rect l="l" t="t" r="r" b="b"/>
              <a:pathLst>
                <a:path w="8026" h="3155" extrusionOk="0">
                  <a:moveTo>
                    <a:pt x="8025" y="1"/>
                  </a:moveTo>
                  <a:lnTo>
                    <a:pt x="8025" y="1"/>
                  </a:lnTo>
                  <a:cubicBezTo>
                    <a:pt x="5974" y="2063"/>
                    <a:pt x="3534" y="3104"/>
                    <a:pt x="686" y="3104"/>
                  </a:cubicBezTo>
                  <a:cubicBezTo>
                    <a:pt x="460" y="3104"/>
                    <a:pt x="232" y="3098"/>
                    <a:pt x="0" y="3084"/>
                  </a:cubicBezTo>
                  <a:lnTo>
                    <a:pt x="0" y="3084"/>
                  </a:lnTo>
                  <a:cubicBezTo>
                    <a:pt x="371" y="3132"/>
                    <a:pt x="739" y="3155"/>
                    <a:pt x="1104" y="3155"/>
                  </a:cubicBezTo>
                  <a:cubicBezTo>
                    <a:pt x="2217" y="3155"/>
                    <a:pt x="3306" y="2940"/>
                    <a:pt x="4382" y="2537"/>
                  </a:cubicBezTo>
                  <a:cubicBezTo>
                    <a:pt x="5787" y="1989"/>
                    <a:pt x="7013" y="1168"/>
                    <a:pt x="8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57"/>
            <p:cNvSpPr/>
            <p:nvPr/>
          </p:nvSpPr>
          <p:spPr>
            <a:xfrm>
              <a:off x="2266950" y="3565750"/>
              <a:ext cx="77400" cy="81575"/>
            </a:xfrm>
            <a:custGeom>
              <a:avLst/>
              <a:gdLst/>
              <a:ahLst/>
              <a:cxnLst/>
              <a:rect l="l" t="t" r="r" b="b"/>
              <a:pathLst>
                <a:path w="3096" h="3263" extrusionOk="0">
                  <a:moveTo>
                    <a:pt x="3060" y="0"/>
                  </a:moveTo>
                  <a:cubicBezTo>
                    <a:pt x="1965" y="1000"/>
                    <a:pt x="1000" y="2120"/>
                    <a:pt x="0" y="3215"/>
                  </a:cubicBezTo>
                  <a:cubicBezTo>
                    <a:pt x="24" y="3215"/>
                    <a:pt x="36" y="3227"/>
                    <a:pt x="48" y="3263"/>
                  </a:cubicBezTo>
                  <a:cubicBezTo>
                    <a:pt x="1060" y="2191"/>
                    <a:pt x="2072" y="1120"/>
                    <a:pt x="3096" y="48"/>
                  </a:cubicBezTo>
                  <a:lnTo>
                    <a:pt x="3060" y="0"/>
                  </a:ln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53" name="Google Shape;853;p57"/>
          <p:cNvPicPr preferRelativeResize="0"/>
          <p:nvPr/>
        </p:nvPicPr>
        <p:blipFill rotWithShape="1">
          <a:blip r:embed="rId6">
            <a:alphaModFix/>
          </a:blip>
          <a:srcRect l="45691" t="12052" r="18787" b="20159"/>
          <a:stretch/>
        </p:blipFill>
        <p:spPr>
          <a:xfrm>
            <a:off x="5660025" y="3759677"/>
            <a:ext cx="1366949" cy="1467299"/>
          </a:xfrm>
          <a:prstGeom prst="rect">
            <a:avLst/>
          </a:prstGeom>
          <a:noFill/>
          <a:ln>
            <a:noFill/>
          </a:ln>
        </p:spPr>
      </p:pic>
      <p:pic>
        <p:nvPicPr>
          <p:cNvPr id="854" name="Google Shape;854;p57"/>
          <p:cNvPicPr preferRelativeResize="0"/>
          <p:nvPr/>
        </p:nvPicPr>
        <p:blipFill rotWithShape="1">
          <a:blip r:embed="rId7">
            <a:alphaModFix/>
          </a:blip>
          <a:srcRect l="28680" t="19555" r="23804" b="32703"/>
          <a:stretch/>
        </p:blipFill>
        <p:spPr>
          <a:xfrm rot="-1761291">
            <a:off x="6806898" y="1938021"/>
            <a:ext cx="1287877" cy="72782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pic>
        <p:nvPicPr>
          <p:cNvPr id="859" name="Google Shape;859;p58"/>
          <p:cNvPicPr preferRelativeResize="0"/>
          <p:nvPr/>
        </p:nvPicPr>
        <p:blipFill rotWithShape="1">
          <a:blip r:embed="rId3">
            <a:alphaModFix amt="76000"/>
          </a:blip>
          <a:srcRect l="37412" t="9009" r="30455" b="20771"/>
          <a:stretch/>
        </p:blipFill>
        <p:spPr>
          <a:xfrm>
            <a:off x="6998364" y="693909"/>
            <a:ext cx="1432411" cy="1760740"/>
          </a:xfrm>
          <a:prstGeom prst="rect">
            <a:avLst/>
          </a:prstGeom>
          <a:noFill/>
          <a:ln>
            <a:noFill/>
          </a:ln>
        </p:spPr>
      </p:pic>
      <p:sp>
        <p:nvSpPr>
          <p:cNvPr id="860" name="Google Shape;860;p58"/>
          <p:cNvSpPr txBox="1">
            <a:spLocks noGrp="1"/>
          </p:cNvSpPr>
          <p:nvPr>
            <p:ph type="title"/>
          </p:nvPr>
        </p:nvSpPr>
        <p:spPr>
          <a:xfrm>
            <a:off x="3511675" y="2098425"/>
            <a:ext cx="4919100" cy="913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Planificateurs</a:t>
            </a:r>
            <a:endParaRPr/>
          </a:p>
        </p:txBody>
      </p:sp>
      <p:sp>
        <p:nvSpPr>
          <p:cNvPr id="861" name="Google Shape;861;p58"/>
          <p:cNvSpPr txBox="1">
            <a:spLocks noGrp="1"/>
          </p:cNvSpPr>
          <p:nvPr>
            <p:ph type="title" idx="2"/>
          </p:nvPr>
        </p:nvSpPr>
        <p:spPr>
          <a:xfrm>
            <a:off x="4591375" y="1010300"/>
            <a:ext cx="3839400" cy="1088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04</a:t>
            </a:r>
            <a:endParaRPr/>
          </a:p>
        </p:txBody>
      </p:sp>
      <p:sp>
        <p:nvSpPr>
          <p:cNvPr id="862" name="Google Shape;862;p58"/>
          <p:cNvSpPr txBox="1">
            <a:spLocks noGrp="1"/>
          </p:cNvSpPr>
          <p:nvPr>
            <p:ph type="subTitle" idx="1"/>
          </p:nvPr>
        </p:nvSpPr>
        <p:spPr>
          <a:xfrm>
            <a:off x="4567375" y="3056300"/>
            <a:ext cx="3863400" cy="693600"/>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Clr>
                <a:schemeClr val="dk1"/>
              </a:buClr>
              <a:buSzPts val="1100"/>
              <a:buFont typeface="Arial"/>
              <a:buNone/>
            </a:pPr>
            <a:r>
              <a:rPr lang="en"/>
              <a:t>Vous pouvez entrer un sous-titre ici si vous en avez besoin</a:t>
            </a:r>
            <a:endParaRPr/>
          </a:p>
        </p:txBody>
      </p:sp>
      <p:pic>
        <p:nvPicPr>
          <p:cNvPr id="863" name="Google Shape;863;p58"/>
          <p:cNvPicPr preferRelativeResize="0"/>
          <p:nvPr/>
        </p:nvPicPr>
        <p:blipFill rotWithShape="1">
          <a:blip r:embed="rId4">
            <a:alphaModFix amt="63000"/>
          </a:blip>
          <a:srcRect l="17536" t="30943" r="20804" b="36495"/>
          <a:stretch/>
        </p:blipFill>
        <p:spPr>
          <a:xfrm rot="2045531">
            <a:off x="-1834343" y="953205"/>
            <a:ext cx="4824687" cy="1433140"/>
          </a:xfrm>
          <a:prstGeom prst="rect">
            <a:avLst/>
          </a:prstGeom>
          <a:noFill/>
          <a:ln>
            <a:noFill/>
          </a:ln>
        </p:spPr>
      </p:pic>
      <p:grpSp>
        <p:nvGrpSpPr>
          <p:cNvPr id="864" name="Google Shape;864;p58"/>
          <p:cNvGrpSpPr/>
          <p:nvPr/>
        </p:nvGrpSpPr>
        <p:grpSpPr>
          <a:xfrm rot="-10296130">
            <a:off x="4792345" y="-1125886"/>
            <a:ext cx="1683149" cy="2875747"/>
            <a:chOff x="4084725" y="1655475"/>
            <a:chExt cx="916200" cy="1565375"/>
          </a:xfrm>
        </p:grpSpPr>
        <p:sp>
          <p:nvSpPr>
            <p:cNvPr id="865" name="Google Shape;865;p58"/>
            <p:cNvSpPr/>
            <p:nvPr/>
          </p:nvSpPr>
          <p:spPr>
            <a:xfrm>
              <a:off x="4084725" y="1655475"/>
              <a:ext cx="916200" cy="1565375"/>
            </a:xfrm>
            <a:custGeom>
              <a:avLst/>
              <a:gdLst/>
              <a:ahLst/>
              <a:cxnLst/>
              <a:rect l="l" t="t" r="r" b="b"/>
              <a:pathLst>
                <a:path w="36648" h="62615" extrusionOk="0">
                  <a:moveTo>
                    <a:pt x="32038" y="113"/>
                  </a:moveTo>
                  <a:cubicBezTo>
                    <a:pt x="32273" y="113"/>
                    <a:pt x="32434" y="295"/>
                    <a:pt x="32528" y="664"/>
                  </a:cubicBezTo>
                  <a:cubicBezTo>
                    <a:pt x="32647" y="1104"/>
                    <a:pt x="32600" y="1557"/>
                    <a:pt x="32505" y="1997"/>
                  </a:cubicBezTo>
                  <a:cubicBezTo>
                    <a:pt x="32255" y="2962"/>
                    <a:pt x="31933" y="3902"/>
                    <a:pt x="31469" y="4795"/>
                  </a:cubicBezTo>
                  <a:cubicBezTo>
                    <a:pt x="31064" y="5581"/>
                    <a:pt x="30635" y="6379"/>
                    <a:pt x="30207" y="7153"/>
                  </a:cubicBezTo>
                  <a:cubicBezTo>
                    <a:pt x="29766" y="7951"/>
                    <a:pt x="29195" y="8665"/>
                    <a:pt x="28611" y="9367"/>
                  </a:cubicBezTo>
                  <a:cubicBezTo>
                    <a:pt x="28278" y="9784"/>
                    <a:pt x="27956" y="10213"/>
                    <a:pt x="27635" y="10629"/>
                  </a:cubicBezTo>
                  <a:cubicBezTo>
                    <a:pt x="27635" y="10641"/>
                    <a:pt x="27623" y="10641"/>
                    <a:pt x="27587" y="10665"/>
                  </a:cubicBezTo>
                  <a:cubicBezTo>
                    <a:pt x="27575" y="10629"/>
                    <a:pt x="27575" y="10618"/>
                    <a:pt x="27563" y="10618"/>
                  </a:cubicBezTo>
                  <a:cubicBezTo>
                    <a:pt x="27647" y="9510"/>
                    <a:pt x="27718" y="8427"/>
                    <a:pt x="27825" y="7331"/>
                  </a:cubicBezTo>
                  <a:cubicBezTo>
                    <a:pt x="27885" y="6653"/>
                    <a:pt x="27980" y="5986"/>
                    <a:pt x="28135" y="5331"/>
                  </a:cubicBezTo>
                  <a:cubicBezTo>
                    <a:pt x="28349" y="4510"/>
                    <a:pt x="28671" y="3736"/>
                    <a:pt x="29076" y="3009"/>
                  </a:cubicBezTo>
                  <a:cubicBezTo>
                    <a:pt x="29540" y="2164"/>
                    <a:pt x="30135" y="1414"/>
                    <a:pt x="30861" y="795"/>
                  </a:cubicBezTo>
                  <a:cubicBezTo>
                    <a:pt x="31100" y="604"/>
                    <a:pt x="31338" y="402"/>
                    <a:pt x="31612" y="259"/>
                  </a:cubicBezTo>
                  <a:cubicBezTo>
                    <a:pt x="31774" y="162"/>
                    <a:pt x="31916" y="113"/>
                    <a:pt x="32038" y="113"/>
                  </a:cubicBezTo>
                  <a:close/>
                  <a:moveTo>
                    <a:pt x="36100" y="8486"/>
                  </a:moveTo>
                  <a:cubicBezTo>
                    <a:pt x="36350" y="8498"/>
                    <a:pt x="36457" y="8629"/>
                    <a:pt x="36386" y="8879"/>
                  </a:cubicBezTo>
                  <a:cubicBezTo>
                    <a:pt x="36338" y="9010"/>
                    <a:pt x="36291" y="9141"/>
                    <a:pt x="36219" y="9260"/>
                  </a:cubicBezTo>
                  <a:cubicBezTo>
                    <a:pt x="35684" y="10141"/>
                    <a:pt x="34993" y="10903"/>
                    <a:pt x="34207" y="11558"/>
                  </a:cubicBezTo>
                  <a:cubicBezTo>
                    <a:pt x="33826" y="11868"/>
                    <a:pt x="33374" y="12058"/>
                    <a:pt x="32909" y="12177"/>
                  </a:cubicBezTo>
                  <a:cubicBezTo>
                    <a:pt x="32219" y="12356"/>
                    <a:pt x="31516" y="12523"/>
                    <a:pt x="30802" y="12665"/>
                  </a:cubicBezTo>
                  <a:cubicBezTo>
                    <a:pt x="29790" y="12880"/>
                    <a:pt x="28766" y="13070"/>
                    <a:pt x="27754" y="13261"/>
                  </a:cubicBezTo>
                  <a:cubicBezTo>
                    <a:pt x="27540" y="13296"/>
                    <a:pt x="27349" y="13356"/>
                    <a:pt x="27135" y="13416"/>
                  </a:cubicBezTo>
                  <a:cubicBezTo>
                    <a:pt x="27135" y="13392"/>
                    <a:pt x="27123" y="13380"/>
                    <a:pt x="27123" y="13368"/>
                  </a:cubicBezTo>
                  <a:cubicBezTo>
                    <a:pt x="27421" y="13046"/>
                    <a:pt x="27718" y="12713"/>
                    <a:pt x="28028" y="12427"/>
                  </a:cubicBezTo>
                  <a:cubicBezTo>
                    <a:pt x="28492" y="11987"/>
                    <a:pt x="28968" y="11546"/>
                    <a:pt x="29445" y="11118"/>
                  </a:cubicBezTo>
                  <a:cubicBezTo>
                    <a:pt x="29873" y="10749"/>
                    <a:pt x="30350" y="10439"/>
                    <a:pt x="30873" y="10225"/>
                  </a:cubicBezTo>
                  <a:cubicBezTo>
                    <a:pt x="32219" y="9677"/>
                    <a:pt x="33552" y="9153"/>
                    <a:pt x="34933" y="8724"/>
                  </a:cubicBezTo>
                  <a:cubicBezTo>
                    <a:pt x="35219" y="8629"/>
                    <a:pt x="35505" y="8570"/>
                    <a:pt x="35791" y="8510"/>
                  </a:cubicBezTo>
                  <a:cubicBezTo>
                    <a:pt x="35886" y="8486"/>
                    <a:pt x="35993" y="8486"/>
                    <a:pt x="36100" y="8486"/>
                  </a:cubicBezTo>
                  <a:close/>
                  <a:moveTo>
                    <a:pt x="18131" y="849"/>
                  </a:moveTo>
                  <a:cubicBezTo>
                    <a:pt x="18269" y="849"/>
                    <a:pt x="18400" y="924"/>
                    <a:pt x="18539" y="1069"/>
                  </a:cubicBezTo>
                  <a:cubicBezTo>
                    <a:pt x="18610" y="1164"/>
                    <a:pt x="18693" y="1259"/>
                    <a:pt x="18753" y="1343"/>
                  </a:cubicBezTo>
                  <a:cubicBezTo>
                    <a:pt x="19193" y="1974"/>
                    <a:pt x="19598" y="2605"/>
                    <a:pt x="19896" y="3319"/>
                  </a:cubicBezTo>
                  <a:cubicBezTo>
                    <a:pt x="20384" y="4498"/>
                    <a:pt x="20896" y="5676"/>
                    <a:pt x="21384" y="6843"/>
                  </a:cubicBezTo>
                  <a:cubicBezTo>
                    <a:pt x="21801" y="7867"/>
                    <a:pt x="21979" y="8915"/>
                    <a:pt x="22146" y="9987"/>
                  </a:cubicBezTo>
                  <a:cubicBezTo>
                    <a:pt x="22301" y="11010"/>
                    <a:pt x="22349" y="12046"/>
                    <a:pt x="22206" y="13070"/>
                  </a:cubicBezTo>
                  <a:cubicBezTo>
                    <a:pt x="22087" y="13844"/>
                    <a:pt x="21884" y="14618"/>
                    <a:pt x="21646" y="15380"/>
                  </a:cubicBezTo>
                  <a:cubicBezTo>
                    <a:pt x="21503" y="15821"/>
                    <a:pt x="21325" y="16273"/>
                    <a:pt x="21170" y="16714"/>
                  </a:cubicBezTo>
                  <a:cubicBezTo>
                    <a:pt x="21098" y="16952"/>
                    <a:pt x="21039" y="17178"/>
                    <a:pt x="20967" y="17416"/>
                  </a:cubicBezTo>
                  <a:cubicBezTo>
                    <a:pt x="20955" y="17452"/>
                    <a:pt x="20932" y="17487"/>
                    <a:pt x="20920" y="17523"/>
                  </a:cubicBezTo>
                  <a:cubicBezTo>
                    <a:pt x="20908" y="17523"/>
                    <a:pt x="20872" y="17535"/>
                    <a:pt x="20860" y="17535"/>
                  </a:cubicBezTo>
                  <a:cubicBezTo>
                    <a:pt x="20848" y="17476"/>
                    <a:pt x="20848" y="17416"/>
                    <a:pt x="20848" y="17368"/>
                  </a:cubicBezTo>
                  <a:cubicBezTo>
                    <a:pt x="20622" y="16642"/>
                    <a:pt x="20313" y="15952"/>
                    <a:pt x="19943" y="15285"/>
                  </a:cubicBezTo>
                  <a:cubicBezTo>
                    <a:pt x="19658" y="14761"/>
                    <a:pt x="19360" y="14261"/>
                    <a:pt x="19050" y="13773"/>
                  </a:cubicBezTo>
                  <a:cubicBezTo>
                    <a:pt x="18122" y="12284"/>
                    <a:pt x="17515" y="10665"/>
                    <a:pt x="17169" y="8927"/>
                  </a:cubicBezTo>
                  <a:cubicBezTo>
                    <a:pt x="16824" y="7189"/>
                    <a:pt x="16669" y="5450"/>
                    <a:pt x="16812" y="3676"/>
                  </a:cubicBezTo>
                  <a:cubicBezTo>
                    <a:pt x="16872" y="3057"/>
                    <a:pt x="16991" y="2450"/>
                    <a:pt x="17217" y="1866"/>
                  </a:cubicBezTo>
                  <a:cubicBezTo>
                    <a:pt x="17300" y="1640"/>
                    <a:pt x="17443" y="1426"/>
                    <a:pt x="17562" y="1224"/>
                  </a:cubicBezTo>
                  <a:cubicBezTo>
                    <a:pt x="17598" y="1152"/>
                    <a:pt x="17657" y="1093"/>
                    <a:pt x="17741" y="1033"/>
                  </a:cubicBezTo>
                  <a:cubicBezTo>
                    <a:pt x="17881" y="909"/>
                    <a:pt x="18009" y="849"/>
                    <a:pt x="18131" y="849"/>
                  </a:cubicBezTo>
                  <a:close/>
                  <a:moveTo>
                    <a:pt x="26007" y="23434"/>
                  </a:moveTo>
                  <a:cubicBezTo>
                    <a:pt x="26186" y="23434"/>
                    <a:pt x="26368" y="23444"/>
                    <a:pt x="26551" y="23464"/>
                  </a:cubicBezTo>
                  <a:cubicBezTo>
                    <a:pt x="27004" y="23524"/>
                    <a:pt x="27468" y="23560"/>
                    <a:pt x="27933" y="23643"/>
                  </a:cubicBezTo>
                  <a:cubicBezTo>
                    <a:pt x="28647" y="23762"/>
                    <a:pt x="29373" y="23893"/>
                    <a:pt x="30099" y="24012"/>
                  </a:cubicBezTo>
                  <a:cubicBezTo>
                    <a:pt x="30415" y="24062"/>
                    <a:pt x="30730" y="24083"/>
                    <a:pt x="31046" y="24083"/>
                  </a:cubicBezTo>
                  <a:cubicBezTo>
                    <a:pt x="31183" y="24083"/>
                    <a:pt x="31320" y="24079"/>
                    <a:pt x="31457" y="24072"/>
                  </a:cubicBezTo>
                  <a:lnTo>
                    <a:pt x="31635" y="24072"/>
                  </a:lnTo>
                  <a:cubicBezTo>
                    <a:pt x="31635" y="24084"/>
                    <a:pt x="31647" y="24095"/>
                    <a:pt x="31647" y="24119"/>
                  </a:cubicBezTo>
                  <a:cubicBezTo>
                    <a:pt x="31576" y="24143"/>
                    <a:pt x="31504" y="24179"/>
                    <a:pt x="31421" y="24191"/>
                  </a:cubicBezTo>
                  <a:cubicBezTo>
                    <a:pt x="30457" y="24453"/>
                    <a:pt x="29457" y="24595"/>
                    <a:pt x="28468" y="24679"/>
                  </a:cubicBezTo>
                  <a:cubicBezTo>
                    <a:pt x="27492" y="24750"/>
                    <a:pt x="26516" y="24810"/>
                    <a:pt x="25551" y="24869"/>
                  </a:cubicBezTo>
                  <a:cubicBezTo>
                    <a:pt x="24456" y="24953"/>
                    <a:pt x="23384" y="25072"/>
                    <a:pt x="22349" y="25429"/>
                  </a:cubicBezTo>
                  <a:cubicBezTo>
                    <a:pt x="21979" y="25560"/>
                    <a:pt x="21622" y="25727"/>
                    <a:pt x="21289" y="25929"/>
                  </a:cubicBezTo>
                  <a:cubicBezTo>
                    <a:pt x="20991" y="26119"/>
                    <a:pt x="20694" y="26334"/>
                    <a:pt x="20396" y="26524"/>
                  </a:cubicBezTo>
                  <a:cubicBezTo>
                    <a:pt x="20348" y="26560"/>
                    <a:pt x="20301" y="26596"/>
                    <a:pt x="20241" y="26631"/>
                  </a:cubicBezTo>
                  <a:cubicBezTo>
                    <a:pt x="20241" y="26620"/>
                    <a:pt x="20217" y="26620"/>
                    <a:pt x="20217" y="26596"/>
                  </a:cubicBezTo>
                  <a:lnTo>
                    <a:pt x="20301" y="26524"/>
                  </a:lnTo>
                  <a:cubicBezTo>
                    <a:pt x="21241" y="25524"/>
                    <a:pt x="22301" y="24679"/>
                    <a:pt x="23539" y="24060"/>
                  </a:cubicBezTo>
                  <a:cubicBezTo>
                    <a:pt x="24328" y="23665"/>
                    <a:pt x="25142" y="23434"/>
                    <a:pt x="26007" y="23434"/>
                  </a:cubicBezTo>
                  <a:close/>
                  <a:moveTo>
                    <a:pt x="32275" y="17767"/>
                  </a:moveTo>
                  <a:cubicBezTo>
                    <a:pt x="32407" y="17767"/>
                    <a:pt x="32539" y="17769"/>
                    <a:pt x="32671" y="17773"/>
                  </a:cubicBezTo>
                  <a:cubicBezTo>
                    <a:pt x="33362" y="17785"/>
                    <a:pt x="34040" y="17880"/>
                    <a:pt x="34695" y="18071"/>
                  </a:cubicBezTo>
                  <a:cubicBezTo>
                    <a:pt x="35029" y="18178"/>
                    <a:pt x="35350" y="18309"/>
                    <a:pt x="35648" y="18488"/>
                  </a:cubicBezTo>
                  <a:cubicBezTo>
                    <a:pt x="36219" y="18833"/>
                    <a:pt x="36422" y="19440"/>
                    <a:pt x="36231" y="20083"/>
                  </a:cubicBezTo>
                  <a:cubicBezTo>
                    <a:pt x="36124" y="20464"/>
                    <a:pt x="35922" y="20797"/>
                    <a:pt x="35684" y="21119"/>
                  </a:cubicBezTo>
                  <a:cubicBezTo>
                    <a:pt x="34969" y="22107"/>
                    <a:pt x="34076" y="22881"/>
                    <a:pt x="33052" y="23500"/>
                  </a:cubicBezTo>
                  <a:cubicBezTo>
                    <a:pt x="32766" y="23679"/>
                    <a:pt x="32445" y="23786"/>
                    <a:pt x="32112" y="23845"/>
                  </a:cubicBezTo>
                  <a:cubicBezTo>
                    <a:pt x="31790" y="23896"/>
                    <a:pt x="31471" y="23918"/>
                    <a:pt x="31153" y="23918"/>
                  </a:cubicBezTo>
                  <a:cubicBezTo>
                    <a:pt x="30646" y="23918"/>
                    <a:pt x="30145" y="23862"/>
                    <a:pt x="29647" y="23774"/>
                  </a:cubicBezTo>
                  <a:cubicBezTo>
                    <a:pt x="28599" y="23583"/>
                    <a:pt x="27540" y="23381"/>
                    <a:pt x="26492" y="23298"/>
                  </a:cubicBezTo>
                  <a:cubicBezTo>
                    <a:pt x="26327" y="23282"/>
                    <a:pt x="26164" y="23275"/>
                    <a:pt x="26002" y="23275"/>
                  </a:cubicBezTo>
                  <a:cubicBezTo>
                    <a:pt x="25168" y="23275"/>
                    <a:pt x="24368" y="23477"/>
                    <a:pt x="23611" y="23845"/>
                  </a:cubicBezTo>
                  <a:cubicBezTo>
                    <a:pt x="22360" y="24453"/>
                    <a:pt x="21289" y="25286"/>
                    <a:pt x="20324" y="26262"/>
                  </a:cubicBezTo>
                  <a:cubicBezTo>
                    <a:pt x="19836" y="26751"/>
                    <a:pt x="19348" y="27215"/>
                    <a:pt x="18848" y="27691"/>
                  </a:cubicBezTo>
                  <a:cubicBezTo>
                    <a:pt x="18812" y="27727"/>
                    <a:pt x="18753" y="27774"/>
                    <a:pt x="18705" y="27822"/>
                  </a:cubicBezTo>
                  <a:lnTo>
                    <a:pt x="18669" y="27786"/>
                  </a:lnTo>
                  <a:cubicBezTo>
                    <a:pt x="18812" y="27548"/>
                    <a:pt x="18943" y="27298"/>
                    <a:pt x="19086" y="27048"/>
                  </a:cubicBezTo>
                  <a:cubicBezTo>
                    <a:pt x="20813" y="24214"/>
                    <a:pt x="23015" y="21857"/>
                    <a:pt x="25682" y="19916"/>
                  </a:cubicBezTo>
                  <a:cubicBezTo>
                    <a:pt x="27647" y="18493"/>
                    <a:pt x="29858" y="17767"/>
                    <a:pt x="32275" y="17767"/>
                  </a:cubicBezTo>
                  <a:close/>
                  <a:moveTo>
                    <a:pt x="11058" y="13217"/>
                  </a:moveTo>
                  <a:cubicBezTo>
                    <a:pt x="11163" y="13217"/>
                    <a:pt x="11271" y="13231"/>
                    <a:pt x="11383" y="13261"/>
                  </a:cubicBezTo>
                  <a:cubicBezTo>
                    <a:pt x="11681" y="13356"/>
                    <a:pt x="11931" y="13499"/>
                    <a:pt x="12169" y="13701"/>
                  </a:cubicBezTo>
                  <a:cubicBezTo>
                    <a:pt x="12478" y="13951"/>
                    <a:pt x="12728" y="14237"/>
                    <a:pt x="12966" y="14547"/>
                  </a:cubicBezTo>
                  <a:cubicBezTo>
                    <a:pt x="13967" y="15856"/>
                    <a:pt x="14717" y="17297"/>
                    <a:pt x="15193" y="18880"/>
                  </a:cubicBezTo>
                  <a:cubicBezTo>
                    <a:pt x="15883" y="21178"/>
                    <a:pt x="16288" y="23560"/>
                    <a:pt x="16407" y="25977"/>
                  </a:cubicBezTo>
                  <a:cubicBezTo>
                    <a:pt x="16443" y="26715"/>
                    <a:pt x="16479" y="27465"/>
                    <a:pt x="16526" y="28203"/>
                  </a:cubicBezTo>
                  <a:lnTo>
                    <a:pt x="16526" y="28536"/>
                  </a:lnTo>
                  <a:lnTo>
                    <a:pt x="16479" y="28536"/>
                  </a:lnTo>
                  <a:cubicBezTo>
                    <a:pt x="16395" y="28382"/>
                    <a:pt x="16312" y="28251"/>
                    <a:pt x="16217" y="28108"/>
                  </a:cubicBezTo>
                  <a:cubicBezTo>
                    <a:pt x="15848" y="27524"/>
                    <a:pt x="15383" y="27012"/>
                    <a:pt x="14883" y="26536"/>
                  </a:cubicBezTo>
                  <a:cubicBezTo>
                    <a:pt x="13895" y="25608"/>
                    <a:pt x="13050" y="24548"/>
                    <a:pt x="12288" y="23417"/>
                  </a:cubicBezTo>
                  <a:cubicBezTo>
                    <a:pt x="11823" y="22714"/>
                    <a:pt x="11454" y="21988"/>
                    <a:pt x="11180" y="21214"/>
                  </a:cubicBezTo>
                  <a:cubicBezTo>
                    <a:pt x="10549" y="19357"/>
                    <a:pt x="10014" y="17476"/>
                    <a:pt x="9752" y="15511"/>
                  </a:cubicBezTo>
                  <a:cubicBezTo>
                    <a:pt x="9728" y="15213"/>
                    <a:pt x="9692" y="14928"/>
                    <a:pt x="9680" y="14630"/>
                  </a:cubicBezTo>
                  <a:cubicBezTo>
                    <a:pt x="9668" y="14475"/>
                    <a:pt x="9668" y="14320"/>
                    <a:pt x="9692" y="14154"/>
                  </a:cubicBezTo>
                  <a:cubicBezTo>
                    <a:pt x="9740" y="13856"/>
                    <a:pt x="9895" y="13618"/>
                    <a:pt x="10168" y="13475"/>
                  </a:cubicBezTo>
                  <a:cubicBezTo>
                    <a:pt x="10462" y="13333"/>
                    <a:pt x="10748" y="13217"/>
                    <a:pt x="11058" y="13217"/>
                  </a:cubicBezTo>
                  <a:close/>
                  <a:moveTo>
                    <a:pt x="7125" y="29645"/>
                  </a:moveTo>
                  <a:cubicBezTo>
                    <a:pt x="7427" y="29645"/>
                    <a:pt x="7730" y="29660"/>
                    <a:pt x="8037" y="29691"/>
                  </a:cubicBezTo>
                  <a:cubicBezTo>
                    <a:pt x="9609" y="29894"/>
                    <a:pt x="11109" y="30346"/>
                    <a:pt x="12526" y="31096"/>
                  </a:cubicBezTo>
                  <a:cubicBezTo>
                    <a:pt x="12752" y="31215"/>
                    <a:pt x="12978" y="31346"/>
                    <a:pt x="13193" y="31477"/>
                  </a:cubicBezTo>
                  <a:cubicBezTo>
                    <a:pt x="13252" y="31513"/>
                    <a:pt x="13312" y="31573"/>
                    <a:pt x="13359" y="31620"/>
                  </a:cubicBezTo>
                  <a:cubicBezTo>
                    <a:pt x="10751" y="30642"/>
                    <a:pt x="8068" y="30279"/>
                    <a:pt x="5326" y="30279"/>
                  </a:cubicBezTo>
                  <a:cubicBezTo>
                    <a:pt x="4764" y="30279"/>
                    <a:pt x="4199" y="30294"/>
                    <a:pt x="3632" y="30322"/>
                  </a:cubicBezTo>
                  <a:cubicBezTo>
                    <a:pt x="4773" y="29885"/>
                    <a:pt x="5929" y="29645"/>
                    <a:pt x="7125" y="29645"/>
                  </a:cubicBezTo>
                  <a:close/>
                  <a:moveTo>
                    <a:pt x="5900" y="28785"/>
                  </a:moveTo>
                  <a:cubicBezTo>
                    <a:pt x="6981" y="28785"/>
                    <a:pt x="8063" y="28903"/>
                    <a:pt x="9144" y="29132"/>
                  </a:cubicBezTo>
                  <a:cubicBezTo>
                    <a:pt x="10145" y="29334"/>
                    <a:pt x="11097" y="29632"/>
                    <a:pt x="12026" y="30072"/>
                  </a:cubicBezTo>
                  <a:cubicBezTo>
                    <a:pt x="12824" y="30453"/>
                    <a:pt x="13574" y="30906"/>
                    <a:pt x="14228" y="31501"/>
                  </a:cubicBezTo>
                  <a:cubicBezTo>
                    <a:pt x="14538" y="31775"/>
                    <a:pt x="14788" y="32108"/>
                    <a:pt x="15026" y="32454"/>
                  </a:cubicBezTo>
                  <a:cubicBezTo>
                    <a:pt x="15062" y="32489"/>
                    <a:pt x="15074" y="32537"/>
                    <a:pt x="15121" y="32608"/>
                  </a:cubicBezTo>
                  <a:cubicBezTo>
                    <a:pt x="14836" y="32406"/>
                    <a:pt x="14586" y="32215"/>
                    <a:pt x="14324" y="32037"/>
                  </a:cubicBezTo>
                  <a:cubicBezTo>
                    <a:pt x="13812" y="31692"/>
                    <a:pt x="13288" y="31334"/>
                    <a:pt x="12752" y="31025"/>
                  </a:cubicBezTo>
                  <a:cubicBezTo>
                    <a:pt x="12109" y="30644"/>
                    <a:pt x="11430" y="30370"/>
                    <a:pt x="10716" y="30132"/>
                  </a:cubicBezTo>
                  <a:cubicBezTo>
                    <a:pt x="9716" y="29787"/>
                    <a:pt x="8692" y="29572"/>
                    <a:pt x="7644" y="29501"/>
                  </a:cubicBezTo>
                  <a:cubicBezTo>
                    <a:pt x="7419" y="29485"/>
                    <a:pt x="7196" y="29477"/>
                    <a:pt x="6975" y="29477"/>
                  </a:cubicBezTo>
                  <a:cubicBezTo>
                    <a:pt x="6211" y="29477"/>
                    <a:pt x="5466" y="29574"/>
                    <a:pt x="4727" y="29787"/>
                  </a:cubicBezTo>
                  <a:cubicBezTo>
                    <a:pt x="4144" y="29953"/>
                    <a:pt x="3584" y="30132"/>
                    <a:pt x="3013" y="30275"/>
                  </a:cubicBezTo>
                  <a:cubicBezTo>
                    <a:pt x="2298" y="30465"/>
                    <a:pt x="1572" y="30513"/>
                    <a:pt x="834" y="30513"/>
                  </a:cubicBezTo>
                  <a:cubicBezTo>
                    <a:pt x="727" y="30513"/>
                    <a:pt x="608" y="30501"/>
                    <a:pt x="501" y="30465"/>
                  </a:cubicBezTo>
                  <a:cubicBezTo>
                    <a:pt x="429" y="30453"/>
                    <a:pt x="358" y="30406"/>
                    <a:pt x="298" y="30382"/>
                  </a:cubicBezTo>
                  <a:cubicBezTo>
                    <a:pt x="262" y="30251"/>
                    <a:pt x="310" y="30168"/>
                    <a:pt x="381" y="30108"/>
                  </a:cubicBezTo>
                  <a:cubicBezTo>
                    <a:pt x="453" y="30049"/>
                    <a:pt x="536" y="30013"/>
                    <a:pt x="608" y="29965"/>
                  </a:cubicBezTo>
                  <a:cubicBezTo>
                    <a:pt x="1489" y="29501"/>
                    <a:pt x="2406" y="29156"/>
                    <a:pt x="3394" y="29001"/>
                  </a:cubicBezTo>
                  <a:cubicBezTo>
                    <a:pt x="4229" y="28856"/>
                    <a:pt x="5064" y="28785"/>
                    <a:pt x="5900" y="28785"/>
                  </a:cubicBezTo>
                  <a:close/>
                  <a:moveTo>
                    <a:pt x="22417" y="30566"/>
                  </a:moveTo>
                  <a:cubicBezTo>
                    <a:pt x="22825" y="30566"/>
                    <a:pt x="23221" y="30666"/>
                    <a:pt x="23587" y="30882"/>
                  </a:cubicBezTo>
                  <a:cubicBezTo>
                    <a:pt x="23968" y="31108"/>
                    <a:pt x="24158" y="31465"/>
                    <a:pt x="24146" y="31930"/>
                  </a:cubicBezTo>
                  <a:cubicBezTo>
                    <a:pt x="24123" y="32418"/>
                    <a:pt x="23992" y="32882"/>
                    <a:pt x="23813" y="33323"/>
                  </a:cubicBezTo>
                  <a:cubicBezTo>
                    <a:pt x="23527" y="34025"/>
                    <a:pt x="23146" y="34680"/>
                    <a:pt x="22730" y="35311"/>
                  </a:cubicBezTo>
                  <a:cubicBezTo>
                    <a:pt x="21515" y="37180"/>
                    <a:pt x="19920" y="38704"/>
                    <a:pt x="18169" y="40050"/>
                  </a:cubicBezTo>
                  <a:cubicBezTo>
                    <a:pt x="17562" y="40514"/>
                    <a:pt x="16895" y="40967"/>
                    <a:pt x="16288" y="41443"/>
                  </a:cubicBezTo>
                  <a:cubicBezTo>
                    <a:pt x="15788" y="41824"/>
                    <a:pt x="15324" y="42241"/>
                    <a:pt x="14848" y="42669"/>
                  </a:cubicBezTo>
                  <a:cubicBezTo>
                    <a:pt x="14550" y="42943"/>
                    <a:pt x="14300" y="43264"/>
                    <a:pt x="14097" y="43622"/>
                  </a:cubicBezTo>
                  <a:cubicBezTo>
                    <a:pt x="14086" y="43657"/>
                    <a:pt x="14062" y="43681"/>
                    <a:pt x="14026" y="43717"/>
                  </a:cubicBezTo>
                  <a:cubicBezTo>
                    <a:pt x="14014" y="43717"/>
                    <a:pt x="14002" y="43705"/>
                    <a:pt x="13990" y="43705"/>
                  </a:cubicBezTo>
                  <a:cubicBezTo>
                    <a:pt x="14074" y="43145"/>
                    <a:pt x="14145" y="42586"/>
                    <a:pt x="14205" y="42038"/>
                  </a:cubicBezTo>
                  <a:cubicBezTo>
                    <a:pt x="14502" y="40264"/>
                    <a:pt x="14859" y="38526"/>
                    <a:pt x="15288" y="36776"/>
                  </a:cubicBezTo>
                  <a:cubicBezTo>
                    <a:pt x="15491" y="36037"/>
                    <a:pt x="15681" y="35275"/>
                    <a:pt x="15860" y="34537"/>
                  </a:cubicBezTo>
                  <a:cubicBezTo>
                    <a:pt x="15883" y="34418"/>
                    <a:pt x="15943" y="34311"/>
                    <a:pt x="16038" y="34216"/>
                  </a:cubicBezTo>
                  <a:cubicBezTo>
                    <a:pt x="17336" y="32954"/>
                    <a:pt x="18789" y="31918"/>
                    <a:pt x="20408" y="31144"/>
                  </a:cubicBezTo>
                  <a:cubicBezTo>
                    <a:pt x="20884" y="30918"/>
                    <a:pt x="21384" y="30727"/>
                    <a:pt x="21884" y="30620"/>
                  </a:cubicBezTo>
                  <a:cubicBezTo>
                    <a:pt x="22063" y="30584"/>
                    <a:pt x="22242" y="30566"/>
                    <a:pt x="22417" y="30566"/>
                  </a:cubicBezTo>
                  <a:close/>
                  <a:moveTo>
                    <a:pt x="15657" y="34716"/>
                  </a:moveTo>
                  <a:cubicBezTo>
                    <a:pt x="14800" y="37990"/>
                    <a:pt x="14074" y="41276"/>
                    <a:pt x="13705" y="44634"/>
                  </a:cubicBezTo>
                  <a:lnTo>
                    <a:pt x="13645" y="44634"/>
                  </a:lnTo>
                  <a:cubicBezTo>
                    <a:pt x="13586" y="44407"/>
                    <a:pt x="13502" y="44193"/>
                    <a:pt x="13466" y="44003"/>
                  </a:cubicBezTo>
                  <a:cubicBezTo>
                    <a:pt x="13276" y="43122"/>
                    <a:pt x="13109" y="42229"/>
                    <a:pt x="13074" y="41336"/>
                  </a:cubicBezTo>
                  <a:cubicBezTo>
                    <a:pt x="13026" y="39752"/>
                    <a:pt x="13324" y="38252"/>
                    <a:pt x="14062" y="36835"/>
                  </a:cubicBezTo>
                  <a:cubicBezTo>
                    <a:pt x="14431" y="36097"/>
                    <a:pt x="14907" y="35442"/>
                    <a:pt x="15455" y="34847"/>
                  </a:cubicBezTo>
                  <a:lnTo>
                    <a:pt x="15574" y="34728"/>
                  </a:lnTo>
                  <a:cubicBezTo>
                    <a:pt x="15586" y="34716"/>
                    <a:pt x="15610" y="34716"/>
                    <a:pt x="15657" y="34716"/>
                  </a:cubicBezTo>
                  <a:close/>
                  <a:moveTo>
                    <a:pt x="27142" y="36639"/>
                  </a:moveTo>
                  <a:cubicBezTo>
                    <a:pt x="27246" y="36639"/>
                    <a:pt x="27351" y="36654"/>
                    <a:pt x="27456" y="36680"/>
                  </a:cubicBezTo>
                  <a:cubicBezTo>
                    <a:pt x="27730" y="36740"/>
                    <a:pt x="27873" y="36895"/>
                    <a:pt x="27825" y="37180"/>
                  </a:cubicBezTo>
                  <a:cubicBezTo>
                    <a:pt x="27778" y="37454"/>
                    <a:pt x="27694" y="37716"/>
                    <a:pt x="27587" y="37966"/>
                  </a:cubicBezTo>
                  <a:cubicBezTo>
                    <a:pt x="27337" y="38609"/>
                    <a:pt x="26897" y="39133"/>
                    <a:pt x="26385" y="39574"/>
                  </a:cubicBezTo>
                  <a:cubicBezTo>
                    <a:pt x="25599" y="40252"/>
                    <a:pt x="24730" y="40800"/>
                    <a:pt x="23837" y="41288"/>
                  </a:cubicBezTo>
                  <a:cubicBezTo>
                    <a:pt x="22634" y="41955"/>
                    <a:pt x="21408" y="42633"/>
                    <a:pt x="20193" y="43288"/>
                  </a:cubicBezTo>
                  <a:cubicBezTo>
                    <a:pt x="18729" y="44062"/>
                    <a:pt x="17479" y="45086"/>
                    <a:pt x="16383" y="46301"/>
                  </a:cubicBezTo>
                  <a:lnTo>
                    <a:pt x="16253" y="46443"/>
                  </a:lnTo>
                  <a:cubicBezTo>
                    <a:pt x="16229" y="46455"/>
                    <a:pt x="16217" y="46455"/>
                    <a:pt x="16181" y="46467"/>
                  </a:cubicBezTo>
                  <a:cubicBezTo>
                    <a:pt x="16372" y="46039"/>
                    <a:pt x="16526" y="45622"/>
                    <a:pt x="16705" y="45217"/>
                  </a:cubicBezTo>
                  <a:cubicBezTo>
                    <a:pt x="16931" y="44753"/>
                    <a:pt x="17169" y="44312"/>
                    <a:pt x="17407" y="43848"/>
                  </a:cubicBezTo>
                  <a:cubicBezTo>
                    <a:pt x="18193" y="42348"/>
                    <a:pt x="19336" y="41157"/>
                    <a:pt x="20753" y="40252"/>
                  </a:cubicBezTo>
                  <a:cubicBezTo>
                    <a:pt x="22432" y="39181"/>
                    <a:pt x="24146" y="38180"/>
                    <a:pt x="25849" y="37157"/>
                  </a:cubicBezTo>
                  <a:cubicBezTo>
                    <a:pt x="26123" y="36978"/>
                    <a:pt x="26444" y="36859"/>
                    <a:pt x="26754" y="36716"/>
                  </a:cubicBezTo>
                  <a:cubicBezTo>
                    <a:pt x="26880" y="36663"/>
                    <a:pt x="27010" y="36639"/>
                    <a:pt x="27142" y="36639"/>
                  </a:cubicBezTo>
                  <a:close/>
                  <a:moveTo>
                    <a:pt x="23849" y="45360"/>
                  </a:moveTo>
                  <a:cubicBezTo>
                    <a:pt x="25027" y="45360"/>
                    <a:pt x="26206" y="45384"/>
                    <a:pt x="27385" y="45396"/>
                  </a:cubicBezTo>
                  <a:cubicBezTo>
                    <a:pt x="27635" y="45396"/>
                    <a:pt x="27873" y="45431"/>
                    <a:pt x="28111" y="45467"/>
                  </a:cubicBezTo>
                  <a:cubicBezTo>
                    <a:pt x="28492" y="45550"/>
                    <a:pt x="28611" y="45884"/>
                    <a:pt x="28397" y="46217"/>
                  </a:cubicBezTo>
                  <a:lnTo>
                    <a:pt x="28349" y="46253"/>
                  </a:lnTo>
                  <a:cubicBezTo>
                    <a:pt x="27361" y="47408"/>
                    <a:pt x="26170" y="48206"/>
                    <a:pt x="24670" y="48491"/>
                  </a:cubicBezTo>
                  <a:cubicBezTo>
                    <a:pt x="23603" y="48681"/>
                    <a:pt x="22542" y="48808"/>
                    <a:pt x="21467" y="48808"/>
                  </a:cubicBezTo>
                  <a:cubicBezTo>
                    <a:pt x="20994" y="48808"/>
                    <a:pt x="20519" y="48784"/>
                    <a:pt x="20039" y="48729"/>
                  </a:cubicBezTo>
                  <a:cubicBezTo>
                    <a:pt x="19282" y="48638"/>
                    <a:pt x="18498" y="48582"/>
                    <a:pt x="17717" y="48582"/>
                  </a:cubicBezTo>
                  <a:cubicBezTo>
                    <a:pt x="17478" y="48582"/>
                    <a:pt x="17240" y="48587"/>
                    <a:pt x="17003" y="48598"/>
                  </a:cubicBezTo>
                  <a:cubicBezTo>
                    <a:pt x="16979" y="48598"/>
                    <a:pt x="16943" y="48575"/>
                    <a:pt x="16907" y="48575"/>
                  </a:cubicBezTo>
                  <a:cubicBezTo>
                    <a:pt x="16921" y="48554"/>
                    <a:pt x="16927" y="48541"/>
                    <a:pt x="16929" y="48541"/>
                  </a:cubicBezTo>
                  <a:cubicBezTo>
                    <a:pt x="16931" y="48541"/>
                    <a:pt x="16931" y="48548"/>
                    <a:pt x="16931" y="48563"/>
                  </a:cubicBezTo>
                  <a:cubicBezTo>
                    <a:pt x="17693" y="48086"/>
                    <a:pt x="18360" y="47479"/>
                    <a:pt x="19074" y="46943"/>
                  </a:cubicBezTo>
                  <a:cubicBezTo>
                    <a:pt x="19408" y="46693"/>
                    <a:pt x="19729" y="46467"/>
                    <a:pt x="20074" y="46241"/>
                  </a:cubicBezTo>
                  <a:cubicBezTo>
                    <a:pt x="20551" y="45920"/>
                    <a:pt x="21086" y="45705"/>
                    <a:pt x="21646" y="45598"/>
                  </a:cubicBezTo>
                  <a:cubicBezTo>
                    <a:pt x="22372" y="45455"/>
                    <a:pt x="23111" y="45360"/>
                    <a:pt x="23849" y="45360"/>
                  </a:cubicBezTo>
                  <a:close/>
                  <a:moveTo>
                    <a:pt x="7136" y="36210"/>
                  </a:moveTo>
                  <a:cubicBezTo>
                    <a:pt x="7207" y="36210"/>
                    <a:pt x="7282" y="36227"/>
                    <a:pt x="7359" y="36264"/>
                  </a:cubicBezTo>
                  <a:cubicBezTo>
                    <a:pt x="7478" y="36323"/>
                    <a:pt x="7620" y="36406"/>
                    <a:pt x="7704" y="36502"/>
                  </a:cubicBezTo>
                  <a:cubicBezTo>
                    <a:pt x="7871" y="36656"/>
                    <a:pt x="8037" y="36823"/>
                    <a:pt x="8156" y="37014"/>
                  </a:cubicBezTo>
                  <a:cubicBezTo>
                    <a:pt x="9121" y="38538"/>
                    <a:pt x="10026" y="40085"/>
                    <a:pt x="10573" y="41812"/>
                  </a:cubicBezTo>
                  <a:cubicBezTo>
                    <a:pt x="10966" y="43026"/>
                    <a:pt x="11157" y="44300"/>
                    <a:pt x="11288" y="45562"/>
                  </a:cubicBezTo>
                  <a:cubicBezTo>
                    <a:pt x="11371" y="46324"/>
                    <a:pt x="11454" y="47074"/>
                    <a:pt x="11704" y="47813"/>
                  </a:cubicBezTo>
                  <a:cubicBezTo>
                    <a:pt x="11823" y="48146"/>
                    <a:pt x="11978" y="48491"/>
                    <a:pt x="12109" y="48837"/>
                  </a:cubicBezTo>
                  <a:cubicBezTo>
                    <a:pt x="12145" y="48908"/>
                    <a:pt x="12204" y="48968"/>
                    <a:pt x="12240" y="49039"/>
                  </a:cubicBezTo>
                  <a:cubicBezTo>
                    <a:pt x="12228" y="49039"/>
                    <a:pt x="12204" y="49063"/>
                    <a:pt x="12181" y="49075"/>
                  </a:cubicBezTo>
                  <a:cubicBezTo>
                    <a:pt x="12164" y="49066"/>
                    <a:pt x="12142" y="49053"/>
                    <a:pt x="12118" y="49053"/>
                  </a:cubicBezTo>
                  <a:cubicBezTo>
                    <a:pt x="12107" y="49053"/>
                    <a:pt x="12096" y="49055"/>
                    <a:pt x="12085" y="49063"/>
                  </a:cubicBezTo>
                  <a:cubicBezTo>
                    <a:pt x="11157" y="48253"/>
                    <a:pt x="10240" y="47420"/>
                    <a:pt x="9383" y="46527"/>
                  </a:cubicBezTo>
                  <a:cubicBezTo>
                    <a:pt x="8775" y="45884"/>
                    <a:pt x="8252" y="45193"/>
                    <a:pt x="7823" y="44407"/>
                  </a:cubicBezTo>
                  <a:cubicBezTo>
                    <a:pt x="7382" y="43645"/>
                    <a:pt x="7109" y="42800"/>
                    <a:pt x="6978" y="41931"/>
                  </a:cubicBezTo>
                  <a:cubicBezTo>
                    <a:pt x="6751" y="40455"/>
                    <a:pt x="6608" y="38966"/>
                    <a:pt x="6561" y="37478"/>
                  </a:cubicBezTo>
                  <a:cubicBezTo>
                    <a:pt x="6561" y="37264"/>
                    <a:pt x="6573" y="37049"/>
                    <a:pt x="6608" y="36835"/>
                  </a:cubicBezTo>
                  <a:cubicBezTo>
                    <a:pt x="6632" y="36704"/>
                    <a:pt x="6680" y="36585"/>
                    <a:pt x="6739" y="36466"/>
                  </a:cubicBezTo>
                  <a:cubicBezTo>
                    <a:pt x="6830" y="36301"/>
                    <a:pt x="6973" y="36210"/>
                    <a:pt x="7136" y="36210"/>
                  </a:cubicBezTo>
                  <a:close/>
                  <a:moveTo>
                    <a:pt x="12776" y="56397"/>
                  </a:moveTo>
                  <a:cubicBezTo>
                    <a:pt x="12800" y="56457"/>
                    <a:pt x="12800" y="56516"/>
                    <a:pt x="12776" y="56599"/>
                  </a:cubicBezTo>
                  <a:cubicBezTo>
                    <a:pt x="12693" y="58183"/>
                    <a:pt x="12752" y="59743"/>
                    <a:pt x="12812" y="61314"/>
                  </a:cubicBezTo>
                  <a:cubicBezTo>
                    <a:pt x="12824" y="61600"/>
                    <a:pt x="12812" y="61886"/>
                    <a:pt x="12800" y="62172"/>
                  </a:cubicBezTo>
                  <a:cubicBezTo>
                    <a:pt x="12800" y="62267"/>
                    <a:pt x="12776" y="62374"/>
                    <a:pt x="12681" y="62469"/>
                  </a:cubicBezTo>
                  <a:cubicBezTo>
                    <a:pt x="12585" y="62410"/>
                    <a:pt x="12609" y="62326"/>
                    <a:pt x="12609" y="62255"/>
                  </a:cubicBezTo>
                  <a:cubicBezTo>
                    <a:pt x="12609" y="61636"/>
                    <a:pt x="12609" y="61029"/>
                    <a:pt x="12633" y="60397"/>
                  </a:cubicBezTo>
                  <a:cubicBezTo>
                    <a:pt x="12645" y="59278"/>
                    <a:pt x="12681" y="58147"/>
                    <a:pt x="12693" y="57028"/>
                  </a:cubicBezTo>
                  <a:cubicBezTo>
                    <a:pt x="12693" y="56849"/>
                    <a:pt x="12704" y="56695"/>
                    <a:pt x="12716" y="56516"/>
                  </a:cubicBezTo>
                  <a:cubicBezTo>
                    <a:pt x="12716" y="56468"/>
                    <a:pt x="12740" y="56433"/>
                    <a:pt x="12752" y="56397"/>
                  </a:cubicBezTo>
                  <a:close/>
                  <a:moveTo>
                    <a:pt x="32028" y="0"/>
                  </a:moveTo>
                  <a:cubicBezTo>
                    <a:pt x="31939" y="0"/>
                    <a:pt x="31844" y="19"/>
                    <a:pt x="31743" y="57"/>
                  </a:cubicBezTo>
                  <a:cubicBezTo>
                    <a:pt x="31612" y="104"/>
                    <a:pt x="31457" y="176"/>
                    <a:pt x="31338" y="271"/>
                  </a:cubicBezTo>
                  <a:cubicBezTo>
                    <a:pt x="31028" y="509"/>
                    <a:pt x="30695" y="747"/>
                    <a:pt x="30421" y="1009"/>
                  </a:cubicBezTo>
                  <a:cubicBezTo>
                    <a:pt x="29730" y="1664"/>
                    <a:pt x="29195" y="2426"/>
                    <a:pt x="28766" y="3260"/>
                  </a:cubicBezTo>
                  <a:cubicBezTo>
                    <a:pt x="28421" y="3926"/>
                    <a:pt x="28135" y="4629"/>
                    <a:pt x="27956" y="5355"/>
                  </a:cubicBezTo>
                  <a:cubicBezTo>
                    <a:pt x="27742" y="6212"/>
                    <a:pt x="27659" y="7070"/>
                    <a:pt x="27587" y="7939"/>
                  </a:cubicBezTo>
                  <a:cubicBezTo>
                    <a:pt x="27516" y="8844"/>
                    <a:pt x="27456" y="9737"/>
                    <a:pt x="27385" y="10641"/>
                  </a:cubicBezTo>
                  <a:cubicBezTo>
                    <a:pt x="27337" y="11118"/>
                    <a:pt x="27182" y="11570"/>
                    <a:pt x="26921" y="11963"/>
                  </a:cubicBezTo>
                  <a:cubicBezTo>
                    <a:pt x="26313" y="12892"/>
                    <a:pt x="25718" y="13808"/>
                    <a:pt x="25087" y="14725"/>
                  </a:cubicBezTo>
                  <a:cubicBezTo>
                    <a:pt x="23646" y="16773"/>
                    <a:pt x="22360" y="18928"/>
                    <a:pt x="21110" y="21119"/>
                  </a:cubicBezTo>
                  <a:cubicBezTo>
                    <a:pt x="21027" y="21286"/>
                    <a:pt x="20920" y="21428"/>
                    <a:pt x="20836" y="21595"/>
                  </a:cubicBezTo>
                  <a:cubicBezTo>
                    <a:pt x="20848" y="21226"/>
                    <a:pt x="20920" y="20881"/>
                    <a:pt x="20932" y="20524"/>
                  </a:cubicBezTo>
                  <a:cubicBezTo>
                    <a:pt x="20979" y="19809"/>
                    <a:pt x="20991" y="19107"/>
                    <a:pt x="21015" y="18416"/>
                  </a:cubicBezTo>
                  <a:cubicBezTo>
                    <a:pt x="21015" y="17821"/>
                    <a:pt x="21110" y="17249"/>
                    <a:pt x="21336" y="16714"/>
                  </a:cubicBezTo>
                  <a:cubicBezTo>
                    <a:pt x="21646" y="15952"/>
                    <a:pt x="21908" y="15178"/>
                    <a:pt x="22098" y="14392"/>
                  </a:cubicBezTo>
                  <a:cubicBezTo>
                    <a:pt x="22349" y="13427"/>
                    <a:pt x="22503" y="12463"/>
                    <a:pt x="22444" y="11463"/>
                  </a:cubicBezTo>
                  <a:cubicBezTo>
                    <a:pt x="22337" y="9665"/>
                    <a:pt x="22027" y="7891"/>
                    <a:pt x="21289" y="6224"/>
                  </a:cubicBezTo>
                  <a:cubicBezTo>
                    <a:pt x="21194" y="5998"/>
                    <a:pt x="21098" y="5772"/>
                    <a:pt x="21015" y="5557"/>
                  </a:cubicBezTo>
                  <a:cubicBezTo>
                    <a:pt x="20634" y="4688"/>
                    <a:pt x="20277" y="3831"/>
                    <a:pt x="19896" y="2962"/>
                  </a:cubicBezTo>
                  <a:cubicBezTo>
                    <a:pt x="19586" y="2259"/>
                    <a:pt x="19170" y="1628"/>
                    <a:pt x="18693" y="1033"/>
                  </a:cubicBezTo>
                  <a:cubicBezTo>
                    <a:pt x="18510" y="801"/>
                    <a:pt x="18310" y="688"/>
                    <a:pt x="18107" y="688"/>
                  </a:cubicBezTo>
                  <a:cubicBezTo>
                    <a:pt x="17914" y="688"/>
                    <a:pt x="17717" y="789"/>
                    <a:pt x="17526" y="985"/>
                  </a:cubicBezTo>
                  <a:cubicBezTo>
                    <a:pt x="17503" y="1033"/>
                    <a:pt x="17455" y="1069"/>
                    <a:pt x="17419" y="1116"/>
                  </a:cubicBezTo>
                  <a:cubicBezTo>
                    <a:pt x="17324" y="1295"/>
                    <a:pt x="17181" y="1462"/>
                    <a:pt x="17110" y="1652"/>
                  </a:cubicBezTo>
                  <a:cubicBezTo>
                    <a:pt x="16812" y="2355"/>
                    <a:pt x="16669" y="3081"/>
                    <a:pt x="16610" y="3843"/>
                  </a:cubicBezTo>
                  <a:cubicBezTo>
                    <a:pt x="16467" y="5617"/>
                    <a:pt x="16634" y="7355"/>
                    <a:pt x="16991" y="9082"/>
                  </a:cubicBezTo>
                  <a:cubicBezTo>
                    <a:pt x="17348" y="10772"/>
                    <a:pt x="17955" y="12368"/>
                    <a:pt x="18872" y="13856"/>
                  </a:cubicBezTo>
                  <a:cubicBezTo>
                    <a:pt x="19420" y="14761"/>
                    <a:pt x="19979" y="15678"/>
                    <a:pt x="20384" y="16666"/>
                  </a:cubicBezTo>
                  <a:cubicBezTo>
                    <a:pt x="20610" y="17237"/>
                    <a:pt x="20848" y="17785"/>
                    <a:pt x="20848" y="18392"/>
                  </a:cubicBezTo>
                  <a:cubicBezTo>
                    <a:pt x="20848" y="19488"/>
                    <a:pt x="20813" y="20559"/>
                    <a:pt x="20634" y="21631"/>
                  </a:cubicBezTo>
                  <a:cubicBezTo>
                    <a:pt x="20598" y="21881"/>
                    <a:pt x="20551" y="22131"/>
                    <a:pt x="20420" y="22357"/>
                  </a:cubicBezTo>
                  <a:cubicBezTo>
                    <a:pt x="20265" y="22595"/>
                    <a:pt x="20134" y="22845"/>
                    <a:pt x="20003" y="23095"/>
                  </a:cubicBezTo>
                  <a:cubicBezTo>
                    <a:pt x="19443" y="24107"/>
                    <a:pt x="18955" y="25143"/>
                    <a:pt x="18491" y="26179"/>
                  </a:cubicBezTo>
                  <a:cubicBezTo>
                    <a:pt x="17955" y="27405"/>
                    <a:pt x="17479" y="28655"/>
                    <a:pt x="17086" y="29929"/>
                  </a:cubicBezTo>
                  <a:cubicBezTo>
                    <a:pt x="17050" y="29977"/>
                    <a:pt x="17038" y="30037"/>
                    <a:pt x="16991" y="30120"/>
                  </a:cubicBezTo>
                  <a:cubicBezTo>
                    <a:pt x="16884" y="29668"/>
                    <a:pt x="16788" y="29275"/>
                    <a:pt x="16693" y="28870"/>
                  </a:cubicBezTo>
                  <a:cubicBezTo>
                    <a:pt x="16669" y="28751"/>
                    <a:pt x="16669" y="28632"/>
                    <a:pt x="16669" y="28513"/>
                  </a:cubicBezTo>
                  <a:cubicBezTo>
                    <a:pt x="16645" y="28334"/>
                    <a:pt x="16669" y="28179"/>
                    <a:pt x="16645" y="28013"/>
                  </a:cubicBezTo>
                  <a:cubicBezTo>
                    <a:pt x="16622" y="27358"/>
                    <a:pt x="16586" y="26691"/>
                    <a:pt x="16562" y="26036"/>
                  </a:cubicBezTo>
                  <a:cubicBezTo>
                    <a:pt x="16455" y="23691"/>
                    <a:pt x="16074" y="21393"/>
                    <a:pt x="15431" y="19142"/>
                  </a:cubicBezTo>
                  <a:cubicBezTo>
                    <a:pt x="14955" y="17464"/>
                    <a:pt x="14193" y="15892"/>
                    <a:pt x="13133" y="14499"/>
                  </a:cubicBezTo>
                  <a:cubicBezTo>
                    <a:pt x="12895" y="14166"/>
                    <a:pt x="12621" y="13856"/>
                    <a:pt x="12288" y="13594"/>
                  </a:cubicBezTo>
                  <a:cubicBezTo>
                    <a:pt x="12002" y="13368"/>
                    <a:pt x="11704" y="13177"/>
                    <a:pt x="11347" y="13094"/>
                  </a:cubicBezTo>
                  <a:cubicBezTo>
                    <a:pt x="11248" y="13077"/>
                    <a:pt x="11150" y="13068"/>
                    <a:pt x="11054" y="13068"/>
                  </a:cubicBezTo>
                  <a:cubicBezTo>
                    <a:pt x="10623" y="13068"/>
                    <a:pt x="10229" y="13236"/>
                    <a:pt x="9859" y="13499"/>
                  </a:cubicBezTo>
                  <a:cubicBezTo>
                    <a:pt x="9776" y="13570"/>
                    <a:pt x="9716" y="13677"/>
                    <a:pt x="9656" y="13785"/>
                  </a:cubicBezTo>
                  <a:cubicBezTo>
                    <a:pt x="9525" y="14023"/>
                    <a:pt x="9490" y="14285"/>
                    <a:pt x="9502" y="14559"/>
                  </a:cubicBezTo>
                  <a:cubicBezTo>
                    <a:pt x="9537" y="14928"/>
                    <a:pt x="9561" y="15297"/>
                    <a:pt x="9609" y="15678"/>
                  </a:cubicBezTo>
                  <a:cubicBezTo>
                    <a:pt x="9823" y="17309"/>
                    <a:pt x="10264" y="18904"/>
                    <a:pt x="10752" y="20476"/>
                  </a:cubicBezTo>
                  <a:cubicBezTo>
                    <a:pt x="10978" y="21190"/>
                    <a:pt x="11228" y="21905"/>
                    <a:pt x="11609" y="22560"/>
                  </a:cubicBezTo>
                  <a:cubicBezTo>
                    <a:pt x="12335" y="23857"/>
                    <a:pt x="13216" y="25036"/>
                    <a:pt x="14240" y="26108"/>
                  </a:cubicBezTo>
                  <a:cubicBezTo>
                    <a:pt x="14669" y="26548"/>
                    <a:pt x="15121" y="26965"/>
                    <a:pt x="15514" y="27429"/>
                  </a:cubicBezTo>
                  <a:cubicBezTo>
                    <a:pt x="16145" y="28132"/>
                    <a:pt x="16622" y="28929"/>
                    <a:pt x="16812" y="29870"/>
                  </a:cubicBezTo>
                  <a:cubicBezTo>
                    <a:pt x="16884" y="30263"/>
                    <a:pt x="16872" y="30632"/>
                    <a:pt x="16753" y="31001"/>
                  </a:cubicBezTo>
                  <a:cubicBezTo>
                    <a:pt x="16526" y="31715"/>
                    <a:pt x="16324" y="32442"/>
                    <a:pt x="16098" y="33156"/>
                  </a:cubicBezTo>
                  <a:cubicBezTo>
                    <a:pt x="16050" y="33323"/>
                    <a:pt x="15991" y="33489"/>
                    <a:pt x="15955" y="33656"/>
                  </a:cubicBezTo>
                  <a:cubicBezTo>
                    <a:pt x="15919" y="33632"/>
                    <a:pt x="15895" y="33632"/>
                    <a:pt x="15895" y="33620"/>
                  </a:cubicBezTo>
                  <a:cubicBezTo>
                    <a:pt x="15848" y="33549"/>
                    <a:pt x="15812" y="33489"/>
                    <a:pt x="15788" y="33418"/>
                  </a:cubicBezTo>
                  <a:cubicBezTo>
                    <a:pt x="15371" y="32465"/>
                    <a:pt x="14776" y="31656"/>
                    <a:pt x="13955" y="31037"/>
                  </a:cubicBezTo>
                  <a:cubicBezTo>
                    <a:pt x="12978" y="30287"/>
                    <a:pt x="11871" y="29763"/>
                    <a:pt x="10716" y="29382"/>
                  </a:cubicBezTo>
                  <a:cubicBezTo>
                    <a:pt x="9430" y="28965"/>
                    <a:pt x="8132" y="28727"/>
                    <a:pt x="6799" y="28655"/>
                  </a:cubicBezTo>
                  <a:cubicBezTo>
                    <a:pt x="6479" y="28637"/>
                    <a:pt x="6161" y="28627"/>
                    <a:pt x="5844" y="28627"/>
                  </a:cubicBezTo>
                  <a:cubicBezTo>
                    <a:pt x="4730" y="28627"/>
                    <a:pt x="3630" y="28747"/>
                    <a:pt x="2537" y="29025"/>
                  </a:cubicBezTo>
                  <a:cubicBezTo>
                    <a:pt x="1810" y="29203"/>
                    <a:pt x="1143" y="29501"/>
                    <a:pt x="489" y="29846"/>
                  </a:cubicBezTo>
                  <a:cubicBezTo>
                    <a:pt x="370" y="29918"/>
                    <a:pt x="239" y="30001"/>
                    <a:pt x="155" y="30120"/>
                  </a:cubicBezTo>
                  <a:cubicBezTo>
                    <a:pt x="0" y="30346"/>
                    <a:pt x="96" y="30560"/>
                    <a:pt x="358" y="30620"/>
                  </a:cubicBezTo>
                  <a:cubicBezTo>
                    <a:pt x="477" y="30644"/>
                    <a:pt x="608" y="30680"/>
                    <a:pt x="739" y="30680"/>
                  </a:cubicBezTo>
                  <a:cubicBezTo>
                    <a:pt x="1048" y="30680"/>
                    <a:pt x="1370" y="30680"/>
                    <a:pt x="1679" y="30656"/>
                  </a:cubicBezTo>
                  <a:cubicBezTo>
                    <a:pt x="2501" y="30596"/>
                    <a:pt x="3310" y="30513"/>
                    <a:pt x="4132" y="30477"/>
                  </a:cubicBezTo>
                  <a:cubicBezTo>
                    <a:pt x="4590" y="30459"/>
                    <a:pt x="5048" y="30449"/>
                    <a:pt x="5504" y="30449"/>
                  </a:cubicBezTo>
                  <a:cubicBezTo>
                    <a:pt x="7451" y="30449"/>
                    <a:pt x="9375" y="30630"/>
                    <a:pt x="11276" y="31132"/>
                  </a:cubicBezTo>
                  <a:cubicBezTo>
                    <a:pt x="12121" y="31370"/>
                    <a:pt x="12954" y="31608"/>
                    <a:pt x="13752" y="31989"/>
                  </a:cubicBezTo>
                  <a:cubicBezTo>
                    <a:pt x="14288" y="32239"/>
                    <a:pt x="14776" y="32549"/>
                    <a:pt x="15205" y="32954"/>
                  </a:cubicBezTo>
                  <a:cubicBezTo>
                    <a:pt x="15502" y="33204"/>
                    <a:pt x="15633" y="33537"/>
                    <a:pt x="15741" y="33894"/>
                  </a:cubicBezTo>
                  <a:cubicBezTo>
                    <a:pt x="15800" y="34097"/>
                    <a:pt x="15752" y="34251"/>
                    <a:pt x="15598" y="34406"/>
                  </a:cubicBezTo>
                  <a:cubicBezTo>
                    <a:pt x="14907" y="35097"/>
                    <a:pt x="14324" y="35835"/>
                    <a:pt x="13895" y="36716"/>
                  </a:cubicBezTo>
                  <a:cubicBezTo>
                    <a:pt x="13586" y="37359"/>
                    <a:pt x="13312" y="38014"/>
                    <a:pt x="13157" y="38716"/>
                  </a:cubicBezTo>
                  <a:cubicBezTo>
                    <a:pt x="12835" y="40026"/>
                    <a:pt x="12812" y="41336"/>
                    <a:pt x="13038" y="42657"/>
                  </a:cubicBezTo>
                  <a:cubicBezTo>
                    <a:pt x="13157" y="43383"/>
                    <a:pt x="13300" y="44086"/>
                    <a:pt x="13490" y="44788"/>
                  </a:cubicBezTo>
                  <a:cubicBezTo>
                    <a:pt x="13550" y="44979"/>
                    <a:pt x="13597" y="45181"/>
                    <a:pt x="13586" y="45396"/>
                  </a:cubicBezTo>
                  <a:cubicBezTo>
                    <a:pt x="13478" y="47063"/>
                    <a:pt x="13359" y="48741"/>
                    <a:pt x="13240" y="50408"/>
                  </a:cubicBezTo>
                  <a:cubicBezTo>
                    <a:pt x="13228" y="50468"/>
                    <a:pt x="13228" y="50539"/>
                    <a:pt x="13216" y="50646"/>
                  </a:cubicBezTo>
                  <a:cubicBezTo>
                    <a:pt x="13181" y="50575"/>
                    <a:pt x="13157" y="50527"/>
                    <a:pt x="13133" y="50503"/>
                  </a:cubicBezTo>
                  <a:cubicBezTo>
                    <a:pt x="13014" y="50158"/>
                    <a:pt x="12835" y="49849"/>
                    <a:pt x="12633" y="49563"/>
                  </a:cubicBezTo>
                  <a:cubicBezTo>
                    <a:pt x="12573" y="49468"/>
                    <a:pt x="12514" y="49349"/>
                    <a:pt x="12466" y="49253"/>
                  </a:cubicBezTo>
                  <a:cubicBezTo>
                    <a:pt x="12383" y="49051"/>
                    <a:pt x="12300" y="48872"/>
                    <a:pt x="12228" y="48682"/>
                  </a:cubicBezTo>
                  <a:cubicBezTo>
                    <a:pt x="11883" y="47860"/>
                    <a:pt x="11645" y="47051"/>
                    <a:pt x="11550" y="46170"/>
                  </a:cubicBezTo>
                  <a:cubicBezTo>
                    <a:pt x="11442" y="45336"/>
                    <a:pt x="11347" y="44503"/>
                    <a:pt x="11216" y="43681"/>
                  </a:cubicBezTo>
                  <a:cubicBezTo>
                    <a:pt x="10990" y="42324"/>
                    <a:pt x="10609" y="41038"/>
                    <a:pt x="9978" y="39812"/>
                  </a:cubicBezTo>
                  <a:cubicBezTo>
                    <a:pt x="9561" y="38978"/>
                    <a:pt x="9085" y="38157"/>
                    <a:pt x="8633" y="37359"/>
                  </a:cubicBezTo>
                  <a:cubicBezTo>
                    <a:pt x="8454" y="37049"/>
                    <a:pt x="8216" y="36728"/>
                    <a:pt x="7978" y="36454"/>
                  </a:cubicBezTo>
                  <a:cubicBezTo>
                    <a:pt x="7859" y="36299"/>
                    <a:pt x="7680" y="36168"/>
                    <a:pt x="7501" y="36061"/>
                  </a:cubicBezTo>
                  <a:cubicBezTo>
                    <a:pt x="7386" y="35998"/>
                    <a:pt x="7270" y="35967"/>
                    <a:pt x="7159" y="35967"/>
                  </a:cubicBezTo>
                  <a:cubicBezTo>
                    <a:pt x="6937" y="35967"/>
                    <a:pt x="6735" y="36089"/>
                    <a:pt x="6608" y="36311"/>
                  </a:cubicBezTo>
                  <a:cubicBezTo>
                    <a:pt x="6549" y="36406"/>
                    <a:pt x="6501" y="36490"/>
                    <a:pt x="6489" y="36585"/>
                  </a:cubicBezTo>
                  <a:cubicBezTo>
                    <a:pt x="6442" y="36871"/>
                    <a:pt x="6394" y="37145"/>
                    <a:pt x="6394" y="37418"/>
                  </a:cubicBezTo>
                  <a:cubicBezTo>
                    <a:pt x="6442" y="38978"/>
                    <a:pt x="6585" y="40538"/>
                    <a:pt x="6858" y="42086"/>
                  </a:cubicBezTo>
                  <a:cubicBezTo>
                    <a:pt x="7037" y="43122"/>
                    <a:pt x="7418" y="44050"/>
                    <a:pt x="7978" y="44919"/>
                  </a:cubicBezTo>
                  <a:cubicBezTo>
                    <a:pt x="8418" y="45622"/>
                    <a:pt x="8942" y="46241"/>
                    <a:pt x="9525" y="46836"/>
                  </a:cubicBezTo>
                  <a:cubicBezTo>
                    <a:pt x="10276" y="47622"/>
                    <a:pt x="11097" y="48372"/>
                    <a:pt x="11931" y="49087"/>
                  </a:cubicBezTo>
                  <a:cubicBezTo>
                    <a:pt x="12514" y="49587"/>
                    <a:pt x="12895" y="50206"/>
                    <a:pt x="13133" y="50920"/>
                  </a:cubicBezTo>
                  <a:cubicBezTo>
                    <a:pt x="13181" y="51039"/>
                    <a:pt x="13216" y="51182"/>
                    <a:pt x="13193" y="51301"/>
                  </a:cubicBezTo>
                  <a:cubicBezTo>
                    <a:pt x="13121" y="52135"/>
                    <a:pt x="13038" y="52956"/>
                    <a:pt x="12919" y="53778"/>
                  </a:cubicBezTo>
                  <a:cubicBezTo>
                    <a:pt x="12764" y="54802"/>
                    <a:pt x="12585" y="55814"/>
                    <a:pt x="12526" y="56838"/>
                  </a:cubicBezTo>
                  <a:cubicBezTo>
                    <a:pt x="12419" y="58683"/>
                    <a:pt x="12478" y="60528"/>
                    <a:pt x="12454" y="62374"/>
                  </a:cubicBezTo>
                  <a:cubicBezTo>
                    <a:pt x="12454" y="62445"/>
                    <a:pt x="12478" y="62505"/>
                    <a:pt x="12478" y="62564"/>
                  </a:cubicBezTo>
                  <a:cubicBezTo>
                    <a:pt x="12561" y="62597"/>
                    <a:pt x="12629" y="62615"/>
                    <a:pt x="12686" y="62615"/>
                  </a:cubicBezTo>
                  <a:cubicBezTo>
                    <a:pt x="12792" y="62615"/>
                    <a:pt x="12856" y="62554"/>
                    <a:pt x="12895" y="62422"/>
                  </a:cubicBezTo>
                  <a:cubicBezTo>
                    <a:pt x="12954" y="62207"/>
                    <a:pt x="12990" y="61993"/>
                    <a:pt x="12990" y="61767"/>
                  </a:cubicBezTo>
                  <a:cubicBezTo>
                    <a:pt x="12978" y="61076"/>
                    <a:pt x="12931" y="60386"/>
                    <a:pt x="12931" y="59695"/>
                  </a:cubicBezTo>
                  <a:cubicBezTo>
                    <a:pt x="12931" y="58600"/>
                    <a:pt x="12931" y="57480"/>
                    <a:pt x="12954" y="56373"/>
                  </a:cubicBezTo>
                  <a:cubicBezTo>
                    <a:pt x="12990" y="55635"/>
                    <a:pt x="13002" y="54885"/>
                    <a:pt x="13074" y="54147"/>
                  </a:cubicBezTo>
                  <a:cubicBezTo>
                    <a:pt x="13157" y="53242"/>
                    <a:pt x="13288" y="52349"/>
                    <a:pt x="13407" y="51432"/>
                  </a:cubicBezTo>
                  <a:cubicBezTo>
                    <a:pt x="13419" y="51373"/>
                    <a:pt x="13419" y="51313"/>
                    <a:pt x="13455" y="51254"/>
                  </a:cubicBezTo>
                  <a:cubicBezTo>
                    <a:pt x="13645" y="50837"/>
                    <a:pt x="13847" y="50408"/>
                    <a:pt x="14050" y="49991"/>
                  </a:cubicBezTo>
                  <a:cubicBezTo>
                    <a:pt x="14240" y="49610"/>
                    <a:pt x="14538" y="49349"/>
                    <a:pt x="14919" y="49194"/>
                  </a:cubicBezTo>
                  <a:cubicBezTo>
                    <a:pt x="15133" y="49098"/>
                    <a:pt x="15336" y="49027"/>
                    <a:pt x="15550" y="48968"/>
                  </a:cubicBezTo>
                  <a:cubicBezTo>
                    <a:pt x="16026" y="48837"/>
                    <a:pt x="16514" y="48777"/>
                    <a:pt x="17003" y="48741"/>
                  </a:cubicBezTo>
                  <a:cubicBezTo>
                    <a:pt x="17245" y="48730"/>
                    <a:pt x="17488" y="48725"/>
                    <a:pt x="17729" y="48725"/>
                  </a:cubicBezTo>
                  <a:cubicBezTo>
                    <a:pt x="18519" y="48725"/>
                    <a:pt x="19302" y="48781"/>
                    <a:pt x="20086" y="48872"/>
                  </a:cubicBezTo>
                  <a:cubicBezTo>
                    <a:pt x="20567" y="48926"/>
                    <a:pt x="21048" y="48950"/>
                    <a:pt x="21526" y="48950"/>
                  </a:cubicBezTo>
                  <a:cubicBezTo>
                    <a:pt x="22647" y="48950"/>
                    <a:pt x="23760" y="48815"/>
                    <a:pt x="24861" y="48598"/>
                  </a:cubicBezTo>
                  <a:cubicBezTo>
                    <a:pt x="26373" y="48301"/>
                    <a:pt x="27540" y="47444"/>
                    <a:pt x="28516" y="46301"/>
                  </a:cubicBezTo>
                  <a:cubicBezTo>
                    <a:pt x="28837" y="45920"/>
                    <a:pt x="28718" y="45467"/>
                    <a:pt x="28230" y="45324"/>
                  </a:cubicBezTo>
                  <a:cubicBezTo>
                    <a:pt x="27992" y="45229"/>
                    <a:pt x="27718" y="45205"/>
                    <a:pt x="27468" y="45205"/>
                  </a:cubicBezTo>
                  <a:lnTo>
                    <a:pt x="24206" y="45158"/>
                  </a:lnTo>
                  <a:cubicBezTo>
                    <a:pt x="24151" y="45157"/>
                    <a:pt x="24097" y="45156"/>
                    <a:pt x="24043" y="45156"/>
                  </a:cubicBezTo>
                  <a:cubicBezTo>
                    <a:pt x="23349" y="45156"/>
                    <a:pt x="22664" y="45226"/>
                    <a:pt x="21979" y="45336"/>
                  </a:cubicBezTo>
                  <a:cubicBezTo>
                    <a:pt x="21206" y="45467"/>
                    <a:pt x="20479" y="45717"/>
                    <a:pt x="19824" y="46181"/>
                  </a:cubicBezTo>
                  <a:cubicBezTo>
                    <a:pt x="19539" y="46384"/>
                    <a:pt x="19253" y="46586"/>
                    <a:pt x="18967" y="46789"/>
                  </a:cubicBezTo>
                  <a:cubicBezTo>
                    <a:pt x="18515" y="47158"/>
                    <a:pt x="18062" y="47527"/>
                    <a:pt x="17598" y="47872"/>
                  </a:cubicBezTo>
                  <a:cubicBezTo>
                    <a:pt x="17288" y="48086"/>
                    <a:pt x="16967" y="48301"/>
                    <a:pt x="16645" y="48503"/>
                  </a:cubicBezTo>
                  <a:cubicBezTo>
                    <a:pt x="16514" y="48598"/>
                    <a:pt x="16372" y="48622"/>
                    <a:pt x="16217" y="48658"/>
                  </a:cubicBezTo>
                  <a:cubicBezTo>
                    <a:pt x="15681" y="48741"/>
                    <a:pt x="15145" y="48872"/>
                    <a:pt x="14669" y="49146"/>
                  </a:cubicBezTo>
                  <a:cubicBezTo>
                    <a:pt x="14625" y="49168"/>
                    <a:pt x="14571" y="49210"/>
                    <a:pt x="14535" y="49244"/>
                  </a:cubicBezTo>
                  <a:lnTo>
                    <a:pt x="14535" y="49244"/>
                  </a:lnTo>
                  <a:cubicBezTo>
                    <a:pt x="14551" y="49204"/>
                    <a:pt x="14555" y="49165"/>
                    <a:pt x="14586" y="49134"/>
                  </a:cubicBezTo>
                  <a:cubicBezTo>
                    <a:pt x="15002" y="48432"/>
                    <a:pt x="15455" y="47789"/>
                    <a:pt x="15967" y="47146"/>
                  </a:cubicBezTo>
                  <a:cubicBezTo>
                    <a:pt x="17145" y="45646"/>
                    <a:pt x="18574" y="44407"/>
                    <a:pt x="20265" y="43503"/>
                  </a:cubicBezTo>
                  <a:cubicBezTo>
                    <a:pt x="21587" y="42788"/>
                    <a:pt x="22920" y="42050"/>
                    <a:pt x="24242" y="41312"/>
                  </a:cubicBezTo>
                  <a:cubicBezTo>
                    <a:pt x="25039" y="40871"/>
                    <a:pt x="25813" y="40347"/>
                    <a:pt x="26516" y="39740"/>
                  </a:cubicBezTo>
                  <a:cubicBezTo>
                    <a:pt x="27159" y="39193"/>
                    <a:pt x="27635" y="38514"/>
                    <a:pt x="27897" y="37716"/>
                  </a:cubicBezTo>
                  <a:cubicBezTo>
                    <a:pt x="27944" y="37549"/>
                    <a:pt x="27992" y="37383"/>
                    <a:pt x="28004" y="37228"/>
                  </a:cubicBezTo>
                  <a:cubicBezTo>
                    <a:pt x="28040" y="36895"/>
                    <a:pt x="27861" y="36668"/>
                    <a:pt x="27540" y="36585"/>
                  </a:cubicBezTo>
                  <a:cubicBezTo>
                    <a:pt x="27410" y="36554"/>
                    <a:pt x="27284" y="36536"/>
                    <a:pt x="27160" y="36536"/>
                  </a:cubicBezTo>
                  <a:cubicBezTo>
                    <a:pt x="27001" y="36536"/>
                    <a:pt x="26843" y="36566"/>
                    <a:pt x="26682" y="36633"/>
                  </a:cubicBezTo>
                  <a:cubicBezTo>
                    <a:pt x="26373" y="36764"/>
                    <a:pt x="26075" y="36883"/>
                    <a:pt x="25789" y="37049"/>
                  </a:cubicBezTo>
                  <a:cubicBezTo>
                    <a:pt x="24075" y="38085"/>
                    <a:pt x="22349" y="39097"/>
                    <a:pt x="20670" y="40169"/>
                  </a:cubicBezTo>
                  <a:cubicBezTo>
                    <a:pt x="19027" y="41217"/>
                    <a:pt x="17812" y="42669"/>
                    <a:pt x="16967" y="44431"/>
                  </a:cubicBezTo>
                  <a:cubicBezTo>
                    <a:pt x="16645" y="45098"/>
                    <a:pt x="16348" y="45765"/>
                    <a:pt x="16074" y="46431"/>
                  </a:cubicBezTo>
                  <a:cubicBezTo>
                    <a:pt x="15907" y="46824"/>
                    <a:pt x="15729" y="47182"/>
                    <a:pt x="15479" y="47503"/>
                  </a:cubicBezTo>
                  <a:cubicBezTo>
                    <a:pt x="14800" y="48396"/>
                    <a:pt x="14228" y="49349"/>
                    <a:pt x="13716" y="50361"/>
                  </a:cubicBezTo>
                  <a:cubicBezTo>
                    <a:pt x="13645" y="50515"/>
                    <a:pt x="13574" y="50658"/>
                    <a:pt x="13466" y="50861"/>
                  </a:cubicBezTo>
                  <a:lnTo>
                    <a:pt x="13466" y="50658"/>
                  </a:lnTo>
                  <a:cubicBezTo>
                    <a:pt x="13586" y="48968"/>
                    <a:pt x="13705" y="47253"/>
                    <a:pt x="13824" y="45562"/>
                  </a:cubicBezTo>
                  <a:cubicBezTo>
                    <a:pt x="13847" y="45217"/>
                    <a:pt x="13895" y="44872"/>
                    <a:pt x="13967" y="44550"/>
                  </a:cubicBezTo>
                  <a:cubicBezTo>
                    <a:pt x="14133" y="43872"/>
                    <a:pt x="14526" y="43324"/>
                    <a:pt x="15014" y="42860"/>
                  </a:cubicBezTo>
                  <a:cubicBezTo>
                    <a:pt x="15479" y="42443"/>
                    <a:pt x="15931" y="42050"/>
                    <a:pt x="16431" y="41657"/>
                  </a:cubicBezTo>
                  <a:cubicBezTo>
                    <a:pt x="16991" y="41217"/>
                    <a:pt x="17586" y="40800"/>
                    <a:pt x="18169" y="40359"/>
                  </a:cubicBezTo>
                  <a:cubicBezTo>
                    <a:pt x="19610" y="39288"/>
                    <a:pt x="20908" y="38073"/>
                    <a:pt x="22039" y="36692"/>
                  </a:cubicBezTo>
                  <a:cubicBezTo>
                    <a:pt x="22872" y="35656"/>
                    <a:pt x="23551" y="34561"/>
                    <a:pt x="24063" y="33323"/>
                  </a:cubicBezTo>
                  <a:cubicBezTo>
                    <a:pt x="24230" y="32918"/>
                    <a:pt x="24325" y="32501"/>
                    <a:pt x="24361" y="32073"/>
                  </a:cubicBezTo>
                  <a:cubicBezTo>
                    <a:pt x="24384" y="31430"/>
                    <a:pt x="24087" y="30941"/>
                    <a:pt x="23492" y="30691"/>
                  </a:cubicBezTo>
                  <a:cubicBezTo>
                    <a:pt x="23152" y="30540"/>
                    <a:pt x="22799" y="30463"/>
                    <a:pt x="22441" y="30463"/>
                  </a:cubicBezTo>
                  <a:cubicBezTo>
                    <a:pt x="22209" y="30463"/>
                    <a:pt x="21975" y="30495"/>
                    <a:pt x="21741" y="30560"/>
                  </a:cubicBezTo>
                  <a:cubicBezTo>
                    <a:pt x="21170" y="30703"/>
                    <a:pt x="20634" y="30930"/>
                    <a:pt x="20122" y="31180"/>
                  </a:cubicBezTo>
                  <a:cubicBezTo>
                    <a:pt x="18693" y="31894"/>
                    <a:pt x="17407" y="32799"/>
                    <a:pt x="16253" y="33894"/>
                  </a:cubicBezTo>
                  <a:cubicBezTo>
                    <a:pt x="16205" y="33930"/>
                    <a:pt x="16145" y="33966"/>
                    <a:pt x="16098" y="34013"/>
                  </a:cubicBezTo>
                  <a:cubicBezTo>
                    <a:pt x="16086" y="33954"/>
                    <a:pt x="16086" y="33918"/>
                    <a:pt x="16098" y="33894"/>
                  </a:cubicBezTo>
                  <a:cubicBezTo>
                    <a:pt x="16455" y="32716"/>
                    <a:pt x="16800" y="31549"/>
                    <a:pt x="17169" y="30382"/>
                  </a:cubicBezTo>
                  <a:cubicBezTo>
                    <a:pt x="17229" y="30168"/>
                    <a:pt x="17336" y="29977"/>
                    <a:pt x="17443" y="29798"/>
                  </a:cubicBezTo>
                  <a:cubicBezTo>
                    <a:pt x="17753" y="29275"/>
                    <a:pt x="18110" y="28786"/>
                    <a:pt x="18539" y="28358"/>
                  </a:cubicBezTo>
                  <a:cubicBezTo>
                    <a:pt x="18777" y="28132"/>
                    <a:pt x="18991" y="27882"/>
                    <a:pt x="19241" y="27667"/>
                  </a:cubicBezTo>
                  <a:cubicBezTo>
                    <a:pt x="20003" y="27060"/>
                    <a:pt x="20789" y="26512"/>
                    <a:pt x="21610" y="26012"/>
                  </a:cubicBezTo>
                  <a:cubicBezTo>
                    <a:pt x="21860" y="25858"/>
                    <a:pt x="22146" y="25750"/>
                    <a:pt x="22420" y="25643"/>
                  </a:cubicBezTo>
                  <a:cubicBezTo>
                    <a:pt x="23456" y="25286"/>
                    <a:pt x="24527" y="25155"/>
                    <a:pt x="25611" y="25107"/>
                  </a:cubicBezTo>
                  <a:cubicBezTo>
                    <a:pt x="26825" y="25048"/>
                    <a:pt x="28052" y="24988"/>
                    <a:pt x="29254" y="24846"/>
                  </a:cubicBezTo>
                  <a:cubicBezTo>
                    <a:pt x="30147" y="24738"/>
                    <a:pt x="31028" y="24584"/>
                    <a:pt x="31874" y="24310"/>
                  </a:cubicBezTo>
                  <a:cubicBezTo>
                    <a:pt x="33314" y="23833"/>
                    <a:pt x="34469" y="22905"/>
                    <a:pt x="35457" y="21774"/>
                  </a:cubicBezTo>
                  <a:cubicBezTo>
                    <a:pt x="35803" y="21369"/>
                    <a:pt x="36112" y="20940"/>
                    <a:pt x="36326" y="20452"/>
                  </a:cubicBezTo>
                  <a:cubicBezTo>
                    <a:pt x="36648" y="19678"/>
                    <a:pt x="36529" y="18738"/>
                    <a:pt x="35505" y="18261"/>
                  </a:cubicBezTo>
                  <a:cubicBezTo>
                    <a:pt x="34862" y="17964"/>
                    <a:pt x="34195" y="17797"/>
                    <a:pt x="33517" y="17726"/>
                  </a:cubicBezTo>
                  <a:cubicBezTo>
                    <a:pt x="33095" y="17679"/>
                    <a:pt x="32678" y="17656"/>
                    <a:pt x="32264" y="17656"/>
                  </a:cubicBezTo>
                  <a:cubicBezTo>
                    <a:pt x="30460" y="17656"/>
                    <a:pt x="28734" y="18095"/>
                    <a:pt x="27087" y="18928"/>
                  </a:cubicBezTo>
                  <a:cubicBezTo>
                    <a:pt x="26087" y="19440"/>
                    <a:pt x="25206" y="20095"/>
                    <a:pt x="24361" y="20797"/>
                  </a:cubicBezTo>
                  <a:cubicBezTo>
                    <a:pt x="23039" y="21893"/>
                    <a:pt x="21860" y="23143"/>
                    <a:pt x="20753" y="24465"/>
                  </a:cubicBezTo>
                  <a:cubicBezTo>
                    <a:pt x="20086" y="25274"/>
                    <a:pt x="19479" y="26119"/>
                    <a:pt x="18955" y="27048"/>
                  </a:cubicBezTo>
                  <a:cubicBezTo>
                    <a:pt x="18634" y="27620"/>
                    <a:pt x="18288" y="28191"/>
                    <a:pt x="17943" y="28751"/>
                  </a:cubicBezTo>
                  <a:cubicBezTo>
                    <a:pt x="17824" y="28953"/>
                    <a:pt x="17681" y="29144"/>
                    <a:pt x="17538" y="29334"/>
                  </a:cubicBezTo>
                  <a:cubicBezTo>
                    <a:pt x="17526" y="29251"/>
                    <a:pt x="17538" y="29167"/>
                    <a:pt x="17574" y="29096"/>
                  </a:cubicBezTo>
                  <a:cubicBezTo>
                    <a:pt x="17931" y="28191"/>
                    <a:pt x="18253" y="27262"/>
                    <a:pt x="18646" y="26370"/>
                  </a:cubicBezTo>
                  <a:cubicBezTo>
                    <a:pt x="18955" y="25631"/>
                    <a:pt x="19312" y="24905"/>
                    <a:pt x="19682" y="24167"/>
                  </a:cubicBezTo>
                  <a:cubicBezTo>
                    <a:pt x="20039" y="23452"/>
                    <a:pt x="20444" y="22738"/>
                    <a:pt x="20836" y="22048"/>
                  </a:cubicBezTo>
                  <a:cubicBezTo>
                    <a:pt x="21253" y="21297"/>
                    <a:pt x="21682" y="20571"/>
                    <a:pt x="22110" y="19845"/>
                  </a:cubicBezTo>
                  <a:cubicBezTo>
                    <a:pt x="22563" y="19107"/>
                    <a:pt x="22980" y="18369"/>
                    <a:pt x="23432" y="17642"/>
                  </a:cubicBezTo>
                  <a:cubicBezTo>
                    <a:pt x="24027" y="16690"/>
                    <a:pt x="24670" y="15761"/>
                    <a:pt x="25277" y="14809"/>
                  </a:cubicBezTo>
                  <a:cubicBezTo>
                    <a:pt x="25492" y="14499"/>
                    <a:pt x="25742" y="14285"/>
                    <a:pt x="26051" y="14130"/>
                  </a:cubicBezTo>
                  <a:cubicBezTo>
                    <a:pt x="26135" y="14082"/>
                    <a:pt x="26206" y="14070"/>
                    <a:pt x="26278" y="14023"/>
                  </a:cubicBezTo>
                  <a:cubicBezTo>
                    <a:pt x="26813" y="13713"/>
                    <a:pt x="27409" y="13546"/>
                    <a:pt x="28004" y="13427"/>
                  </a:cubicBezTo>
                  <a:cubicBezTo>
                    <a:pt x="28933" y="13249"/>
                    <a:pt x="29849" y="13082"/>
                    <a:pt x="30778" y="12904"/>
                  </a:cubicBezTo>
                  <a:cubicBezTo>
                    <a:pt x="31564" y="12761"/>
                    <a:pt x="32350" y="12594"/>
                    <a:pt x="33124" y="12344"/>
                  </a:cubicBezTo>
                  <a:cubicBezTo>
                    <a:pt x="33588" y="12189"/>
                    <a:pt x="34029" y="11987"/>
                    <a:pt x="34410" y="11653"/>
                  </a:cubicBezTo>
                  <a:cubicBezTo>
                    <a:pt x="35183" y="10987"/>
                    <a:pt x="35850" y="10237"/>
                    <a:pt x="36374" y="9344"/>
                  </a:cubicBezTo>
                  <a:cubicBezTo>
                    <a:pt x="36457" y="9201"/>
                    <a:pt x="36517" y="9022"/>
                    <a:pt x="36553" y="8844"/>
                  </a:cubicBezTo>
                  <a:cubicBezTo>
                    <a:pt x="36588" y="8617"/>
                    <a:pt x="36505" y="8474"/>
                    <a:pt x="36279" y="8415"/>
                  </a:cubicBezTo>
                  <a:cubicBezTo>
                    <a:pt x="36192" y="8383"/>
                    <a:pt x="36088" y="8367"/>
                    <a:pt x="35987" y="8367"/>
                  </a:cubicBezTo>
                  <a:cubicBezTo>
                    <a:pt x="35936" y="8367"/>
                    <a:pt x="35886" y="8371"/>
                    <a:pt x="35838" y="8379"/>
                  </a:cubicBezTo>
                  <a:cubicBezTo>
                    <a:pt x="35517" y="8439"/>
                    <a:pt x="35207" y="8510"/>
                    <a:pt x="34898" y="8605"/>
                  </a:cubicBezTo>
                  <a:cubicBezTo>
                    <a:pt x="33540" y="9022"/>
                    <a:pt x="32219" y="9546"/>
                    <a:pt x="30909" y="10058"/>
                  </a:cubicBezTo>
                  <a:cubicBezTo>
                    <a:pt x="30302" y="10320"/>
                    <a:pt x="29742" y="10653"/>
                    <a:pt x="29254" y="11106"/>
                  </a:cubicBezTo>
                  <a:cubicBezTo>
                    <a:pt x="28480" y="11784"/>
                    <a:pt x="27742" y="12499"/>
                    <a:pt x="27051" y="13273"/>
                  </a:cubicBezTo>
                  <a:cubicBezTo>
                    <a:pt x="26849" y="13499"/>
                    <a:pt x="26623" y="13689"/>
                    <a:pt x="26337" y="13808"/>
                  </a:cubicBezTo>
                  <a:cubicBezTo>
                    <a:pt x="26206" y="13856"/>
                    <a:pt x="26075" y="13951"/>
                    <a:pt x="25932" y="14023"/>
                  </a:cubicBezTo>
                  <a:cubicBezTo>
                    <a:pt x="25897" y="14047"/>
                    <a:pt x="25849" y="14070"/>
                    <a:pt x="25754" y="14106"/>
                  </a:cubicBezTo>
                  <a:cubicBezTo>
                    <a:pt x="25956" y="13808"/>
                    <a:pt x="26135" y="13558"/>
                    <a:pt x="26289" y="13296"/>
                  </a:cubicBezTo>
                  <a:cubicBezTo>
                    <a:pt x="26670" y="12665"/>
                    <a:pt x="27051" y="12046"/>
                    <a:pt x="27421" y="11415"/>
                  </a:cubicBezTo>
                  <a:cubicBezTo>
                    <a:pt x="27528" y="11237"/>
                    <a:pt x="27623" y="11010"/>
                    <a:pt x="27742" y="10832"/>
                  </a:cubicBezTo>
                  <a:cubicBezTo>
                    <a:pt x="27956" y="10510"/>
                    <a:pt x="28194" y="10177"/>
                    <a:pt x="28456" y="9879"/>
                  </a:cubicBezTo>
                  <a:cubicBezTo>
                    <a:pt x="29004" y="9213"/>
                    <a:pt x="29588" y="8546"/>
                    <a:pt x="30040" y="7796"/>
                  </a:cubicBezTo>
                  <a:cubicBezTo>
                    <a:pt x="30445" y="7117"/>
                    <a:pt x="30838" y="6427"/>
                    <a:pt x="31219" y="5736"/>
                  </a:cubicBezTo>
                  <a:cubicBezTo>
                    <a:pt x="31814" y="4641"/>
                    <a:pt x="32290" y="3498"/>
                    <a:pt x="32624" y="2295"/>
                  </a:cubicBezTo>
                  <a:cubicBezTo>
                    <a:pt x="32719" y="1902"/>
                    <a:pt x="32778" y="1521"/>
                    <a:pt x="32766" y="1128"/>
                  </a:cubicBezTo>
                  <a:cubicBezTo>
                    <a:pt x="32755" y="878"/>
                    <a:pt x="32707" y="640"/>
                    <a:pt x="32600" y="414"/>
                  </a:cubicBezTo>
                  <a:cubicBezTo>
                    <a:pt x="32469" y="143"/>
                    <a:pt x="32273" y="0"/>
                    <a:pt x="32028"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8"/>
            <p:cNvSpPr/>
            <p:nvPr/>
          </p:nvSpPr>
          <p:spPr>
            <a:xfrm>
              <a:off x="4329700" y="1984000"/>
              <a:ext cx="172950" cy="397100"/>
            </a:xfrm>
            <a:custGeom>
              <a:avLst/>
              <a:gdLst/>
              <a:ahLst/>
              <a:cxnLst/>
              <a:rect l="l" t="t" r="r" b="b"/>
              <a:pathLst>
                <a:path w="6918" h="15884" extrusionOk="0">
                  <a:moveTo>
                    <a:pt x="1048" y="1"/>
                  </a:moveTo>
                  <a:lnTo>
                    <a:pt x="1048" y="1"/>
                  </a:lnTo>
                  <a:cubicBezTo>
                    <a:pt x="1072" y="48"/>
                    <a:pt x="1120" y="84"/>
                    <a:pt x="1167" y="108"/>
                  </a:cubicBezTo>
                  <a:cubicBezTo>
                    <a:pt x="1298" y="179"/>
                    <a:pt x="1465" y="227"/>
                    <a:pt x="1584" y="334"/>
                  </a:cubicBezTo>
                  <a:cubicBezTo>
                    <a:pt x="2179" y="810"/>
                    <a:pt x="2644" y="1394"/>
                    <a:pt x="3025" y="2037"/>
                  </a:cubicBezTo>
                  <a:cubicBezTo>
                    <a:pt x="3596" y="2977"/>
                    <a:pt x="3977" y="3989"/>
                    <a:pt x="4287" y="5037"/>
                  </a:cubicBezTo>
                  <a:cubicBezTo>
                    <a:pt x="4691" y="6371"/>
                    <a:pt x="5013" y="7740"/>
                    <a:pt x="5299" y="9109"/>
                  </a:cubicBezTo>
                  <a:cubicBezTo>
                    <a:pt x="5644" y="10752"/>
                    <a:pt x="5953" y="12371"/>
                    <a:pt x="6287" y="14002"/>
                  </a:cubicBezTo>
                  <a:cubicBezTo>
                    <a:pt x="6299" y="14038"/>
                    <a:pt x="6287" y="14074"/>
                    <a:pt x="6287" y="14098"/>
                  </a:cubicBezTo>
                  <a:cubicBezTo>
                    <a:pt x="6239" y="14038"/>
                    <a:pt x="6203" y="13979"/>
                    <a:pt x="6180" y="13919"/>
                  </a:cubicBezTo>
                  <a:cubicBezTo>
                    <a:pt x="5299" y="11669"/>
                    <a:pt x="4525" y="9395"/>
                    <a:pt x="3822" y="7109"/>
                  </a:cubicBezTo>
                  <a:cubicBezTo>
                    <a:pt x="3275" y="5287"/>
                    <a:pt x="2632" y="3489"/>
                    <a:pt x="1774" y="1775"/>
                  </a:cubicBezTo>
                  <a:cubicBezTo>
                    <a:pt x="1584" y="1370"/>
                    <a:pt x="1370" y="1001"/>
                    <a:pt x="1143" y="608"/>
                  </a:cubicBezTo>
                  <a:cubicBezTo>
                    <a:pt x="1024" y="417"/>
                    <a:pt x="869" y="251"/>
                    <a:pt x="655" y="155"/>
                  </a:cubicBezTo>
                  <a:lnTo>
                    <a:pt x="655" y="155"/>
                  </a:lnTo>
                  <a:cubicBezTo>
                    <a:pt x="679" y="179"/>
                    <a:pt x="691" y="215"/>
                    <a:pt x="715" y="239"/>
                  </a:cubicBezTo>
                  <a:cubicBezTo>
                    <a:pt x="953" y="453"/>
                    <a:pt x="1120" y="703"/>
                    <a:pt x="1274" y="965"/>
                  </a:cubicBezTo>
                  <a:cubicBezTo>
                    <a:pt x="2179" y="2668"/>
                    <a:pt x="2905" y="4418"/>
                    <a:pt x="3477" y="6251"/>
                  </a:cubicBezTo>
                  <a:cubicBezTo>
                    <a:pt x="4168" y="8502"/>
                    <a:pt x="4882" y="10752"/>
                    <a:pt x="5715" y="12967"/>
                  </a:cubicBezTo>
                  <a:cubicBezTo>
                    <a:pt x="5739" y="13014"/>
                    <a:pt x="5739" y="13050"/>
                    <a:pt x="5751" y="13098"/>
                  </a:cubicBezTo>
                  <a:cubicBezTo>
                    <a:pt x="5572" y="12836"/>
                    <a:pt x="5418" y="12550"/>
                    <a:pt x="5263" y="12276"/>
                  </a:cubicBezTo>
                  <a:cubicBezTo>
                    <a:pt x="4537" y="11085"/>
                    <a:pt x="3822" y="9919"/>
                    <a:pt x="3108" y="8740"/>
                  </a:cubicBezTo>
                  <a:cubicBezTo>
                    <a:pt x="2191" y="7180"/>
                    <a:pt x="1322" y="5585"/>
                    <a:pt x="715" y="3870"/>
                  </a:cubicBezTo>
                  <a:cubicBezTo>
                    <a:pt x="477" y="3203"/>
                    <a:pt x="274" y="2537"/>
                    <a:pt x="167" y="1834"/>
                  </a:cubicBezTo>
                  <a:cubicBezTo>
                    <a:pt x="96" y="1358"/>
                    <a:pt x="36" y="894"/>
                    <a:pt x="238" y="429"/>
                  </a:cubicBezTo>
                  <a:lnTo>
                    <a:pt x="215" y="405"/>
                  </a:lnTo>
                  <a:cubicBezTo>
                    <a:pt x="107" y="513"/>
                    <a:pt x="60" y="644"/>
                    <a:pt x="48" y="798"/>
                  </a:cubicBezTo>
                  <a:cubicBezTo>
                    <a:pt x="0" y="1275"/>
                    <a:pt x="48" y="1739"/>
                    <a:pt x="155" y="2203"/>
                  </a:cubicBezTo>
                  <a:cubicBezTo>
                    <a:pt x="512" y="3787"/>
                    <a:pt x="1108" y="5263"/>
                    <a:pt x="1846" y="6668"/>
                  </a:cubicBezTo>
                  <a:cubicBezTo>
                    <a:pt x="2560" y="8037"/>
                    <a:pt x="3370" y="9347"/>
                    <a:pt x="4168" y="10657"/>
                  </a:cubicBezTo>
                  <a:cubicBezTo>
                    <a:pt x="4870" y="11788"/>
                    <a:pt x="5572" y="12943"/>
                    <a:pt x="6156" y="14133"/>
                  </a:cubicBezTo>
                  <a:cubicBezTo>
                    <a:pt x="6346" y="14514"/>
                    <a:pt x="6513" y="14919"/>
                    <a:pt x="6656" y="15324"/>
                  </a:cubicBezTo>
                  <a:cubicBezTo>
                    <a:pt x="6727" y="15514"/>
                    <a:pt x="6811" y="15693"/>
                    <a:pt x="6894" y="15872"/>
                  </a:cubicBezTo>
                  <a:cubicBezTo>
                    <a:pt x="6897" y="15872"/>
                    <a:pt x="6902" y="15871"/>
                    <a:pt x="6906" y="15870"/>
                  </a:cubicBezTo>
                  <a:lnTo>
                    <a:pt x="6906" y="15870"/>
                  </a:lnTo>
                  <a:cubicBezTo>
                    <a:pt x="6906" y="15874"/>
                    <a:pt x="6906" y="15879"/>
                    <a:pt x="6906" y="15884"/>
                  </a:cubicBezTo>
                  <a:cubicBezTo>
                    <a:pt x="6918" y="15872"/>
                    <a:pt x="6918" y="15869"/>
                    <a:pt x="6913" y="15869"/>
                  </a:cubicBezTo>
                  <a:cubicBezTo>
                    <a:pt x="6911" y="15869"/>
                    <a:pt x="6909" y="15869"/>
                    <a:pt x="6906" y="15870"/>
                  </a:cubicBezTo>
                  <a:lnTo>
                    <a:pt x="6906" y="15870"/>
                  </a:lnTo>
                  <a:cubicBezTo>
                    <a:pt x="6904" y="15817"/>
                    <a:pt x="6893" y="15772"/>
                    <a:pt x="6882" y="15717"/>
                  </a:cubicBezTo>
                  <a:cubicBezTo>
                    <a:pt x="6751" y="15300"/>
                    <a:pt x="6596" y="14907"/>
                    <a:pt x="6489" y="14491"/>
                  </a:cubicBezTo>
                  <a:cubicBezTo>
                    <a:pt x="6334" y="13800"/>
                    <a:pt x="6180" y="13086"/>
                    <a:pt x="6049" y="12383"/>
                  </a:cubicBezTo>
                  <a:cubicBezTo>
                    <a:pt x="5632" y="10145"/>
                    <a:pt x="5180" y="7906"/>
                    <a:pt x="4572" y="5704"/>
                  </a:cubicBezTo>
                  <a:cubicBezTo>
                    <a:pt x="4275" y="4620"/>
                    <a:pt x="3929" y="3549"/>
                    <a:pt x="3417" y="2549"/>
                  </a:cubicBezTo>
                  <a:cubicBezTo>
                    <a:pt x="2977" y="1715"/>
                    <a:pt x="2465" y="953"/>
                    <a:pt x="1751" y="346"/>
                  </a:cubicBezTo>
                  <a:cubicBezTo>
                    <a:pt x="1536" y="167"/>
                    <a:pt x="1298" y="84"/>
                    <a:pt x="104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58"/>
            <p:cNvSpPr/>
            <p:nvPr/>
          </p:nvSpPr>
          <p:spPr>
            <a:xfrm>
              <a:off x="4543125" y="2106900"/>
              <a:ext cx="448575" cy="258725"/>
            </a:xfrm>
            <a:custGeom>
              <a:avLst/>
              <a:gdLst/>
              <a:ahLst/>
              <a:cxnLst/>
              <a:rect l="l" t="t" r="r" b="b"/>
              <a:pathLst>
                <a:path w="17943" h="10349" extrusionOk="0">
                  <a:moveTo>
                    <a:pt x="15346" y="1"/>
                  </a:moveTo>
                  <a:cubicBezTo>
                    <a:pt x="15101" y="1"/>
                    <a:pt x="14855" y="14"/>
                    <a:pt x="14609" y="38"/>
                  </a:cubicBezTo>
                  <a:cubicBezTo>
                    <a:pt x="12133" y="300"/>
                    <a:pt x="9870" y="1145"/>
                    <a:pt x="7787" y="2455"/>
                  </a:cubicBezTo>
                  <a:cubicBezTo>
                    <a:pt x="6144" y="3479"/>
                    <a:pt x="4632" y="4717"/>
                    <a:pt x="3286" y="6110"/>
                  </a:cubicBezTo>
                  <a:cubicBezTo>
                    <a:pt x="2381" y="7050"/>
                    <a:pt x="1465" y="7979"/>
                    <a:pt x="714" y="9039"/>
                  </a:cubicBezTo>
                  <a:cubicBezTo>
                    <a:pt x="429" y="9432"/>
                    <a:pt x="119" y="9837"/>
                    <a:pt x="0" y="10348"/>
                  </a:cubicBezTo>
                  <a:cubicBezTo>
                    <a:pt x="8" y="10326"/>
                    <a:pt x="15" y="10318"/>
                    <a:pt x="23" y="10318"/>
                  </a:cubicBezTo>
                  <a:cubicBezTo>
                    <a:pt x="27" y="10318"/>
                    <a:pt x="31" y="10320"/>
                    <a:pt x="36" y="10325"/>
                  </a:cubicBezTo>
                  <a:cubicBezTo>
                    <a:pt x="95" y="10206"/>
                    <a:pt x="179" y="10075"/>
                    <a:pt x="250" y="9967"/>
                  </a:cubicBezTo>
                  <a:cubicBezTo>
                    <a:pt x="453" y="9682"/>
                    <a:pt x="667" y="9384"/>
                    <a:pt x="893" y="9122"/>
                  </a:cubicBezTo>
                  <a:cubicBezTo>
                    <a:pt x="1631" y="8193"/>
                    <a:pt x="2524" y="7408"/>
                    <a:pt x="3465" y="6693"/>
                  </a:cubicBezTo>
                  <a:cubicBezTo>
                    <a:pt x="4739" y="5717"/>
                    <a:pt x="6132" y="4919"/>
                    <a:pt x="7656" y="4383"/>
                  </a:cubicBezTo>
                  <a:cubicBezTo>
                    <a:pt x="8835" y="3991"/>
                    <a:pt x="10061" y="3729"/>
                    <a:pt x="11275" y="3538"/>
                  </a:cubicBezTo>
                  <a:cubicBezTo>
                    <a:pt x="12537" y="3348"/>
                    <a:pt x="13811" y="3181"/>
                    <a:pt x="15038" y="2883"/>
                  </a:cubicBezTo>
                  <a:cubicBezTo>
                    <a:pt x="15788" y="2705"/>
                    <a:pt x="16514" y="2478"/>
                    <a:pt x="17217" y="2205"/>
                  </a:cubicBezTo>
                  <a:cubicBezTo>
                    <a:pt x="17443" y="2109"/>
                    <a:pt x="17645" y="1966"/>
                    <a:pt x="17859" y="1847"/>
                  </a:cubicBezTo>
                  <a:cubicBezTo>
                    <a:pt x="17943" y="1788"/>
                    <a:pt x="17943" y="1788"/>
                    <a:pt x="17943" y="1669"/>
                  </a:cubicBezTo>
                  <a:lnTo>
                    <a:pt x="17943" y="1669"/>
                  </a:lnTo>
                  <a:cubicBezTo>
                    <a:pt x="17645" y="1907"/>
                    <a:pt x="17324" y="2086"/>
                    <a:pt x="16967" y="2205"/>
                  </a:cubicBezTo>
                  <a:cubicBezTo>
                    <a:pt x="16645" y="2324"/>
                    <a:pt x="16335" y="2419"/>
                    <a:pt x="16026" y="2514"/>
                  </a:cubicBezTo>
                  <a:cubicBezTo>
                    <a:pt x="14919" y="2836"/>
                    <a:pt x="13811" y="3050"/>
                    <a:pt x="12680" y="3229"/>
                  </a:cubicBezTo>
                  <a:cubicBezTo>
                    <a:pt x="11763" y="3371"/>
                    <a:pt x="10847" y="3514"/>
                    <a:pt x="9942" y="3693"/>
                  </a:cubicBezTo>
                  <a:cubicBezTo>
                    <a:pt x="8549" y="3955"/>
                    <a:pt x="7215" y="4372"/>
                    <a:pt x="5965" y="5014"/>
                  </a:cubicBezTo>
                  <a:cubicBezTo>
                    <a:pt x="4298" y="5860"/>
                    <a:pt x="2822" y="6979"/>
                    <a:pt x="1500" y="8301"/>
                  </a:cubicBezTo>
                  <a:lnTo>
                    <a:pt x="1322" y="8479"/>
                  </a:lnTo>
                  <a:cubicBezTo>
                    <a:pt x="1310" y="8432"/>
                    <a:pt x="1334" y="8408"/>
                    <a:pt x="1346" y="8372"/>
                  </a:cubicBezTo>
                  <a:cubicBezTo>
                    <a:pt x="1703" y="7955"/>
                    <a:pt x="2048" y="7562"/>
                    <a:pt x="2417" y="7158"/>
                  </a:cubicBezTo>
                  <a:cubicBezTo>
                    <a:pt x="3655" y="5836"/>
                    <a:pt x="4965" y="4562"/>
                    <a:pt x="6441" y="3490"/>
                  </a:cubicBezTo>
                  <a:cubicBezTo>
                    <a:pt x="7584" y="2657"/>
                    <a:pt x="8763" y="1931"/>
                    <a:pt x="10049" y="1371"/>
                  </a:cubicBezTo>
                  <a:cubicBezTo>
                    <a:pt x="11573" y="716"/>
                    <a:pt x="13145" y="264"/>
                    <a:pt x="14811" y="121"/>
                  </a:cubicBezTo>
                  <a:cubicBezTo>
                    <a:pt x="15011" y="99"/>
                    <a:pt x="15209" y="89"/>
                    <a:pt x="15406" y="89"/>
                  </a:cubicBezTo>
                  <a:cubicBezTo>
                    <a:pt x="16080" y="89"/>
                    <a:pt x="16739" y="212"/>
                    <a:pt x="17383" y="442"/>
                  </a:cubicBezTo>
                  <a:cubicBezTo>
                    <a:pt x="17407" y="454"/>
                    <a:pt x="17431" y="454"/>
                    <a:pt x="17467" y="454"/>
                  </a:cubicBezTo>
                  <a:cubicBezTo>
                    <a:pt x="17276" y="276"/>
                    <a:pt x="17014" y="240"/>
                    <a:pt x="16800" y="181"/>
                  </a:cubicBezTo>
                  <a:cubicBezTo>
                    <a:pt x="16324" y="54"/>
                    <a:pt x="15837" y="1"/>
                    <a:pt x="1534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8"/>
            <p:cNvSpPr/>
            <p:nvPr/>
          </p:nvSpPr>
          <p:spPr>
            <a:xfrm>
              <a:off x="4486275" y="2571875"/>
              <a:ext cx="295000" cy="252425"/>
            </a:xfrm>
            <a:custGeom>
              <a:avLst/>
              <a:gdLst/>
              <a:ahLst/>
              <a:cxnLst/>
              <a:rect l="l" t="t" r="r" b="b"/>
              <a:pathLst>
                <a:path w="11800" h="10097" extrusionOk="0">
                  <a:moveTo>
                    <a:pt x="11585" y="0"/>
                  </a:moveTo>
                  <a:lnTo>
                    <a:pt x="11585" y="0"/>
                  </a:lnTo>
                  <a:cubicBezTo>
                    <a:pt x="11704" y="215"/>
                    <a:pt x="11632" y="393"/>
                    <a:pt x="11525" y="584"/>
                  </a:cubicBezTo>
                  <a:cubicBezTo>
                    <a:pt x="11418" y="715"/>
                    <a:pt x="11311" y="834"/>
                    <a:pt x="11192" y="953"/>
                  </a:cubicBezTo>
                  <a:cubicBezTo>
                    <a:pt x="10525" y="1644"/>
                    <a:pt x="9763" y="2239"/>
                    <a:pt x="8977" y="2787"/>
                  </a:cubicBezTo>
                  <a:cubicBezTo>
                    <a:pt x="7608" y="3775"/>
                    <a:pt x="6227" y="4727"/>
                    <a:pt x="4846" y="5692"/>
                  </a:cubicBezTo>
                  <a:cubicBezTo>
                    <a:pt x="3620" y="6537"/>
                    <a:pt x="2417" y="7406"/>
                    <a:pt x="1334" y="8418"/>
                  </a:cubicBezTo>
                  <a:cubicBezTo>
                    <a:pt x="1310" y="8430"/>
                    <a:pt x="1286" y="8442"/>
                    <a:pt x="1274" y="8454"/>
                  </a:cubicBezTo>
                  <a:cubicBezTo>
                    <a:pt x="1274" y="8394"/>
                    <a:pt x="1298" y="8359"/>
                    <a:pt x="1334" y="8311"/>
                  </a:cubicBezTo>
                  <a:cubicBezTo>
                    <a:pt x="1655" y="7894"/>
                    <a:pt x="1988" y="7466"/>
                    <a:pt x="2322" y="7061"/>
                  </a:cubicBezTo>
                  <a:cubicBezTo>
                    <a:pt x="3536" y="5632"/>
                    <a:pt x="4798" y="4275"/>
                    <a:pt x="6227" y="3072"/>
                  </a:cubicBezTo>
                  <a:cubicBezTo>
                    <a:pt x="7620" y="1905"/>
                    <a:pt x="9108" y="870"/>
                    <a:pt x="10775" y="84"/>
                  </a:cubicBezTo>
                  <a:cubicBezTo>
                    <a:pt x="10799" y="60"/>
                    <a:pt x="10823" y="48"/>
                    <a:pt x="10835" y="36"/>
                  </a:cubicBezTo>
                  <a:cubicBezTo>
                    <a:pt x="10815" y="17"/>
                    <a:pt x="10799" y="8"/>
                    <a:pt x="10785" y="8"/>
                  </a:cubicBezTo>
                  <a:cubicBezTo>
                    <a:pt x="10773" y="8"/>
                    <a:pt x="10762" y="14"/>
                    <a:pt x="10751" y="24"/>
                  </a:cubicBezTo>
                  <a:cubicBezTo>
                    <a:pt x="10501" y="120"/>
                    <a:pt x="10239" y="215"/>
                    <a:pt x="10001" y="346"/>
                  </a:cubicBezTo>
                  <a:cubicBezTo>
                    <a:pt x="8394" y="1191"/>
                    <a:pt x="6941" y="2251"/>
                    <a:pt x="5596" y="3453"/>
                  </a:cubicBezTo>
                  <a:cubicBezTo>
                    <a:pt x="4084" y="4811"/>
                    <a:pt x="2727" y="6311"/>
                    <a:pt x="1476" y="7918"/>
                  </a:cubicBezTo>
                  <a:cubicBezTo>
                    <a:pt x="988" y="8549"/>
                    <a:pt x="512" y="9168"/>
                    <a:pt x="95" y="9847"/>
                  </a:cubicBezTo>
                  <a:cubicBezTo>
                    <a:pt x="60" y="9906"/>
                    <a:pt x="0" y="9978"/>
                    <a:pt x="36" y="10097"/>
                  </a:cubicBezTo>
                  <a:cubicBezTo>
                    <a:pt x="83" y="10037"/>
                    <a:pt x="95" y="10002"/>
                    <a:pt x="107" y="9978"/>
                  </a:cubicBezTo>
                  <a:cubicBezTo>
                    <a:pt x="119" y="9942"/>
                    <a:pt x="143" y="9906"/>
                    <a:pt x="167" y="9871"/>
                  </a:cubicBezTo>
                  <a:cubicBezTo>
                    <a:pt x="643" y="9156"/>
                    <a:pt x="1226" y="8549"/>
                    <a:pt x="1881" y="8001"/>
                  </a:cubicBezTo>
                  <a:cubicBezTo>
                    <a:pt x="2881" y="7168"/>
                    <a:pt x="3917" y="6394"/>
                    <a:pt x="4989" y="5644"/>
                  </a:cubicBezTo>
                  <a:cubicBezTo>
                    <a:pt x="6417" y="4644"/>
                    <a:pt x="7870" y="3632"/>
                    <a:pt x="9299" y="2620"/>
                  </a:cubicBezTo>
                  <a:cubicBezTo>
                    <a:pt x="10037" y="2084"/>
                    <a:pt x="10751" y="1513"/>
                    <a:pt x="11394" y="822"/>
                  </a:cubicBezTo>
                  <a:cubicBezTo>
                    <a:pt x="11430" y="762"/>
                    <a:pt x="11478" y="715"/>
                    <a:pt x="11549" y="643"/>
                  </a:cubicBezTo>
                  <a:lnTo>
                    <a:pt x="11549" y="643"/>
                  </a:lnTo>
                  <a:cubicBezTo>
                    <a:pt x="11537" y="691"/>
                    <a:pt x="11537" y="715"/>
                    <a:pt x="11537" y="739"/>
                  </a:cubicBezTo>
                  <a:cubicBezTo>
                    <a:pt x="11430" y="1155"/>
                    <a:pt x="11168" y="1465"/>
                    <a:pt x="10870" y="1751"/>
                  </a:cubicBezTo>
                  <a:cubicBezTo>
                    <a:pt x="9870" y="2715"/>
                    <a:pt x="8799" y="3572"/>
                    <a:pt x="7656" y="4334"/>
                  </a:cubicBezTo>
                  <a:cubicBezTo>
                    <a:pt x="6298" y="5239"/>
                    <a:pt x="4953" y="6120"/>
                    <a:pt x="3596" y="7013"/>
                  </a:cubicBezTo>
                  <a:cubicBezTo>
                    <a:pt x="3381" y="7144"/>
                    <a:pt x="3191" y="7299"/>
                    <a:pt x="3000" y="7430"/>
                  </a:cubicBezTo>
                  <a:cubicBezTo>
                    <a:pt x="3009" y="7432"/>
                    <a:pt x="3018" y="7433"/>
                    <a:pt x="3026" y="7433"/>
                  </a:cubicBezTo>
                  <a:cubicBezTo>
                    <a:pt x="3062" y="7433"/>
                    <a:pt x="3091" y="7416"/>
                    <a:pt x="3119" y="7406"/>
                  </a:cubicBezTo>
                  <a:cubicBezTo>
                    <a:pt x="4667" y="6406"/>
                    <a:pt x="6215" y="5406"/>
                    <a:pt x="7751" y="4394"/>
                  </a:cubicBezTo>
                  <a:cubicBezTo>
                    <a:pt x="8870" y="3632"/>
                    <a:pt x="9942" y="2787"/>
                    <a:pt x="10918" y="1822"/>
                  </a:cubicBezTo>
                  <a:cubicBezTo>
                    <a:pt x="11240" y="1489"/>
                    <a:pt x="11537" y="1132"/>
                    <a:pt x="11644" y="655"/>
                  </a:cubicBezTo>
                  <a:cubicBezTo>
                    <a:pt x="11680" y="572"/>
                    <a:pt x="11680" y="465"/>
                    <a:pt x="11716" y="393"/>
                  </a:cubicBezTo>
                  <a:cubicBezTo>
                    <a:pt x="11799" y="227"/>
                    <a:pt x="11716" y="108"/>
                    <a:pt x="1158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8"/>
            <p:cNvSpPr/>
            <p:nvPr/>
          </p:nvSpPr>
          <p:spPr>
            <a:xfrm>
              <a:off x="4756825" y="1866125"/>
              <a:ext cx="234875" cy="128025"/>
            </a:xfrm>
            <a:custGeom>
              <a:avLst/>
              <a:gdLst/>
              <a:ahLst/>
              <a:cxnLst/>
              <a:rect l="l" t="t" r="r" b="b"/>
              <a:pathLst>
                <a:path w="9395" h="5121" extrusionOk="0">
                  <a:moveTo>
                    <a:pt x="9252" y="60"/>
                  </a:moveTo>
                  <a:cubicBezTo>
                    <a:pt x="9311" y="215"/>
                    <a:pt x="9252" y="298"/>
                    <a:pt x="9192" y="394"/>
                  </a:cubicBezTo>
                  <a:cubicBezTo>
                    <a:pt x="8930" y="775"/>
                    <a:pt x="8609" y="1072"/>
                    <a:pt x="8240" y="1346"/>
                  </a:cubicBezTo>
                  <a:cubicBezTo>
                    <a:pt x="7526" y="1870"/>
                    <a:pt x="6716" y="2263"/>
                    <a:pt x="5882" y="2561"/>
                  </a:cubicBezTo>
                  <a:cubicBezTo>
                    <a:pt x="5001" y="2870"/>
                    <a:pt x="4132" y="3156"/>
                    <a:pt x="3239" y="3454"/>
                  </a:cubicBezTo>
                  <a:cubicBezTo>
                    <a:pt x="2489" y="3692"/>
                    <a:pt x="1775" y="3978"/>
                    <a:pt x="1108" y="4359"/>
                  </a:cubicBezTo>
                  <a:cubicBezTo>
                    <a:pt x="1072" y="4394"/>
                    <a:pt x="1037" y="4406"/>
                    <a:pt x="1001" y="4418"/>
                  </a:cubicBezTo>
                  <a:cubicBezTo>
                    <a:pt x="1751" y="3739"/>
                    <a:pt x="2430" y="2989"/>
                    <a:pt x="3323" y="2513"/>
                  </a:cubicBezTo>
                  <a:cubicBezTo>
                    <a:pt x="3751" y="2275"/>
                    <a:pt x="4216" y="2073"/>
                    <a:pt x="4692" y="1918"/>
                  </a:cubicBezTo>
                  <a:cubicBezTo>
                    <a:pt x="5871" y="1561"/>
                    <a:pt x="7002" y="1049"/>
                    <a:pt x="8121" y="537"/>
                  </a:cubicBezTo>
                  <a:cubicBezTo>
                    <a:pt x="8490" y="370"/>
                    <a:pt x="8859" y="227"/>
                    <a:pt x="9252" y="60"/>
                  </a:cubicBezTo>
                  <a:close/>
                  <a:moveTo>
                    <a:pt x="9264" y="1"/>
                  </a:moveTo>
                  <a:cubicBezTo>
                    <a:pt x="9145" y="37"/>
                    <a:pt x="9026" y="60"/>
                    <a:pt x="8907" y="108"/>
                  </a:cubicBezTo>
                  <a:cubicBezTo>
                    <a:pt x="8526" y="251"/>
                    <a:pt x="8157" y="406"/>
                    <a:pt x="7799" y="572"/>
                  </a:cubicBezTo>
                  <a:cubicBezTo>
                    <a:pt x="6764" y="1060"/>
                    <a:pt x="5692" y="1501"/>
                    <a:pt x="4585" y="1846"/>
                  </a:cubicBezTo>
                  <a:cubicBezTo>
                    <a:pt x="3632" y="2144"/>
                    <a:pt x="2775" y="2632"/>
                    <a:pt x="2025" y="3311"/>
                  </a:cubicBezTo>
                  <a:cubicBezTo>
                    <a:pt x="1406" y="3870"/>
                    <a:pt x="775" y="4418"/>
                    <a:pt x="156" y="4978"/>
                  </a:cubicBezTo>
                  <a:cubicBezTo>
                    <a:pt x="108" y="5001"/>
                    <a:pt x="60" y="5049"/>
                    <a:pt x="1" y="5120"/>
                  </a:cubicBezTo>
                  <a:cubicBezTo>
                    <a:pt x="191" y="5061"/>
                    <a:pt x="346" y="5013"/>
                    <a:pt x="489" y="4954"/>
                  </a:cubicBezTo>
                  <a:cubicBezTo>
                    <a:pt x="1465" y="4585"/>
                    <a:pt x="2453" y="4299"/>
                    <a:pt x="3454" y="4061"/>
                  </a:cubicBezTo>
                  <a:cubicBezTo>
                    <a:pt x="4525" y="3811"/>
                    <a:pt x="5585" y="3477"/>
                    <a:pt x="6609" y="3085"/>
                  </a:cubicBezTo>
                  <a:cubicBezTo>
                    <a:pt x="7383" y="2763"/>
                    <a:pt x="8097" y="2358"/>
                    <a:pt x="8680" y="1739"/>
                  </a:cubicBezTo>
                  <a:cubicBezTo>
                    <a:pt x="8811" y="1596"/>
                    <a:pt x="8930" y="1441"/>
                    <a:pt x="9050" y="1299"/>
                  </a:cubicBezTo>
                  <a:cubicBezTo>
                    <a:pt x="9038" y="1287"/>
                    <a:pt x="9038" y="1287"/>
                    <a:pt x="9026" y="1287"/>
                  </a:cubicBezTo>
                  <a:lnTo>
                    <a:pt x="8847" y="1465"/>
                  </a:lnTo>
                  <a:cubicBezTo>
                    <a:pt x="8740" y="1584"/>
                    <a:pt x="8621" y="1703"/>
                    <a:pt x="8502" y="1822"/>
                  </a:cubicBezTo>
                  <a:cubicBezTo>
                    <a:pt x="7966" y="2323"/>
                    <a:pt x="7335" y="2692"/>
                    <a:pt x="6656" y="2977"/>
                  </a:cubicBezTo>
                  <a:cubicBezTo>
                    <a:pt x="5823" y="3323"/>
                    <a:pt x="4966" y="3608"/>
                    <a:pt x="4085" y="3823"/>
                  </a:cubicBezTo>
                  <a:cubicBezTo>
                    <a:pt x="2930" y="4120"/>
                    <a:pt x="1787" y="4382"/>
                    <a:pt x="691" y="4811"/>
                  </a:cubicBezTo>
                  <a:cubicBezTo>
                    <a:pt x="679" y="4811"/>
                    <a:pt x="656" y="4799"/>
                    <a:pt x="608" y="4799"/>
                  </a:cubicBezTo>
                  <a:cubicBezTo>
                    <a:pt x="691" y="4751"/>
                    <a:pt x="727" y="4716"/>
                    <a:pt x="775" y="4692"/>
                  </a:cubicBezTo>
                  <a:cubicBezTo>
                    <a:pt x="1703" y="4108"/>
                    <a:pt x="2680" y="3727"/>
                    <a:pt x="3704" y="3430"/>
                  </a:cubicBezTo>
                  <a:cubicBezTo>
                    <a:pt x="4870" y="3073"/>
                    <a:pt x="6013" y="2680"/>
                    <a:pt x="7097" y="2144"/>
                  </a:cubicBezTo>
                  <a:cubicBezTo>
                    <a:pt x="7716" y="1846"/>
                    <a:pt x="8276" y="1489"/>
                    <a:pt x="8764" y="1013"/>
                  </a:cubicBezTo>
                  <a:cubicBezTo>
                    <a:pt x="8942" y="834"/>
                    <a:pt x="9109" y="608"/>
                    <a:pt x="9264" y="406"/>
                  </a:cubicBezTo>
                  <a:cubicBezTo>
                    <a:pt x="9335" y="287"/>
                    <a:pt x="9395" y="156"/>
                    <a:pt x="926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58"/>
            <p:cNvSpPr/>
            <p:nvPr/>
          </p:nvSpPr>
          <p:spPr>
            <a:xfrm>
              <a:off x="4424950" y="2471775"/>
              <a:ext cx="215825" cy="307900"/>
            </a:xfrm>
            <a:custGeom>
              <a:avLst/>
              <a:gdLst/>
              <a:ahLst/>
              <a:cxnLst/>
              <a:rect l="l" t="t" r="r" b="b"/>
              <a:pathLst>
                <a:path w="8633" h="12316" extrusionOk="0">
                  <a:moveTo>
                    <a:pt x="8606" y="1"/>
                  </a:moveTo>
                  <a:cubicBezTo>
                    <a:pt x="8571" y="1"/>
                    <a:pt x="8542" y="18"/>
                    <a:pt x="8513" y="28"/>
                  </a:cubicBezTo>
                  <a:cubicBezTo>
                    <a:pt x="6596" y="1242"/>
                    <a:pt x="4882" y="2683"/>
                    <a:pt x="3441" y="4421"/>
                  </a:cubicBezTo>
                  <a:cubicBezTo>
                    <a:pt x="2870" y="5124"/>
                    <a:pt x="2334" y="5850"/>
                    <a:pt x="1882" y="6624"/>
                  </a:cubicBezTo>
                  <a:cubicBezTo>
                    <a:pt x="1679" y="6957"/>
                    <a:pt x="1489" y="7291"/>
                    <a:pt x="1310" y="7636"/>
                  </a:cubicBezTo>
                  <a:cubicBezTo>
                    <a:pt x="1131" y="7993"/>
                    <a:pt x="941" y="8350"/>
                    <a:pt x="786" y="8731"/>
                  </a:cubicBezTo>
                  <a:cubicBezTo>
                    <a:pt x="584" y="9267"/>
                    <a:pt x="393" y="9803"/>
                    <a:pt x="262" y="10362"/>
                  </a:cubicBezTo>
                  <a:cubicBezTo>
                    <a:pt x="143" y="10886"/>
                    <a:pt x="36" y="11386"/>
                    <a:pt x="24" y="11922"/>
                  </a:cubicBezTo>
                  <a:cubicBezTo>
                    <a:pt x="0" y="12053"/>
                    <a:pt x="36" y="12184"/>
                    <a:pt x="36" y="12315"/>
                  </a:cubicBezTo>
                  <a:lnTo>
                    <a:pt x="60" y="12315"/>
                  </a:lnTo>
                  <a:cubicBezTo>
                    <a:pt x="60" y="12315"/>
                    <a:pt x="72" y="12303"/>
                    <a:pt x="72" y="12279"/>
                  </a:cubicBezTo>
                  <a:cubicBezTo>
                    <a:pt x="60" y="11196"/>
                    <a:pt x="358" y="10172"/>
                    <a:pt x="703" y="9172"/>
                  </a:cubicBezTo>
                  <a:cubicBezTo>
                    <a:pt x="869" y="8731"/>
                    <a:pt x="1084" y="8315"/>
                    <a:pt x="1286" y="7874"/>
                  </a:cubicBezTo>
                  <a:cubicBezTo>
                    <a:pt x="1584" y="7243"/>
                    <a:pt x="1941" y="6624"/>
                    <a:pt x="2334" y="6052"/>
                  </a:cubicBezTo>
                  <a:cubicBezTo>
                    <a:pt x="3275" y="4659"/>
                    <a:pt x="4358" y="3421"/>
                    <a:pt x="5608" y="2314"/>
                  </a:cubicBezTo>
                  <a:cubicBezTo>
                    <a:pt x="6442" y="1564"/>
                    <a:pt x="7358" y="909"/>
                    <a:pt x="8263" y="278"/>
                  </a:cubicBezTo>
                  <a:cubicBezTo>
                    <a:pt x="8382" y="183"/>
                    <a:pt x="8513" y="99"/>
                    <a:pt x="8632" y="4"/>
                  </a:cubicBezTo>
                  <a:cubicBezTo>
                    <a:pt x="8623" y="2"/>
                    <a:pt x="8615" y="1"/>
                    <a:pt x="860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58"/>
            <p:cNvSpPr/>
            <p:nvPr/>
          </p:nvSpPr>
          <p:spPr>
            <a:xfrm>
              <a:off x="4548175" y="1770575"/>
              <a:ext cx="62525" cy="339650"/>
            </a:xfrm>
            <a:custGeom>
              <a:avLst/>
              <a:gdLst/>
              <a:ahLst/>
              <a:cxnLst/>
              <a:rect l="l" t="t" r="r" b="b"/>
              <a:pathLst>
                <a:path w="2501" h="13586" extrusionOk="0">
                  <a:moveTo>
                    <a:pt x="12" y="1"/>
                  </a:moveTo>
                  <a:cubicBezTo>
                    <a:pt x="1" y="49"/>
                    <a:pt x="1" y="60"/>
                    <a:pt x="1" y="72"/>
                  </a:cubicBezTo>
                  <a:cubicBezTo>
                    <a:pt x="24" y="132"/>
                    <a:pt x="48" y="203"/>
                    <a:pt x="72" y="263"/>
                  </a:cubicBezTo>
                  <a:cubicBezTo>
                    <a:pt x="858" y="2370"/>
                    <a:pt x="1453" y="4537"/>
                    <a:pt x="1858" y="6752"/>
                  </a:cubicBezTo>
                  <a:cubicBezTo>
                    <a:pt x="2167" y="8478"/>
                    <a:pt x="2382" y="10228"/>
                    <a:pt x="2382" y="11990"/>
                  </a:cubicBezTo>
                  <a:cubicBezTo>
                    <a:pt x="2382" y="12467"/>
                    <a:pt x="2346" y="12931"/>
                    <a:pt x="2334" y="13407"/>
                  </a:cubicBezTo>
                  <a:cubicBezTo>
                    <a:pt x="2334" y="13455"/>
                    <a:pt x="2298" y="13538"/>
                    <a:pt x="2406" y="13586"/>
                  </a:cubicBezTo>
                  <a:cubicBezTo>
                    <a:pt x="2429" y="13503"/>
                    <a:pt x="2441" y="13419"/>
                    <a:pt x="2441" y="13395"/>
                  </a:cubicBezTo>
                  <a:cubicBezTo>
                    <a:pt x="2453" y="12800"/>
                    <a:pt x="2501" y="12217"/>
                    <a:pt x="2489" y="11633"/>
                  </a:cubicBezTo>
                  <a:cubicBezTo>
                    <a:pt x="2453" y="9466"/>
                    <a:pt x="2132" y="7323"/>
                    <a:pt x="1655" y="5204"/>
                  </a:cubicBezTo>
                  <a:cubicBezTo>
                    <a:pt x="1263" y="3513"/>
                    <a:pt x="774" y="1846"/>
                    <a:pt x="120" y="227"/>
                  </a:cubicBezTo>
                  <a:cubicBezTo>
                    <a:pt x="84" y="168"/>
                    <a:pt x="60" y="84"/>
                    <a:pt x="1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58"/>
            <p:cNvSpPr/>
            <p:nvPr/>
          </p:nvSpPr>
          <p:spPr>
            <a:xfrm>
              <a:off x="4110925" y="2379875"/>
              <a:ext cx="358400" cy="98850"/>
            </a:xfrm>
            <a:custGeom>
              <a:avLst/>
              <a:gdLst/>
              <a:ahLst/>
              <a:cxnLst/>
              <a:rect l="l" t="t" r="r" b="b"/>
              <a:pathLst>
                <a:path w="14336" h="3954" extrusionOk="0">
                  <a:moveTo>
                    <a:pt x="3767" y="0"/>
                  </a:moveTo>
                  <a:cubicBezTo>
                    <a:pt x="2701" y="0"/>
                    <a:pt x="1667" y="123"/>
                    <a:pt x="655" y="441"/>
                  </a:cubicBezTo>
                  <a:cubicBezTo>
                    <a:pt x="441" y="501"/>
                    <a:pt x="226" y="596"/>
                    <a:pt x="0" y="692"/>
                  </a:cubicBezTo>
                  <a:cubicBezTo>
                    <a:pt x="0" y="703"/>
                    <a:pt x="0" y="715"/>
                    <a:pt x="24" y="751"/>
                  </a:cubicBezTo>
                  <a:cubicBezTo>
                    <a:pt x="143" y="703"/>
                    <a:pt x="274" y="656"/>
                    <a:pt x="393" y="608"/>
                  </a:cubicBezTo>
                  <a:cubicBezTo>
                    <a:pt x="1238" y="311"/>
                    <a:pt x="2120" y="156"/>
                    <a:pt x="3013" y="108"/>
                  </a:cubicBezTo>
                  <a:cubicBezTo>
                    <a:pt x="3261" y="97"/>
                    <a:pt x="3510" y="91"/>
                    <a:pt x="3759" y="91"/>
                  </a:cubicBezTo>
                  <a:cubicBezTo>
                    <a:pt x="4800" y="91"/>
                    <a:pt x="5847" y="183"/>
                    <a:pt x="6894" y="299"/>
                  </a:cubicBezTo>
                  <a:cubicBezTo>
                    <a:pt x="7930" y="418"/>
                    <a:pt x="8954" y="703"/>
                    <a:pt x="9930" y="1061"/>
                  </a:cubicBezTo>
                  <a:cubicBezTo>
                    <a:pt x="10740" y="1358"/>
                    <a:pt x="11514" y="1715"/>
                    <a:pt x="12228" y="2192"/>
                  </a:cubicBezTo>
                  <a:cubicBezTo>
                    <a:pt x="12919" y="2656"/>
                    <a:pt x="13550" y="3180"/>
                    <a:pt x="14145" y="3751"/>
                  </a:cubicBezTo>
                  <a:cubicBezTo>
                    <a:pt x="14204" y="3811"/>
                    <a:pt x="14240" y="3894"/>
                    <a:pt x="14312" y="3954"/>
                  </a:cubicBezTo>
                  <a:lnTo>
                    <a:pt x="14335" y="3918"/>
                  </a:lnTo>
                  <a:cubicBezTo>
                    <a:pt x="14264" y="3847"/>
                    <a:pt x="14204" y="3740"/>
                    <a:pt x="14133" y="3668"/>
                  </a:cubicBezTo>
                  <a:cubicBezTo>
                    <a:pt x="13907" y="3442"/>
                    <a:pt x="13681" y="3228"/>
                    <a:pt x="13442" y="3025"/>
                  </a:cubicBezTo>
                  <a:cubicBezTo>
                    <a:pt x="12585" y="2287"/>
                    <a:pt x="11645" y="1692"/>
                    <a:pt x="10585" y="1251"/>
                  </a:cubicBezTo>
                  <a:cubicBezTo>
                    <a:pt x="10097" y="1049"/>
                    <a:pt x="9609" y="858"/>
                    <a:pt x="9085" y="703"/>
                  </a:cubicBezTo>
                  <a:cubicBezTo>
                    <a:pt x="8668" y="584"/>
                    <a:pt x="8239" y="441"/>
                    <a:pt x="7799" y="358"/>
                  </a:cubicBezTo>
                  <a:cubicBezTo>
                    <a:pt x="6525" y="144"/>
                    <a:pt x="5227" y="25"/>
                    <a:pt x="3917" y="1"/>
                  </a:cubicBezTo>
                  <a:cubicBezTo>
                    <a:pt x="3867" y="0"/>
                    <a:pt x="3817" y="0"/>
                    <a:pt x="3767"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58"/>
            <p:cNvSpPr/>
            <p:nvPr/>
          </p:nvSpPr>
          <p:spPr>
            <a:xfrm>
              <a:off x="4772900" y="2155150"/>
              <a:ext cx="221475" cy="88725"/>
            </a:xfrm>
            <a:custGeom>
              <a:avLst/>
              <a:gdLst/>
              <a:ahLst/>
              <a:cxnLst/>
              <a:rect l="l" t="t" r="r" b="b"/>
              <a:pathLst>
                <a:path w="8859" h="3549" extrusionOk="0">
                  <a:moveTo>
                    <a:pt x="8799" y="1"/>
                  </a:moveTo>
                  <a:cubicBezTo>
                    <a:pt x="8597" y="346"/>
                    <a:pt x="8383" y="656"/>
                    <a:pt x="8073" y="894"/>
                  </a:cubicBezTo>
                  <a:cubicBezTo>
                    <a:pt x="7728" y="1156"/>
                    <a:pt x="7371" y="1394"/>
                    <a:pt x="7014" y="1608"/>
                  </a:cubicBezTo>
                  <a:cubicBezTo>
                    <a:pt x="5704" y="2406"/>
                    <a:pt x="4287" y="2942"/>
                    <a:pt x="2799" y="3275"/>
                  </a:cubicBezTo>
                  <a:cubicBezTo>
                    <a:pt x="2156" y="3430"/>
                    <a:pt x="1501" y="3477"/>
                    <a:pt x="846" y="3477"/>
                  </a:cubicBezTo>
                  <a:cubicBezTo>
                    <a:pt x="572" y="3477"/>
                    <a:pt x="286" y="3489"/>
                    <a:pt x="1" y="3489"/>
                  </a:cubicBezTo>
                  <a:cubicBezTo>
                    <a:pt x="72" y="3537"/>
                    <a:pt x="167" y="3549"/>
                    <a:pt x="239" y="3549"/>
                  </a:cubicBezTo>
                  <a:cubicBezTo>
                    <a:pt x="632" y="3549"/>
                    <a:pt x="1001" y="3549"/>
                    <a:pt x="1370" y="3537"/>
                  </a:cubicBezTo>
                  <a:cubicBezTo>
                    <a:pt x="1680" y="3513"/>
                    <a:pt x="2025" y="3501"/>
                    <a:pt x="2334" y="3442"/>
                  </a:cubicBezTo>
                  <a:cubicBezTo>
                    <a:pt x="4275" y="3084"/>
                    <a:pt x="6061" y="2370"/>
                    <a:pt x="7692" y="1299"/>
                  </a:cubicBezTo>
                  <a:cubicBezTo>
                    <a:pt x="8145" y="1001"/>
                    <a:pt x="8502" y="632"/>
                    <a:pt x="8788" y="179"/>
                  </a:cubicBezTo>
                  <a:cubicBezTo>
                    <a:pt x="8811" y="144"/>
                    <a:pt x="8823" y="84"/>
                    <a:pt x="8859" y="25"/>
                  </a:cubicBezTo>
                  <a:cubicBezTo>
                    <a:pt x="8847" y="1"/>
                    <a:pt x="8823" y="1"/>
                    <a:pt x="879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58"/>
            <p:cNvSpPr/>
            <p:nvPr/>
          </p:nvSpPr>
          <p:spPr>
            <a:xfrm>
              <a:off x="4290100" y="2673975"/>
              <a:ext cx="107200" cy="217600"/>
            </a:xfrm>
            <a:custGeom>
              <a:avLst/>
              <a:gdLst/>
              <a:ahLst/>
              <a:cxnLst/>
              <a:rect l="l" t="t" r="r" b="b"/>
              <a:pathLst>
                <a:path w="4288" h="8704" extrusionOk="0">
                  <a:moveTo>
                    <a:pt x="25" y="0"/>
                  </a:moveTo>
                  <a:cubicBezTo>
                    <a:pt x="25" y="0"/>
                    <a:pt x="13" y="0"/>
                    <a:pt x="1" y="12"/>
                  </a:cubicBezTo>
                  <a:cubicBezTo>
                    <a:pt x="1" y="60"/>
                    <a:pt x="13" y="84"/>
                    <a:pt x="25" y="131"/>
                  </a:cubicBezTo>
                  <a:cubicBezTo>
                    <a:pt x="191" y="584"/>
                    <a:pt x="334" y="1036"/>
                    <a:pt x="501" y="1489"/>
                  </a:cubicBezTo>
                  <a:cubicBezTo>
                    <a:pt x="1168" y="3382"/>
                    <a:pt x="1965" y="5227"/>
                    <a:pt x="2989" y="6954"/>
                  </a:cubicBezTo>
                  <a:cubicBezTo>
                    <a:pt x="3299" y="7466"/>
                    <a:pt x="3668" y="7966"/>
                    <a:pt x="4013" y="8466"/>
                  </a:cubicBezTo>
                  <a:cubicBezTo>
                    <a:pt x="4085" y="8561"/>
                    <a:pt x="4180" y="8632"/>
                    <a:pt x="4251" y="8704"/>
                  </a:cubicBezTo>
                  <a:cubicBezTo>
                    <a:pt x="4251" y="8692"/>
                    <a:pt x="4263" y="8692"/>
                    <a:pt x="4287" y="8680"/>
                  </a:cubicBezTo>
                  <a:cubicBezTo>
                    <a:pt x="4263" y="8656"/>
                    <a:pt x="4251" y="8632"/>
                    <a:pt x="4239" y="8620"/>
                  </a:cubicBezTo>
                  <a:cubicBezTo>
                    <a:pt x="4013" y="8323"/>
                    <a:pt x="3775" y="8025"/>
                    <a:pt x="3573" y="7704"/>
                  </a:cubicBezTo>
                  <a:cubicBezTo>
                    <a:pt x="2715" y="6418"/>
                    <a:pt x="2025" y="5013"/>
                    <a:pt x="1430" y="3584"/>
                  </a:cubicBezTo>
                  <a:cubicBezTo>
                    <a:pt x="965" y="2453"/>
                    <a:pt x="548" y="1310"/>
                    <a:pt x="96" y="179"/>
                  </a:cubicBezTo>
                  <a:cubicBezTo>
                    <a:pt x="84" y="119"/>
                    <a:pt x="60" y="60"/>
                    <a:pt x="2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58"/>
            <p:cNvSpPr/>
            <p:nvPr/>
          </p:nvSpPr>
          <p:spPr>
            <a:xfrm>
              <a:off x="4768450" y="1718500"/>
              <a:ext cx="82175" cy="219400"/>
            </a:xfrm>
            <a:custGeom>
              <a:avLst/>
              <a:gdLst/>
              <a:ahLst/>
              <a:cxnLst/>
              <a:rect l="l" t="t" r="r" b="b"/>
              <a:pathLst>
                <a:path w="3287" h="8776" extrusionOk="0">
                  <a:moveTo>
                    <a:pt x="3286" y="0"/>
                  </a:moveTo>
                  <a:lnTo>
                    <a:pt x="3286" y="0"/>
                  </a:lnTo>
                  <a:cubicBezTo>
                    <a:pt x="3012" y="584"/>
                    <a:pt x="2715" y="1143"/>
                    <a:pt x="2477" y="1703"/>
                  </a:cubicBezTo>
                  <a:cubicBezTo>
                    <a:pt x="2000" y="2822"/>
                    <a:pt x="1488" y="3929"/>
                    <a:pt x="1131" y="5084"/>
                  </a:cubicBezTo>
                  <a:cubicBezTo>
                    <a:pt x="965" y="5608"/>
                    <a:pt x="774" y="6132"/>
                    <a:pt x="607" y="6668"/>
                  </a:cubicBezTo>
                  <a:cubicBezTo>
                    <a:pt x="417" y="7275"/>
                    <a:pt x="238" y="7882"/>
                    <a:pt x="60" y="8489"/>
                  </a:cubicBezTo>
                  <a:cubicBezTo>
                    <a:pt x="36" y="8585"/>
                    <a:pt x="12" y="8668"/>
                    <a:pt x="0" y="8763"/>
                  </a:cubicBezTo>
                  <a:cubicBezTo>
                    <a:pt x="12" y="8763"/>
                    <a:pt x="36" y="8775"/>
                    <a:pt x="48" y="8775"/>
                  </a:cubicBezTo>
                  <a:cubicBezTo>
                    <a:pt x="95" y="8692"/>
                    <a:pt x="143" y="8597"/>
                    <a:pt x="179" y="8501"/>
                  </a:cubicBezTo>
                  <a:cubicBezTo>
                    <a:pt x="262" y="8228"/>
                    <a:pt x="345" y="7942"/>
                    <a:pt x="417" y="7680"/>
                  </a:cubicBezTo>
                  <a:cubicBezTo>
                    <a:pt x="536" y="7263"/>
                    <a:pt x="643" y="6858"/>
                    <a:pt x="774" y="6442"/>
                  </a:cubicBezTo>
                  <a:cubicBezTo>
                    <a:pt x="893" y="6061"/>
                    <a:pt x="1024" y="5680"/>
                    <a:pt x="1155" y="5299"/>
                  </a:cubicBezTo>
                  <a:cubicBezTo>
                    <a:pt x="1334" y="4751"/>
                    <a:pt x="1524" y="4179"/>
                    <a:pt x="1738" y="3632"/>
                  </a:cubicBezTo>
                  <a:cubicBezTo>
                    <a:pt x="2119" y="2703"/>
                    <a:pt x="2536" y="1786"/>
                    <a:pt x="2917" y="858"/>
                  </a:cubicBezTo>
                  <a:cubicBezTo>
                    <a:pt x="3048" y="584"/>
                    <a:pt x="3167" y="286"/>
                    <a:pt x="328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58"/>
            <p:cNvSpPr/>
            <p:nvPr/>
          </p:nvSpPr>
          <p:spPr>
            <a:xfrm>
              <a:off x="4500250" y="2818625"/>
              <a:ext cx="197075" cy="53600"/>
            </a:xfrm>
            <a:custGeom>
              <a:avLst/>
              <a:gdLst/>
              <a:ahLst/>
              <a:cxnLst/>
              <a:rect l="l" t="t" r="r" b="b"/>
              <a:pathLst>
                <a:path w="7883" h="2144" extrusionOk="0">
                  <a:moveTo>
                    <a:pt x="7859" y="1"/>
                  </a:moveTo>
                  <a:cubicBezTo>
                    <a:pt x="7763" y="13"/>
                    <a:pt x="7656" y="25"/>
                    <a:pt x="7573" y="48"/>
                  </a:cubicBezTo>
                  <a:cubicBezTo>
                    <a:pt x="5585" y="358"/>
                    <a:pt x="3596" y="810"/>
                    <a:pt x="1679" y="1453"/>
                  </a:cubicBezTo>
                  <a:cubicBezTo>
                    <a:pt x="1191" y="1620"/>
                    <a:pt x="715" y="1787"/>
                    <a:pt x="227" y="1965"/>
                  </a:cubicBezTo>
                  <a:cubicBezTo>
                    <a:pt x="143" y="2001"/>
                    <a:pt x="72" y="2037"/>
                    <a:pt x="1" y="2072"/>
                  </a:cubicBezTo>
                  <a:cubicBezTo>
                    <a:pt x="13" y="2096"/>
                    <a:pt x="13" y="2108"/>
                    <a:pt x="24" y="2144"/>
                  </a:cubicBezTo>
                  <a:cubicBezTo>
                    <a:pt x="2572" y="1156"/>
                    <a:pt x="5204" y="489"/>
                    <a:pt x="7883" y="48"/>
                  </a:cubicBezTo>
                  <a:cubicBezTo>
                    <a:pt x="7871" y="36"/>
                    <a:pt x="7871" y="13"/>
                    <a:pt x="785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58"/>
            <p:cNvSpPr/>
            <p:nvPr/>
          </p:nvSpPr>
          <p:spPr>
            <a:xfrm>
              <a:off x="4091575" y="2390475"/>
              <a:ext cx="193500" cy="27525"/>
            </a:xfrm>
            <a:custGeom>
              <a:avLst/>
              <a:gdLst/>
              <a:ahLst/>
              <a:cxnLst/>
              <a:rect l="l" t="t" r="r" b="b"/>
              <a:pathLst>
                <a:path w="7740" h="1101" extrusionOk="0">
                  <a:moveTo>
                    <a:pt x="5766" y="0"/>
                  </a:moveTo>
                  <a:cubicBezTo>
                    <a:pt x="5063" y="0"/>
                    <a:pt x="4360" y="80"/>
                    <a:pt x="3667" y="232"/>
                  </a:cubicBezTo>
                  <a:cubicBezTo>
                    <a:pt x="3155" y="351"/>
                    <a:pt x="2667" y="494"/>
                    <a:pt x="2167" y="613"/>
                  </a:cubicBezTo>
                  <a:cubicBezTo>
                    <a:pt x="1453" y="791"/>
                    <a:pt x="739" y="982"/>
                    <a:pt x="0" y="1089"/>
                  </a:cubicBezTo>
                  <a:cubicBezTo>
                    <a:pt x="48" y="1089"/>
                    <a:pt x="84" y="1101"/>
                    <a:pt x="96" y="1101"/>
                  </a:cubicBezTo>
                  <a:cubicBezTo>
                    <a:pt x="393" y="1053"/>
                    <a:pt x="703" y="1041"/>
                    <a:pt x="1000" y="958"/>
                  </a:cubicBezTo>
                  <a:cubicBezTo>
                    <a:pt x="1810" y="779"/>
                    <a:pt x="2608" y="577"/>
                    <a:pt x="3417" y="387"/>
                  </a:cubicBezTo>
                  <a:cubicBezTo>
                    <a:pt x="4215" y="194"/>
                    <a:pt x="5012" y="78"/>
                    <a:pt x="5819" y="78"/>
                  </a:cubicBezTo>
                  <a:cubicBezTo>
                    <a:pt x="6109" y="78"/>
                    <a:pt x="6399" y="93"/>
                    <a:pt x="6692" y="125"/>
                  </a:cubicBezTo>
                  <a:cubicBezTo>
                    <a:pt x="7049" y="160"/>
                    <a:pt x="7382" y="172"/>
                    <a:pt x="7739" y="208"/>
                  </a:cubicBezTo>
                  <a:cubicBezTo>
                    <a:pt x="7692" y="172"/>
                    <a:pt x="7656" y="148"/>
                    <a:pt x="7608" y="148"/>
                  </a:cubicBezTo>
                  <a:cubicBezTo>
                    <a:pt x="7394" y="113"/>
                    <a:pt x="7180" y="101"/>
                    <a:pt x="6954" y="77"/>
                  </a:cubicBezTo>
                  <a:cubicBezTo>
                    <a:pt x="6559" y="26"/>
                    <a:pt x="6162" y="0"/>
                    <a:pt x="576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58"/>
            <p:cNvSpPr/>
            <p:nvPr/>
          </p:nvSpPr>
          <p:spPr>
            <a:xfrm>
              <a:off x="4460075" y="2501025"/>
              <a:ext cx="125325" cy="145875"/>
            </a:xfrm>
            <a:custGeom>
              <a:avLst/>
              <a:gdLst/>
              <a:ahLst/>
              <a:cxnLst/>
              <a:rect l="l" t="t" r="r" b="b"/>
              <a:pathLst>
                <a:path w="5013" h="5835" extrusionOk="0">
                  <a:moveTo>
                    <a:pt x="4965" y="1"/>
                  </a:moveTo>
                  <a:cubicBezTo>
                    <a:pt x="4953" y="13"/>
                    <a:pt x="4941" y="13"/>
                    <a:pt x="4929" y="25"/>
                  </a:cubicBezTo>
                  <a:cubicBezTo>
                    <a:pt x="3929" y="799"/>
                    <a:pt x="2989" y="1632"/>
                    <a:pt x="2155" y="2596"/>
                  </a:cubicBezTo>
                  <a:cubicBezTo>
                    <a:pt x="1560" y="3299"/>
                    <a:pt x="1024" y="4025"/>
                    <a:pt x="548" y="4799"/>
                  </a:cubicBezTo>
                  <a:cubicBezTo>
                    <a:pt x="346" y="5120"/>
                    <a:pt x="179" y="5478"/>
                    <a:pt x="0" y="5799"/>
                  </a:cubicBezTo>
                  <a:cubicBezTo>
                    <a:pt x="12" y="5811"/>
                    <a:pt x="24" y="5811"/>
                    <a:pt x="48" y="5835"/>
                  </a:cubicBezTo>
                  <a:cubicBezTo>
                    <a:pt x="1262" y="3525"/>
                    <a:pt x="2965" y="1620"/>
                    <a:pt x="5013" y="25"/>
                  </a:cubicBezTo>
                  <a:cubicBezTo>
                    <a:pt x="5001" y="13"/>
                    <a:pt x="4989" y="1"/>
                    <a:pt x="496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58"/>
            <p:cNvSpPr/>
            <p:nvPr/>
          </p:nvSpPr>
          <p:spPr>
            <a:xfrm>
              <a:off x="4577950" y="1839650"/>
              <a:ext cx="32450" cy="154200"/>
            </a:xfrm>
            <a:custGeom>
              <a:avLst/>
              <a:gdLst/>
              <a:ahLst/>
              <a:cxnLst/>
              <a:rect l="l" t="t" r="r" b="b"/>
              <a:pathLst>
                <a:path w="1298" h="6168" extrusionOk="0">
                  <a:moveTo>
                    <a:pt x="0" y="0"/>
                  </a:moveTo>
                  <a:lnTo>
                    <a:pt x="0" y="0"/>
                  </a:lnTo>
                  <a:cubicBezTo>
                    <a:pt x="643" y="2048"/>
                    <a:pt x="1060" y="4084"/>
                    <a:pt x="1286" y="6168"/>
                  </a:cubicBezTo>
                  <a:cubicBezTo>
                    <a:pt x="1298" y="4786"/>
                    <a:pt x="417" y="572"/>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58"/>
            <p:cNvSpPr/>
            <p:nvPr/>
          </p:nvSpPr>
          <p:spPr>
            <a:xfrm>
              <a:off x="4316000" y="2727850"/>
              <a:ext cx="48550" cy="105975"/>
            </a:xfrm>
            <a:custGeom>
              <a:avLst/>
              <a:gdLst/>
              <a:ahLst/>
              <a:cxnLst/>
              <a:rect l="l" t="t" r="r" b="b"/>
              <a:pathLst>
                <a:path w="1942" h="4239" extrusionOk="0">
                  <a:moveTo>
                    <a:pt x="1" y="0"/>
                  </a:moveTo>
                  <a:lnTo>
                    <a:pt x="1" y="0"/>
                  </a:lnTo>
                  <a:cubicBezTo>
                    <a:pt x="536" y="1465"/>
                    <a:pt x="1167" y="2894"/>
                    <a:pt x="1941" y="4239"/>
                  </a:cubicBezTo>
                  <a:cubicBezTo>
                    <a:pt x="1298" y="2834"/>
                    <a:pt x="644" y="1417"/>
                    <a:pt x="1"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8"/>
            <p:cNvSpPr/>
            <p:nvPr/>
          </p:nvSpPr>
          <p:spPr>
            <a:xfrm>
              <a:off x="4557100" y="2818075"/>
              <a:ext cx="108075" cy="29450"/>
            </a:xfrm>
            <a:custGeom>
              <a:avLst/>
              <a:gdLst/>
              <a:ahLst/>
              <a:cxnLst/>
              <a:rect l="l" t="t" r="r" b="b"/>
              <a:pathLst>
                <a:path w="4323" h="1178" extrusionOk="0">
                  <a:moveTo>
                    <a:pt x="4307" y="1"/>
                  </a:moveTo>
                  <a:cubicBezTo>
                    <a:pt x="4304" y="1"/>
                    <a:pt x="4304" y="5"/>
                    <a:pt x="4308" y="11"/>
                  </a:cubicBezTo>
                  <a:lnTo>
                    <a:pt x="4308" y="11"/>
                  </a:lnTo>
                  <a:cubicBezTo>
                    <a:pt x="4313" y="11"/>
                    <a:pt x="4318" y="11"/>
                    <a:pt x="4323" y="11"/>
                  </a:cubicBezTo>
                  <a:cubicBezTo>
                    <a:pt x="4315" y="3"/>
                    <a:pt x="4310" y="1"/>
                    <a:pt x="4307" y="1"/>
                  </a:cubicBezTo>
                  <a:close/>
                  <a:moveTo>
                    <a:pt x="4308" y="11"/>
                  </a:moveTo>
                  <a:lnTo>
                    <a:pt x="4308" y="11"/>
                  </a:lnTo>
                  <a:cubicBezTo>
                    <a:pt x="4267" y="11"/>
                    <a:pt x="4236" y="12"/>
                    <a:pt x="4204" y="23"/>
                  </a:cubicBezTo>
                  <a:cubicBezTo>
                    <a:pt x="3275" y="225"/>
                    <a:pt x="2334" y="428"/>
                    <a:pt x="1418" y="666"/>
                  </a:cubicBezTo>
                  <a:cubicBezTo>
                    <a:pt x="989" y="761"/>
                    <a:pt x="584" y="928"/>
                    <a:pt x="179" y="1059"/>
                  </a:cubicBezTo>
                  <a:cubicBezTo>
                    <a:pt x="108" y="1082"/>
                    <a:pt x="60" y="1118"/>
                    <a:pt x="1" y="1154"/>
                  </a:cubicBezTo>
                  <a:cubicBezTo>
                    <a:pt x="1" y="1154"/>
                    <a:pt x="13" y="1166"/>
                    <a:pt x="13" y="1178"/>
                  </a:cubicBezTo>
                  <a:cubicBezTo>
                    <a:pt x="1418" y="654"/>
                    <a:pt x="2870" y="356"/>
                    <a:pt x="4323" y="23"/>
                  </a:cubicBezTo>
                  <a:cubicBezTo>
                    <a:pt x="4316" y="19"/>
                    <a:pt x="4311" y="15"/>
                    <a:pt x="4308" y="1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8"/>
            <p:cNvSpPr/>
            <p:nvPr/>
          </p:nvSpPr>
          <p:spPr>
            <a:xfrm>
              <a:off x="4800000" y="1770575"/>
              <a:ext cx="35450" cy="85475"/>
            </a:xfrm>
            <a:custGeom>
              <a:avLst/>
              <a:gdLst/>
              <a:ahLst/>
              <a:cxnLst/>
              <a:rect l="l" t="t" r="r" b="b"/>
              <a:pathLst>
                <a:path w="1418" h="3419" extrusionOk="0">
                  <a:moveTo>
                    <a:pt x="1417" y="1"/>
                  </a:moveTo>
                  <a:lnTo>
                    <a:pt x="1417" y="1"/>
                  </a:lnTo>
                  <a:cubicBezTo>
                    <a:pt x="1322" y="168"/>
                    <a:pt x="1227" y="299"/>
                    <a:pt x="1167" y="465"/>
                  </a:cubicBezTo>
                  <a:cubicBezTo>
                    <a:pt x="786" y="1382"/>
                    <a:pt x="405" y="2323"/>
                    <a:pt x="36" y="3239"/>
                  </a:cubicBezTo>
                  <a:cubicBezTo>
                    <a:pt x="12" y="3299"/>
                    <a:pt x="12" y="3358"/>
                    <a:pt x="0" y="3418"/>
                  </a:cubicBezTo>
                  <a:lnTo>
                    <a:pt x="36" y="3418"/>
                  </a:lnTo>
                  <a:cubicBezTo>
                    <a:pt x="488" y="2275"/>
                    <a:pt x="953" y="1144"/>
                    <a:pt x="141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83" name="Google Shape;883;p58"/>
          <p:cNvPicPr preferRelativeResize="0"/>
          <p:nvPr/>
        </p:nvPicPr>
        <p:blipFill rotWithShape="1">
          <a:blip r:embed="rId5">
            <a:alphaModFix/>
          </a:blip>
          <a:srcRect l="28680" t="19555" r="23804" b="32703"/>
          <a:stretch/>
        </p:blipFill>
        <p:spPr>
          <a:xfrm rot="-1761291">
            <a:off x="95723" y="3280871"/>
            <a:ext cx="1287877" cy="727827"/>
          </a:xfrm>
          <a:prstGeom prst="rect">
            <a:avLst/>
          </a:prstGeom>
          <a:noFill/>
          <a:ln>
            <a:noFill/>
          </a:ln>
        </p:spPr>
      </p:pic>
      <p:pic>
        <p:nvPicPr>
          <p:cNvPr id="884" name="Google Shape;884;p58"/>
          <p:cNvPicPr preferRelativeResize="0"/>
          <p:nvPr/>
        </p:nvPicPr>
        <p:blipFill rotWithShape="1">
          <a:blip r:embed="rId6">
            <a:alphaModFix/>
          </a:blip>
          <a:srcRect l="45691" t="12052" r="18787" b="20159"/>
          <a:stretch/>
        </p:blipFill>
        <p:spPr>
          <a:xfrm>
            <a:off x="1741575" y="1762140"/>
            <a:ext cx="1366949" cy="1467299"/>
          </a:xfrm>
          <a:prstGeom prst="rect">
            <a:avLst/>
          </a:prstGeom>
          <a:noFill/>
          <a:ln>
            <a:noFill/>
          </a:ln>
        </p:spPr>
      </p:pic>
      <p:pic>
        <p:nvPicPr>
          <p:cNvPr id="885" name="Google Shape;885;p58"/>
          <p:cNvPicPr preferRelativeResize="0"/>
          <p:nvPr/>
        </p:nvPicPr>
        <p:blipFill rotWithShape="1">
          <a:blip r:embed="rId7">
            <a:alphaModFix amt="82000"/>
          </a:blip>
          <a:srcRect l="50645" t="40792" r="22239" b="54404"/>
          <a:stretch/>
        </p:blipFill>
        <p:spPr>
          <a:xfrm>
            <a:off x="-188525" y="890625"/>
            <a:ext cx="2446373" cy="243775"/>
          </a:xfrm>
          <a:prstGeom prst="rect">
            <a:avLst/>
          </a:prstGeom>
          <a:noFill/>
          <a:ln>
            <a:noFill/>
          </a:ln>
        </p:spPr>
      </p:pic>
      <p:sp>
        <p:nvSpPr>
          <p:cNvPr id="886" name="Google Shape;886;p58">
            <a:hlinkClick r:id="rId8"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887" name="Google Shape;887;p58">
            <a:hlinkClick r:id="rId9"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888" name="Google Shape;888;p58">
            <a:hlinkClick r:id="rId10"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889" name="Google Shape;889;p58">
            <a:hlinkClick r:id="rId11" action="ppaction://hlinksldjump"/>
          </p:cNvPr>
          <p:cNvSpPr/>
          <p:nvPr/>
        </p:nvSpPr>
        <p:spPr>
          <a:xfrm>
            <a:off x="53348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890" name="Google Shape;890;p58">
            <a:hlinkClick r:id="rId12" action="ppaction://hlinksldjump"/>
          </p:cNvPr>
          <p:cNvSpPr/>
          <p:nvPr/>
        </p:nvSpPr>
        <p:spPr>
          <a:xfrm>
            <a:off x="67785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2"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p59"/>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Evaluación</a:t>
            </a:r>
            <a:endParaRPr dirty="0"/>
          </a:p>
        </p:txBody>
      </p:sp>
      <p:sp>
        <p:nvSpPr>
          <p:cNvPr id="896" name="Google Shape;896;p59"/>
          <p:cNvSpPr txBox="1">
            <a:spLocks noGrp="1"/>
          </p:cNvSpPr>
          <p:nvPr>
            <p:ph type="subTitle" idx="1"/>
          </p:nvPr>
        </p:nvSpPr>
        <p:spPr>
          <a:xfrm>
            <a:off x="713226" y="2571750"/>
            <a:ext cx="24075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Étape 1</a:t>
            </a:r>
            <a:endParaRPr dirty="0"/>
          </a:p>
        </p:txBody>
      </p:sp>
      <p:sp>
        <p:nvSpPr>
          <p:cNvPr id="897" name="Google Shape;897;p59"/>
          <p:cNvSpPr txBox="1">
            <a:spLocks noGrp="1"/>
          </p:cNvSpPr>
          <p:nvPr>
            <p:ph type="subTitle" idx="2"/>
          </p:nvPr>
        </p:nvSpPr>
        <p:spPr>
          <a:xfrm>
            <a:off x="3368213" y="2571750"/>
            <a:ext cx="24075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Étape 2</a:t>
            </a:r>
            <a:endParaRPr/>
          </a:p>
        </p:txBody>
      </p:sp>
      <p:sp>
        <p:nvSpPr>
          <p:cNvPr id="898" name="Google Shape;898;p59"/>
          <p:cNvSpPr txBox="1">
            <a:spLocks noGrp="1"/>
          </p:cNvSpPr>
          <p:nvPr>
            <p:ph type="subTitle" idx="3"/>
          </p:nvPr>
        </p:nvSpPr>
        <p:spPr>
          <a:xfrm>
            <a:off x="713244" y="2995375"/>
            <a:ext cx="2407500" cy="80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Personnalisez l'avatar pour qu'il ait tous les accessoires que vous voulez !</a:t>
            </a:r>
            <a:endParaRPr dirty="0"/>
          </a:p>
        </p:txBody>
      </p:sp>
      <p:sp>
        <p:nvSpPr>
          <p:cNvPr id="899" name="Google Shape;899;p59"/>
          <p:cNvSpPr txBox="1">
            <a:spLocks noGrp="1"/>
          </p:cNvSpPr>
          <p:nvPr>
            <p:ph type="subTitle" idx="4"/>
          </p:nvPr>
        </p:nvSpPr>
        <p:spPr>
          <a:xfrm>
            <a:off x="3368233" y="2995375"/>
            <a:ext cx="2407500" cy="8043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Cliquez sur les accessoires et faites-les glisser vers l'avatar pour le personnaliser</a:t>
            </a:r>
            <a:endParaRPr/>
          </a:p>
        </p:txBody>
      </p:sp>
      <p:sp>
        <p:nvSpPr>
          <p:cNvPr id="900" name="Google Shape;900;p59"/>
          <p:cNvSpPr txBox="1">
            <a:spLocks noGrp="1"/>
          </p:cNvSpPr>
          <p:nvPr>
            <p:ph type="subTitle" idx="5"/>
          </p:nvPr>
        </p:nvSpPr>
        <p:spPr>
          <a:xfrm>
            <a:off x="6023201" y="2571750"/>
            <a:ext cx="24075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Étape 3</a:t>
            </a:r>
            <a:endParaRPr/>
          </a:p>
        </p:txBody>
      </p:sp>
      <p:sp>
        <p:nvSpPr>
          <p:cNvPr id="901" name="Google Shape;901;p59"/>
          <p:cNvSpPr txBox="1">
            <a:spLocks noGrp="1"/>
          </p:cNvSpPr>
          <p:nvPr>
            <p:ph type="subTitle" idx="6"/>
          </p:nvPr>
        </p:nvSpPr>
        <p:spPr>
          <a:xfrm>
            <a:off x="6023221" y="2995376"/>
            <a:ext cx="2407500" cy="8043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Enfin, vous pouvez changer la couleur de n'importe quelle pièce si vous en avez besoin</a:t>
            </a:r>
            <a:endParaRPr/>
          </a:p>
        </p:txBody>
      </p:sp>
      <p:pic>
        <p:nvPicPr>
          <p:cNvPr id="902" name="Google Shape;902;p59"/>
          <p:cNvPicPr preferRelativeResize="0"/>
          <p:nvPr/>
        </p:nvPicPr>
        <p:blipFill rotWithShape="1">
          <a:blip r:embed="rId3">
            <a:alphaModFix amt="76000"/>
          </a:blip>
          <a:srcRect l="37412" t="9009" r="30455" b="20771"/>
          <a:stretch/>
        </p:blipFill>
        <p:spPr>
          <a:xfrm>
            <a:off x="1584295" y="1539700"/>
            <a:ext cx="721550" cy="886950"/>
          </a:xfrm>
          <a:prstGeom prst="rect">
            <a:avLst/>
          </a:prstGeom>
          <a:noFill/>
          <a:ln>
            <a:noFill/>
          </a:ln>
        </p:spPr>
      </p:pic>
      <p:pic>
        <p:nvPicPr>
          <p:cNvPr id="903" name="Google Shape;903;p59"/>
          <p:cNvPicPr preferRelativeResize="0"/>
          <p:nvPr/>
        </p:nvPicPr>
        <p:blipFill rotWithShape="1">
          <a:blip r:embed="rId3">
            <a:alphaModFix amt="76000"/>
          </a:blip>
          <a:srcRect l="37412" t="9009" r="30455" b="20771"/>
          <a:stretch/>
        </p:blipFill>
        <p:spPr>
          <a:xfrm>
            <a:off x="4211220" y="1539700"/>
            <a:ext cx="721550" cy="886950"/>
          </a:xfrm>
          <a:prstGeom prst="rect">
            <a:avLst/>
          </a:prstGeom>
          <a:noFill/>
          <a:ln>
            <a:noFill/>
          </a:ln>
        </p:spPr>
      </p:pic>
      <p:pic>
        <p:nvPicPr>
          <p:cNvPr id="904" name="Google Shape;904;p59"/>
          <p:cNvPicPr preferRelativeResize="0"/>
          <p:nvPr/>
        </p:nvPicPr>
        <p:blipFill rotWithShape="1">
          <a:blip r:embed="rId3">
            <a:alphaModFix amt="76000"/>
          </a:blip>
          <a:srcRect l="37412" t="9009" r="30455" b="20771"/>
          <a:stretch/>
        </p:blipFill>
        <p:spPr>
          <a:xfrm>
            <a:off x="6838145" y="1539700"/>
            <a:ext cx="721550" cy="886950"/>
          </a:xfrm>
          <a:prstGeom prst="rect">
            <a:avLst/>
          </a:prstGeom>
          <a:noFill/>
          <a:ln>
            <a:noFill/>
          </a:ln>
        </p:spPr>
      </p:pic>
      <p:grpSp>
        <p:nvGrpSpPr>
          <p:cNvPr id="905" name="Google Shape;905;p59"/>
          <p:cNvGrpSpPr/>
          <p:nvPr/>
        </p:nvGrpSpPr>
        <p:grpSpPr>
          <a:xfrm>
            <a:off x="7050957" y="1860025"/>
            <a:ext cx="352052" cy="320051"/>
            <a:chOff x="-40745125" y="3632900"/>
            <a:chExt cx="318225" cy="289875"/>
          </a:xfrm>
        </p:grpSpPr>
        <p:sp>
          <p:nvSpPr>
            <p:cNvPr id="906" name="Google Shape;906;p59"/>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59"/>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59"/>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59"/>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59"/>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59"/>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59"/>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3" name="Google Shape;913;p59"/>
          <p:cNvGrpSpPr/>
          <p:nvPr/>
        </p:nvGrpSpPr>
        <p:grpSpPr>
          <a:xfrm>
            <a:off x="4411996" y="1860024"/>
            <a:ext cx="320016" cy="320045"/>
            <a:chOff x="898875" y="4399275"/>
            <a:chExt cx="483700" cy="481850"/>
          </a:xfrm>
        </p:grpSpPr>
        <p:sp>
          <p:nvSpPr>
            <p:cNvPr id="914" name="Google Shape;914;p59"/>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15" name="Google Shape;915;p59"/>
            <p:cNvSpPr/>
            <p:nvPr/>
          </p:nvSpPr>
          <p:spPr>
            <a:xfrm>
              <a:off x="1138025" y="4763350"/>
              <a:ext cx="25" cy="25"/>
            </a:xfrm>
            <a:custGeom>
              <a:avLst/>
              <a:gdLst/>
              <a:ahLst/>
              <a:cxnLst/>
              <a:rect l="l" t="t" r="r" b="b"/>
              <a:pathLst>
                <a:path w="1" h="1" extrusionOk="0">
                  <a:moveTo>
                    <a:pt x="1" y="0"/>
                  </a:move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16" name="Google Shape;916;p59"/>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17" name="Google Shape;917;p59"/>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18" name="Google Shape;918;p59"/>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19" name="Google Shape;919;p59"/>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20" name="Google Shape;920;p59"/>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21" name="Google Shape;921;p59"/>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922" name="Google Shape;922;p59"/>
          <p:cNvGrpSpPr/>
          <p:nvPr/>
        </p:nvGrpSpPr>
        <p:grpSpPr>
          <a:xfrm>
            <a:off x="1769043" y="1860035"/>
            <a:ext cx="352046" cy="320043"/>
            <a:chOff x="-42996150" y="3612600"/>
            <a:chExt cx="323750" cy="288900"/>
          </a:xfrm>
        </p:grpSpPr>
        <p:sp>
          <p:nvSpPr>
            <p:cNvPr id="923" name="Google Shape;923;p59"/>
            <p:cNvSpPr/>
            <p:nvPr/>
          </p:nvSpPr>
          <p:spPr>
            <a:xfrm>
              <a:off x="-42914225" y="3612600"/>
              <a:ext cx="241825" cy="239275"/>
            </a:xfrm>
            <a:custGeom>
              <a:avLst/>
              <a:gdLst/>
              <a:ahLst/>
              <a:cxnLst/>
              <a:rect l="l" t="t" r="r" b="b"/>
              <a:pathLst>
                <a:path w="9673" h="9571" extrusionOk="0">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59"/>
            <p:cNvSpPr/>
            <p:nvPr/>
          </p:nvSpPr>
          <p:spPr>
            <a:xfrm>
              <a:off x="-42946525" y="3762850"/>
              <a:ext cx="118950" cy="118950"/>
            </a:xfrm>
            <a:custGeom>
              <a:avLst/>
              <a:gdLst/>
              <a:ahLst/>
              <a:cxnLst/>
              <a:rect l="l" t="t" r="r" b="b"/>
              <a:pathLst>
                <a:path w="4758" h="4758" extrusionOk="0">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59"/>
            <p:cNvSpPr/>
            <p:nvPr/>
          </p:nvSpPr>
          <p:spPr>
            <a:xfrm>
              <a:off x="-42996150" y="3855800"/>
              <a:ext cx="78000" cy="45700"/>
            </a:xfrm>
            <a:custGeom>
              <a:avLst/>
              <a:gdLst/>
              <a:ahLst/>
              <a:cxnLst/>
              <a:rect l="l" t="t" r="r" b="b"/>
              <a:pathLst>
                <a:path w="3120" h="1828" extrusionOk="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26" name="Google Shape;926;p59"/>
          <p:cNvPicPr preferRelativeResize="0"/>
          <p:nvPr/>
        </p:nvPicPr>
        <p:blipFill rotWithShape="1">
          <a:blip r:embed="rId4">
            <a:alphaModFix/>
          </a:blip>
          <a:srcRect l="37412" t="9009" r="30455" b="20771"/>
          <a:stretch/>
        </p:blipFill>
        <p:spPr>
          <a:xfrm>
            <a:off x="-556025" y="-1130700"/>
            <a:ext cx="2210002" cy="2716575"/>
          </a:xfrm>
          <a:prstGeom prst="rect">
            <a:avLst/>
          </a:prstGeom>
          <a:noFill/>
          <a:ln>
            <a:noFill/>
          </a:ln>
        </p:spPr>
      </p:pic>
      <p:pic>
        <p:nvPicPr>
          <p:cNvPr id="927" name="Google Shape;927;p59"/>
          <p:cNvPicPr preferRelativeResize="0"/>
          <p:nvPr/>
        </p:nvPicPr>
        <p:blipFill rotWithShape="1">
          <a:blip r:embed="rId5">
            <a:alphaModFix/>
          </a:blip>
          <a:srcRect l="45691" t="12052" r="18787" b="20159"/>
          <a:stretch/>
        </p:blipFill>
        <p:spPr>
          <a:xfrm>
            <a:off x="29750" y="841790"/>
            <a:ext cx="1366949" cy="1467299"/>
          </a:xfrm>
          <a:prstGeom prst="rect">
            <a:avLst/>
          </a:prstGeom>
          <a:noFill/>
          <a:ln>
            <a:noFill/>
          </a:ln>
        </p:spPr>
      </p:pic>
      <p:pic>
        <p:nvPicPr>
          <p:cNvPr id="928" name="Google Shape;928;p59"/>
          <p:cNvPicPr preferRelativeResize="0"/>
          <p:nvPr/>
        </p:nvPicPr>
        <p:blipFill rotWithShape="1">
          <a:blip r:embed="rId6">
            <a:alphaModFix/>
          </a:blip>
          <a:srcRect l="28680" t="19555" r="23804" b="32703"/>
          <a:stretch/>
        </p:blipFill>
        <p:spPr>
          <a:xfrm rot="-1761291">
            <a:off x="7621948" y="306821"/>
            <a:ext cx="1287877" cy="727827"/>
          </a:xfrm>
          <a:prstGeom prst="rect">
            <a:avLst/>
          </a:prstGeom>
          <a:noFill/>
          <a:ln>
            <a:noFill/>
          </a:ln>
        </p:spPr>
      </p:pic>
      <p:sp>
        <p:nvSpPr>
          <p:cNvPr id="929" name="Google Shape;929;p59">
            <a:hlinkClick r:id="rId7"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930" name="Google Shape;930;p59">
            <a:hlinkClick r:id="rId8"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931" name="Google Shape;931;p59">
            <a:hlinkClick r:id="rId9"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932" name="Google Shape;932;p59">
            <a:hlinkClick r:id="rId10" action="ppaction://hlinksldjump"/>
          </p:cNvPr>
          <p:cNvSpPr/>
          <p:nvPr/>
        </p:nvSpPr>
        <p:spPr>
          <a:xfrm>
            <a:off x="53348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933" name="Google Shape;933;p59">
            <a:hlinkClick r:id="rId11" action="ppaction://hlinksldjump"/>
          </p:cNvPr>
          <p:cNvSpPr/>
          <p:nvPr/>
        </p:nvSpPr>
        <p:spPr>
          <a:xfrm>
            <a:off x="67785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2" name="Entrada de lápiz 1">
                <a:extLst>
                  <a:ext uri="{FF2B5EF4-FFF2-40B4-BE49-F238E27FC236}">
                    <a16:creationId xmlns:a16="http://schemas.microsoft.com/office/drawing/2014/main" id="{5ADBED3F-5609-F5BC-F0AF-A0C218957D5F}"/>
                  </a:ext>
                </a:extLst>
              </p14:cNvPr>
              <p14:cNvContentPartPr/>
              <p14:nvPr/>
            </p14:nvContentPartPr>
            <p14:xfrm>
              <a:off x="3912171" y="757697"/>
              <a:ext cx="360" cy="360"/>
            </p14:xfrm>
          </p:contentPart>
        </mc:Choice>
        <mc:Fallback>
          <p:pic>
            <p:nvPicPr>
              <p:cNvPr id="2" name="Entrada de lápiz 1">
                <a:extLst>
                  <a:ext uri="{FF2B5EF4-FFF2-40B4-BE49-F238E27FC236}">
                    <a16:creationId xmlns:a16="http://schemas.microsoft.com/office/drawing/2014/main" id="{5ADBED3F-5609-F5BC-F0AF-A0C218957D5F}"/>
                  </a:ext>
                </a:extLst>
              </p:cNvPr>
              <p:cNvPicPr/>
              <p:nvPr/>
            </p:nvPicPr>
            <p:blipFill>
              <a:blip r:embed="rId13"/>
              <a:stretch>
                <a:fillRect/>
              </a:stretch>
            </p:blipFill>
            <p:spPr>
              <a:xfrm>
                <a:off x="3903171" y="748697"/>
                <a:ext cx="18000" cy="1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4">
            <p14:nvContentPartPr>
              <p14:cNvPr id="3" name="Entrada de lápiz 2">
                <a:extLst>
                  <a:ext uri="{FF2B5EF4-FFF2-40B4-BE49-F238E27FC236}">
                    <a16:creationId xmlns:a16="http://schemas.microsoft.com/office/drawing/2014/main" id="{7C3A8E53-5DC3-031E-D653-E641C4FE65A0}"/>
                  </a:ext>
                </a:extLst>
              </p14:cNvPr>
              <p14:cNvContentPartPr/>
              <p14:nvPr/>
            </p14:nvContentPartPr>
            <p14:xfrm>
              <a:off x="3912171" y="757697"/>
              <a:ext cx="360" cy="360"/>
            </p14:xfrm>
          </p:contentPart>
        </mc:Choice>
        <mc:Fallback>
          <p:pic>
            <p:nvPicPr>
              <p:cNvPr id="3" name="Entrada de lápiz 2">
                <a:extLst>
                  <a:ext uri="{FF2B5EF4-FFF2-40B4-BE49-F238E27FC236}">
                    <a16:creationId xmlns:a16="http://schemas.microsoft.com/office/drawing/2014/main" id="{7C3A8E53-5DC3-031E-D653-E641C4FE65A0}"/>
                  </a:ext>
                </a:extLst>
              </p:cNvPr>
              <p:cNvPicPr/>
              <p:nvPr/>
            </p:nvPicPr>
            <p:blipFill>
              <a:blip r:embed="rId15"/>
              <a:stretch>
                <a:fillRect/>
              </a:stretch>
            </p:blipFill>
            <p:spPr>
              <a:xfrm>
                <a:off x="3903171" y="748697"/>
                <a:ext cx="18000" cy="1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6">
            <p14:nvContentPartPr>
              <p14:cNvPr id="4" name="Entrada de lápiz 3">
                <a:extLst>
                  <a:ext uri="{FF2B5EF4-FFF2-40B4-BE49-F238E27FC236}">
                    <a16:creationId xmlns:a16="http://schemas.microsoft.com/office/drawing/2014/main" id="{554714DE-4081-DFB5-3060-98BCDB0642ED}"/>
                  </a:ext>
                </a:extLst>
              </p14:cNvPr>
              <p14:cNvContentPartPr/>
              <p14:nvPr/>
            </p14:nvContentPartPr>
            <p14:xfrm>
              <a:off x="3912171" y="757697"/>
              <a:ext cx="360" cy="360"/>
            </p14:xfrm>
          </p:contentPart>
        </mc:Choice>
        <mc:Fallback>
          <p:pic>
            <p:nvPicPr>
              <p:cNvPr id="4" name="Entrada de lápiz 3">
                <a:extLst>
                  <a:ext uri="{FF2B5EF4-FFF2-40B4-BE49-F238E27FC236}">
                    <a16:creationId xmlns:a16="http://schemas.microsoft.com/office/drawing/2014/main" id="{554714DE-4081-DFB5-3060-98BCDB0642ED}"/>
                  </a:ext>
                </a:extLst>
              </p:cNvPr>
              <p:cNvPicPr/>
              <p:nvPr/>
            </p:nvPicPr>
            <p:blipFill>
              <a:blip r:embed="rId17"/>
              <a:stretch>
                <a:fillRect/>
              </a:stretch>
            </p:blipFill>
            <p:spPr>
              <a:xfrm>
                <a:off x="3903171" y="748697"/>
                <a:ext cx="18000" cy="1800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p60"/>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Planificateur quotidien</a:t>
            </a:r>
            <a:endParaRPr/>
          </a:p>
        </p:txBody>
      </p:sp>
      <p:sp>
        <p:nvSpPr>
          <p:cNvPr id="939" name="Google Shape;939;p60"/>
          <p:cNvSpPr txBox="1">
            <a:spLocks noGrp="1"/>
          </p:cNvSpPr>
          <p:nvPr>
            <p:ph type="subTitle" idx="4294967295"/>
          </p:nvPr>
        </p:nvSpPr>
        <p:spPr>
          <a:xfrm>
            <a:off x="1040225" y="1485925"/>
            <a:ext cx="32451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1200"/>
              </a:spcAft>
              <a:buNone/>
            </a:pPr>
            <a:r>
              <a:rPr lang="en" sz="2300">
                <a:latin typeface="Cantata One"/>
                <a:ea typeface="Cantata One"/>
                <a:cs typeface="Cantata One"/>
                <a:sym typeface="Cantata One"/>
              </a:rPr>
              <a:t>Liste des tâches</a:t>
            </a:r>
            <a:endParaRPr sz="2300">
              <a:latin typeface="Cantata One"/>
              <a:ea typeface="Cantata One"/>
              <a:cs typeface="Cantata One"/>
              <a:sym typeface="Cantata One"/>
            </a:endParaRPr>
          </a:p>
        </p:txBody>
      </p:sp>
      <p:sp>
        <p:nvSpPr>
          <p:cNvPr id="940" name="Google Shape;940;p60"/>
          <p:cNvSpPr txBox="1">
            <a:spLocks noGrp="1"/>
          </p:cNvSpPr>
          <p:nvPr>
            <p:ph type="subTitle" idx="4294967295"/>
          </p:nvPr>
        </p:nvSpPr>
        <p:spPr>
          <a:xfrm>
            <a:off x="5134826" y="1485925"/>
            <a:ext cx="26379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1200"/>
              </a:spcAft>
              <a:buNone/>
            </a:pPr>
            <a:r>
              <a:rPr lang="en" sz="2300">
                <a:latin typeface="Cantata One"/>
                <a:ea typeface="Cantata One"/>
                <a:cs typeface="Cantata One"/>
                <a:sym typeface="Cantata One"/>
              </a:rPr>
              <a:t>Notes</a:t>
            </a:r>
            <a:endParaRPr sz="2300">
              <a:latin typeface="Cantata One"/>
              <a:ea typeface="Cantata One"/>
              <a:cs typeface="Cantata One"/>
              <a:sym typeface="Cantata One"/>
            </a:endParaRPr>
          </a:p>
        </p:txBody>
      </p:sp>
      <p:sp>
        <p:nvSpPr>
          <p:cNvPr id="941" name="Google Shape;941;p60"/>
          <p:cNvSpPr txBox="1"/>
          <p:nvPr/>
        </p:nvSpPr>
        <p:spPr>
          <a:xfrm flipH="1">
            <a:off x="1040225" y="1971625"/>
            <a:ext cx="3245100" cy="1971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Catamaran"/>
              <a:buChar char="●"/>
            </a:pPr>
            <a:r>
              <a:rPr lang="en">
                <a:solidFill>
                  <a:schemeClr val="dk1"/>
                </a:solidFill>
                <a:latin typeface="Catamaran"/>
                <a:ea typeface="Catamaran"/>
                <a:cs typeface="Catamaran"/>
                <a:sym typeface="Catamaran"/>
              </a:rPr>
              <a:t>C'est quelque chose d'important que je dois faire</a:t>
            </a:r>
            <a:endParaRPr>
              <a:solidFill>
                <a:schemeClr val="dk1"/>
              </a:solidFill>
              <a:latin typeface="Catamaran"/>
              <a:ea typeface="Catamaran"/>
              <a:cs typeface="Catamaran"/>
              <a:sym typeface="Catamaran"/>
            </a:endParaRPr>
          </a:p>
          <a:p>
            <a:pPr marL="457200" lvl="0" indent="-317500" algn="l" rtl="0">
              <a:spcBef>
                <a:spcPts val="0"/>
              </a:spcBef>
              <a:spcAft>
                <a:spcPts val="0"/>
              </a:spcAft>
              <a:buClr>
                <a:schemeClr val="dk1"/>
              </a:buClr>
              <a:buSzPts val="1400"/>
              <a:buFont typeface="Catamaran"/>
              <a:buChar char="●"/>
            </a:pPr>
            <a:r>
              <a:rPr lang="en">
                <a:solidFill>
                  <a:schemeClr val="dk1"/>
                </a:solidFill>
                <a:latin typeface="Catamaran"/>
                <a:ea typeface="Catamaran"/>
                <a:cs typeface="Catamaran"/>
                <a:sym typeface="Catamaran"/>
              </a:rPr>
              <a:t>C'est quelque chose d'important que je dois faire</a:t>
            </a:r>
            <a:endParaRPr>
              <a:solidFill>
                <a:schemeClr val="dk1"/>
              </a:solidFill>
              <a:latin typeface="Catamaran"/>
              <a:ea typeface="Catamaran"/>
              <a:cs typeface="Catamaran"/>
              <a:sym typeface="Catamaran"/>
            </a:endParaRPr>
          </a:p>
          <a:p>
            <a:pPr marL="457200" lvl="0" indent="-317500" algn="l" rtl="0">
              <a:spcBef>
                <a:spcPts val="0"/>
              </a:spcBef>
              <a:spcAft>
                <a:spcPts val="0"/>
              </a:spcAft>
              <a:buClr>
                <a:schemeClr val="dk1"/>
              </a:buClr>
              <a:buSzPts val="1400"/>
              <a:buFont typeface="Catamaran"/>
              <a:buChar char="●"/>
            </a:pPr>
            <a:r>
              <a:rPr lang="en">
                <a:solidFill>
                  <a:schemeClr val="dk1"/>
                </a:solidFill>
                <a:latin typeface="Catamaran"/>
                <a:ea typeface="Catamaran"/>
                <a:cs typeface="Catamaran"/>
                <a:sym typeface="Catamaran"/>
              </a:rPr>
              <a:t>C'est quelque chose d'important que je dois faire</a:t>
            </a:r>
            <a:endParaRPr>
              <a:solidFill>
                <a:schemeClr val="dk1"/>
              </a:solidFill>
              <a:latin typeface="Catamaran"/>
              <a:ea typeface="Catamaran"/>
              <a:cs typeface="Catamaran"/>
              <a:sym typeface="Catamaran"/>
            </a:endParaRPr>
          </a:p>
          <a:p>
            <a:pPr marL="457200" lvl="0" indent="-317500" algn="l" rtl="0">
              <a:spcBef>
                <a:spcPts val="0"/>
              </a:spcBef>
              <a:spcAft>
                <a:spcPts val="0"/>
              </a:spcAft>
              <a:buClr>
                <a:schemeClr val="dk1"/>
              </a:buClr>
              <a:buSzPts val="1400"/>
              <a:buFont typeface="Catamaran"/>
              <a:buChar char="●"/>
            </a:pPr>
            <a:r>
              <a:rPr lang="en">
                <a:solidFill>
                  <a:schemeClr val="dk1"/>
                </a:solidFill>
                <a:latin typeface="Catamaran"/>
                <a:ea typeface="Catamaran"/>
                <a:cs typeface="Catamaran"/>
                <a:sym typeface="Catamaran"/>
              </a:rPr>
              <a:t>C'est quelque chose d'important que je dois faire</a:t>
            </a:r>
            <a:endParaRPr b="1">
              <a:solidFill>
                <a:schemeClr val="dk1"/>
              </a:solidFill>
              <a:latin typeface="Catamaran"/>
              <a:ea typeface="Catamaran"/>
              <a:cs typeface="Catamaran"/>
              <a:sym typeface="Catamaran"/>
            </a:endParaRPr>
          </a:p>
        </p:txBody>
      </p:sp>
      <p:sp>
        <p:nvSpPr>
          <p:cNvPr id="942" name="Google Shape;942;p60"/>
          <p:cNvSpPr/>
          <p:nvPr/>
        </p:nvSpPr>
        <p:spPr>
          <a:xfrm>
            <a:off x="4795075" y="1971625"/>
            <a:ext cx="3317400" cy="1752300"/>
          </a:xfrm>
          <a:prstGeom prst="rect">
            <a:avLst/>
          </a:prstGeom>
          <a:solidFill>
            <a:srgbClr val="FAC9BF">
              <a:alpha val="48600"/>
            </a:srgb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Vous pouvez écrire quelques notes ici </a:t>
            </a:r>
            <a:endParaRPr>
              <a:solidFill>
                <a:schemeClr val="dk1"/>
              </a:solidFill>
              <a:latin typeface="Catamaran"/>
              <a:ea typeface="Catamaran"/>
              <a:cs typeface="Catamaran"/>
              <a:sym typeface="Catamaran"/>
            </a:endParaRPr>
          </a:p>
        </p:txBody>
      </p:sp>
      <p:pic>
        <p:nvPicPr>
          <p:cNvPr id="943" name="Google Shape;943;p60"/>
          <p:cNvPicPr preferRelativeResize="0"/>
          <p:nvPr/>
        </p:nvPicPr>
        <p:blipFill rotWithShape="1">
          <a:blip r:embed="rId3">
            <a:alphaModFix amt="63000"/>
          </a:blip>
          <a:srcRect l="17536" t="30943" r="20804" b="36495"/>
          <a:stretch/>
        </p:blipFill>
        <p:spPr>
          <a:xfrm rot="2045531">
            <a:off x="7147407" y="1281055"/>
            <a:ext cx="4824687" cy="1433140"/>
          </a:xfrm>
          <a:prstGeom prst="rect">
            <a:avLst/>
          </a:prstGeom>
          <a:noFill/>
          <a:ln>
            <a:noFill/>
          </a:ln>
        </p:spPr>
      </p:pic>
      <p:pic>
        <p:nvPicPr>
          <p:cNvPr id="944" name="Google Shape;944;p60"/>
          <p:cNvPicPr preferRelativeResize="0"/>
          <p:nvPr/>
        </p:nvPicPr>
        <p:blipFill rotWithShape="1">
          <a:blip r:embed="rId4">
            <a:alphaModFix amt="77000"/>
          </a:blip>
          <a:srcRect l="2217" t="17852" r="9074" b="32321"/>
          <a:stretch/>
        </p:blipFill>
        <p:spPr>
          <a:xfrm flipH="1">
            <a:off x="-2195720" y="185084"/>
            <a:ext cx="3524923" cy="1113674"/>
          </a:xfrm>
          <a:prstGeom prst="rect">
            <a:avLst/>
          </a:prstGeom>
          <a:noFill/>
          <a:ln>
            <a:noFill/>
          </a:ln>
        </p:spPr>
      </p:pic>
      <p:sp>
        <p:nvSpPr>
          <p:cNvPr id="945" name="Google Shape;945;p60"/>
          <p:cNvSpPr/>
          <p:nvPr/>
        </p:nvSpPr>
        <p:spPr>
          <a:xfrm>
            <a:off x="214488" y="-316274"/>
            <a:ext cx="477279" cy="5796145"/>
          </a:xfrm>
          <a:custGeom>
            <a:avLst/>
            <a:gdLst/>
            <a:ahLst/>
            <a:cxnLst/>
            <a:rect l="l" t="t" r="r" b="b"/>
            <a:pathLst>
              <a:path w="7860" h="95453" extrusionOk="0">
                <a:moveTo>
                  <a:pt x="3582" y="28084"/>
                </a:moveTo>
                <a:cubicBezTo>
                  <a:pt x="3748" y="28084"/>
                  <a:pt x="3914" y="28121"/>
                  <a:pt x="4037" y="28254"/>
                </a:cubicBezTo>
                <a:cubicBezTo>
                  <a:pt x="4049" y="28265"/>
                  <a:pt x="4061" y="28301"/>
                  <a:pt x="4061" y="28313"/>
                </a:cubicBezTo>
                <a:cubicBezTo>
                  <a:pt x="4120" y="28361"/>
                  <a:pt x="4132" y="28432"/>
                  <a:pt x="4132" y="28504"/>
                </a:cubicBezTo>
                <a:cubicBezTo>
                  <a:pt x="4156" y="28599"/>
                  <a:pt x="4132" y="28682"/>
                  <a:pt x="4120" y="28754"/>
                </a:cubicBezTo>
                <a:cubicBezTo>
                  <a:pt x="4025" y="29182"/>
                  <a:pt x="3728" y="29575"/>
                  <a:pt x="3454" y="29920"/>
                </a:cubicBezTo>
                <a:cubicBezTo>
                  <a:pt x="2966" y="30540"/>
                  <a:pt x="2335" y="31075"/>
                  <a:pt x="1620" y="31409"/>
                </a:cubicBezTo>
                <a:cubicBezTo>
                  <a:pt x="1471" y="31483"/>
                  <a:pt x="1249" y="31573"/>
                  <a:pt x="1045" y="31573"/>
                </a:cubicBezTo>
                <a:cubicBezTo>
                  <a:pt x="891" y="31573"/>
                  <a:pt x="748" y="31522"/>
                  <a:pt x="656" y="31373"/>
                </a:cubicBezTo>
                <a:cubicBezTo>
                  <a:pt x="549" y="31218"/>
                  <a:pt x="584" y="30980"/>
                  <a:pt x="632" y="30802"/>
                </a:cubicBezTo>
                <a:cubicBezTo>
                  <a:pt x="644" y="30706"/>
                  <a:pt x="691" y="30635"/>
                  <a:pt x="715" y="30563"/>
                </a:cubicBezTo>
                <a:cubicBezTo>
                  <a:pt x="846" y="30004"/>
                  <a:pt x="1180" y="29504"/>
                  <a:pt x="1549" y="29099"/>
                </a:cubicBezTo>
                <a:cubicBezTo>
                  <a:pt x="2049" y="28563"/>
                  <a:pt x="2751" y="28135"/>
                  <a:pt x="3501" y="28087"/>
                </a:cubicBezTo>
                <a:cubicBezTo>
                  <a:pt x="3528" y="28085"/>
                  <a:pt x="3555" y="28084"/>
                  <a:pt x="3582" y="28084"/>
                </a:cubicBezTo>
                <a:close/>
                <a:moveTo>
                  <a:pt x="4752" y="0"/>
                </a:moveTo>
                <a:cubicBezTo>
                  <a:pt x="3799" y="893"/>
                  <a:pt x="3085" y="1953"/>
                  <a:pt x="2442" y="3084"/>
                </a:cubicBezTo>
                <a:cubicBezTo>
                  <a:pt x="2311" y="3143"/>
                  <a:pt x="2251" y="3250"/>
                  <a:pt x="2204" y="3381"/>
                </a:cubicBezTo>
                <a:cubicBezTo>
                  <a:pt x="2120" y="3727"/>
                  <a:pt x="1882" y="3989"/>
                  <a:pt x="1715" y="4298"/>
                </a:cubicBezTo>
                <a:cubicBezTo>
                  <a:pt x="1084" y="5525"/>
                  <a:pt x="608" y="6787"/>
                  <a:pt x="525" y="8156"/>
                </a:cubicBezTo>
                <a:cubicBezTo>
                  <a:pt x="418" y="9775"/>
                  <a:pt x="1013" y="11192"/>
                  <a:pt x="1834" y="12537"/>
                </a:cubicBezTo>
                <a:cubicBezTo>
                  <a:pt x="3037" y="14538"/>
                  <a:pt x="4275" y="16538"/>
                  <a:pt x="5133" y="18740"/>
                </a:cubicBezTo>
                <a:cubicBezTo>
                  <a:pt x="5573" y="19860"/>
                  <a:pt x="5906" y="21003"/>
                  <a:pt x="5990" y="22205"/>
                </a:cubicBezTo>
                <a:cubicBezTo>
                  <a:pt x="6061" y="22717"/>
                  <a:pt x="6061" y="23217"/>
                  <a:pt x="5990" y="23729"/>
                </a:cubicBezTo>
                <a:cubicBezTo>
                  <a:pt x="6025" y="23979"/>
                  <a:pt x="5930" y="24217"/>
                  <a:pt x="5895" y="24455"/>
                </a:cubicBezTo>
                <a:cubicBezTo>
                  <a:pt x="5775" y="25551"/>
                  <a:pt x="5430" y="26587"/>
                  <a:pt x="4978" y="27575"/>
                </a:cubicBezTo>
                <a:cubicBezTo>
                  <a:pt x="4902" y="27727"/>
                  <a:pt x="4826" y="27801"/>
                  <a:pt x="4719" y="27801"/>
                </a:cubicBezTo>
                <a:cubicBezTo>
                  <a:pt x="4658" y="27801"/>
                  <a:pt x="4588" y="27777"/>
                  <a:pt x="4501" y="27730"/>
                </a:cubicBezTo>
                <a:cubicBezTo>
                  <a:pt x="4183" y="27544"/>
                  <a:pt x="3851" y="27479"/>
                  <a:pt x="3507" y="27479"/>
                </a:cubicBezTo>
                <a:cubicBezTo>
                  <a:pt x="3299" y="27479"/>
                  <a:pt x="3086" y="27503"/>
                  <a:pt x="2870" y="27539"/>
                </a:cubicBezTo>
                <a:cubicBezTo>
                  <a:pt x="1418" y="27789"/>
                  <a:pt x="96" y="29480"/>
                  <a:pt x="49" y="30932"/>
                </a:cubicBezTo>
                <a:cubicBezTo>
                  <a:pt x="1" y="31123"/>
                  <a:pt x="1" y="31325"/>
                  <a:pt x="49" y="31540"/>
                </a:cubicBezTo>
                <a:cubicBezTo>
                  <a:pt x="188" y="32078"/>
                  <a:pt x="478" y="32357"/>
                  <a:pt x="918" y="32357"/>
                </a:cubicBezTo>
                <a:cubicBezTo>
                  <a:pt x="1003" y="32357"/>
                  <a:pt x="1095" y="32347"/>
                  <a:pt x="1192" y="32325"/>
                </a:cubicBezTo>
                <a:cubicBezTo>
                  <a:pt x="1501" y="32254"/>
                  <a:pt x="1799" y="32147"/>
                  <a:pt x="2085" y="31968"/>
                </a:cubicBezTo>
                <a:cubicBezTo>
                  <a:pt x="3216" y="31242"/>
                  <a:pt x="3990" y="30170"/>
                  <a:pt x="4740" y="29087"/>
                </a:cubicBezTo>
                <a:cubicBezTo>
                  <a:pt x="4864" y="28907"/>
                  <a:pt x="4962" y="28811"/>
                  <a:pt x="5066" y="28811"/>
                </a:cubicBezTo>
                <a:cubicBezTo>
                  <a:pt x="5162" y="28811"/>
                  <a:pt x="5263" y="28892"/>
                  <a:pt x="5394" y="29063"/>
                </a:cubicBezTo>
                <a:cubicBezTo>
                  <a:pt x="5704" y="29480"/>
                  <a:pt x="6025" y="29885"/>
                  <a:pt x="6264" y="30361"/>
                </a:cubicBezTo>
                <a:cubicBezTo>
                  <a:pt x="6764" y="31373"/>
                  <a:pt x="7180" y="32421"/>
                  <a:pt x="7240" y="33564"/>
                </a:cubicBezTo>
                <a:cubicBezTo>
                  <a:pt x="7299" y="33945"/>
                  <a:pt x="7311" y="34338"/>
                  <a:pt x="7240" y="34719"/>
                </a:cubicBezTo>
                <a:cubicBezTo>
                  <a:pt x="7240" y="35540"/>
                  <a:pt x="7026" y="36314"/>
                  <a:pt x="6764" y="37076"/>
                </a:cubicBezTo>
                <a:cubicBezTo>
                  <a:pt x="6299" y="38445"/>
                  <a:pt x="5537" y="39695"/>
                  <a:pt x="5002" y="41029"/>
                </a:cubicBezTo>
                <a:cubicBezTo>
                  <a:pt x="4466" y="42374"/>
                  <a:pt x="3847" y="43684"/>
                  <a:pt x="3454" y="45077"/>
                </a:cubicBezTo>
                <a:cubicBezTo>
                  <a:pt x="2906" y="47006"/>
                  <a:pt x="2442" y="48935"/>
                  <a:pt x="1894" y="50852"/>
                </a:cubicBezTo>
                <a:cubicBezTo>
                  <a:pt x="1263" y="53078"/>
                  <a:pt x="846" y="55316"/>
                  <a:pt x="703" y="57626"/>
                </a:cubicBezTo>
                <a:cubicBezTo>
                  <a:pt x="632" y="57793"/>
                  <a:pt x="727" y="57995"/>
                  <a:pt x="632" y="58162"/>
                </a:cubicBezTo>
                <a:cubicBezTo>
                  <a:pt x="608" y="59269"/>
                  <a:pt x="549" y="60365"/>
                  <a:pt x="894" y="61424"/>
                </a:cubicBezTo>
                <a:cubicBezTo>
                  <a:pt x="1251" y="62544"/>
                  <a:pt x="1775" y="63532"/>
                  <a:pt x="3108" y="63734"/>
                </a:cubicBezTo>
                <a:cubicBezTo>
                  <a:pt x="3142" y="63738"/>
                  <a:pt x="3176" y="63739"/>
                  <a:pt x="3210" y="63739"/>
                </a:cubicBezTo>
                <a:cubicBezTo>
                  <a:pt x="3411" y="63739"/>
                  <a:pt x="3605" y="63686"/>
                  <a:pt x="3799" y="63686"/>
                </a:cubicBezTo>
                <a:cubicBezTo>
                  <a:pt x="4061" y="63686"/>
                  <a:pt x="4120" y="63758"/>
                  <a:pt x="4037" y="64008"/>
                </a:cubicBezTo>
                <a:cubicBezTo>
                  <a:pt x="3228" y="66068"/>
                  <a:pt x="2894" y="68223"/>
                  <a:pt x="2727" y="70402"/>
                </a:cubicBezTo>
                <a:cubicBezTo>
                  <a:pt x="2656" y="70533"/>
                  <a:pt x="2739" y="70711"/>
                  <a:pt x="2656" y="70842"/>
                </a:cubicBezTo>
                <a:lnTo>
                  <a:pt x="2656" y="72688"/>
                </a:lnTo>
                <a:cubicBezTo>
                  <a:pt x="2632" y="73890"/>
                  <a:pt x="2727" y="75069"/>
                  <a:pt x="3085" y="76236"/>
                </a:cubicBezTo>
                <a:cubicBezTo>
                  <a:pt x="3382" y="77212"/>
                  <a:pt x="3870" y="78105"/>
                  <a:pt x="4275" y="79046"/>
                </a:cubicBezTo>
                <a:cubicBezTo>
                  <a:pt x="4775" y="80260"/>
                  <a:pt x="5228" y="81486"/>
                  <a:pt x="5299" y="82808"/>
                </a:cubicBezTo>
                <a:cubicBezTo>
                  <a:pt x="5406" y="84749"/>
                  <a:pt x="4775" y="86511"/>
                  <a:pt x="4025" y="88261"/>
                </a:cubicBezTo>
                <a:cubicBezTo>
                  <a:pt x="3335" y="89809"/>
                  <a:pt x="2477" y="91261"/>
                  <a:pt x="1501" y="92642"/>
                </a:cubicBezTo>
                <a:cubicBezTo>
                  <a:pt x="1072" y="93273"/>
                  <a:pt x="763" y="93976"/>
                  <a:pt x="715" y="94762"/>
                </a:cubicBezTo>
                <a:cubicBezTo>
                  <a:pt x="703" y="95107"/>
                  <a:pt x="822" y="95321"/>
                  <a:pt x="1144" y="95417"/>
                </a:cubicBezTo>
                <a:cubicBezTo>
                  <a:pt x="1221" y="95440"/>
                  <a:pt x="1293" y="95452"/>
                  <a:pt x="1364" y="95452"/>
                </a:cubicBezTo>
                <a:cubicBezTo>
                  <a:pt x="1436" y="95452"/>
                  <a:pt x="1507" y="95440"/>
                  <a:pt x="1584" y="95417"/>
                </a:cubicBezTo>
                <a:cubicBezTo>
                  <a:pt x="1775" y="95369"/>
                  <a:pt x="1977" y="95345"/>
                  <a:pt x="2180" y="95298"/>
                </a:cubicBezTo>
                <a:cubicBezTo>
                  <a:pt x="2323" y="95250"/>
                  <a:pt x="2382" y="95131"/>
                  <a:pt x="2358" y="94988"/>
                </a:cubicBezTo>
                <a:cubicBezTo>
                  <a:pt x="2323" y="94845"/>
                  <a:pt x="2239" y="94786"/>
                  <a:pt x="2096" y="94774"/>
                </a:cubicBezTo>
                <a:cubicBezTo>
                  <a:pt x="2009" y="94774"/>
                  <a:pt x="1922" y="94768"/>
                  <a:pt x="1834" y="94768"/>
                </a:cubicBezTo>
                <a:cubicBezTo>
                  <a:pt x="1791" y="94768"/>
                  <a:pt x="1747" y="94770"/>
                  <a:pt x="1704" y="94774"/>
                </a:cubicBezTo>
                <a:cubicBezTo>
                  <a:pt x="1652" y="94780"/>
                  <a:pt x="1606" y="94783"/>
                  <a:pt x="1564" y="94783"/>
                </a:cubicBezTo>
                <a:cubicBezTo>
                  <a:pt x="1364" y="94783"/>
                  <a:pt x="1281" y="94698"/>
                  <a:pt x="1370" y="94393"/>
                </a:cubicBezTo>
                <a:cubicBezTo>
                  <a:pt x="1501" y="93869"/>
                  <a:pt x="1727" y="93393"/>
                  <a:pt x="2013" y="92964"/>
                </a:cubicBezTo>
                <a:cubicBezTo>
                  <a:pt x="2954" y="91571"/>
                  <a:pt x="3811" y="90166"/>
                  <a:pt x="4501" y="88630"/>
                </a:cubicBezTo>
                <a:cubicBezTo>
                  <a:pt x="5180" y="87070"/>
                  <a:pt x="5644" y="85439"/>
                  <a:pt x="5811" y="83748"/>
                </a:cubicBezTo>
                <a:cubicBezTo>
                  <a:pt x="5847" y="83463"/>
                  <a:pt x="5847" y="83165"/>
                  <a:pt x="5811" y="82879"/>
                </a:cubicBezTo>
                <a:cubicBezTo>
                  <a:pt x="5728" y="81379"/>
                  <a:pt x="5240" y="80010"/>
                  <a:pt x="4644" y="78641"/>
                </a:cubicBezTo>
                <a:cubicBezTo>
                  <a:pt x="4204" y="77629"/>
                  <a:pt x="3680" y="76652"/>
                  <a:pt x="3406" y="75557"/>
                </a:cubicBezTo>
                <a:cubicBezTo>
                  <a:pt x="3025" y="74009"/>
                  <a:pt x="3156" y="72449"/>
                  <a:pt x="3156" y="70890"/>
                </a:cubicBezTo>
                <a:cubicBezTo>
                  <a:pt x="3228" y="70759"/>
                  <a:pt x="3132" y="70580"/>
                  <a:pt x="3228" y="70437"/>
                </a:cubicBezTo>
                <a:cubicBezTo>
                  <a:pt x="3216" y="69866"/>
                  <a:pt x="3335" y="69282"/>
                  <a:pt x="3406" y="68699"/>
                </a:cubicBezTo>
                <a:cubicBezTo>
                  <a:pt x="3573" y="67306"/>
                  <a:pt x="3859" y="65949"/>
                  <a:pt x="4323" y="64627"/>
                </a:cubicBezTo>
                <a:cubicBezTo>
                  <a:pt x="4561" y="63925"/>
                  <a:pt x="4835" y="63294"/>
                  <a:pt x="5633" y="62913"/>
                </a:cubicBezTo>
                <a:cubicBezTo>
                  <a:pt x="6406" y="62544"/>
                  <a:pt x="6942" y="61805"/>
                  <a:pt x="7276" y="60996"/>
                </a:cubicBezTo>
                <a:cubicBezTo>
                  <a:pt x="7419" y="60662"/>
                  <a:pt x="7716" y="60293"/>
                  <a:pt x="7276" y="59960"/>
                </a:cubicBezTo>
                <a:cubicBezTo>
                  <a:pt x="7198" y="59900"/>
                  <a:pt x="7109" y="59870"/>
                  <a:pt x="7012" y="59870"/>
                </a:cubicBezTo>
                <a:cubicBezTo>
                  <a:pt x="6782" y="59870"/>
                  <a:pt x="6508" y="60038"/>
                  <a:pt x="6240" y="60365"/>
                </a:cubicBezTo>
                <a:cubicBezTo>
                  <a:pt x="5644" y="61079"/>
                  <a:pt x="5037" y="61793"/>
                  <a:pt x="4644" y="62639"/>
                </a:cubicBezTo>
                <a:cubicBezTo>
                  <a:pt x="4561" y="62817"/>
                  <a:pt x="4442" y="62924"/>
                  <a:pt x="4228" y="62996"/>
                </a:cubicBezTo>
                <a:cubicBezTo>
                  <a:pt x="3936" y="63090"/>
                  <a:pt x="3660" y="63137"/>
                  <a:pt x="3402" y="63137"/>
                </a:cubicBezTo>
                <a:cubicBezTo>
                  <a:pt x="2554" y="63137"/>
                  <a:pt x="1902" y="62635"/>
                  <a:pt x="1537" y="61686"/>
                </a:cubicBezTo>
                <a:cubicBezTo>
                  <a:pt x="1120" y="60591"/>
                  <a:pt x="1084" y="59448"/>
                  <a:pt x="1132" y="58281"/>
                </a:cubicBezTo>
                <a:cubicBezTo>
                  <a:pt x="1227" y="58114"/>
                  <a:pt x="1108" y="57912"/>
                  <a:pt x="1203" y="57745"/>
                </a:cubicBezTo>
                <a:cubicBezTo>
                  <a:pt x="1192" y="56388"/>
                  <a:pt x="1465" y="55078"/>
                  <a:pt x="1715" y="53757"/>
                </a:cubicBezTo>
                <a:cubicBezTo>
                  <a:pt x="2073" y="51911"/>
                  <a:pt x="2680" y="50125"/>
                  <a:pt x="3132" y="48292"/>
                </a:cubicBezTo>
                <a:cubicBezTo>
                  <a:pt x="3930" y="45006"/>
                  <a:pt x="5097" y="41850"/>
                  <a:pt x="6597" y="38814"/>
                </a:cubicBezTo>
                <a:cubicBezTo>
                  <a:pt x="7216" y="37540"/>
                  <a:pt x="7633" y="36183"/>
                  <a:pt x="7728" y="34754"/>
                </a:cubicBezTo>
                <a:cubicBezTo>
                  <a:pt x="7800" y="34588"/>
                  <a:pt x="7692" y="34385"/>
                  <a:pt x="7800" y="34219"/>
                </a:cubicBezTo>
                <a:cubicBezTo>
                  <a:pt x="7847" y="34207"/>
                  <a:pt x="7847" y="34159"/>
                  <a:pt x="7847" y="34100"/>
                </a:cubicBezTo>
                <a:cubicBezTo>
                  <a:pt x="7740" y="33909"/>
                  <a:pt x="7859" y="33683"/>
                  <a:pt x="7776" y="33468"/>
                </a:cubicBezTo>
                <a:cubicBezTo>
                  <a:pt x="7549" y="31540"/>
                  <a:pt x="6907" y="29778"/>
                  <a:pt x="5514" y="28373"/>
                </a:cubicBezTo>
                <a:cubicBezTo>
                  <a:pt x="5359" y="28206"/>
                  <a:pt x="5311" y="28099"/>
                  <a:pt x="5418" y="27896"/>
                </a:cubicBezTo>
                <a:cubicBezTo>
                  <a:pt x="6061" y="26432"/>
                  <a:pt x="6502" y="24944"/>
                  <a:pt x="6537" y="23336"/>
                </a:cubicBezTo>
                <a:cubicBezTo>
                  <a:pt x="6585" y="23134"/>
                  <a:pt x="6585" y="22931"/>
                  <a:pt x="6537" y="22729"/>
                </a:cubicBezTo>
                <a:cubicBezTo>
                  <a:pt x="6537" y="21705"/>
                  <a:pt x="6323" y="20705"/>
                  <a:pt x="6025" y="19717"/>
                </a:cubicBezTo>
                <a:cubicBezTo>
                  <a:pt x="5287" y="17300"/>
                  <a:pt x="4037" y="15121"/>
                  <a:pt x="2716" y="12978"/>
                </a:cubicBezTo>
                <a:cubicBezTo>
                  <a:pt x="2120" y="12025"/>
                  <a:pt x="1525" y="11061"/>
                  <a:pt x="1239" y="9954"/>
                </a:cubicBezTo>
                <a:cubicBezTo>
                  <a:pt x="727" y="8037"/>
                  <a:pt x="1227" y="6251"/>
                  <a:pt x="2096" y="4560"/>
                </a:cubicBezTo>
                <a:cubicBezTo>
                  <a:pt x="2882" y="3024"/>
                  <a:pt x="3739" y="1524"/>
                  <a:pt x="4835" y="179"/>
                </a:cubicBezTo>
                <a:cubicBezTo>
                  <a:pt x="4882" y="72"/>
                  <a:pt x="4823" y="36"/>
                  <a:pt x="4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46" name="Google Shape;946;p60"/>
          <p:cNvPicPr preferRelativeResize="0"/>
          <p:nvPr/>
        </p:nvPicPr>
        <p:blipFill rotWithShape="1">
          <a:blip r:embed="rId5">
            <a:alphaModFix/>
          </a:blip>
          <a:srcRect l="45691" t="12052" r="18787" b="20159"/>
          <a:stretch/>
        </p:blipFill>
        <p:spPr>
          <a:xfrm>
            <a:off x="7908925" y="1104440"/>
            <a:ext cx="1366949" cy="1467299"/>
          </a:xfrm>
          <a:prstGeom prst="rect">
            <a:avLst/>
          </a:prstGeom>
          <a:noFill/>
          <a:ln>
            <a:noFill/>
          </a:ln>
        </p:spPr>
      </p:pic>
      <p:pic>
        <p:nvPicPr>
          <p:cNvPr id="947" name="Google Shape;947;p60"/>
          <p:cNvPicPr preferRelativeResize="0"/>
          <p:nvPr/>
        </p:nvPicPr>
        <p:blipFill rotWithShape="1">
          <a:blip r:embed="rId6">
            <a:alphaModFix/>
          </a:blip>
          <a:srcRect l="28680" t="19555" r="23804" b="32703"/>
          <a:stretch/>
        </p:blipFill>
        <p:spPr>
          <a:xfrm rot="-1761291">
            <a:off x="124248" y="908796"/>
            <a:ext cx="1287877" cy="727827"/>
          </a:xfrm>
          <a:prstGeom prst="rect">
            <a:avLst/>
          </a:prstGeom>
          <a:noFill/>
          <a:ln>
            <a:noFill/>
          </a:ln>
        </p:spPr>
      </p:pic>
      <p:sp>
        <p:nvSpPr>
          <p:cNvPr id="948" name="Google Shape;948;p60">
            <a:hlinkClick r:id="rId7"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949" name="Google Shape;949;p60">
            <a:hlinkClick r:id="rId8"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950" name="Google Shape;950;p60">
            <a:hlinkClick r:id="rId9"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951" name="Google Shape;951;p60">
            <a:hlinkClick r:id="rId10" action="ppaction://hlinksldjump"/>
          </p:cNvPr>
          <p:cNvSpPr/>
          <p:nvPr/>
        </p:nvSpPr>
        <p:spPr>
          <a:xfrm>
            <a:off x="53348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952" name="Google Shape;952;p60">
            <a:hlinkClick r:id="rId11" action="ppaction://hlinksldjump"/>
          </p:cNvPr>
          <p:cNvSpPr/>
          <p:nvPr/>
        </p:nvSpPr>
        <p:spPr>
          <a:xfrm>
            <a:off x="67785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61"/>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Planificateur hebdomadaire</a:t>
            </a:r>
            <a:endParaRPr/>
          </a:p>
        </p:txBody>
      </p:sp>
      <p:graphicFrame>
        <p:nvGraphicFramePr>
          <p:cNvPr id="958" name="Google Shape;958;p61"/>
          <p:cNvGraphicFramePr/>
          <p:nvPr/>
        </p:nvGraphicFramePr>
        <p:xfrm>
          <a:off x="807025" y="1276375"/>
          <a:ext cx="3000000" cy="3000000"/>
        </p:xfrm>
        <a:graphic>
          <a:graphicData uri="http://schemas.openxmlformats.org/drawingml/2006/table">
            <a:tbl>
              <a:tblPr>
                <a:noFill/>
                <a:tableStyleId>{0ABC889B-D672-42EC-825F-092DBC71883A}</a:tableStyleId>
              </a:tblPr>
              <a:tblGrid>
                <a:gridCol w="1605000">
                  <a:extLst>
                    <a:ext uri="{9D8B030D-6E8A-4147-A177-3AD203B41FA5}">
                      <a16:colId xmlns:a16="http://schemas.microsoft.com/office/drawing/2014/main" val="20000"/>
                    </a:ext>
                  </a:extLst>
                </a:gridCol>
                <a:gridCol w="1184900">
                  <a:extLst>
                    <a:ext uri="{9D8B030D-6E8A-4147-A177-3AD203B41FA5}">
                      <a16:colId xmlns:a16="http://schemas.microsoft.com/office/drawing/2014/main" val="20001"/>
                    </a:ext>
                  </a:extLst>
                </a:gridCol>
                <a:gridCol w="1185000">
                  <a:extLst>
                    <a:ext uri="{9D8B030D-6E8A-4147-A177-3AD203B41FA5}">
                      <a16:colId xmlns:a16="http://schemas.microsoft.com/office/drawing/2014/main" val="20002"/>
                    </a:ext>
                  </a:extLst>
                </a:gridCol>
                <a:gridCol w="1185000">
                  <a:extLst>
                    <a:ext uri="{9D8B030D-6E8A-4147-A177-3AD203B41FA5}">
                      <a16:colId xmlns:a16="http://schemas.microsoft.com/office/drawing/2014/main" val="20003"/>
                    </a:ext>
                  </a:extLst>
                </a:gridCol>
                <a:gridCol w="1185000">
                  <a:extLst>
                    <a:ext uri="{9D8B030D-6E8A-4147-A177-3AD203B41FA5}">
                      <a16:colId xmlns:a16="http://schemas.microsoft.com/office/drawing/2014/main" val="20004"/>
                    </a:ext>
                  </a:extLst>
                </a:gridCol>
                <a:gridCol w="1185000">
                  <a:extLst>
                    <a:ext uri="{9D8B030D-6E8A-4147-A177-3AD203B41FA5}">
                      <a16:colId xmlns:a16="http://schemas.microsoft.com/office/drawing/2014/main" val="20005"/>
                    </a:ext>
                  </a:extLst>
                </a:gridCol>
              </a:tblGrid>
              <a:tr h="356075">
                <a:tc>
                  <a:txBody>
                    <a:bodyPr/>
                    <a:lstStyle/>
                    <a:p>
                      <a:pPr marL="0" lvl="0" indent="0" algn="l"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1700">
                          <a:solidFill>
                            <a:schemeClr val="dk1"/>
                          </a:solidFill>
                          <a:latin typeface="Cantata One"/>
                          <a:ea typeface="Cantata One"/>
                          <a:cs typeface="Cantata One"/>
                          <a:sym typeface="Cantata One"/>
                        </a:rPr>
                        <a:t>Lun</a:t>
                      </a:r>
                      <a:endParaRPr sz="1700">
                        <a:solidFill>
                          <a:schemeClr val="dk1"/>
                        </a:solidFill>
                        <a:latin typeface="Cantata One"/>
                        <a:ea typeface="Cantata One"/>
                        <a:cs typeface="Cantata One"/>
                        <a:sym typeface="Cantata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sz="1700">
                          <a:solidFill>
                            <a:schemeClr val="dk1"/>
                          </a:solidFill>
                          <a:latin typeface="Cantata One"/>
                          <a:ea typeface="Cantata One"/>
                          <a:cs typeface="Cantata One"/>
                          <a:sym typeface="Cantata One"/>
                        </a:rPr>
                        <a:t>Mar</a:t>
                      </a:r>
                      <a:endParaRPr sz="1700">
                        <a:solidFill>
                          <a:schemeClr val="dk1"/>
                        </a:solidFill>
                        <a:latin typeface="Cantata One"/>
                        <a:ea typeface="Cantata One"/>
                        <a:cs typeface="Cantata One"/>
                        <a:sym typeface="Cantata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sz="1700">
                          <a:solidFill>
                            <a:schemeClr val="dk1"/>
                          </a:solidFill>
                          <a:latin typeface="Cantata One"/>
                          <a:ea typeface="Cantata One"/>
                          <a:cs typeface="Cantata One"/>
                          <a:sym typeface="Cantata One"/>
                        </a:rPr>
                        <a:t>Mer</a:t>
                      </a:r>
                      <a:endParaRPr sz="1700">
                        <a:solidFill>
                          <a:schemeClr val="dk1"/>
                        </a:solidFill>
                        <a:latin typeface="Cantata One"/>
                        <a:ea typeface="Cantata One"/>
                        <a:cs typeface="Cantata One"/>
                        <a:sym typeface="Cantata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sz="1700">
                          <a:solidFill>
                            <a:schemeClr val="dk1"/>
                          </a:solidFill>
                          <a:latin typeface="Cantata One"/>
                          <a:ea typeface="Cantata One"/>
                          <a:cs typeface="Cantata One"/>
                          <a:sym typeface="Cantata One"/>
                        </a:rPr>
                        <a:t>Jeu</a:t>
                      </a:r>
                      <a:endParaRPr sz="1700">
                        <a:solidFill>
                          <a:schemeClr val="dk1"/>
                        </a:solidFill>
                        <a:latin typeface="Cantata One"/>
                        <a:ea typeface="Cantata One"/>
                        <a:cs typeface="Cantata One"/>
                        <a:sym typeface="Cantata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sz="1700">
                          <a:solidFill>
                            <a:schemeClr val="dk1"/>
                          </a:solidFill>
                          <a:latin typeface="Cantata One"/>
                          <a:ea typeface="Cantata One"/>
                          <a:cs typeface="Cantata One"/>
                          <a:sym typeface="Cantata One"/>
                        </a:rPr>
                        <a:t>Ven</a:t>
                      </a:r>
                      <a:endParaRPr sz="1700">
                        <a:solidFill>
                          <a:schemeClr val="dk1"/>
                        </a:solidFill>
                        <a:latin typeface="Cantata One"/>
                        <a:ea typeface="Cantata One"/>
                        <a:cs typeface="Cantata One"/>
                        <a:sym typeface="Cantata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0"/>
                  </a:ext>
                </a:extLst>
              </a:tr>
              <a:tr h="388900">
                <a:tc>
                  <a:txBody>
                    <a:bodyPr/>
                    <a:lstStyle/>
                    <a:p>
                      <a:pPr marL="57150" lvl="0" indent="0" algn="ctr" rtl="0">
                        <a:spcBef>
                          <a:spcPts val="0"/>
                        </a:spcBef>
                        <a:spcAft>
                          <a:spcPts val="0"/>
                        </a:spcAft>
                        <a:buNone/>
                      </a:pPr>
                      <a:r>
                        <a:rPr lang="en">
                          <a:solidFill>
                            <a:schemeClr val="accent1"/>
                          </a:solidFill>
                          <a:latin typeface="Cantata One"/>
                          <a:ea typeface="Cantata One"/>
                          <a:cs typeface="Cantata One"/>
                          <a:sym typeface="Cantata One"/>
                        </a:rPr>
                        <a:t>8:00 - 8:30</a:t>
                      </a:r>
                      <a:endParaRPr>
                        <a:solidFill>
                          <a:schemeClr val="accent1"/>
                        </a:solidFill>
                        <a:latin typeface="Cantata One"/>
                        <a:ea typeface="Cantata One"/>
                        <a:cs typeface="Cantata One"/>
                        <a:sym typeface="Cantata One"/>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chemeClr val="accent3"/>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Langue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Maths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Musique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Maths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Anglais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1"/>
                  </a:ext>
                </a:extLst>
              </a:tr>
              <a:tr h="381600">
                <a:tc>
                  <a:txBody>
                    <a:bodyPr/>
                    <a:lstStyle/>
                    <a:p>
                      <a:pPr marL="57150" lvl="0" indent="0" algn="ctr" rtl="0">
                        <a:spcBef>
                          <a:spcPts val="0"/>
                        </a:spcBef>
                        <a:spcAft>
                          <a:spcPts val="0"/>
                        </a:spcAft>
                        <a:buNone/>
                      </a:pPr>
                      <a:r>
                        <a:rPr lang="en">
                          <a:solidFill>
                            <a:schemeClr val="accent1"/>
                          </a:solidFill>
                          <a:latin typeface="Cantata One"/>
                          <a:ea typeface="Cantata One"/>
                          <a:cs typeface="Cantata One"/>
                          <a:sym typeface="Cantata One"/>
                        </a:rPr>
                        <a:t>8:30 - 9:00</a:t>
                      </a:r>
                      <a:endParaRPr>
                        <a:solidFill>
                          <a:schemeClr val="accent1"/>
                        </a:solidFill>
                        <a:latin typeface="Cantata One"/>
                        <a:ea typeface="Cantata One"/>
                        <a:cs typeface="Cantata One"/>
                        <a:sym typeface="Cantata One"/>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chemeClr val="accent3"/>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Anglais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Informatique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Maths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Science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Informatique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2"/>
                  </a:ext>
                </a:extLst>
              </a:tr>
              <a:tr h="354325">
                <a:tc>
                  <a:txBody>
                    <a:bodyPr/>
                    <a:lstStyle/>
                    <a:p>
                      <a:pPr marL="57150" lvl="0" indent="0" algn="ctr" rtl="0">
                        <a:spcBef>
                          <a:spcPts val="0"/>
                        </a:spcBef>
                        <a:spcAft>
                          <a:spcPts val="0"/>
                        </a:spcAft>
                        <a:buNone/>
                      </a:pPr>
                      <a:r>
                        <a:rPr lang="en">
                          <a:solidFill>
                            <a:schemeClr val="accent1"/>
                          </a:solidFill>
                          <a:latin typeface="Cantata One"/>
                          <a:ea typeface="Cantata One"/>
                          <a:cs typeface="Cantata One"/>
                          <a:sym typeface="Cantata One"/>
                        </a:rPr>
                        <a:t>9:00 - 10:00</a:t>
                      </a:r>
                      <a:endParaRPr>
                        <a:solidFill>
                          <a:schemeClr val="accent1"/>
                        </a:solidFill>
                        <a:latin typeface="Cantata One"/>
                        <a:ea typeface="Cantata One"/>
                        <a:cs typeface="Cantata One"/>
                        <a:sym typeface="Cantata One"/>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chemeClr val="accent3"/>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Science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Anglais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Art</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Langue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Science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3"/>
                  </a:ext>
                </a:extLst>
              </a:tr>
              <a:tr h="395225">
                <a:tc>
                  <a:txBody>
                    <a:bodyPr/>
                    <a:lstStyle/>
                    <a:p>
                      <a:pPr marL="57150" lvl="0" indent="0" algn="ctr" rtl="0">
                        <a:spcBef>
                          <a:spcPts val="0"/>
                        </a:spcBef>
                        <a:spcAft>
                          <a:spcPts val="0"/>
                        </a:spcAft>
                        <a:buNone/>
                      </a:pPr>
                      <a:r>
                        <a:rPr lang="en">
                          <a:solidFill>
                            <a:schemeClr val="accent1"/>
                          </a:solidFill>
                          <a:latin typeface="Cantata One"/>
                          <a:ea typeface="Cantata One"/>
                          <a:cs typeface="Cantata One"/>
                          <a:sym typeface="Cantata One"/>
                        </a:rPr>
                        <a:t>10:00 - 10:45</a:t>
                      </a:r>
                      <a:endParaRPr>
                        <a:solidFill>
                          <a:schemeClr val="accent1"/>
                        </a:solidFill>
                        <a:latin typeface="Cantata One"/>
                        <a:ea typeface="Cantata One"/>
                        <a:cs typeface="Cantata One"/>
                        <a:sym typeface="Cantata One"/>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chemeClr val="accent3"/>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5">
                  <a:txBody>
                    <a:bodyPr/>
                    <a:lstStyle/>
                    <a:p>
                      <a:pPr marL="0" lvl="0" indent="0" algn="ctr" rtl="0">
                        <a:spcBef>
                          <a:spcPts val="0"/>
                        </a:spcBef>
                        <a:spcAft>
                          <a:spcPts val="0"/>
                        </a:spcAft>
                        <a:buNone/>
                      </a:pPr>
                      <a:r>
                        <a:rPr lang="en" sz="1700">
                          <a:solidFill>
                            <a:schemeClr val="dk1"/>
                          </a:solidFill>
                          <a:latin typeface="Cantata One"/>
                          <a:ea typeface="Cantata One"/>
                          <a:cs typeface="Cantata One"/>
                          <a:sym typeface="Cantata One"/>
                        </a:rPr>
                        <a:t>Loisirs</a:t>
                      </a:r>
                      <a:endParaRPr sz="1700">
                        <a:solidFill>
                          <a:schemeClr val="dk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10004"/>
                  </a:ext>
                </a:extLst>
              </a:tr>
              <a:tr h="381600">
                <a:tc>
                  <a:txBody>
                    <a:bodyPr/>
                    <a:lstStyle/>
                    <a:p>
                      <a:pPr marL="57150" lvl="0" indent="0" algn="ctr" rtl="0">
                        <a:spcBef>
                          <a:spcPts val="0"/>
                        </a:spcBef>
                        <a:spcAft>
                          <a:spcPts val="0"/>
                        </a:spcAft>
                        <a:buNone/>
                      </a:pPr>
                      <a:r>
                        <a:rPr lang="en">
                          <a:solidFill>
                            <a:schemeClr val="accent1"/>
                          </a:solidFill>
                          <a:latin typeface="Cantata One"/>
                          <a:ea typeface="Cantata One"/>
                          <a:cs typeface="Cantata One"/>
                          <a:sym typeface="Cantata One"/>
                        </a:rPr>
                        <a:t>11:30 - 12:30</a:t>
                      </a:r>
                      <a:endParaRPr>
                        <a:solidFill>
                          <a:schemeClr val="accent1"/>
                        </a:solidFill>
                        <a:latin typeface="Cantata One"/>
                        <a:ea typeface="Cantata One"/>
                        <a:cs typeface="Cantata One"/>
                        <a:sym typeface="Cantata One"/>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chemeClr val="accent3"/>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Musique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Langue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Informatique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Musique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Maths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5"/>
                  </a:ext>
                </a:extLst>
              </a:tr>
              <a:tr h="381600">
                <a:tc>
                  <a:txBody>
                    <a:bodyPr/>
                    <a:lstStyle/>
                    <a:p>
                      <a:pPr marL="57150" lvl="0" indent="0" algn="ctr" rtl="0">
                        <a:spcBef>
                          <a:spcPts val="0"/>
                        </a:spcBef>
                        <a:spcAft>
                          <a:spcPts val="0"/>
                        </a:spcAft>
                        <a:buNone/>
                      </a:pPr>
                      <a:r>
                        <a:rPr lang="en">
                          <a:solidFill>
                            <a:schemeClr val="accent1"/>
                          </a:solidFill>
                          <a:latin typeface="Cantata One"/>
                          <a:ea typeface="Cantata One"/>
                          <a:cs typeface="Cantata One"/>
                          <a:sym typeface="Cantata One"/>
                        </a:rPr>
                        <a:t>12:30 - 13:30</a:t>
                      </a:r>
                      <a:endParaRPr>
                        <a:solidFill>
                          <a:schemeClr val="accent1"/>
                        </a:solidFill>
                        <a:latin typeface="Cantata One"/>
                        <a:ea typeface="Cantata One"/>
                        <a:cs typeface="Cantata One"/>
                        <a:sym typeface="Cantata One"/>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chemeClr val="accent3"/>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Art</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Science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Anglais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Art</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Musique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959" name="Google Shape;959;p61">
            <a:hlinkClick r:id="rId3"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3"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960" name="Google Shape;960;p61">
            <a:hlinkClick r:id="rId4"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4"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961" name="Google Shape;961;p61">
            <a:hlinkClick r:id="rId5"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5"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962" name="Google Shape;962;p61">
            <a:hlinkClick r:id="rId6" action="ppaction://hlinksldjump"/>
          </p:cNvPr>
          <p:cNvSpPr/>
          <p:nvPr/>
        </p:nvSpPr>
        <p:spPr>
          <a:xfrm>
            <a:off x="53348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6"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963" name="Google Shape;963;p61">
            <a:hlinkClick r:id="rId7" action="ppaction://hlinksldjump"/>
          </p:cNvPr>
          <p:cNvSpPr/>
          <p:nvPr/>
        </p:nvSpPr>
        <p:spPr>
          <a:xfrm>
            <a:off x="67785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p62"/>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Planificateur mensuel</a:t>
            </a:r>
            <a:endParaRPr/>
          </a:p>
        </p:txBody>
      </p:sp>
      <p:graphicFrame>
        <p:nvGraphicFramePr>
          <p:cNvPr id="969" name="Google Shape;969;p62"/>
          <p:cNvGraphicFramePr/>
          <p:nvPr/>
        </p:nvGraphicFramePr>
        <p:xfrm>
          <a:off x="729850" y="1384400"/>
          <a:ext cx="3000000" cy="3000000"/>
        </p:xfrm>
        <a:graphic>
          <a:graphicData uri="http://schemas.openxmlformats.org/drawingml/2006/table">
            <a:tbl>
              <a:tblPr>
                <a:noFill/>
                <a:tableStyleId>{0ABC889B-D672-42EC-825F-092DBC71883A}</a:tableStyleId>
              </a:tblPr>
              <a:tblGrid>
                <a:gridCol w="441550">
                  <a:extLst>
                    <a:ext uri="{9D8B030D-6E8A-4147-A177-3AD203B41FA5}">
                      <a16:colId xmlns:a16="http://schemas.microsoft.com/office/drawing/2014/main" val="20000"/>
                    </a:ext>
                  </a:extLst>
                </a:gridCol>
                <a:gridCol w="656200">
                  <a:extLst>
                    <a:ext uri="{9D8B030D-6E8A-4147-A177-3AD203B41FA5}">
                      <a16:colId xmlns:a16="http://schemas.microsoft.com/office/drawing/2014/main" val="20001"/>
                    </a:ext>
                  </a:extLst>
                </a:gridCol>
                <a:gridCol w="441600">
                  <a:extLst>
                    <a:ext uri="{9D8B030D-6E8A-4147-A177-3AD203B41FA5}">
                      <a16:colId xmlns:a16="http://schemas.microsoft.com/office/drawing/2014/main" val="20002"/>
                    </a:ext>
                  </a:extLst>
                </a:gridCol>
                <a:gridCol w="656150">
                  <a:extLst>
                    <a:ext uri="{9D8B030D-6E8A-4147-A177-3AD203B41FA5}">
                      <a16:colId xmlns:a16="http://schemas.microsoft.com/office/drawing/2014/main" val="20003"/>
                    </a:ext>
                  </a:extLst>
                </a:gridCol>
                <a:gridCol w="423750">
                  <a:extLst>
                    <a:ext uri="{9D8B030D-6E8A-4147-A177-3AD203B41FA5}">
                      <a16:colId xmlns:a16="http://schemas.microsoft.com/office/drawing/2014/main" val="20004"/>
                    </a:ext>
                  </a:extLst>
                </a:gridCol>
                <a:gridCol w="674000">
                  <a:extLst>
                    <a:ext uri="{9D8B030D-6E8A-4147-A177-3AD203B41FA5}">
                      <a16:colId xmlns:a16="http://schemas.microsoft.com/office/drawing/2014/main" val="20005"/>
                    </a:ext>
                  </a:extLst>
                </a:gridCol>
                <a:gridCol w="441600">
                  <a:extLst>
                    <a:ext uri="{9D8B030D-6E8A-4147-A177-3AD203B41FA5}">
                      <a16:colId xmlns:a16="http://schemas.microsoft.com/office/drawing/2014/main" val="20006"/>
                    </a:ext>
                  </a:extLst>
                </a:gridCol>
                <a:gridCol w="656150">
                  <a:extLst>
                    <a:ext uri="{9D8B030D-6E8A-4147-A177-3AD203B41FA5}">
                      <a16:colId xmlns:a16="http://schemas.microsoft.com/office/drawing/2014/main" val="20007"/>
                    </a:ext>
                  </a:extLst>
                </a:gridCol>
                <a:gridCol w="441600">
                  <a:extLst>
                    <a:ext uri="{9D8B030D-6E8A-4147-A177-3AD203B41FA5}">
                      <a16:colId xmlns:a16="http://schemas.microsoft.com/office/drawing/2014/main" val="20008"/>
                    </a:ext>
                  </a:extLst>
                </a:gridCol>
                <a:gridCol w="656150">
                  <a:extLst>
                    <a:ext uri="{9D8B030D-6E8A-4147-A177-3AD203B41FA5}">
                      <a16:colId xmlns:a16="http://schemas.microsoft.com/office/drawing/2014/main" val="20009"/>
                    </a:ext>
                  </a:extLst>
                </a:gridCol>
                <a:gridCol w="441600">
                  <a:extLst>
                    <a:ext uri="{9D8B030D-6E8A-4147-A177-3AD203B41FA5}">
                      <a16:colId xmlns:a16="http://schemas.microsoft.com/office/drawing/2014/main" val="20010"/>
                    </a:ext>
                  </a:extLst>
                </a:gridCol>
                <a:gridCol w="656150">
                  <a:extLst>
                    <a:ext uri="{9D8B030D-6E8A-4147-A177-3AD203B41FA5}">
                      <a16:colId xmlns:a16="http://schemas.microsoft.com/office/drawing/2014/main" val="20011"/>
                    </a:ext>
                  </a:extLst>
                </a:gridCol>
                <a:gridCol w="441600">
                  <a:extLst>
                    <a:ext uri="{9D8B030D-6E8A-4147-A177-3AD203B41FA5}">
                      <a16:colId xmlns:a16="http://schemas.microsoft.com/office/drawing/2014/main" val="20012"/>
                    </a:ext>
                  </a:extLst>
                </a:gridCol>
                <a:gridCol w="656150">
                  <a:extLst>
                    <a:ext uri="{9D8B030D-6E8A-4147-A177-3AD203B41FA5}">
                      <a16:colId xmlns:a16="http://schemas.microsoft.com/office/drawing/2014/main" val="20013"/>
                    </a:ext>
                  </a:extLst>
                </a:gridCol>
              </a:tblGrid>
              <a:tr h="560700">
                <a:tc gridSpan="2">
                  <a:txBody>
                    <a:bodyPr/>
                    <a:lstStyle/>
                    <a:p>
                      <a:pPr marL="0" lvl="0" indent="0" algn="ctr" rtl="0">
                        <a:spcBef>
                          <a:spcPts val="0"/>
                        </a:spcBef>
                        <a:spcAft>
                          <a:spcPts val="0"/>
                        </a:spcAft>
                        <a:buNone/>
                      </a:pPr>
                      <a:r>
                        <a:rPr lang="en" sz="1600">
                          <a:solidFill>
                            <a:schemeClr val="dk1"/>
                          </a:solidFill>
                          <a:latin typeface="Cantata One"/>
                          <a:ea typeface="Cantata One"/>
                          <a:cs typeface="Cantata One"/>
                          <a:sym typeface="Cantata One"/>
                        </a:rPr>
                        <a:t>Lun</a:t>
                      </a:r>
                      <a:endParaRPr sz="1600">
                        <a:solidFill>
                          <a:schemeClr val="dk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hMerge="1">
                  <a:txBody>
                    <a:bodyPr/>
                    <a:lstStyle/>
                    <a:p>
                      <a:endParaRPr lang="es-MX"/>
                    </a:p>
                  </a:txBody>
                  <a:tcPr/>
                </a:tc>
                <a:tc gridSpan="2">
                  <a:txBody>
                    <a:bodyPr/>
                    <a:lstStyle/>
                    <a:p>
                      <a:pPr marL="0" lvl="0" indent="0" algn="ctr" rtl="0">
                        <a:spcBef>
                          <a:spcPts val="0"/>
                        </a:spcBef>
                        <a:spcAft>
                          <a:spcPts val="0"/>
                        </a:spcAft>
                        <a:buNone/>
                      </a:pPr>
                      <a:r>
                        <a:rPr lang="en" sz="1600">
                          <a:solidFill>
                            <a:schemeClr val="dk1"/>
                          </a:solidFill>
                          <a:latin typeface="Cantata One"/>
                          <a:ea typeface="Cantata One"/>
                          <a:cs typeface="Cantata One"/>
                          <a:sym typeface="Cantata One"/>
                        </a:rPr>
                        <a:t>Mar</a:t>
                      </a:r>
                      <a:endParaRPr sz="1600">
                        <a:solidFill>
                          <a:schemeClr val="dk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hMerge="1">
                  <a:txBody>
                    <a:bodyPr/>
                    <a:lstStyle/>
                    <a:p>
                      <a:endParaRPr lang="es-MX"/>
                    </a:p>
                  </a:txBody>
                  <a:tcPr/>
                </a:tc>
                <a:tc gridSpan="2">
                  <a:txBody>
                    <a:bodyPr/>
                    <a:lstStyle/>
                    <a:p>
                      <a:pPr marL="0" lvl="0" indent="0" algn="ctr" rtl="0">
                        <a:spcBef>
                          <a:spcPts val="0"/>
                        </a:spcBef>
                        <a:spcAft>
                          <a:spcPts val="0"/>
                        </a:spcAft>
                        <a:buNone/>
                      </a:pPr>
                      <a:r>
                        <a:rPr lang="en" sz="1600">
                          <a:solidFill>
                            <a:schemeClr val="dk1"/>
                          </a:solidFill>
                          <a:latin typeface="Cantata One"/>
                          <a:ea typeface="Cantata One"/>
                          <a:cs typeface="Cantata One"/>
                          <a:sym typeface="Cantata One"/>
                        </a:rPr>
                        <a:t>Mer</a:t>
                      </a:r>
                      <a:endParaRPr sz="1600">
                        <a:solidFill>
                          <a:schemeClr val="dk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hMerge="1">
                  <a:txBody>
                    <a:bodyPr/>
                    <a:lstStyle/>
                    <a:p>
                      <a:endParaRPr lang="es-MX"/>
                    </a:p>
                  </a:txBody>
                  <a:tcPr/>
                </a:tc>
                <a:tc gridSpan="2">
                  <a:txBody>
                    <a:bodyPr/>
                    <a:lstStyle/>
                    <a:p>
                      <a:pPr marL="0" lvl="0" indent="0" algn="ctr" rtl="0">
                        <a:spcBef>
                          <a:spcPts val="0"/>
                        </a:spcBef>
                        <a:spcAft>
                          <a:spcPts val="0"/>
                        </a:spcAft>
                        <a:buNone/>
                      </a:pPr>
                      <a:r>
                        <a:rPr lang="en" sz="1600">
                          <a:solidFill>
                            <a:schemeClr val="dk1"/>
                          </a:solidFill>
                          <a:latin typeface="Cantata One"/>
                          <a:ea typeface="Cantata One"/>
                          <a:cs typeface="Cantata One"/>
                          <a:sym typeface="Cantata One"/>
                        </a:rPr>
                        <a:t>Jeu</a:t>
                      </a:r>
                      <a:endParaRPr sz="1600">
                        <a:solidFill>
                          <a:schemeClr val="dk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hMerge="1">
                  <a:txBody>
                    <a:bodyPr/>
                    <a:lstStyle/>
                    <a:p>
                      <a:endParaRPr lang="es-MX"/>
                    </a:p>
                  </a:txBody>
                  <a:tcPr/>
                </a:tc>
                <a:tc gridSpan="2">
                  <a:txBody>
                    <a:bodyPr/>
                    <a:lstStyle/>
                    <a:p>
                      <a:pPr marL="0" lvl="0" indent="0" algn="ctr" rtl="0">
                        <a:spcBef>
                          <a:spcPts val="0"/>
                        </a:spcBef>
                        <a:spcAft>
                          <a:spcPts val="0"/>
                        </a:spcAft>
                        <a:buNone/>
                      </a:pPr>
                      <a:r>
                        <a:rPr lang="en" sz="1600">
                          <a:solidFill>
                            <a:schemeClr val="dk1"/>
                          </a:solidFill>
                          <a:latin typeface="Cantata One"/>
                          <a:ea typeface="Cantata One"/>
                          <a:cs typeface="Cantata One"/>
                          <a:sym typeface="Cantata One"/>
                        </a:rPr>
                        <a:t>Ven</a:t>
                      </a:r>
                      <a:endParaRPr sz="1600">
                        <a:solidFill>
                          <a:schemeClr val="dk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hMerge="1">
                  <a:txBody>
                    <a:bodyPr/>
                    <a:lstStyle/>
                    <a:p>
                      <a:endParaRPr lang="es-MX"/>
                    </a:p>
                  </a:txBody>
                  <a:tcPr/>
                </a:tc>
                <a:tc gridSpan="2">
                  <a:txBody>
                    <a:bodyPr/>
                    <a:lstStyle/>
                    <a:p>
                      <a:pPr marL="0" lvl="0" indent="0" algn="ctr" rtl="0">
                        <a:spcBef>
                          <a:spcPts val="0"/>
                        </a:spcBef>
                        <a:spcAft>
                          <a:spcPts val="0"/>
                        </a:spcAft>
                        <a:buNone/>
                      </a:pPr>
                      <a:r>
                        <a:rPr lang="en" sz="1600">
                          <a:solidFill>
                            <a:schemeClr val="dk1"/>
                          </a:solidFill>
                          <a:latin typeface="Cantata One"/>
                          <a:ea typeface="Cantata One"/>
                          <a:cs typeface="Cantata One"/>
                          <a:sym typeface="Cantata One"/>
                        </a:rPr>
                        <a:t>Sam</a:t>
                      </a:r>
                      <a:endParaRPr sz="1600">
                        <a:solidFill>
                          <a:schemeClr val="dk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hMerge="1">
                  <a:txBody>
                    <a:bodyPr/>
                    <a:lstStyle/>
                    <a:p>
                      <a:endParaRPr lang="es-MX"/>
                    </a:p>
                  </a:txBody>
                  <a:tcPr/>
                </a:tc>
                <a:tc gridSpan="2">
                  <a:txBody>
                    <a:bodyPr/>
                    <a:lstStyle/>
                    <a:p>
                      <a:pPr marL="0" lvl="0" indent="0" algn="ctr" rtl="0">
                        <a:spcBef>
                          <a:spcPts val="0"/>
                        </a:spcBef>
                        <a:spcAft>
                          <a:spcPts val="0"/>
                        </a:spcAft>
                        <a:buNone/>
                      </a:pPr>
                      <a:r>
                        <a:rPr lang="en" sz="1600">
                          <a:solidFill>
                            <a:schemeClr val="dk1"/>
                          </a:solidFill>
                          <a:latin typeface="Cantata One"/>
                          <a:ea typeface="Cantata One"/>
                          <a:cs typeface="Cantata One"/>
                          <a:sym typeface="Cantata One"/>
                        </a:rPr>
                        <a:t>Dim</a:t>
                      </a:r>
                      <a:endParaRPr sz="1600">
                        <a:solidFill>
                          <a:schemeClr val="dk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hMerge="1">
                  <a:txBody>
                    <a:bodyPr/>
                    <a:lstStyle/>
                    <a:p>
                      <a:endParaRPr lang="es-MX"/>
                    </a:p>
                  </a:txBody>
                  <a:tcPr/>
                </a:tc>
                <a:extLst>
                  <a:ext uri="{0D108BD9-81ED-4DB2-BD59-A6C34878D82A}">
                    <a16:rowId xmlns:a16="http://schemas.microsoft.com/office/drawing/2014/main" val="10000"/>
                  </a:ext>
                </a:extLst>
              </a:tr>
              <a:tr h="430875">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1</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Gym</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2</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Classe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3</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Yoga</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4</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Mars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5</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Vénus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6</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Plage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7</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Jupiter</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1"/>
                  </a:ext>
                </a:extLst>
              </a:tr>
              <a:tr h="430875">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8</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Yoga</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9</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Terre</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10</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Gym</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11</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Vénus</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12</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Classe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13</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Mars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14</a:t>
                      </a:r>
                      <a:endParaRPr>
                        <a:solidFill>
                          <a:schemeClr val="accent1"/>
                        </a:solidFill>
                        <a:latin typeface="Cantata One"/>
                        <a:ea typeface="Cantata One"/>
                        <a:cs typeface="Cantata One"/>
                        <a:sym typeface="Cantata One"/>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Art</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2"/>
                  </a:ext>
                </a:extLst>
              </a:tr>
              <a:tr h="430875">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15</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Vénus</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16</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Classe</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17</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Terre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18</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Art</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19</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Vénus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20</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Gym</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21</a:t>
                      </a:r>
                      <a:endParaRPr>
                        <a:solidFill>
                          <a:schemeClr val="accent1"/>
                        </a:solidFill>
                        <a:latin typeface="Cantata One"/>
                        <a:ea typeface="Cantata One"/>
                        <a:cs typeface="Cantata One"/>
                        <a:sym typeface="Cantata One"/>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Yoga </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3"/>
                  </a:ext>
                </a:extLst>
              </a:tr>
              <a:tr h="430875">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22</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Mars </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23</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Art</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24</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Gym</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25</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Yoga</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26</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Classe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27</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Plage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28</a:t>
                      </a:r>
                      <a:endParaRPr>
                        <a:solidFill>
                          <a:schemeClr val="accent1"/>
                        </a:solidFill>
                        <a:latin typeface="Cantata One"/>
                        <a:ea typeface="Cantata One"/>
                        <a:cs typeface="Cantata One"/>
                        <a:sym typeface="Cantata One"/>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Terre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4"/>
                  </a:ext>
                </a:extLst>
              </a:tr>
              <a:tr h="430875">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29</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a:solidFill>
                            <a:schemeClr val="dk1"/>
                          </a:solidFill>
                          <a:latin typeface="Catamaran"/>
                          <a:ea typeface="Catamaran"/>
                          <a:cs typeface="Catamaran"/>
                          <a:sym typeface="Catamaran"/>
                        </a:rPr>
                        <a:t>Gym</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accent1"/>
                          </a:solidFill>
                          <a:latin typeface="Cantata One"/>
                          <a:ea typeface="Cantata One"/>
                          <a:cs typeface="Cantata One"/>
                          <a:sym typeface="Cantata One"/>
                        </a:rPr>
                        <a:t>30</a:t>
                      </a: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Mars</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Classe</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Plage</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Vénus</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Yoga</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accent1"/>
                        </a:solidFill>
                        <a:latin typeface="Cantata One"/>
                        <a:ea typeface="Cantata One"/>
                        <a:cs typeface="Cantata One"/>
                        <a:sym typeface="Cantata One"/>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solidFill>
                      <a:srgbClr val="FAC9BF">
                        <a:alpha val="48600"/>
                      </a:srgbClr>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Jupiter</a:t>
                      </a:r>
                      <a:endParaRPr>
                        <a:solidFill>
                          <a:schemeClr val="dk1"/>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970" name="Google Shape;970;p62"/>
          <p:cNvPicPr preferRelativeResize="0"/>
          <p:nvPr/>
        </p:nvPicPr>
        <p:blipFill rotWithShape="1">
          <a:blip r:embed="rId3">
            <a:alphaModFix amt="63000"/>
          </a:blip>
          <a:srcRect l="17536" t="30943" r="20804" b="36495"/>
          <a:stretch/>
        </p:blipFill>
        <p:spPr>
          <a:xfrm rot="2045531">
            <a:off x="-2769518" y="-1171670"/>
            <a:ext cx="4824687" cy="1433140"/>
          </a:xfrm>
          <a:prstGeom prst="rect">
            <a:avLst/>
          </a:prstGeom>
          <a:noFill/>
          <a:ln>
            <a:noFill/>
          </a:ln>
        </p:spPr>
      </p:pic>
      <p:pic>
        <p:nvPicPr>
          <p:cNvPr id="971" name="Google Shape;971;p62"/>
          <p:cNvPicPr preferRelativeResize="0"/>
          <p:nvPr/>
        </p:nvPicPr>
        <p:blipFill rotWithShape="1">
          <a:blip r:embed="rId4">
            <a:alphaModFix/>
          </a:blip>
          <a:srcRect l="28680" t="19555" r="23804" b="32703"/>
          <a:stretch/>
        </p:blipFill>
        <p:spPr>
          <a:xfrm rot="-1761291">
            <a:off x="7552448" y="430321"/>
            <a:ext cx="1287877" cy="727827"/>
          </a:xfrm>
          <a:prstGeom prst="rect">
            <a:avLst/>
          </a:prstGeom>
          <a:noFill/>
          <a:ln>
            <a:noFill/>
          </a:ln>
        </p:spPr>
      </p:pic>
      <p:pic>
        <p:nvPicPr>
          <p:cNvPr id="972" name="Google Shape;972;p62"/>
          <p:cNvPicPr preferRelativeResize="0"/>
          <p:nvPr/>
        </p:nvPicPr>
        <p:blipFill rotWithShape="1">
          <a:blip r:embed="rId5">
            <a:alphaModFix/>
          </a:blip>
          <a:srcRect l="45691" t="12052" r="18787" b="20159"/>
          <a:stretch/>
        </p:blipFill>
        <p:spPr>
          <a:xfrm>
            <a:off x="-436700" y="343240"/>
            <a:ext cx="1366949" cy="1467299"/>
          </a:xfrm>
          <a:prstGeom prst="rect">
            <a:avLst/>
          </a:prstGeom>
          <a:noFill/>
          <a:ln>
            <a:noFill/>
          </a:ln>
        </p:spPr>
      </p:pic>
      <p:sp>
        <p:nvSpPr>
          <p:cNvPr id="973" name="Google Shape;973;p62">
            <a:hlinkClick r:id="rId6"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6"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974" name="Google Shape;974;p62">
            <a:hlinkClick r:id="rId7"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975" name="Google Shape;975;p62">
            <a:hlinkClick r:id="rId8"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976" name="Google Shape;976;p62">
            <a:hlinkClick r:id="rId9" action="ppaction://hlinksldjump"/>
          </p:cNvPr>
          <p:cNvSpPr/>
          <p:nvPr/>
        </p:nvSpPr>
        <p:spPr>
          <a:xfrm>
            <a:off x="53348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977" name="Google Shape;977;p62">
            <a:hlinkClick r:id="rId10" action="ppaction://hlinksldjump"/>
          </p:cNvPr>
          <p:cNvSpPr/>
          <p:nvPr/>
        </p:nvSpPr>
        <p:spPr>
          <a:xfrm>
            <a:off x="67785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63"/>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Planificateur annuel</a:t>
            </a:r>
            <a:endParaRPr/>
          </a:p>
        </p:txBody>
      </p:sp>
      <p:graphicFrame>
        <p:nvGraphicFramePr>
          <p:cNvPr id="983" name="Google Shape;983;p63"/>
          <p:cNvGraphicFramePr/>
          <p:nvPr/>
        </p:nvGraphicFramePr>
        <p:xfrm>
          <a:off x="713250" y="1230605"/>
          <a:ext cx="7717500" cy="2956440"/>
        </p:xfrm>
        <a:graphic>
          <a:graphicData uri="http://schemas.openxmlformats.org/drawingml/2006/table">
            <a:tbl>
              <a:tblPr>
                <a:noFill/>
                <a:tableStyleId>{0ABC889B-D672-42EC-825F-092DBC71883A}</a:tableStyleId>
              </a:tblPr>
              <a:tblGrid>
                <a:gridCol w="1286250">
                  <a:extLst>
                    <a:ext uri="{9D8B030D-6E8A-4147-A177-3AD203B41FA5}">
                      <a16:colId xmlns:a16="http://schemas.microsoft.com/office/drawing/2014/main" val="20000"/>
                    </a:ext>
                  </a:extLst>
                </a:gridCol>
                <a:gridCol w="1286250">
                  <a:extLst>
                    <a:ext uri="{9D8B030D-6E8A-4147-A177-3AD203B41FA5}">
                      <a16:colId xmlns:a16="http://schemas.microsoft.com/office/drawing/2014/main" val="20001"/>
                    </a:ext>
                  </a:extLst>
                </a:gridCol>
                <a:gridCol w="1286250">
                  <a:extLst>
                    <a:ext uri="{9D8B030D-6E8A-4147-A177-3AD203B41FA5}">
                      <a16:colId xmlns:a16="http://schemas.microsoft.com/office/drawing/2014/main" val="20002"/>
                    </a:ext>
                  </a:extLst>
                </a:gridCol>
                <a:gridCol w="1286250">
                  <a:extLst>
                    <a:ext uri="{9D8B030D-6E8A-4147-A177-3AD203B41FA5}">
                      <a16:colId xmlns:a16="http://schemas.microsoft.com/office/drawing/2014/main" val="20003"/>
                    </a:ext>
                  </a:extLst>
                </a:gridCol>
                <a:gridCol w="1286250">
                  <a:extLst>
                    <a:ext uri="{9D8B030D-6E8A-4147-A177-3AD203B41FA5}">
                      <a16:colId xmlns:a16="http://schemas.microsoft.com/office/drawing/2014/main" val="20004"/>
                    </a:ext>
                  </a:extLst>
                </a:gridCol>
                <a:gridCol w="1286250">
                  <a:extLst>
                    <a:ext uri="{9D8B030D-6E8A-4147-A177-3AD203B41FA5}">
                      <a16:colId xmlns:a16="http://schemas.microsoft.com/office/drawing/2014/main" val="20005"/>
                    </a:ext>
                  </a:extLst>
                </a:gridCol>
              </a:tblGrid>
              <a:tr h="405125">
                <a:tc>
                  <a:txBody>
                    <a:bodyPr/>
                    <a:lstStyle/>
                    <a:p>
                      <a:pPr marL="0" lvl="0" indent="0" algn="ctr" rtl="0">
                        <a:spcBef>
                          <a:spcPts val="0"/>
                        </a:spcBef>
                        <a:spcAft>
                          <a:spcPts val="0"/>
                        </a:spcAft>
                        <a:buNone/>
                      </a:pPr>
                      <a:r>
                        <a:rPr lang="en" sz="1700">
                          <a:solidFill>
                            <a:schemeClr val="accent1"/>
                          </a:solidFill>
                          <a:latin typeface="Cantata One"/>
                          <a:ea typeface="Cantata One"/>
                          <a:cs typeface="Cantata One"/>
                          <a:sym typeface="Cantata One"/>
                        </a:rPr>
                        <a:t>Jan</a:t>
                      </a:r>
                      <a:endParaRPr sz="1700">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sz="1700">
                          <a:solidFill>
                            <a:schemeClr val="accent1"/>
                          </a:solidFill>
                          <a:latin typeface="Cantata One"/>
                          <a:ea typeface="Cantata One"/>
                          <a:cs typeface="Cantata One"/>
                          <a:sym typeface="Cantata One"/>
                        </a:rPr>
                        <a:t>Fév</a:t>
                      </a:r>
                      <a:endParaRPr sz="1700">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sz="1700">
                          <a:solidFill>
                            <a:schemeClr val="accent1"/>
                          </a:solidFill>
                          <a:latin typeface="Cantata One"/>
                          <a:ea typeface="Cantata One"/>
                          <a:cs typeface="Cantata One"/>
                          <a:sym typeface="Cantata One"/>
                        </a:rPr>
                        <a:t>Mar</a:t>
                      </a:r>
                      <a:endParaRPr sz="1700">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sz="1700">
                          <a:solidFill>
                            <a:schemeClr val="accent1"/>
                          </a:solidFill>
                          <a:latin typeface="Cantata One"/>
                          <a:ea typeface="Cantata One"/>
                          <a:cs typeface="Cantata One"/>
                          <a:sym typeface="Cantata One"/>
                        </a:rPr>
                        <a:t>Avr</a:t>
                      </a:r>
                      <a:endParaRPr sz="1700">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sz="1700">
                          <a:solidFill>
                            <a:schemeClr val="accent1"/>
                          </a:solidFill>
                          <a:latin typeface="Cantata One"/>
                          <a:ea typeface="Cantata One"/>
                          <a:cs typeface="Cantata One"/>
                          <a:sym typeface="Cantata One"/>
                        </a:rPr>
                        <a:t>Mai</a:t>
                      </a:r>
                      <a:endParaRPr sz="1700">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sz="1700">
                          <a:solidFill>
                            <a:schemeClr val="accent1"/>
                          </a:solidFill>
                          <a:latin typeface="Cantata One"/>
                          <a:ea typeface="Cantata One"/>
                          <a:cs typeface="Cantata One"/>
                          <a:sym typeface="Cantata One"/>
                        </a:rPr>
                        <a:t>Juin</a:t>
                      </a:r>
                      <a:endParaRPr sz="1700">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extLst>
                  <a:ext uri="{0D108BD9-81ED-4DB2-BD59-A6C34878D82A}">
                    <a16:rowId xmlns:a16="http://schemas.microsoft.com/office/drawing/2014/main" val="10000"/>
                  </a:ext>
                </a:extLst>
              </a:tr>
              <a:tr h="787100">
                <a:tc>
                  <a:txBody>
                    <a:bodyPr/>
                    <a:lstStyle/>
                    <a:p>
                      <a:pPr marL="114300" lvl="0" indent="-146050" algn="l" rtl="0">
                        <a:spcBef>
                          <a:spcPts val="0"/>
                        </a:spcBef>
                        <a:spcAft>
                          <a:spcPts val="0"/>
                        </a:spcAft>
                        <a:buClr>
                          <a:schemeClr val="lt2"/>
                        </a:buClr>
                        <a:buSzPts val="1400"/>
                        <a:buFont typeface="Catamaran"/>
                        <a:buChar char="●"/>
                      </a:pPr>
                      <a:r>
                        <a:rPr lang="en">
                          <a:latin typeface="Catamaran"/>
                          <a:ea typeface="Catamaran"/>
                          <a:cs typeface="Catamaran"/>
                          <a:sym typeface="Catamaran"/>
                        </a:rPr>
                        <a:t>Notez votre idée ici</a:t>
                      </a:r>
                      <a:endParaRPr>
                        <a:latin typeface="Catamaran"/>
                        <a:ea typeface="Catamaran"/>
                        <a:cs typeface="Catamaran"/>
                        <a:sym typeface="Catamaran"/>
                      </a:endParaRPr>
                    </a:p>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latin typeface="Catamaran"/>
                        <a:ea typeface="Catamaran"/>
                        <a:cs typeface="Catamaran"/>
                        <a:sym typeface="Catamaran"/>
                      </a:endParaRPr>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1"/>
                  </a:ext>
                </a:extLst>
              </a:tr>
              <a:tr h="405125">
                <a:tc>
                  <a:txBody>
                    <a:bodyPr/>
                    <a:lstStyle/>
                    <a:p>
                      <a:pPr marL="0" lvl="0" indent="0" algn="ctr" rtl="0">
                        <a:spcBef>
                          <a:spcPts val="0"/>
                        </a:spcBef>
                        <a:spcAft>
                          <a:spcPts val="0"/>
                        </a:spcAft>
                        <a:buNone/>
                      </a:pPr>
                      <a:r>
                        <a:rPr lang="en" sz="1700">
                          <a:solidFill>
                            <a:schemeClr val="accent1"/>
                          </a:solidFill>
                          <a:latin typeface="Cantata One"/>
                          <a:ea typeface="Cantata One"/>
                          <a:cs typeface="Cantata One"/>
                          <a:sym typeface="Cantata One"/>
                        </a:rPr>
                        <a:t>Juil</a:t>
                      </a:r>
                      <a:endParaRPr sz="1700">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alpha val="0"/>
                        </a:schemeClr>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sz="1700">
                          <a:solidFill>
                            <a:schemeClr val="accent1"/>
                          </a:solidFill>
                          <a:latin typeface="Cantata One"/>
                          <a:ea typeface="Cantata One"/>
                          <a:cs typeface="Cantata One"/>
                          <a:sym typeface="Cantata One"/>
                        </a:rPr>
                        <a:t>Août</a:t>
                      </a:r>
                      <a:endParaRPr sz="1700">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sz="1700">
                          <a:solidFill>
                            <a:schemeClr val="accent1"/>
                          </a:solidFill>
                          <a:latin typeface="Cantata One"/>
                          <a:ea typeface="Cantata One"/>
                          <a:cs typeface="Cantata One"/>
                          <a:sym typeface="Cantata One"/>
                        </a:rPr>
                        <a:t>Sep</a:t>
                      </a:r>
                      <a:endParaRPr sz="1700">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sz="1700">
                          <a:solidFill>
                            <a:schemeClr val="accent1"/>
                          </a:solidFill>
                          <a:latin typeface="Cantata One"/>
                          <a:ea typeface="Cantata One"/>
                          <a:cs typeface="Cantata One"/>
                          <a:sym typeface="Cantata One"/>
                        </a:rPr>
                        <a:t>Oct</a:t>
                      </a:r>
                      <a:endParaRPr sz="1700">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sz="1700">
                          <a:solidFill>
                            <a:schemeClr val="accent1"/>
                          </a:solidFill>
                          <a:latin typeface="Cantata One"/>
                          <a:ea typeface="Cantata One"/>
                          <a:cs typeface="Cantata One"/>
                          <a:sym typeface="Cantata One"/>
                        </a:rPr>
                        <a:t>Nov</a:t>
                      </a:r>
                      <a:endParaRPr sz="1700">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tc>
                  <a:txBody>
                    <a:bodyPr/>
                    <a:lstStyle/>
                    <a:p>
                      <a:pPr marL="0" lvl="0" indent="0" algn="ctr" rtl="0">
                        <a:spcBef>
                          <a:spcPts val="0"/>
                        </a:spcBef>
                        <a:spcAft>
                          <a:spcPts val="0"/>
                        </a:spcAft>
                        <a:buNone/>
                      </a:pPr>
                      <a:r>
                        <a:rPr lang="en" sz="1700">
                          <a:solidFill>
                            <a:schemeClr val="accent1"/>
                          </a:solidFill>
                          <a:latin typeface="Cantata One"/>
                          <a:ea typeface="Cantata One"/>
                          <a:cs typeface="Cantata One"/>
                          <a:sym typeface="Cantata One"/>
                        </a:rPr>
                        <a:t>Déc</a:t>
                      </a:r>
                      <a:endParaRPr sz="1700">
                        <a:solidFill>
                          <a:schemeClr val="accent1"/>
                        </a:solidFill>
                        <a:latin typeface="Cantata One"/>
                        <a:ea typeface="Cantata One"/>
                        <a:cs typeface="Cantata One"/>
                        <a:sym typeface="Cantata One"/>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FAC9BF">
                        <a:alpha val="48600"/>
                      </a:srgbClr>
                    </a:solidFill>
                  </a:tcPr>
                </a:tc>
                <a:extLst>
                  <a:ext uri="{0D108BD9-81ED-4DB2-BD59-A6C34878D82A}">
                    <a16:rowId xmlns:a16="http://schemas.microsoft.com/office/drawing/2014/main" val="10002"/>
                  </a:ext>
                </a:extLst>
              </a:tr>
              <a:tr h="787100">
                <a:tc>
                  <a:txBody>
                    <a:bodyPr/>
                    <a:lstStyle/>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tc>
                  <a:txBody>
                    <a:bodyPr/>
                    <a:lstStyle/>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tc>
                  <a:txBody>
                    <a:bodyPr/>
                    <a:lstStyle/>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tc>
                  <a:txBody>
                    <a:bodyPr/>
                    <a:lstStyle/>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tc>
                  <a:txBody>
                    <a:bodyPr/>
                    <a:lstStyle/>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tc>
                  <a:txBody>
                    <a:bodyPr/>
                    <a:lstStyle/>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p>
                      <a:pPr marL="114300" lvl="0" indent="-146050" algn="l" rtl="0">
                        <a:spcBef>
                          <a:spcPts val="0"/>
                        </a:spcBef>
                        <a:spcAft>
                          <a:spcPts val="0"/>
                        </a:spcAft>
                        <a:buClr>
                          <a:schemeClr val="lt2"/>
                        </a:buClr>
                        <a:buSzPts val="1400"/>
                        <a:buFont typeface="Catamaran"/>
                        <a:buChar char="●"/>
                      </a:pPr>
                      <a:r>
                        <a:rPr lang="en">
                          <a:solidFill>
                            <a:schemeClr val="dk1"/>
                          </a:solidFill>
                          <a:latin typeface="Catamaran"/>
                          <a:ea typeface="Catamaran"/>
                          <a:cs typeface="Catamaran"/>
                          <a:sym typeface="Catamaran"/>
                        </a:rPr>
                        <a:t>Notez votre idée ici</a:t>
                      </a:r>
                      <a:endParaRPr>
                        <a:solidFill>
                          <a:schemeClr val="dk1"/>
                        </a:solidFill>
                        <a:latin typeface="Catamaran"/>
                        <a:ea typeface="Catamaran"/>
                        <a:cs typeface="Catamaran"/>
                        <a:sym typeface="Catamaran"/>
                      </a:endParaRPr>
                    </a:p>
                  </a:txBody>
                  <a:tcPr marL="91425" marR="91425" marT="91425" marB="91425">
                    <a:lnL w="19050" cap="flat" cmpd="sng">
                      <a:solidFill>
                        <a:schemeClr val="accent3"/>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alpha val="0"/>
                        </a:scheme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984" name="Google Shape;984;p63">
            <a:hlinkClick r:id="rId3"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3"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985" name="Google Shape;985;p63">
            <a:hlinkClick r:id="rId4"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4"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986" name="Google Shape;986;p63">
            <a:hlinkClick r:id="rId5"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5"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987" name="Google Shape;987;p63">
            <a:hlinkClick r:id="rId6" action="ppaction://hlinksldjump"/>
          </p:cNvPr>
          <p:cNvSpPr/>
          <p:nvPr/>
        </p:nvSpPr>
        <p:spPr>
          <a:xfrm>
            <a:off x="53348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6"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988" name="Google Shape;988;p63">
            <a:hlinkClick r:id="rId7" action="ppaction://hlinksldjump"/>
          </p:cNvPr>
          <p:cNvSpPr/>
          <p:nvPr/>
        </p:nvSpPr>
        <p:spPr>
          <a:xfrm>
            <a:off x="67785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pic>
        <p:nvPicPr>
          <p:cNvPr id="993" name="Google Shape;993;p64"/>
          <p:cNvPicPr preferRelativeResize="0"/>
          <p:nvPr/>
        </p:nvPicPr>
        <p:blipFill rotWithShape="1">
          <a:blip r:embed="rId3">
            <a:alphaModFix amt="76000"/>
          </a:blip>
          <a:srcRect l="37412" t="9009" r="30455" b="20771"/>
          <a:stretch/>
        </p:blipFill>
        <p:spPr>
          <a:xfrm>
            <a:off x="1914539" y="1393084"/>
            <a:ext cx="1432411" cy="1760740"/>
          </a:xfrm>
          <a:prstGeom prst="rect">
            <a:avLst/>
          </a:prstGeom>
          <a:noFill/>
          <a:ln>
            <a:noFill/>
          </a:ln>
        </p:spPr>
      </p:pic>
      <p:sp>
        <p:nvSpPr>
          <p:cNvPr id="994" name="Google Shape;994;p64"/>
          <p:cNvSpPr txBox="1">
            <a:spLocks noGrp="1"/>
          </p:cNvSpPr>
          <p:nvPr>
            <p:ph type="title"/>
          </p:nvPr>
        </p:nvSpPr>
        <p:spPr>
          <a:xfrm>
            <a:off x="3436375" y="1533775"/>
            <a:ext cx="3863400" cy="91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Les devoirs</a:t>
            </a:r>
            <a:endParaRPr/>
          </a:p>
        </p:txBody>
      </p:sp>
      <p:sp>
        <p:nvSpPr>
          <p:cNvPr id="995" name="Google Shape;995;p64"/>
          <p:cNvSpPr txBox="1">
            <a:spLocks noGrp="1"/>
          </p:cNvSpPr>
          <p:nvPr>
            <p:ph type="title" idx="2"/>
          </p:nvPr>
        </p:nvSpPr>
        <p:spPr>
          <a:xfrm>
            <a:off x="1844225" y="1709475"/>
            <a:ext cx="1624200" cy="108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05</a:t>
            </a:r>
            <a:endParaRPr/>
          </a:p>
        </p:txBody>
      </p:sp>
      <p:sp>
        <p:nvSpPr>
          <p:cNvPr id="996" name="Google Shape;996;p64"/>
          <p:cNvSpPr txBox="1">
            <a:spLocks noGrp="1"/>
          </p:cNvSpPr>
          <p:nvPr>
            <p:ph type="subTitle" idx="1"/>
          </p:nvPr>
        </p:nvSpPr>
        <p:spPr>
          <a:xfrm>
            <a:off x="3436375" y="2491650"/>
            <a:ext cx="3863400" cy="693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Clr>
                <a:schemeClr val="dk1"/>
              </a:buClr>
              <a:buSzPts val="1100"/>
              <a:buFont typeface="Arial"/>
              <a:buNone/>
            </a:pPr>
            <a:r>
              <a:rPr lang="en"/>
              <a:t>Vous pouvez entrer un sous-titre ici si vous en avez besoin</a:t>
            </a:r>
            <a:endParaRPr/>
          </a:p>
        </p:txBody>
      </p:sp>
      <p:pic>
        <p:nvPicPr>
          <p:cNvPr id="997" name="Google Shape;997;p64"/>
          <p:cNvPicPr preferRelativeResize="0"/>
          <p:nvPr/>
        </p:nvPicPr>
        <p:blipFill rotWithShape="1">
          <a:blip r:embed="rId4">
            <a:alphaModFix amt="62000"/>
          </a:blip>
          <a:srcRect l="60047" t="21324" r="10380" b="61757"/>
          <a:stretch/>
        </p:blipFill>
        <p:spPr>
          <a:xfrm flipH="1">
            <a:off x="7264250" y="2797575"/>
            <a:ext cx="2679082" cy="862075"/>
          </a:xfrm>
          <a:prstGeom prst="rect">
            <a:avLst/>
          </a:prstGeom>
          <a:noFill/>
          <a:ln>
            <a:noFill/>
          </a:ln>
        </p:spPr>
      </p:pic>
      <p:grpSp>
        <p:nvGrpSpPr>
          <p:cNvPr id="998" name="Google Shape;998;p64"/>
          <p:cNvGrpSpPr/>
          <p:nvPr/>
        </p:nvGrpSpPr>
        <p:grpSpPr>
          <a:xfrm rot="6958614">
            <a:off x="7735294" y="155683"/>
            <a:ext cx="1500822" cy="2830782"/>
            <a:chOff x="2145200" y="1846500"/>
            <a:chExt cx="1056700" cy="1993100"/>
          </a:xfrm>
        </p:grpSpPr>
        <p:sp>
          <p:nvSpPr>
            <p:cNvPr id="999" name="Google Shape;999;p64"/>
            <p:cNvSpPr/>
            <p:nvPr/>
          </p:nvSpPr>
          <p:spPr>
            <a:xfrm>
              <a:off x="2145200" y="1846500"/>
              <a:ext cx="1056700" cy="1993100"/>
            </a:xfrm>
            <a:custGeom>
              <a:avLst/>
              <a:gdLst/>
              <a:ahLst/>
              <a:cxnLst/>
              <a:rect l="l" t="t" r="r" b="b"/>
              <a:pathLst>
                <a:path w="42268" h="79724" extrusionOk="0">
                  <a:moveTo>
                    <a:pt x="31397" y="417"/>
                  </a:moveTo>
                  <a:cubicBezTo>
                    <a:pt x="31635" y="2676"/>
                    <a:pt x="31873" y="4936"/>
                    <a:pt x="31980" y="7208"/>
                  </a:cubicBezTo>
                  <a:lnTo>
                    <a:pt x="31980" y="7208"/>
                  </a:lnTo>
                  <a:cubicBezTo>
                    <a:pt x="31977" y="7176"/>
                    <a:pt x="31957" y="7153"/>
                    <a:pt x="31957" y="7120"/>
                  </a:cubicBezTo>
                  <a:cubicBezTo>
                    <a:pt x="31742" y="5179"/>
                    <a:pt x="31504" y="3239"/>
                    <a:pt x="31278" y="1286"/>
                  </a:cubicBezTo>
                  <a:cubicBezTo>
                    <a:pt x="31242" y="1072"/>
                    <a:pt x="31266" y="833"/>
                    <a:pt x="31266" y="595"/>
                  </a:cubicBezTo>
                  <a:cubicBezTo>
                    <a:pt x="31266" y="536"/>
                    <a:pt x="31302" y="476"/>
                    <a:pt x="31326" y="417"/>
                  </a:cubicBezTo>
                  <a:close/>
                  <a:moveTo>
                    <a:pt x="32397" y="16573"/>
                  </a:moveTo>
                  <a:cubicBezTo>
                    <a:pt x="32421" y="16573"/>
                    <a:pt x="32457" y="16597"/>
                    <a:pt x="32493" y="16609"/>
                  </a:cubicBezTo>
                  <a:cubicBezTo>
                    <a:pt x="32731" y="21300"/>
                    <a:pt x="32242" y="25920"/>
                    <a:pt x="31040" y="30539"/>
                  </a:cubicBezTo>
                  <a:cubicBezTo>
                    <a:pt x="30921" y="30480"/>
                    <a:pt x="30838" y="30444"/>
                    <a:pt x="30766" y="30420"/>
                  </a:cubicBezTo>
                  <a:cubicBezTo>
                    <a:pt x="29635" y="30028"/>
                    <a:pt x="28599" y="29480"/>
                    <a:pt x="27670" y="28706"/>
                  </a:cubicBezTo>
                  <a:cubicBezTo>
                    <a:pt x="26575" y="27801"/>
                    <a:pt x="25742" y="26682"/>
                    <a:pt x="25337" y="25301"/>
                  </a:cubicBezTo>
                  <a:cubicBezTo>
                    <a:pt x="24801" y="23467"/>
                    <a:pt x="24980" y="21669"/>
                    <a:pt x="25658" y="19895"/>
                  </a:cubicBezTo>
                  <a:cubicBezTo>
                    <a:pt x="25920" y="19276"/>
                    <a:pt x="26254" y="18681"/>
                    <a:pt x="26718" y="18181"/>
                  </a:cubicBezTo>
                  <a:cubicBezTo>
                    <a:pt x="27492" y="17371"/>
                    <a:pt x="28444" y="16859"/>
                    <a:pt x="29575" y="16740"/>
                  </a:cubicBezTo>
                  <a:cubicBezTo>
                    <a:pt x="30516" y="16633"/>
                    <a:pt x="31457" y="16621"/>
                    <a:pt x="32397" y="16573"/>
                  </a:cubicBezTo>
                  <a:close/>
                  <a:moveTo>
                    <a:pt x="36362" y="16388"/>
                  </a:moveTo>
                  <a:cubicBezTo>
                    <a:pt x="36678" y="16388"/>
                    <a:pt x="36993" y="16399"/>
                    <a:pt x="37303" y="16431"/>
                  </a:cubicBezTo>
                  <a:cubicBezTo>
                    <a:pt x="38374" y="16514"/>
                    <a:pt x="39291" y="16966"/>
                    <a:pt x="40053" y="17740"/>
                  </a:cubicBezTo>
                  <a:cubicBezTo>
                    <a:pt x="40553" y="18240"/>
                    <a:pt x="40922" y="18836"/>
                    <a:pt x="41184" y="19479"/>
                  </a:cubicBezTo>
                  <a:cubicBezTo>
                    <a:pt x="42053" y="21574"/>
                    <a:pt x="42137" y="23705"/>
                    <a:pt x="41339" y="25848"/>
                  </a:cubicBezTo>
                  <a:cubicBezTo>
                    <a:pt x="40922" y="26956"/>
                    <a:pt x="40386" y="27980"/>
                    <a:pt x="39481" y="28765"/>
                  </a:cubicBezTo>
                  <a:cubicBezTo>
                    <a:pt x="39184" y="29039"/>
                    <a:pt x="38862" y="29289"/>
                    <a:pt x="38541" y="29516"/>
                  </a:cubicBezTo>
                  <a:cubicBezTo>
                    <a:pt x="37422" y="30266"/>
                    <a:pt x="36231" y="30837"/>
                    <a:pt x="34874" y="30980"/>
                  </a:cubicBezTo>
                  <a:cubicBezTo>
                    <a:pt x="34612" y="31009"/>
                    <a:pt x="34351" y="31022"/>
                    <a:pt x="34091" y="31022"/>
                  </a:cubicBezTo>
                  <a:cubicBezTo>
                    <a:pt x="33380" y="31022"/>
                    <a:pt x="32671" y="30923"/>
                    <a:pt x="31957" y="30766"/>
                  </a:cubicBezTo>
                  <a:cubicBezTo>
                    <a:pt x="31742" y="30706"/>
                    <a:pt x="31528" y="30647"/>
                    <a:pt x="31278" y="30539"/>
                  </a:cubicBezTo>
                  <a:cubicBezTo>
                    <a:pt x="32481" y="25944"/>
                    <a:pt x="32969" y="21288"/>
                    <a:pt x="32766" y="16550"/>
                  </a:cubicBezTo>
                  <a:cubicBezTo>
                    <a:pt x="32909" y="16538"/>
                    <a:pt x="33004" y="16514"/>
                    <a:pt x="33100" y="16514"/>
                  </a:cubicBezTo>
                  <a:cubicBezTo>
                    <a:pt x="34028" y="16478"/>
                    <a:pt x="34969" y="16431"/>
                    <a:pt x="35886" y="16395"/>
                  </a:cubicBezTo>
                  <a:cubicBezTo>
                    <a:pt x="36045" y="16391"/>
                    <a:pt x="36203" y="16388"/>
                    <a:pt x="36362" y="16388"/>
                  </a:cubicBezTo>
                  <a:close/>
                  <a:moveTo>
                    <a:pt x="24908" y="21622"/>
                  </a:moveTo>
                  <a:lnTo>
                    <a:pt x="24908" y="21622"/>
                  </a:lnTo>
                  <a:cubicBezTo>
                    <a:pt x="24742" y="22765"/>
                    <a:pt x="24730" y="23884"/>
                    <a:pt x="24992" y="24991"/>
                  </a:cubicBezTo>
                  <a:cubicBezTo>
                    <a:pt x="25265" y="26098"/>
                    <a:pt x="25813" y="27075"/>
                    <a:pt x="26527" y="27980"/>
                  </a:cubicBezTo>
                  <a:cubicBezTo>
                    <a:pt x="26492" y="28039"/>
                    <a:pt x="26480" y="28063"/>
                    <a:pt x="26468" y="28087"/>
                  </a:cubicBezTo>
                  <a:cubicBezTo>
                    <a:pt x="26444" y="28123"/>
                    <a:pt x="26397" y="28170"/>
                    <a:pt x="26349" y="28218"/>
                  </a:cubicBezTo>
                  <a:cubicBezTo>
                    <a:pt x="25754" y="28813"/>
                    <a:pt x="25099" y="29301"/>
                    <a:pt x="24372" y="29706"/>
                  </a:cubicBezTo>
                  <a:cubicBezTo>
                    <a:pt x="23087" y="30409"/>
                    <a:pt x="21741" y="30920"/>
                    <a:pt x="20289" y="31254"/>
                  </a:cubicBezTo>
                  <a:cubicBezTo>
                    <a:pt x="18783" y="31584"/>
                    <a:pt x="17268" y="31664"/>
                    <a:pt x="15737" y="31664"/>
                  </a:cubicBezTo>
                  <a:cubicBezTo>
                    <a:pt x="15500" y="31664"/>
                    <a:pt x="15263" y="31662"/>
                    <a:pt x="15026" y="31659"/>
                  </a:cubicBezTo>
                  <a:cubicBezTo>
                    <a:pt x="14752" y="31659"/>
                    <a:pt x="14490" y="31623"/>
                    <a:pt x="14240" y="31552"/>
                  </a:cubicBezTo>
                  <a:cubicBezTo>
                    <a:pt x="13859" y="31432"/>
                    <a:pt x="13478" y="31313"/>
                    <a:pt x="13133" y="31123"/>
                  </a:cubicBezTo>
                  <a:cubicBezTo>
                    <a:pt x="12728" y="30897"/>
                    <a:pt x="12645" y="30599"/>
                    <a:pt x="12823" y="30182"/>
                  </a:cubicBezTo>
                  <a:cubicBezTo>
                    <a:pt x="12954" y="29873"/>
                    <a:pt x="13121" y="29575"/>
                    <a:pt x="13312" y="29301"/>
                  </a:cubicBezTo>
                  <a:cubicBezTo>
                    <a:pt x="13800" y="28634"/>
                    <a:pt x="14324" y="27968"/>
                    <a:pt x="14859" y="27325"/>
                  </a:cubicBezTo>
                  <a:cubicBezTo>
                    <a:pt x="16110" y="25825"/>
                    <a:pt x="17598" y="24586"/>
                    <a:pt x="19336" y="23705"/>
                  </a:cubicBezTo>
                  <a:cubicBezTo>
                    <a:pt x="19991" y="23360"/>
                    <a:pt x="20670" y="23062"/>
                    <a:pt x="21336" y="22765"/>
                  </a:cubicBezTo>
                  <a:cubicBezTo>
                    <a:pt x="22408" y="22312"/>
                    <a:pt x="23491" y="21919"/>
                    <a:pt x="24634" y="21669"/>
                  </a:cubicBezTo>
                  <a:cubicBezTo>
                    <a:pt x="24718" y="21657"/>
                    <a:pt x="24789" y="21634"/>
                    <a:pt x="24908" y="21622"/>
                  </a:cubicBezTo>
                  <a:close/>
                  <a:moveTo>
                    <a:pt x="11168" y="32742"/>
                  </a:moveTo>
                  <a:lnTo>
                    <a:pt x="11168" y="32742"/>
                  </a:lnTo>
                  <a:cubicBezTo>
                    <a:pt x="11299" y="32778"/>
                    <a:pt x="11407" y="32814"/>
                    <a:pt x="11514" y="32861"/>
                  </a:cubicBezTo>
                  <a:cubicBezTo>
                    <a:pt x="12228" y="33147"/>
                    <a:pt x="12942" y="33409"/>
                    <a:pt x="13645" y="33718"/>
                  </a:cubicBezTo>
                  <a:cubicBezTo>
                    <a:pt x="15586" y="34564"/>
                    <a:pt x="17526" y="35457"/>
                    <a:pt x="19491" y="36314"/>
                  </a:cubicBezTo>
                  <a:cubicBezTo>
                    <a:pt x="20217" y="36635"/>
                    <a:pt x="20991" y="36874"/>
                    <a:pt x="21753" y="37159"/>
                  </a:cubicBezTo>
                  <a:cubicBezTo>
                    <a:pt x="21801" y="37171"/>
                    <a:pt x="21836" y="37207"/>
                    <a:pt x="21896" y="37219"/>
                  </a:cubicBezTo>
                  <a:cubicBezTo>
                    <a:pt x="21896" y="37231"/>
                    <a:pt x="21884" y="37243"/>
                    <a:pt x="21884" y="37266"/>
                  </a:cubicBezTo>
                  <a:cubicBezTo>
                    <a:pt x="21825" y="37266"/>
                    <a:pt x="21777" y="37278"/>
                    <a:pt x="21741" y="37278"/>
                  </a:cubicBezTo>
                  <a:cubicBezTo>
                    <a:pt x="20503" y="37278"/>
                    <a:pt x="19265" y="37278"/>
                    <a:pt x="18026" y="37112"/>
                  </a:cubicBezTo>
                  <a:cubicBezTo>
                    <a:pt x="16836" y="36969"/>
                    <a:pt x="15729" y="36576"/>
                    <a:pt x="14740" y="35873"/>
                  </a:cubicBezTo>
                  <a:cubicBezTo>
                    <a:pt x="14181" y="35457"/>
                    <a:pt x="13645" y="35016"/>
                    <a:pt x="13109" y="34552"/>
                  </a:cubicBezTo>
                  <a:cubicBezTo>
                    <a:pt x="12466" y="34004"/>
                    <a:pt x="11835" y="33421"/>
                    <a:pt x="11216" y="32861"/>
                  </a:cubicBezTo>
                  <a:cubicBezTo>
                    <a:pt x="11204" y="32837"/>
                    <a:pt x="11204" y="32802"/>
                    <a:pt x="11168" y="32742"/>
                  </a:cubicBezTo>
                  <a:close/>
                  <a:moveTo>
                    <a:pt x="7748" y="32018"/>
                  </a:moveTo>
                  <a:cubicBezTo>
                    <a:pt x="9270" y="32018"/>
                    <a:pt x="10668" y="32537"/>
                    <a:pt x="11919" y="33754"/>
                  </a:cubicBezTo>
                  <a:cubicBezTo>
                    <a:pt x="12454" y="34278"/>
                    <a:pt x="12990" y="34778"/>
                    <a:pt x="13550" y="35266"/>
                  </a:cubicBezTo>
                  <a:cubicBezTo>
                    <a:pt x="14443" y="36040"/>
                    <a:pt x="15419" y="36683"/>
                    <a:pt x="16574" y="37040"/>
                  </a:cubicBezTo>
                  <a:cubicBezTo>
                    <a:pt x="17348" y="37278"/>
                    <a:pt x="18145" y="37397"/>
                    <a:pt x="18955" y="37445"/>
                  </a:cubicBezTo>
                  <a:cubicBezTo>
                    <a:pt x="19592" y="37476"/>
                    <a:pt x="20231" y="37497"/>
                    <a:pt x="20873" y="37497"/>
                  </a:cubicBezTo>
                  <a:cubicBezTo>
                    <a:pt x="21467" y="37497"/>
                    <a:pt x="22062" y="37479"/>
                    <a:pt x="22658" y="37433"/>
                  </a:cubicBezTo>
                  <a:cubicBezTo>
                    <a:pt x="22777" y="37421"/>
                    <a:pt x="22896" y="37417"/>
                    <a:pt x="23015" y="37417"/>
                  </a:cubicBezTo>
                  <a:cubicBezTo>
                    <a:pt x="23253" y="37417"/>
                    <a:pt x="23491" y="37433"/>
                    <a:pt x="23730" y="37433"/>
                  </a:cubicBezTo>
                  <a:lnTo>
                    <a:pt x="23730" y="37493"/>
                  </a:lnTo>
                  <a:cubicBezTo>
                    <a:pt x="23658" y="37517"/>
                    <a:pt x="23599" y="37552"/>
                    <a:pt x="23539" y="37564"/>
                  </a:cubicBezTo>
                  <a:cubicBezTo>
                    <a:pt x="22703" y="37799"/>
                    <a:pt x="21852" y="37893"/>
                    <a:pt x="20987" y="37893"/>
                  </a:cubicBezTo>
                  <a:cubicBezTo>
                    <a:pt x="20755" y="37893"/>
                    <a:pt x="20522" y="37886"/>
                    <a:pt x="20289" y="37874"/>
                  </a:cubicBezTo>
                  <a:cubicBezTo>
                    <a:pt x="19241" y="37814"/>
                    <a:pt x="18193" y="37636"/>
                    <a:pt x="17169" y="37409"/>
                  </a:cubicBezTo>
                  <a:cubicBezTo>
                    <a:pt x="14026" y="36743"/>
                    <a:pt x="10918" y="36040"/>
                    <a:pt x="7763" y="35492"/>
                  </a:cubicBezTo>
                  <a:cubicBezTo>
                    <a:pt x="7180" y="35385"/>
                    <a:pt x="6620" y="35231"/>
                    <a:pt x="6049" y="35052"/>
                  </a:cubicBezTo>
                  <a:cubicBezTo>
                    <a:pt x="5561" y="34897"/>
                    <a:pt x="5108" y="34671"/>
                    <a:pt x="4715" y="34373"/>
                  </a:cubicBezTo>
                  <a:cubicBezTo>
                    <a:pt x="4572" y="34254"/>
                    <a:pt x="4441" y="34123"/>
                    <a:pt x="4322" y="33992"/>
                  </a:cubicBezTo>
                  <a:cubicBezTo>
                    <a:pt x="4156" y="33778"/>
                    <a:pt x="4132" y="33540"/>
                    <a:pt x="4251" y="33326"/>
                  </a:cubicBezTo>
                  <a:cubicBezTo>
                    <a:pt x="4322" y="33171"/>
                    <a:pt x="4429" y="33028"/>
                    <a:pt x="4549" y="32909"/>
                  </a:cubicBezTo>
                  <a:cubicBezTo>
                    <a:pt x="4846" y="32587"/>
                    <a:pt x="5227" y="32409"/>
                    <a:pt x="5632" y="32314"/>
                  </a:cubicBezTo>
                  <a:cubicBezTo>
                    <a:pt x="6361" y="32122"/>
                    <a:pt x="7067" y="32018"/>
                    <a:pt x="7748" y="32018"/>
                  </a:cubicBezTo>
                  <a:close/>
                  <a:moveTo>
                    <a:pt x="27813" y="51899"/>
                  </a:moveTo>
                  <a:cubicBezTo>
                    <a:pt x="27790" y="51911"/>
                    <a:pt x="27790" y="51923"/>
                    <a:pt x="27790" y="51935"/>
                  </a:cubicBezTo>
                  <a:cubicBezTo>
                    <a:pt x="27492" y="52054"/>
                    <a:pt x="27182" y="52173"/>
                    <a:pt x="26873" y="52316"/>
                  </a:cubicBezTo>
                  <a:cubicBezTo>
                    <a:pt x="26504" y="52471"/>
                    <a:pt x="26123" y="52673"/>
                    <a:pt x="25754" y="52816"/>
                  </a:cubicBezTo>
                  <a:cubicBezTo>
                    <a:pt x="25116" y="53071"/>
                    <a:pt x="24472" y="53229"/>
                    <a:pt x="23809" y="53229"/>
                  </a:cubicBezTo>
                  <a:cubicBezTo>
                    <a:pt x="23544" y="53229"/>
                    <a:pt x="23275" y="53204"/>
                    <a:pt x="23003" y="53149"/>
                  </a:cubicBezTo>
                  <a:cubicBezTo>
                    <a:pt x="22587" y="53054"/>
                    <a:pt x="22170" y="52947"/>
                    <a:pt x="21753" y="52864"/>
                  </a:cubicBezTo>
                  <a:cubicBezTo>
                    <a:pt x="21384" y="52792"/>
                    <a:pt x="21003" y="52733"/>
                    <a:pt x="20634" y="52673"/>
                  </a:cubicBezTo>
                  <a:cubicBezTo>
                    <a:pt x="20562" y="52649"/>
                    <a:pt x="20491" y="52649"/>
                    <a:pt x="20408" y="52637"/>
                  </a:cubicBezTo>
                  <a:cubicBezTo>
                    <a:pt x="20610" y="52530"/>
                    <a:pt x="20801" y="52471"/>
                    <a:pt x="20991" y="52459"/>
                  </a:cubicBezTo>
                  <a:cubicBezTo>
                    <a:pt x="21563" y="52411"/>
                    <a:pt x="22134" y="52399"/>
                    <a:pt x="22706" y="52352"/>
                  </a:cubicBezTo>
                  <a:cubicBezTo>
                    <a:pt x="23134" y="52340"/>
                    <a:pt x="23551" y="52304"/>
                    <a:pt x="23980" y="52268"/>
                  </a:cubicBezTo>
                  <a:cubicBezTo>
                    <a:pt x="24968" y="52161"/>
                    <a:pt x="25944" y="52030"/>
                    <a:pt x="26932" y="51923"/>
                  </a:cubicBezTo>
                  <a:cubicBezTo>
                    <a:pt x="27230" y="51899"/>
                    <a:pt x="27528" y="51911"/>
                    <a:pt x="27813" y="51899"/>
                  </a:cubicBezTo>
                  <a:close/>
                  <a:moveTo>
                    <a:pt x="10735" y="42923"/>
                  </a:moveTo>
                  <a:cubicBezTo>
                    <a:pt x="11859" y="42923"/>
                    <a:pt x="12976" y="43087"/>
                    <a:pt x="14085" y="43398"/>
                  </a:cubicBezTo>
                  <a:cubicBezTo>
                    <a:pt x="16562" y="44077"/>
                    <a:pt x="18860" y="45125"/>
                    <a:pt x="21003" y="46541"/>
                  </a:cubicBezTo>
                  <a:cubicBezTo>
                    <a:pt x="21694" y="46982"/>
                    <a:pt x="22372" y="47458"/>
                    <a:pt x="23241" y="47661"/>
                  </a:cubicBezTo>
                  <a:cubicBezTo>
                    <a:pt x="23170" y="47780"/>
                    <a:pt x="23122" y="47875"/>
                    <a:pt x="23063" y="47958"/>
                  </a:cubicBezTo>
                  <a:cubicBezTo>
                    <a:pt x="21860" y="49792"/>
                    <a:pt x="20289" y="51256"/>
                    <a:pt x="18372" y="52352"/>
                  </a:cubicBezTo>
                  <a:cubicBezTo>
                    <a:pt x="16883" y="53197"/>
                    <a:pt x="15288" y="53709"/>
                    <a:pt x="13573" y="53780"/>
                  </a:cubicBezTo>
                  <a:cubicBezTo>
                    <a:pt x="12002" y="53840"/>
                    <a:pt x="10442" y="53899"/>
                    <a:pt x="8859" y="53947"/>
                  </a:cubicBezTo>
                  <a:cubicBezTo>
                    <a:pt x="8764" y="53950"/>
                    <a:pt x="8670" y="53951"/>
                    <a:pt x="8575" y="53951"/>
                  </a:cubicBezTo>
                  <a:cubicBezTo>
                    <a:pt x="7824" y="53951"/>
                    <a:pt x="7075" y="53868"/>
                    <a:pt x="6334" y="53709"/>
                  </a:cubicBezTo>
                  <a:cubicBezTo>
                    <a:pt x="5811" y="53590"/>
                    <a:pt x="5322" y="53423"/>
                    <a:pt x="4870" y="53161"/>
                  </a:cubicBezTo>
                  <a:cubicBezTo>
                    <a:pt x="3798" y="52506"/>
                    <a:pt x="3179" y="51566"/>
                    <a:pt x="3120" y="50280"/>
                  </a:cubicBezTo>
                  <a:cubicBezTo>
                    <a:pt x="3084" y="49863"/>
                    <a:pt x="3108" y="49447"/>
                    <a:pt x="3179" y="49030"/>
                  </a:cubicBezTo>
                  <a:cubicBezTo>
                    <a:pt x="3382" y="47756"/>
                    <a:pt x="3894" y="46577"/>
                    <a:pt x="4632" y="45518"/>
                  </a:cubicBezTo>
                  <a:cubicBezTo>
                    <a:pt x="5168" y="44767"/>
                    <a:pt x="5834" y="44172"/>
                    <a:pt x="6680" y="43755"/>
                  </a:cubicBezTo>
                  <a:cubicBezTo>
                    <a:pt x="7227" y="43470"/>
                    <a:pt x="7823" y="43279"/>
                    <a:pt x="8418" y="43160"/>
                  </a:cubicBezTo>
                  <a:cubicBezTo>
                    <a:pt x="9193" y="43000"/>
                    <a:pt x="9965" y="42923"/>
                    <a:pt x="10735" y="42923"/>
                  </a:cubicBezTo>
                  <a:close/>
                  <a:moveTo>
                    <a:pt x="30980" y="36433"/>
                  </a:moveTo>
                  <a:cubicBezTo>
                    <a:pt x="31028" y="36469"/>
                    <a:pt x="31064" y="36516"/>
                    <a:pt x="31111" y="36576"/>
                  </a:cubicBezTo>
                  <a:cubicBezTo>
                    <a:pt x="31266" y="36755"/>
                    <a:pt x="31397" y="36945"/>
                    <a:pt x="31540" y="37124"/>
                  </a:cubicBezTo>
                  <a:cubicBezTo>
                    <a:pt x="32302" y="38040"/>
                    <a:pt x="33171" y="38850"/>
                    <a:pt x="34028" y="39660"/>
                  </a:cubicBezTo>
                  <a:cubicBezTo>
                    <a:pt x="35160" y="40719"/>
                    <a:pt x="36291" y="41743"/>
                    <a:pt x="37291" y="42934"/>
                  </a:cubicBezTo>
                  <a:cubicBezTo>
                    <a:pt x="38172" y="43970"/>
                    <a:pt x="38827" y="45125"/>
                    <a:pt x="39160" y="46446"/>
                  </a:cubicBezTo>
                  <a:cubicBezTo>
                    <a:pt x="39422" y="47399"/>
                    <a:pt x="39422" y="48363"/>
                    <a:pt x="39386" y="49328"/>
                  </a:cubicBezTo>
                  <a:cubicBezTo>
                    <a:pt x="39315" y="51102"/>
                    <a:pt x="38743" y="52709"/>
                    <a:pt x="37874" y="54233"/>
                  </a:cubicBezTo>
                  <a:cubicBezTo>
                    <a:pt x="37648" y="54650"/>
                    <a:pt x="37315" y="54971"/>
                    <a:pt x="36934" y="55221"/>
                  </a:cubicBezTo>
                  <a:cubicBezTo>
                    <a:pt x="36601" y="55441"/>
                    <a:pt x="36272" y="55545"/>
                    <a:pt x="35961" y="55545"/>
                  </a:cubicBezTo>
                  <a:cubicBezTo>
                    <a:pt x="35550" y="55545"/>
                    <a:pt x="35169" y="55363"/>
                    <a:pt x="34850" y="55031"/>
                  </a:cubicBezTo>
                  <a:cubicBezTo>
                    <a:pt x="34779" y="54959"/>
                    <a:pt x="34695" y="54888"/>
                    <a:pt x="34636" y="54816"/>
                  </a:cubicBezTo>
                  <a:cubicBezTo>
                    <a:pt x="34159" y="54221"/>
                    <a:pt x="33778" y="53542"/>
                    <a:pt x="33433" y="52864"/>
                  </a:cubicBezTo>
                  <a:cubicBezTo>
                    <a:pt x="32993" y="51971"/>
                    <a:pt x="32540" y="51054"/>
                    <a:pt x="32076" y="50149"/>
                  </a:cubicBezTo>
                  <a:cubicBezTo>
                    <a:pt x="31421" y="48851"/>
                    <a:pt x="30849" y="47542"/>
                    <a:pt x="30349" y="46196"/>
                  </a:cubicBezTo>
                  <a:cubicBezTo>
                    <a:pt x="29683" y="44351"/>
                    <a:pt x="29516" y="42470"/>
                    <a:pt x="29980" y="40553"/>
                  </a:cubicBezTo>
                  <a:cubicBezTo>
                    <a:pt x="30147" y="39826"/>
                    <a:pt x="30373" y="39112"/>
                    <a:pt x="30576" y="38398"/>
                  </a:cubicBezTo>
                  <a:cubicBezTo>
                    <a:pt x="30754" y="37767"/>
                    <a:pt x="30933" y="37147"/>
                    <a:pt x="30933" y="36469"/>
                  </a:cubicBezTo>
                  <a:cubicBezTo>
                    <a:pt x="30933" y="36457"/>
                    <a:pt x="30969" y="36445"/>
                    <a:pt x="30980" y="36433"/>
                  </a:cubicBezTo>
                  <a:close/>
                  <a:moveTo>
                    <a:pt x="28370" y="52134"/>
                  </a:moveTo>
                  <a:cubicBezTo>
                    <a:pt x="28631" y="52134"/>
                    <a:pt x="28844" y="52240"/>
                    <a:pt x="29028" y="52435"/>
                  </a:cubicBezTo>
                  <a:cubicBezTo>
                    <a:pt x="29433" y="52816"/>
                    <a:pt x="29671" y="53292"/>
                    <a:pt x="29849" y="53816"/>
                  </a:cubicBezTo>
                  <a:cubicBezTo>
                    <a:pt x="30373" y="55352"/>
                    <a:pt x="30373" y="56900"/>
                    <a:pt x="29897" y="58424"/>
                  </a:cubicBezTo>
                  <a:cubicBezTo>
                    <a:pt x="29183" y="60686"/>
                    <a:pt x="27754" y="62412"/>
                    <a:pt x="25754" y="63686"/>
                  </a:cubicBezTo>
                  <a:cubicBezTo>
                    <a:pt x="24789" y="64294"/>
                    <a:pt x="23706" y="64675"/>
                    <a:pt x="22587" y="64937"/>
                  </a:cubicBezTo>
                  <a:cubicBezTo>
                    <a:pt x="21923" y="65078"/>
                    <a:pt x="21269" y="65190"/>
                    <a:pt x="20589" y="65190"/>
                  </a:cubicBezTo>
                  <a:cubicBezTo>
                    <a:pt x="20525" y="65190"/>
                    <a:pt x="20460" y="65189"/>
                    <a:pt x="20396" y="65187"/>
                  </a:cubicBezTo>
                  <a:cubicBezTo>
                    <a:pt x="19729" y="65175"/>
                    <a:pt x="19122" y="64960"/>
                    <a:pt x="18538" y="64591"/>
                  </a:cubicBezTo>
                  <a:cubicBezTo>
                    <a:pt x="17526" y="63936"/>
                    <a:pt x="16717" y="63067"/>
                    <a:pt x="16252" y="62281"/>
                  </a:cubicBezTo>
                  <a:cubicBezTo>
                    <a:pt x="15752" y="61365"/>
                    <a:pt x="15443" y="60686"/>
                    <a:pt x="15252" y="59960"/>
                  </a:cubicBezTo>
                  <a:cubicBezTo>
                    <a:pt x="14800" y="58245"/>
                    <a:pt x="15086" y="56709"/>
                    <a:pt x="16288" y="55388"/>
                  </a:cubicBezTo>
                  <a:cubicBezTo>
                    <a:pt x="16657" y="54983"/>
                    <a:pt x="17050" y="54590"/>
                    <a:pt x="17431" y="54197"/>
                  </a:cubicBezTo>
                  <a:cubicBezTo>
                    <a:pt x="17872" y="53780"/>
                    <a:pt x="18360" y="53471"/>
                    <a:pt x="18907" y="53233"/>
                  </a:cubicBezTo>
                  <a:cubicBezTo>
                    <a:pt x="19408" y="53024"/>
                    <a:pt x="19914" y="52898"/>
                    <a:pt x="20438" y="52898"/>
                  </a:cubicBezTo>
                  <a:cubicBezTo>
                    <a:pt x="20662" y="52898"/>
                    <a:pt x="20890" y="52921"/>
                    <a:pt x="21122" y="52971"/>
                  </a:cubicBezTo>
                  <a:cubicBezTo>
                    <a:pt x="21467" y="53042"/>
                    <a:pt x="21825" y="53126"/>
                    <a:pt x="22170" y="53221"/>
                  </a:cubicBezTo>
                  <a:cubicBezTo>
                    <a:pt x="22717" y="53370"/>
                    <a:pt x="23265" y="53456"/>
                    <a:pt x="23810" y="53456"/>
                  </a:cubicBezTo>
                  <a:cubicBezTo>
                    <a:pt x="24355" y="53456"/>
                    <a:pt x="24896" y="53370"/>
                    <a:pt x="25432" y="53173"/>
                  </a:cubicBezTo>
                  <a:cubicBezTo>
                    <a:pt x="25968" y="52983"/>
                    <a:pt x="26468" y="52733"/>
                    <a:pt x="26992" y="52471"/>
                  </a:cubicBezTo>
                  <a:cubicBezTo>
                    <a:pt x="27409" y="52268"/>
                    <a:pt x="27825" y="52137"/>
                    <a:pt x="28290" y="52137"/>
                  </a:cubicBezTo>
                  <a:cubicBezTo>
                    <a:pt x="28317" y="52135"/>
                    <a:pt x="28344" y="52134"/>
                    <a:pt x="28370" y="52134"/>
                  </a:cubicBezTo>
                  <a:close/>
                  <a:moveTo>
                    <a:pt x="9549" y="66484"/>
                  </a:moveTo>
                  <a:cubicBezTo>
                    <a:pt x="9513" y="66556"/>
                    <a:pt x="9502" y="66580"/>
                    <a:pt x="9490" y="66603"/>
                  </a:cubicBezTo>
                  <a:cubicBezTo>
                    <a:pt x="8728" y="67318"/>
                    <a:pt x="7870" y="67877"/>
                    <a:pt x="6882" y="68282"/>
                  </a:cubicBezTo>
                  <a:cubicBezTo>
                    <a:pt x="6168" y="68580"/>
                    <a:pt x="5406" y="68723"/>
                    <a:pt x="4632" y="68830"/>
                  </a:cubicBezTo>
                  <a:cubicBezTo>
                    <a:pt x="3953" y="68925"/>
                    <a:pt x="3286" y="69056"/>
                    <a:pt x="2655" y="69318"/>
                  </a:cubicBezTo>
                  <a:cubicBezTo>
                    <a:pt x="3382" y="68806"/>
                    <a:pt x="4203" y="68449"/>
                    <a:pt x="5049" y="68175"/>
                  </a:cubicBezTo>
                  <a:cubicBezTo>
                    <a:pt x="6227" y="67806"/>
                    <a:pt x="7394" y="67401"/>
                    <a:pt x="8525" y="66901"/>
                  </a:cubicBezTo>
                  <a:cubicBezTo>
                    <a:pt x="8847" y="66746"/>
                    <a:pt x="9180" y="66627"/>
                    <a:pt x="9549" y="66484"/>
                  </a:cubicBezTo>
                  <a:close/>
                  <a:moveTo>
                    <a:pt x="6799" y="72711"/>
                  </a:moveTo>
                  <a:cubicBezTo>
                    <a:pt x="6811" y="72735"/>
                    <a:pt x="6823" y="72759"/>
                    <a:pt x="6835" y="72771"/>
                  </a:cubicBezTo>
                  <a:cubicBezTo>
                    <a:pt x="5751" y="73961"/>
                    <a:pt x="4334" y="74712"/>
                    <a:pt x="3048" y="75616"/>
                  </a:cubicBezTo>
                  <a:cubicBezTo>
                    <a:pt x="3048" y="75605"/>
                    <a:pt x="3025" y="75569"/>
                    <a:pt x="3013" y="75557"/>
                  </a:cubicBezTo>
                  <a:cubicBezTo>
                    <a:pt x="3310" y="75212"/>
                    <a:pt x="3620" y="74878"/>
                    <a:pt x="3918" y="74533"/>
                  </a:cubicBezTo>
                  <a:cubicBezTo>
                    <a:pt x="4275" y="74116"/>
                    <a:pt x="4727" y="73807"/>
                    <a:pt x="5227" y="73569"/>
                  </a:cubicBezTo>
                  <a:cubicBezTo>
                    <a:pt x="5620" y="73390"/>
                    <a:pt x="6001" y="73188"/>
                    <a:pt x="6382" y="72997"/>
                  </a:cubicBezTo>
                  <a:cubicBezTo>
                    <a:pt x="6525" y="72926"/>
                    <a:pt x="6656" y="72807"/>
                    <a:pt x="6799" y="72711"/>
                  </a:cubicBezTo>
                  <a:close/>
                  <a:moveTo>
                    <a:pt x="9394" y="67032"/>
                  </a:moveTo>
                  <a:lnTo>
                    <a:pt x="9394" y="67032"/>
                  </a:lnTo>
                  <a:cubicBezTo>
                    <a:pt x="9335" y="67151"/>
                    <a:pt x="9323" y="67211"/>
                    <a:pt x="9299" y="67270"/>
                  </a:cubicBezTo>
                  <a:cubicBezTo>
                    <a:pt x="9109" y="67651"/>
                    <a:pt x="8918" y="68032"/>
                    <a:pt x="8775" y="68413"/>
                  </a:cubicBezTo>
                  <a:cubicBezTo>
                    <a:pt x="8537" y="69056"/>
                    <a:pt x="8347" y="69711"/>
                    <a:pt x="8109" y="70354"/>
                  </a:cubicBezTo>
                  <a:cubicBezTo>
                    <a:pt x="7930" y="70806"/>
                    <a:pt x="7728" y="71283"/>
                    <a:pt x="7525" y="71735"/>
                  </a:cubicBezTo>
                  <a:cubicBezTo>
                    <a:pt x="7454" y="71914"/>
                    <a:pt x="7311" y="72056"/>
                    <a:pt x="7180" y="72199"/>
                  </a:cubicBezTo>
                  <a:cubicBezTo>
                    <a:pt x="6692" y="72652"/>
                    <a:pt x="6108" y="72949"/>
                    <a:pt x="5513" y="73223"/>
                  </a:cubicBezTo>
                  <a:cubicBezTo>
                    <a:pt x="4846" y="73521"/>
                    <a:pt x="4203" y="73878"/>
                    <a:pt x="3727" y="74473"/>
                  </a:cubicBezTo>
                  <a:cubicBezTo>
                    <a:pt x="3525" y="74735"/>
                    <a:pt x="3298" y="74997"/>
                    <a:pt x="3072" y="75247"/>
                  </a:cubicBezTo>
                  <a:cubicBezTo>
                    <a:pt x="2775" y="75569"/>
                    <a:pt x="2453" y="75890"/>
                    <a:pt x="2036" y="76081"/>
                  </a:cubicBezTo>
                  <a:cubicBezTo>
                    <a:pt x="1832" y="76171"/>
                    <a:pt x="1610" y="76227"/>
                    <a:pt x="1396" y="76227"/>
                  </a:cubicBezTo>
                  <a:cubicBezTo>
                    <a:pt x="988" y="76227"/>
                    <a:pt x="613" y="76021"/>
                    <a:pt x="465" y="75450"/>
                  </a:cubicBezTo>
                  <a:cubicBezTo>
                    <a:pt x="381" y="75116"/>
                    <a:pt x="322" y="74759"/>
                    <a:pt x="322" y="74402"/>
                  </a:cubicBezTo>
                  <a:cubicBezTo>
                    <a:pt x="310" y="73509"/>
                    <a:pt x="489" y="72640"/>
                    <a:pt x="762" y="71806"/>
                  </a:cubicBezTo>
                  <a:cubicBezTo>
                    <a:pt x="941" y="71306"/>
                    <a:pt x="1215" y="70830"/>
                    <a:pt x="1524" y="70378"/>
                  </a:cubicBezTo>
                  <a:cubicBezTo>
                    <a:pt x="1762" y="70021"/>
                    <a:pt x="2072" y="69759"/>
                    <a:pt x="2477" y="69592"/>
                  </a:cubicBezTo>
                  <a:cubicBezTo>
                    <a:pt x="2655" y="69520"/>
                    <a:pt x="2846" y="69437"/>
                    <a:pt x="3048" y="69366"/>
                  </a:cubicBezTo>
                  <a:cubicBezTo>
                    <a:pt x="3548" y="69175"/>
                    <a:pt x="4084" y="69104"/>
                    <a:pt x="4620" y="69044"/>
                  </a:cubicBezTo>
                  <a:cubicBezTo>
                    <a:pt x="6049" y="68878"/>
                    <a:pt x="7394" y="68425"/>
                    <a:pt x="8585" y="67615"/>
                  </a:cubicBezTo>
                  <a:cubicBezTo>
                    <a:pt x="8835" y="67437"/>
                    <a:pt x="9073" y="67258"/>
                    <a:pt x="9394" y="67032"/>
                  </a:cubicBezTo>
                  <a:close/>
                  <a:moveTo>
                    <a:pt x="13240" y="66639"/>
                  </a:moveTo>
                  <a:cubicBezTo>
                    <a:pt x="13276" y="66925"/>
                    <a:pt x="13335" y="67223"/>
                    <a:pt x="13383" y="67508"/>
                  </a:cubicBezTo>
                  <a:cubicBezTo>
                    <a:pt x="13609" y="68842"/>
                    <a:pt x="13859" y="70175"/>
                    <a:pt x="14074" y="71497"/>
                  </a:cubicBezTo>
                  <a:cubicBezTo>
                    <a:pt x="14264" y="72807"/>
                    <a:pt x="14205" y="74092"/>
                    <a:pt x="13669" y="75343"/>
                  </a:cubicBezTo>
                  <a:cubicBezTo>
                    <a:pt x="13240" y="76378"/>
                    <a:pt x="12597" y="77271"/>
                    <a:pt x="11823" y="78069"/>
                  </a:cubicBezTo>
                  <a:cubicBezTo>
                    <a:pt x="11335" y="78581"/>
                    <a:pt x="10823" y="79069"/>
                    <a:pt x="10204" y="79415"/>
                  </a:cubicBezTo>
                  <a:cubicBezTo>
                    <a:pt x="9978" y="79533"/>
                    <a:pt x="9773" y="79592"/>
                    <a:pt x="9590" y="79592"/>
                  </a:cubicBezTo>
                  <a:cubicBezTo>
                    <a:pt x="9205" y="79592"/>
                    <a:pt x="8917" y="79332"/>
                    <a:pt x="8740" y="78831"/>
                  </a:cubicBezTo>
                  <a:cubicBezTo>
                    <a:pt x="8728" y="78748"/>
                    <a:pt x="8680" y="78653"/>
                    <a:pt x="8668" y="78557"/>
                  </a:cubicBezTo>
                  <a:cubicBezTo>
                    <a:pt x="8537" y="77950"/>
                    <a:pt x="8382" y="77343"/>
                    <a:pt x="8275" y="76736"/>
                  </a:cubicBezTo>
                  <a:cubicBezTo>
                    <a:pt x="7894" y="74521"/>
                    <a:pt x="8466" y="72580"/>
                    <a:pt x="10025" y="70961"/>
                  </a:cubicBezTo>
                  <a:cubicBezTo>
                    <a:pt x="10549" y="70425"/>
                    <a:pt x="11061" y="69890"/>
                    <a:pt x="11597" y="69366"/>
                  </a:cubicBezTo>
                  <a:cubicBezTo>
                    <a:pt x="12347" y="68651"/>
                    <a:pt x="12823" y="67770"/>
                    <a:pt x="13133" y="66794"/>
                  </a:cubicBezTo>
                  <a:cubicBezTo>
                    <a:pt x="13145" y="66734"/>
                    <a:pt x="13181" y="66687"/>
                    <a:pt x="13192" y="66639"/>
                  </a:cubicBezTo>
                  <a:close/>
                  <a:moveTo>
                    <a:pt x="31350" y="0"/>
                  </a:moveTo>
                  <a:cubicBezTo>
                    <a:pt x="31123" y="83"/>
                    <a:pt x="31040" y="274"/>
                    <a:pt x="31040" y="500"/>
                  </a:cubicBezTo>
                  <a:cubicBezTo>
                    <a:pt x="31016" y="833"/>
                    <a:pt x="31016" y="1155"/>
                    <a:pt x="31064" y="1488"/>
                  </a:cubicBezTo>
                  <a:cubicBezTo>
                    <a:pt x="31278" y="3179"/>
                    <a:pt x="31457" y="4882"/>
                    <a:pt x="31695" y="6560"/>
                  </a:cubicBezTo>
                  <a:cubicBezTo>
                    <a:pt x="32135" y="9692"/>
                    <a:pt x="32326" y="12823"/>
                    <a:pt x="32433" y="15966"/>
                  </a:cubicBezTo>
                  <a:lnTo>
                    <a:pt x="32433" y="16300"/>
                  </a:lnTo>
                  <a:cubicBezTo>
                    <a:pt x="32266" y="16312"/>
                    <a:pt x="32147" y="16323"/>
                    <a:pt x="32016" y="16323"/>
                  </a:cubicBezTo>
                  <a:cubicBezTo>
                    <a:pt x="31230" y="16371"/>
                    <a:pt x="30457" y="16383"/>
                    <a:pt x="29671" y="16454"/>
                  </a:cubicBezTo>
                  <a:cubicBezTo>
                    <a:pt x="28432" y="16585"/>
                    <a:pt x="27361" y="17097"/>
                    <a:pt x="26492" y="18014"/>
                  </a:cubicBezTo>
                  <a:cubicBezTo>
                    <a:pt x="25873" y="18693"/>
                    <a:pt x="25480" y="19491"/>
                    <a:pt x="25206" y="20360"/>
                  </a:cubicBezTo>
                  <a:cubicBezTo>
                    <a:pt x="25099" y="20657"/>
                    <a:pt x="25027" y="20967"/>
                    <a:pt x="24932" y="21288"/>
                  </a:cubicBezTo>
                  <a:cubicBezTo>
                    <a:pt x="24849" y="21312"/>
                    <a:pt x="24742" y="21348"/>
                    <a:pt x="24658" y="21372"/>
                  </a:cubicBezTo>
                  <a:cubicBezTo>
                    <a:pt x="23301" y="21669"/>
                    <a:pt x="21991" y="22146"/>
                    <a:pt x="20717" y="22729"/>
                  </a:cubicBezTo>
                  <a:cubicBezTo>
                    <a:pt x="20086" y="23027"/>
                    <a:pt x="19455" y="23336"/>
                    <a:pt x="18836" y="23658"/>
                  </a:cubicBezTo>
                  <a:cubicBezTo>
                    <a:pt x="17300" y="24467"/>
                    <a:pt x="15990" y="25551"/>
                    <a:pt x="14871" y="26860"/>
                  </a:cubicBezTo>
                  <a:cubicBezTo>
                    <a:pt x="14252" y="27587"/>
                    <a:pt x="13657" y="28349"/>
                    <a:pt x="13073" y="29111"/>
                  </a:cubicBezTo>
                  <a:cubicBezTo>
                    <a:pt x="12859" y="29396"/>
                    <a:pt x="12681" y="29718"/>
                    <a:pt x="12550" y="30051"/>
                  </a:cubicBezTo>
                  <a:cubicBezTo>
                    <a:pt x="12323" y="30551"/>
                    <a:pt x="12478" y="30968"/>
                    <a:pt x="12954" y="31278"/>
                  </a:cubicBezTo>
                  <a:cubicBezTo>
                    <a:pt x="13383" y="31563"/>
                    <a:pt x="13859" y="31718"/>
                    <a:pt x="14347" y="31802"/>
                  </a:cubicBezTo>
                  <a:cubicBezTo>
                    <a:pt x="14562" y="31849"/>
                    <a:pt x="14788" y="31873"/>
                    <a:pt x="14990" y="31873"/>
                  </a:cubicBezTo>
                  <a:cubicBezTo>
                    <a:pt x="15272" y="31877"/>
                    <a:pt x="15555" y="31880"/>
                    <a:pt x="15837" y="31880"/>
                  </a:cubicBezTo>
                  <a:cubicBezTo>
                    <a:pt x="17177" y="31880"/>
                    <a:pt x="18521" y="31819"/>
                    <a:pt x="19848" y="31563"/>
                  </a:cubicBezTo>
                  <a:cubicBezTo>
                    <a:pt x="21372" y="31278"/>
                    <a:pt x="22837" y="30742"/>
                    <a:pt x="24218" y="30028"/>
                  </a:cubicBezTo>
                  <a:cubicBezTo>
                    <a:pt x="25051" y="29599"/>
                    <a:pt x="25801" y="29051"/>
                    <a:pt x="26468" y="28396"/>
                  </a:cubicBezTo>
                  <a:cubicBezTo>
                    <a:pt x="26539" y="28325"/>
                    <a:pt x="26611" y="28265"/>
                    <a:pt x="26706" y="28170"/>
                  </a:cubicBezTo>
                  <a:cubicBezTo>
                    <a:pt x="27301" y="28777"/>
                    <a:pt x="27944" y="29301"/>
                    <a:pt x="28659" y="29718"/>
                  </a:cubicBezTo>
                  <a:cubicBezTo>
                    <a:pt x="29361" y="30135"/>
                    <a:pt x="30099" y="30468"/>
                    <a:pt x="30921" y="30730"/>
                  </a:cubicBezTo>
                  <a:cubicBezTo>
                    <a:pt x="30885" y="30861"/>
                    <a:pt x="30861" y="31004"/>
                    <a:pt x="30826" y="31123"/>
                  </a:cubicBezTo>
                  <a:cubicBezTo>
                    <a:pt x="30516" y="32266"/>
                    <a:pt x="30528" y="32266"/>
                    <a:pt x="29766" y="33171"/>
                  </a:cubicBezTo>
                  <a:cubicBezTo>
                    <a:pt x="28552" y="34635"/>
                    <a:pt x="27135" y="35826"/>
                    <a:pt x="25492" y="36743"/>
                  </a:cubicBezTo>
                  <a:cubicBezTo>
                    <a:pt x="24980" y="37028"/>
                    <a:pt x="24432" y="37171"/>
                    <a:pt x="23849" y="37195"/>
                  </a:cubicBezTo>
                  <a:cubicBezTo>
                    <a:pt x="23791" y="37196"/>
                    <a:pt x="23733" y="37197"/>
                    <a:pt x="23676" y="37197"/>
                  </a:cubicBezTo>
                  <a:cubicBezTo>
                    <a:pt x="22760" y="37197"/>
                    <a:pt x="21866" y="37019"/>
                    <a:pt x="21003" y="36683"/>
                  </a:cubicBezTo>
                  <a:cubicBezTo>
                    <a:pt x="19824" y="36219"/>
                    <a:pt x="18669" y="35719"/>
                    <a:pt x="17503" y="35207"/>
                  </a:cubicBezTo>
                  <a:cubicBezTo>
                    <a:pt x="15681" y="34421"/>
                    <a:pt x="13859" y="33599"/>
                    <a:pt x="12038" y="32825"/>
                  </a:cubicBezTo>
                  <a:cubicBezTo>
                    <a:pt x="10954" y="32373"/>
                    <a:pt x="9823" y="32040"/>
                    <a:pt x="8656" y="31873"/>
                  </a:cubicBezTo>
                  <a:cubicBezTo>
                    <a:pt x="8268" y="31821"/>
                    <a:pt x="7880" y="31791"/>
                    <a:pt x="7494" y="31791"/>
                  </a:cubicBezTo>
                  <a:cubicBezTo>
                    <a:pt x="6827" y="31791"/>
                    <a:pt x="6166" y="31880"/>
                    <a:pt x="5525" y="32099"/>
                  </a:cubicBezTo>
                  <a:cubicBezTo>
                    <a:pt x="5144" y="32230"/>
                    <a:pt x="4763" y="32385"/>
                    <a:pt x="4453" y="32671"/>
                  </a:cubicBezTo>
                  <a:cubicBezTo>
                    <a:pt x="4346" y="32766"/>
                    <a:pt x="4251" y="32861"/>
                    <a:pt x="4156" y="32980"/>
                  </a:cubicBezTo>
                  <a:cubicBezTo>
                    <a:pt x="3834" y="33421"/>
                    <a:pt x="3858" y="33897"/>
                    <a:pt x="4263" y="34278"/>
                  </a:cubicBezTo>
                  <a:cubicBezTo>
                    <a:pt x="4549" y="34516"/>
                    <a:pt x="4858" y="34719"/>
                    <a:pt x="5168" y="34897"/>
                  </a:cubicBezTo>
                  <a:cubicBezTo>
                    <a:pt x="5811" y="35254"/>
                    <a:pt x="6513" y="35445"/>
                    <a:pt x="7227" y="35600"/>
                  </a:cubicBezTo>
                  <a:cubicBezTo>
                    <a:pt x="8442" y="35850"/>
                    <a:pt x="9668" y="36064"/>
                    <a:pt x="10871" y="36314"/>
                  </a:cubicBezTo>
                  <a:cubicBezTo>
                    <a:pt x="13192" y="36802"/>
                    <a:pt x="15502" y="37314"/>
                    <a:pt x="17800" y="37790"/>
                  </a:cubicBezTo>
                  <a:cubicBezTo>
                    <a:pt x="18839" y="38000"/>
                    <a:pt x="19878" y="38126"/>
                    <a:pt x="20923" y="38126"/>
                  </a:cubicBezTo>
                  <a:cubicBezTo>
                    <a:pt x="21124" y="38126"/>
                    <a:pt x="21325" y="38121"/>
                    <a:pt x="21527" y="38112"/>
                  </a:cubicBezTo>
                  <a:cubicBezTo>
                    <a:pt x="23432" y="38028"/>
                    <a:pt x="25134" y="37386"/>
                    <a:pt x="26694" y="36314"/>
                  </a:cubicBezTo>
                  <a:cubicBezTo>
                    <a:pt x="28016" y="35409"/>
                    <a:pt x="29194" y="34338"/>
                    <a:pt x="30159" y="33052"/>
                  </a:cubicBezTo>
                  <a:lnTo>
                    <a:pt x="30236" y="32975"/>
                  </a:lnTo>
                  <a:lnTo>
                    <a:pt x="30236" y="32975"/>
                  </a:lnTo>
                  <a:cubicBezTo>
                    <a:pt x="30149" y="33233"/>
                    <a:pt x="30054" y="33498"/>
                    <a:pt x="29968" y="33754"/>
                  </a:cubicBezTo>
                  <a:cubicBezTo>
                    <a:pt x="29492" y="35016"/>
                    <a:pt x="28897" y="36243"/>
                    <a:pt x="28218" y="37433"/>
                  </a:cubicBezTo>
                  <a:cubicBezTo>
                    <a:pt x="26778" y="40017"/>
                    <a:pt x="25480" y="42696"/>
                    <a:pt x="24313" y="45434"/>
                  </a:cubicBezTo>
                  <a:cubicBezTo>
                    <a:pt x="24075" y="46006"/>
                    <a:pt x="23753" y="46518"/>
                    <a:pt x="23491" y="47053"/>
                  </a:cubicBezTo>
                  <a:cubicBezTo>
                    <a:pt x="23409" y="47210"/>
                    <a:pt x="23312" y="47288"/>
                    <a:pt x="23184" y="47288"/>
                  </a:cubicBezTo>
                  <a:cubicBezTo>
                    <a:pt x="23146" y="47288"/>
                    <a:pt x="23106" y="47281"/>
                    <a:pt x="23063" y="47268"/>
                  </a:cubicBezTo>
                  <a:cubicBezTo>
                    <a:pt x="22801" y="47196"/>
                    <a:pt x="22539" y="47113"/>
                    <a:pt x="22313" y="46982"/>
                  </a:cubicBezTo>
                  <a:cubicBezTo>
                    <a:pt x="21539" y="46518"/>
                    <a:pt x="20777" y="46041"/>
                    <a:pt x="20003" y="45589"/>
                  </a:cubicBezTo>
                  <a:cubicBezTo>
                    <a:pt x="17776" y="44220"/>
                    <a:pt x="15359" y="43279"/>
                    <a:pt x="12788" y="42767"/>
                  </a:cubicBezTo>
                  <a:cubicBezTo>
                    <a:pt x="12065" y="42633"/>
                    <a:pt x="11342" y="42563"/>
                    <a:pt x="10621" y="42563"/>
                  </a:cubicBezTo>
                  <a:cubicBezTo>
                    <a:pt x="9549" y="42563"/>
                    <a:pt x="8483" y="42718"/>
                    <a:pt x="7430" y="43053"/>
                  </a:cubicBezTo>
                  <a:cubicBezTo>
                    <a:pt x="6227" y="43446"/>
                    <a:pt x="5227" y="44124"/>
                    <a:pt x="4489" y="45148"/>
                  </a:cubicBezTo>
                  <a:cubicBezTo>
                    <a:pt x="3596" y="46387"/>
                    <a:pt x="3013" y="47744"/>
                    <a:pt x="2834" y="49256"/>
                  </a:cubicBezTo>
                  <a:cubicBezTo>
                    <a:pt x="2739" y="49959"/>
                    <a:pt x="2786" y="50673"/>
                    <a:pt x="3036" y="51340"/>
                  </a:cubicBezTo>
                  <a:cubicBezTo>
                    <a:pt x="3370" y="52268"/>
                    <a:pt x="4013" y="52887"/>
                    <a:pt x="4846" y="53352"/>
                  </a:cubicBezTo>
                  <a:cubicBezTo>
                    <a:pt x="5334" y="53626"/>
                    <a:pt x="5882" y="53780"/>
                    <a:pt x="6430" y="53888"/>
                  </a:cubicBezTo>
                  <a:cubicBezTo>
                    <a:pt x="7062" y="54004"/>
                    <a:pt x="7713" y="54082"/>
                    <a:pt x="8366" y="54082"/>
                  </a:cubicBezTo>
                  <a:cubicBezTo>
                    <a:pt x="8451" y="54082"/>
                    <a:pt x="8536" y="54081"/>
                    <a:pt x="8620" y="54078"/>
                  </a:cubicBezTo>
                  <a:cubicBezTo>
                    <a:pt x="10287" y="54042"/>
                    <a:pt x="11966" y="53995"/>
                    <a:pt x="13633" y="53899"/>
                  </a:cubicBezTo>
                  <a:cubicBezTo>
                    <a:pt x="15300" y="53816"/>
                    <a:pt x="16848" y="53328"/>
                    <a:pt x="18300" y="52506"/>
                  </a:cubicBezTo>
                  <a:cubicBezTo>
                    <a:pt x="20039" y="51518"/>
                    <a:pt x="21515" y="50256"/>
                    <a:pt x="22682" y="48649"/>
                  </a:cubicBezTo>
                  <a:cubicBezTo>
                    <a:pt x="22729" y="48577"/>
                    <a:pt x="22801" y="48506"/>
                    <a:pt x="22860" y="48423"/>
                  </a:cubicBezTo>
                  <a:cubicBezTo>
                    <a:pt x="22896" y="48423"/>
                    <a:pt x="22908" y="48446"/>
                    <a:pt x="22920" y="48458"/>
                  </a:cubicBezTo>
                  <a:cubicBezTo>
                    <a:pt x="22313" y="49661"/>
                    <a:pt x="21717" y="50887"/>
                    <a:pt x="21122" y="52090"/>
                  </a:cubicBezTo>
                  <a:cubicBezTo>
                    <a:pt x="20479" y="52173"/>
                    <a:pt x="19884" y="52387"/>
                    <a:pt x="19312" y="52614"/>
                  </a:cubicBezTo>
                  <a:cubicBezTo>
                    <a:pt x="18384" y="52983"/>
                    <a:pt x="17562" y="53542"/>
                    <a:pt x="16872" y="54257"/>
                  </a:cubicBezTo>
                  <a:cubicBezTo>
                    <a:pt x="16276" y="54876"/>
                    <a:pt x="15693" y="55495"/>
                    <a:pt x="15276" y="56269"/>
                  </a:cubicBezTo>
                  <a:cubicBezTo>
                    <a:pt x="14883" y="56995"/>
                    <a:pt x="14705" y="57757"/>
                    <a:pt x="14764" y="58579"/>
                  </a:cubicBezTo>
                  <a:cubicBezTo>
                    <a:pt x="14812" y="59186"/>
                    <a:pt x="14907" y="59793"/>
                    <a:pt x="15109" y="60376"/>
                  </a:cubicBezTo>
                  <a:cubicBezTo>
                    <a:pt x="15145" y="60448"/>
                    <a:pt x="15157" y="60507"/>
                    <a:pt x="15169" y="60603"/>
                  </a:cubicBezTo>
                  <a:cubicBezTo>
                    <a:pt x="15109" y="60674"/>
                    <a:pt x="15050" y="60746"/>
                    <a:pt x="14978" y="60829"/>
                  </a:cubicBezTo>
                  <a:cubicBezTo>
                    <a:pt x="13633" y="62234"/>
                    <a:pt x="12311" y="63651"/>
                    <a:pt x="10978" y="65056"/>
                  </a:cubicBezTo>
                  <a:cubicBezTo>
                    <a:pt x="10383" y="65675"/>
                    <a:pt x="9668" y="66127"/>
                    <a:pt x="8835" y="66401"/>
                  </a:cubicBezTo>
                  <a:cubicBezTo>
                    <a:pt x="8144" y="66627"/>
                    <a:pt x="7489" y="66937"/>
                    <a:pt x="6811" y="67199"/>
                  </a:cubicBezTo>
                  <a:cubicBezTo>
                    <a:pt x="6108" y="67449"/>
                    <a:pt x="5382" y="67675"/>
                    <a:pt x="4668" y="67925"/>
                  </a:cubicBezTo>
                  <a:cubicBezTo>
                    <a:pt x="3787" y="68235"/>
                    <a:pt x="2953" y="68627"/>
                    <a:pt x="2191" y="69187"/>
                  </a:cubicBezTo>
                  <a:cubicBezTo>
                    <a:pt x="1405" y="69770"/>
                    <a:pt x="870" y="70544"/>
                    <a:pt x="524" y="71449"/>
                  </a:cubicBezTo>
                  <a:cubicBezTo>
                    <a:pt x="167" y="72402"/>
                    <a:pt x="0" y="73390"/>
                    <a:pt x="0" y="74402"/>
                  </a:cubicBezTo>
                  <a:cubicBezTo>
                    <a:pt x="0" y="74878"/>
                    <a:pt x="84" y="75355"/>
                    <a:pt x="322" y="75783"/>
                  </a:cubicBezTo>
                  <a:cubicBezTo>
                    <a:pt x="524" y="76152"/>
                    <a:pt x="834" y="76331"/>
                    <a:pt x="1274" y="76343"/>
                  </a:cubicBezTo>
                  <a:cubicBezTo>
                    <a:pt x="1307" y="76344"/>
                    <a:pt x="1340" y="76345"/>
                    <a:pt x="1373" y="76345"/>
                  </a:cubicBezTo>
                  <a:cubicBezTo>
                    <a:pt x="1825" y="76345"/>
                    <a:pt x="2255" y="76196"/>
                    <a:pt x="2644" y="75974"/>
                  </a:cubicBezTo>
                  <a:cubicBezTo>
                    <a:pt x="3120" y="75712"/>
                    <a:pt x="3608" y="75414"/>
                    <a:pt x="4072" y="75093"/>
                  </a:cubicBezTo>
                  <a:cubicBezTo>
                    <a:pt x="4691" y="74676"/>
                    <a:pt x="5322" y="74235"/>
                    <a:pt x="5942" y="73783"/>
                  </a:cubicBezTo>
                  <a:cubicBezTo>
                    <a:pt x="6989" y="73057"/>
                    <a:pt x="7620" y="72033"/>
                    <a:pt x="8061" y="70854"/>
                  </a:cubicBezTo>
                  <a:cubicBezTo>
                    <a:pt x="8239" y="70366"/>
                    <a:pt x="8382" y="69890"/>
                    <a:pt x="8549" y="69401"/>
                  </a:cubicBezTo>
                  <a:cubicBezTo>
                    <a:pt x="8632" y="69116"/>
                    <a:pt x="8740" y="68830"/>
                    <a:pt x="8847" y="68532"/>
                  </a:cubicBezTo>
                  <a:cubicBezTo>
                    <a:pt x="9192" y="67520"/>
                    <a:pt x="9740" y="66663"/>
                    <a:pt x="10478" y="65901"/>
                  </a:cubicBezTo>
                  <a:cubicBezTo>
                    <a:pt x="11371" y="64996"/>
                    <a:pt x="12228" y="64056"/>
                    <a:pt x="13085" y="63127"/>
                  </a:cubicBezTo>
                  <a:cubicBezTo>
                    <a:pt x="13181" y="63032"/>
                    <a:pt x="13276" y="62936"/>
                    <a:pt x="13419" y="62877"/>
                  </a:cubicBezTo>
                  <a:lnTo>
                    <a:pt x="13419" y="62877"/>
                  </a:lnTo>
                  <a:cubicBezTo>
                    <a:pt x="13395" y="62948"/>
                    <a:pt x="13395" y="63008"/>
                    <a:pt x="13383" y="63067"/>
                  </a:cubicBezTo>
                  <a:cubicBezTo>
                    <a:pt x="13133" y="63889"/>
                    <a:pt x="13026" y="64722"/>
                    <a:pt x="13085" y="65591"/>
                  </a:cubicBezTo>
                  <a:cubicBezTo>
                    <a:pt x="13121" y="66068"/>
                    <a:pt x="12942" y="66496"/>
                    <a:pt x="12788" y="66925"/>
                  </a:cubicBezTo>
                  <a:cubicBezTo>
                    <a:pt x="12442" y="67925"/>
                    <a:pt x="11823" y="68723"/>
                    <a:pt x="11061" y="69425"/>
                  </a:cubicBezTo>
                  <a:cubicBezTo>
                    <a:pt x="10621" y="69830"/>
                    <a:pt x="10180" y="70271"/>
                    <a:pt x="9763" y="70723"/>
                  </a:cubicBezTo>
                  <a:cubicBezTo>
                    <a:pt x="9525" y="70973"/>
                    <a:pt x="9323" y="71247"/>
                    <a:pt x="9109" y="71521"/>
                  </a:cubicBezTo>
                  <a:cubicBezTo>
                    <a:pt x="8180" y="72735"/>
                    <a:pt x="7823" y="74128"/>
                    <a:pt x="7882" y="75628"/>
                  </a:cubicBezTo>
                  <a:cubicBezTo>
                    <a:pt x="7906" y="76724"/>
                    <a:pt x="8180" y="77748"/>
                    <a:pt x="8454" y="78784"/>
                  </a:cubicBezTo>
                  <a:cubicBezTo>
                    <a:pt x="8478" y="78819"/>
                    <a:pt x="8478" y="78843"/>
                    <a:pt x="8490" y="78879"/>
                  </a:cubicBezTo>
                  <a:cubicBezTo>
                    <a:pt x="8716" y="79390"/>
                    <a:pt x="9036" y="79724"/>
                    <a:pt x="9517" y="79724"/>
                  </a:cubicBezTo>
                  <a:cubicBezTo>
                    <a:pt x="9720" y="79724"/>
                    <a:pt x="9951" y="79664"/>
                    <a:pt x="10216" y="79534"/>
                  </a:cubicBezTo>
                  <a:cubicBezTo>
                    <a:pt x="10680" y="79307"/>
                    <a:pt x="11061" y="78962"/>
                    <a:pt x="11430" y="78629"/>
                  </a:cubicBezTo>
                  <a:cubicBezTo>
                    <a:pt x="12121" y="77998"/>
                    <a:pt x="12728" y="77295"/>
                    <a:pt x="13240" y="76509"/>
                  </a:cubicBezTo>
                  <a:cubicBezTo>
                    <a:pt x="14228" y="74974"/>
                    <a:pt x="14550" y="73307"/>
                    <a:pt x="14288" y="71521"/>
                  </a:cubicBezTo>
                  <a:cubicBezTo>
                    <a:pt x="14097" y="70199"/>
                    <a:pt x="13859" y="68901"/>
                    <a:pt x="13609" y="67592"/>
                  </a:cubicBezTo>
                  <a:cubicBezTo>
                    <a:pt x="13443" y="66687"/>
                    <a:pt x="13312" y="65794"/>
                    <a:pt x="13312" y="64889"/>
                  </a:cubicBezTo>
                  <a:cubicBezTo>
                    <a:pt x="13312" y="64056"/>
                    <a:pt x="13478" y="63246"/>
                    <a:pt x="13812" y="62472"/>
                  </a:cubicBezTo>
                  <a:cubicBezTo>
                    <a:pt x="13847" y="62389"/>
                    <a:pt x="13907" y="62293"/>
                    <a:pt x="13978" y="62222"/>
                  </a:cubicBezTo>
                  <a:cubicBezTo>
                    <a:pt x="14371" y="61817"/>
                    <a:pt x="14752" y="61400"/>
                    <a:pt x="15145" y="61008"/>
                  </a:cubicBezTo>
                  <a:cubicBezTo>
                    <a:pt x="15181" y="60960"/>
                    <a:pt x="15228" y="60924"/>
                    <a:pt x="15300" y="60865"/>
                  </a:cubicBezTo>
                  <a:cubicBezTo>
                    <a:pt x="15419" y="61127"/>
                    <a:pt x="15538" y="61365"/>
                    <a:pt x="15657" y="61603"/>
                  </a:cubicBezTo>
                  <a:cubicBezTo>
                    <a:pt x="16169" y="62591"/>
                    <a:pt x="16776" y="63484"/>
                    <a:pt x="17657" y="64175"/>
                  </a:cubicBezTo>
                  <a:lnTo>
                    <a:pt x="18276" y="64663"/>
                  </a:lnTo>
                  <a:cubicBezTo>
                    <a:pt x="18848" y="65139"/>
                    <a:pt x="19527" y="65306"/>
                    <a:pt x="20241" y="65353"/>
                  </a:cubicBezTo>
                  <a:cubicBezTo>
                    <a:pt x="20368" y="65361"/>
                    <a:pt x="20495" y="65365"/>
                    <a:pt x="20621" y="65365"/>
                  </a:cubicBezTo>
                  <a:cubicBezTo>
                    <a:pt x="21460" y="65365"/>
                    <a:pt x="22269" y="65200"/>
                    <a:pt x="23087" y="64972"/>
                  </a:cubicBezTo>
                  <a:cubicBezTo>
                    <a:pt x="24134" y="64710"/>
                    <a:pt x="25111" y="64294"/>
                    <a:pt x="26016" y="63698"/>
                  </a:cubicBezTo>
                  <a:cubicBezTo>
                    <a:pt x="28004" y="62389"/>
                    <a:pt x="29409" y="60650"/>
                    <a:pt x="30099" y="58352"/>
                  </a:cubicBezTo>
                  <a:cubicBezTo>
                    <a:pt x="30576" y="56793"/>
                    <a:pt x="30564" y="55209"/>
                    <a:pt x="30028" y="53649"/>
                  </a:cubicBezTo>
                  <a:cubicBezTo>
                    <a:pt x="29861" y="53173"/>
                    <a:pt x="29635" y="52733"/>
                    <a:pt x="29314" y="52340"/>
                  </a:cubicBezTo>
                  <a:cubicBezTo>
                    <a:pt x="29016" y="51994"/>
                    <a:pt x="28635" y="51744"/>
                    <a:pt x="28182" y="51673"/>
                  </a:cubicBezTo>
                  <a:cubicBezTo>
                    <a:pt x="27889" y="51630"/>
                    <a:pt x="27589" y="51599"/>
                    <a:pt x="27293" y="51599"/>
                  </a:cubicBezTo>
                  <a:cubicBezTo>
                    <a:pt x="27180" y="51599"/>
                    <a:pt x="27068" y="51604"/>
                    <a:pt x="26956" y="51613"/>
                  </a:cubicBezTo>
                  <a:cubicBezTo>
                    <a:pt x="25920" y="51709"/>
                    <a:pt x="24884" y="51864"/>
                    <a:pt x="23849" y="51971"/>
                  </a:cubicBezTo>
                  <a:cubicBezTo>
                    <a:pt x="23075" y="52042"/>
                    <a:pt x="22289" y="52078"/>
                    <a:pt x="21467" y="52114"/>
                  </a:cubicBezTo>
                  <a:cubicBezTo>
                    <a:pt x="21491" y="52006"/>
                    <a:pt x="21515" y="51935"/>
                    <a:pt x="21539" y="51875"/>
                  </a:cubicBezTo>
                  <a:cubicBezTo>
                    <a:pt x="23075" y="48923"/>
                    <a:pt x="24396" y="45863"/>
                    <a:pt x="25754" y="42815"/>
                  </a:cubicBezTo>
                  <a:cubicBezTo>
                    <a:pt x="26527" y="41065"/>
                    <a:pt x="27444" y="39374"/>
                    <a:pt x="28361" y="37683"/>
                  </a:cubicBezTo>
                  <a:cubicBezTo>
                    <a:pt x="28909" y="36659"/>
                    <a:pt x="29385" y="35600"/>
                    <a:pt x="29909" y="34552"/>
                  </a:cubicBezTo>
                  <a:cubicBezTo>
                    <a:pt x="29933" y="34492"/>
                    <a:pt x="29980" y="34433"/>
                    <a:pt x="30004" y="34373"/>
                  </a:cubicBezTo>
                  <a:cubicBezTo>
                    <a:pt x="30183" y="34838"/>
                    <a:pt x="30397" y="35254"/>
                    <a:pt x="30528" y="35707"/>
                  </a:cubicBezTo>
                  <a:cubicBezTo>
                    <a:pt x="30623" y="36016"/>
                    <a:pt x="30647" y="36374"/>
                    <a:pt x="30635" y="36695"/>
                  </a:cubicBezTo>
                  <a:cubicBezTo>
                    <a:pt x="30623" y="37052"/>
                    <a:pt x="30528" y="37409"/>
                    <a:pt x="30445" y="37755"/>
                  </a:cubicBezTo>
                  <a:cubicBezTo>
                    <a:pt x="30266" y="38421"/>
                    <a:pt x="30052" y="39076"/>
                    <a:pt x="29861" y="39731"/>
                  </a:cubicBezTo>
                  <a:cubicBezTo>
                    <a:pt x="29171" y="42005"/>
                    <a:pt x="29290" y="44255"/>
                    <a:pt x="30147" y="46494"/>
                  </a:cubicBezTo>
                  <a:cubicBezTo>
                    <a:pt x="30718" y="48042"/>
                    <a:pt x="31421" y="49530"/>
                    <a:pt x="32183" y="50982"/>
                  </a:cubicBezTo>
                  <a:cubicBezTo>
                    <a:pt x="32671" y="51923"/>
                    <a:pt x="33135" y="52840"/>
                    <a:pt x="33624" y="53769"/>
                  </a:cubicBezTo>
                  <a:cubicBezTo>
                    <a:pt x="33897" y="54280"/>
                    <a:pt x="34219" y="54757"/>
                    <a:pt x="34624" y="55173"/>
                  </a:cubicBezTo>
                  <a:cubicBezTo>
                    <a:pt x="34975" y="55551"/>
                    <a:pt x="35410" y="55761"/>
                    <a:pt x="35886" y="55761"/>
                  </a:cubicBezTo>
                  <a:cubicBezTo>
                    <a:pt x="36250" y="55761"/>
                    <a:pt x="36637" y="55639"/>
                    <a:pt x="37029" y="55376"/>
                  </a:cubicBezTo>
                  <a:cubicBezTo>
                    <a:pt x="37481" y="55066"/>
                    <a:pt x="37838" y="54661"/>
                    <a:pt x="38100" y="54185"/>
                  </a:cubicBezTo>
                  <a:cubicBezTo>
                    <a:pt x="39386" y="51935"/>
                    <a:pt x="39827" y="49542"/>
                    <a:pt x="39470" y="46994"/>
                  </a:cubicBezTo>
                  <a:cubicBezTo>
                    <a:pt x="39315" y="45803"/>
                    <a:pt x="38850" y="44720"/>
                    <a:pt x="38160" y="43720"/>
                  </a:cubicBezTo>
                  <a:cubicBezTo>
                    <a:pt x="37267" y="42434"/>
                    <a:pt x="36160" y="41327"/>
                    <a:pt x="35029" y="40255"/>
                  </a:cubicBezTo>
                  <a:cubicBezTo>
                    <a:pt x="34028" y="39314"/>
                    <a:pt x="33040" y="38350"/>
                    <a:pt x="32064" y="37386"/>
                  </a:cubicBezTo>
                  <a:cubicBezTo>
                    <a:pt x="31373" y="36695"/>
                    <a:pt x="30826" y="35909"/>
                    <a:pt x="30468" y="35004"/>
                  </a:cubicBezTo>
                  <a:cubicBezTo>
                    <a:pt x="30349" y="34707"/>
                    <a:pt x="30278" y="34373"/>
                    <a:pt x="30207" y="34064"/>
                  </a:cubicBezTo>
                  <a:cubicBezTo>
                    <a:pt x="30183" y="33992"/>
                    <a:pt x="30183" y="33897"/>
                    <a:pt x="30218" y="33826"/>
                  </a:cubicBezTo>
                  <a:cubicBezTo>
                    <a:pt x="30516" y="32873"/>
                    <a:pt x="30802" y="31933"/>
                    <a:pt x="31099" y="30980"/>
                  </a:cubicBezTo>
                  <a:cubicBezTo>
                    <a:pt x="31111" y="30920"/>
                    <a:pt x="31135" y="30885"/>
                    <a:pt x="31171" y="30801"/>
                  </a:cubicBezTo>
                  <a:cubicBezTo>
                    <a:pt x="31278" y="30837"/>
                    <a:pt x="31397" y="30849"/>
                    <a:pt x="31492" y="30885"/>
                  </a:cubicBezTo>
                  <a:cubicBezTo>
                    <a:pt x="32290" y="31063"/>
                    <a:pt x="33064" y="31194"/>
                    <a:pt x="33862" y="31218"/>
                  </a:cubicBezTo>
                  <a:cubicBezTo>
                    <a:pt x="33967" y="31223"/>
                    <a:pt x="34072" y="31225"/>
                    <a:pt x="34176" y="31225"/>
                  </a:cubicBezTo>
                  <a:cubicBezTo>
                    <a:pt x="34911" y="31225"/>
                    <a:pt x="35629" y="31114"/>
                    <a:pt x="36338" y="30885"/>
                  </a:cubicBezTo>
                  <a:cubicBezTo>
                    <a:pt x="36826" y="30730"/>
                    <a:pt x="37291" y="30492"/>
                    <a:pt x="37731" y="30254"/>
                  </a:cubicBezTo>
                  <a:cubicBezTo>
                    <a:pt x="38434" y="29885"/>
                    <a:pt x="39077" y="29420"/>
                    <a:pt x="39648" y="28885"/>
                  </a:cubicBezTo>
                  <a:cubicBezTo>
                    <a:pt x="40482" y="28111"/>
                    <a:pt x="41005" y="27146"/>
                    <a:pt x="41422" y="26122"/>
                  </a:cubicBezTo>
                  <a:cubicBezTo>
                    <a:pt x="42268" y="24003"/>
                    <a:pt x="42268" y="21872"/>
                    <a:pt x="41482" y="19752"/>
                  </a:cubicBezTo>
                  <a:cubicBezTo>
                    <a:pt x="41172" y="18895"/>
                    <a:pt x="40720" y="18145"/>
                    <a:pt x="40089" y="17502"/>
                  </a:cubicBezTo>
                  <a:cubicBezTo>
                    <a:pt x="39267" y="16669"/>
                    <a:pt x="38243" y="16216"/>
                    <a:pt x="37076" y="16157"/>
                  </a:cubicBezTo>
                  <a:cubicBezTo>
                    <a:pt x="36906" y="16150"/>
                    <a:pt x="36736" y="16147"/>
                    <a:pt x="36566" y="16147"/>
                  </a:cubicBezTo>
                  <a:cubicBezTo>
                    <a:pt x="36157" y="16147"/>
                    <a:pt x="35751" y="16164"/>
                    <a:pt x="35338" y="16181"/>
                  </a:cubicBezTo>
                  <a:cubicBezTo>
                    <a:pt x="34576" y="16204"/>
                    <a:pt x="33802" y="16252"/>
                    <a:pt x="33040" y="16276"/>
                  </a:cubicBezTo>
                  <a:lnTo>
                    <a:pt x="32719" y="16276"/>
                  </a:lnTo>
                  <a:cubicBezTo>
                    <a:pt x="32707" y="16145"/>
                    <a:pt x="32683" y="16026"/>
                    <a:pt x="32683" y="15907"/>
                  </a:cubicBezTo>
                  <a:cubicBezTo>
                    <a:pt x="32540" y="12930"/>
                    <a:pt x="32433" y="9954"/>
                    <a:pt x="32242" y="6977"/>
                  </a:cubicBezTo>
                  <a:cubicBezTo>
                    <a:pt x="32123" y="4941"/>
                    <a:pt x="31873" y="2917"/>
                    <a:pt x="31671" y="869"/>
                  </a:cubicBezTo>
                  <a:cubicBezTo>
                    <a:pt x="31659" y="726"/>
                    <a:pt x="31647" y="572"/>
                    <a:pt x="31611" y="441"/>
                  </a:cubicBezTo>
                  <a:cubicBezTo>
                    <a:pt x="31576" y="262"/>
                    <a:pt x="31540" y="95"/>
                    <a:pt x="3135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64"/>
            <p:cNvSpPr/>
            <p:nvPr/>
          </p:nvSpPr>
          <p:spPr>
            <a:xfrm>
              <a:off x="2348200" y="3495200"/>
              <a:ext cx="135750" cy="341150"/>
            </a:xfrm>
            <a:custGeom>
              <a:avLst/>
              <a:gdLst/>
              <a:ahLst/>
              <a:cxnLst/>
              <a:rect l="l" t="t" r="r" b="b"/>
              <a:pathLst>
                <a:path w="5430" h="13646" extrusionOk="0">
                  <a:moveTo>
                    <a:pt x="5132" y="1"/>
                  </a:moveTo>
                  <a:cubicBezTo>
                    <a:pt x="5096" y="334"/>
                    <a:pt x="4965" y="655"/>
                    <a:pt x="4822" y="953"/>
                  </a:cubicBezTo>
                  <a:cubicBezTo>
                    <a:pt x="4001" y="2537"/>
                    <a:pt x="3048" y="4049"/>
                    <a:pt x="2024" y="5501"/>
                  </a:cubicBezTo>
                  <a:cubicBezTo>
                    <a:pt x="1465" y="6275"/>
                    <a:pt x="953" y="7061"/>
                    <a:pt x="572" y="7942"/>
                  </a:cubicBezTo>
                  <a:cubicBezTo>
                    <a:pt x="250" y="8704"/>
                    <a:pt x="96" y="9502"/>
                    <a:pt x="0" y="10311"/>
                  </a:cubicBezTo>
                  <a:cubicBezTo>
                    <a:pt x="0" y="10323"/>
                    <a:pt x="12" y="10335"/>
                    <a:pt x="36" y="10395"/>
                  </a:cubicBezTo>
                  <a:cubicBezTo>
                    <a:pt x="84" y="10192"/>
                    <a:pt x="119" y="10014"/>
                    <a:pt x="143" y="9835"/>
                  </a:cubicBezTo>
                  <a:cubicBezTo>
                    <a:pt x="334" y="8549"/>
                    <a:pt x="870" y="7406"/>
                    <a:pt x="1584" y="6347"/>
                  </a:cubicBezTo>
                  <a:cubicBezTo>
                    <a:pt x="2048" y="5668"/>
                    <a:pt x="2536" y="5001"/>
                    <a:pt x="2977" y="4299"/>
                  </a:cubicBezTo>
                  <a:cubicBezTo>
                    <a:pt x="3489" y="3465"/>
                    <a:pt x="3989" y="2620"/>
                    <a:pt x="4489" y="1787"/>
                  </a:cubicBezTo>
                  <a:cubicBezTo>
                    <a:pt x="4537" y="1691"/>
                    <a:pt x="4596" y="1620"/>
                    <a:pt x="4644" y="1525"/>
                  </a:cubicBezTo>
                  <a:cubicBezTo>
                    <a:pt x="4656" y="1548"/>
                    <a:pt x="4680" y="1548"/>
                    <a:pt x="4703" y="1560"/>
                  </a:cubicBezTo>
                  <a:cubicBezTo>
                    <a:pt x="4549" y="1965"/>
                    <a:pt x="4418" y="2382"/>
                    <a:pt x="4251" y="2775"/>
                  </a:cubicBezTo>
                  <a:cubicBezTo>
                    <a:pt x="3453" y="4644"/>
                    <a:pt x="2620" y="6489"/>
                    <a:pt x="1822" y="8347"/>
                  </a:cubicBezTo>
                  <a:cubicBezTo>
                    <a:pt x="1513" y="9085"/>
                    <a:pt x="1227" y="9847"/>
                    <a:pt x="953" y="10609"/>
                  </a:cubicBezTo>
                  <a:cubicBezTo>
                    <a:pt x="715" y="11288"/>
                    <a:pt x="572" y="11990"/>
                    <a:pt x="620" y="12716"/>
                  </a:cubicBezTo>
                  <a:cubicBezTo>
                    <a:pt x="631" y="12955"/>
                    <a:pt x="727" y="13193"/>
                    <a:pt x="786" y="13419"/>
                  </a:cubicBezTo>
                  <a:cubicBezTo>
                    <a:pt x="798" y="13467"/>
                    <a:pt x="858" y="13490"/>
                    <a:pt x="929" y="13586"/>
                  </a:cubicBezTo>
                  <a:cubicBezTo>
                    <a:pt x="548" y="12585"/>
                    <a:pt x="751" y="11669"/>
                    <a:pt x="1024" y="10752"/>
                  </a:cubicBezTo>
                  <a:cubicBezTo>
                    <a:pt x="1334" y="9728"/>
                    <a:pt x="1763" y="8752"/>
                    <a:pt x="2203" y="7763"/>
                  </a:cubicBezTo>
                  <a:cubicBezTo>
                    <a:pt x="2917" y="6156"/>
                    <a:pt x="3608" y="4549"/>
                    <a:pt x="4299" y="2930"/>
                  </a:cubicBezTo>
                  <a:cubicBezTo>
                    <a:pt x="4477" y="2513"/>
                    <a:pt x="4596" y="2060"/>
                    <a:pt x="4739" y="1620"/>
                  </a:cubicBezTo>
                  <a:cubicBezTo>
                    <a:pt x="4799" y="1453"/>
                    <a:pt x="4846" y="1286"/>
                    <a:pt x="4953" y="1144"/>
                  </a:cubicBezTo>
                  <a:lnTo>
                    <a:pt x="4953" y="1394"/>
                  </a:lnTo>
                  <a:cubicBezTo>
                    <a:pt x="4799" y="3370"/>
                    <a:pt x="4406" y="5299"/>
                    <a:pt x="3822" y="7180"/>
                  </a:cubicBezTo>
                  <a:cubicBezTo>
                    <a:pt x="3358" y="8704"/>
                    <a:pt x="2751" y="10157"/>
                    <a:pt x="2048" y="11585"/>
                  </a:cubicBezTo>
                  <a:cubicBezTo>
                    <a:pt x="1822" y="12050"/>
                    <a:pt x="1643" y="12562"/>
                    <a:pt x="1465" y="13038"/>
                  </a:cubicBezTo>
                  <a:cubicBezTo>
                    <a:pt x="1393" y="13228"/>
                    <a:pt x="1346" y="13431"/>
                    <a:pt x="1441" y="13645"/>
                  </a:cubicBezTo>
                  <a:cubicBezTo>
                    <a:pt x="1560" y="12836"/>
                    <a:pt x="1929" y="12109"/>
                    <a:pt x="2275" y="11395"/>
                  </a:cubicBezTo>
                  <a:cubicBezTo>
                    <a:pt x="3715" y="8466"/>
                    <a:pt x="4608" y="5382"/>
                    <a:pt x="5001" y="2156"/>
                  </a:cubicBezTo>
                  <a:cubicBezTo>
                    <a:pt x="5025" y="1929"/>
                    <a:pt x="5037" y="1703"/>
                    <a:pt x="5061" y="1489"/>
                  </a:cubicBezTo>
                  <a:cubicBezTo>
                    <a:pt x="5061" y="1465"/>
                    <a:pt x="5072" y="1453"/>
                    <a:pt x="5084" y="1429"/>
                  </a:cubicBezTo>
                  <a:cubicBezTo>
                    <a:pt x="5120" y="1465"/>
                    <a:pt x="5144" y="1465"/>
                    <a:pt x="5156" y="1465"/>
                  </a:cubicBezTo>
                  <a:cubicBezTo>
                    <a:pt x="5180" y="1977"/>
                    <a:pt x="5203" y="2477"/>
                    <a:pt x="5215" y="2989"/>
                  </a:cubicBezTo>
                  <a:cubicBezTo>
                    <a:pt x="5263" y="4823"/>
                    <a:pt x="5132" y="6644"/>
                    <a:pt x="4763" y="8430"/>
                  </a:cubicBezTo>
                  <a:cubicBezTo>
                    <a:pt x="4418" y="10097"/>
                    <a:pt x="3703" y="11573"/>
                    <a:pt x="2584" y="12871"/>
                  </a:cubicBezTo>
                  <a:cubicBezTo>
                    <a:pt x="2382" y="13109"/>
                    <a:pt x="2179" y="13371"/>
                    <a:pt x="1882" y="13526"/>
                  </a:cubicBezTo>
                  <a:cubicBezTo>
                    <a:pt x="1892" y="13527"/>
                    <a:pt x="1901" y="13527"/>
                    <a:pt x="1911" y="13527"/>
                  </a:cubicBezTo>
                  <a:cubicBezTo>
                    <a:pt x="2109" y="13527"/>
                    <a:pt x="2245" y="13413"/>
                    <a:pt x="2382" y="13288"/>
                  </a:cubicBezTo>
                  <a:cubicBezTo>
                    <a:pt x="3715" y="11823"/>
                    <a:pt x="4596" y="10145"/>
                    <a:pt x="4942" y="8180"/>
                  </a:cubicBezTo>
                  <a:cubicBezTo>
                    <a:pt x="5323" y="5989"/>
                    <a:pt x="5430" y="3811"/>
                    <a:pt x="5275" y="1584"/>
                  </a:cubicBezTo>
                  <a:cubicBezTo>
                    <a:pt x="5251" y="1155"/>
                    <a:pt x="5239" y="739"/>
                    <a:pt x="5203" y="310"/>
                  </a:cubicBezTo>
                  <a:cubicBezTo>
                    <a:pt x="5203" y="203"/>
                    <a:pt x="5180" y="96"/>
                    <a:pt x="513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64"/>
            <p:cNvSpPr/>
            <p:nvPr/>
          </p:nvSpPr>
          <p:spPr>
            <a:xfrm>
              <a:off x="2228250" y="2939700"/>
              <a:ext cx="501275" cy="112975"/>
            </a:xfrm>
            <a:custGeom>
              <a:avLst/>
              <a:gdLst/>
              <a:ahLst/>
              <a:cxnLst/>
              <a:rect l="l" t="t" r="r" b="b"/>
              <a:pathLst>
                <a:path w="20051" h="4519" extrusionOk="0">
                  <a:moveTo>
                    <a:pt x="5309" y="0"/>
                  </a:moveTo>
                  <a:cubicBezTo>
                    <a:pt x="4937" y="0"/>
                    <a:pt x="4565" y="13"/>
                    <a:pt x="4191" y="39"/>
                  </a:cubicBezTo>
                  <a:cubicBezTo>
                    <a:pt x="3632" y="87"/>
                    <a:pt x="3096" y="170"/>
                    <a:pt x="2608" y="468"/>
                  </a:cubicBezTo>
                  <a:cubicBezTo>
                    <a:pt x="2536" y="516"/>
                    <a:pt x="2465" y="587"/>
                    <a:pt x="2405" y="658"/>
                  </a:cubicBezTo>
                  <a:cubicBezTo>
                    <a:pt x="3251" y="182"/>
                    <a:pt x="4167" y="146"/>
                    <a:pt x="5108" y="146"/>
                  </a:cubicBezTo>
                  <a:cubicBezTo>
                    <a:pt x="5166" y="146"/>
                    <a:pt x="5224" y="145"/>
                    <a:pt x="5282" y="145"/>
                  </a:cubicBezTo>
                  <a:cubicBezTo>
                    <a:pt x="7233" y="145"/>
                    <a:pt x="9128" y="532"/>
                    <a:pt x="10990" y="1099"/>
                  </a:cubicBezTo>
                  <a:cubicBezTo>
                    <a:pt x="12716" y="1611"/>
                    <a:pt x="14383" y="2266"/>
                    <a:pt x="16050" y="2968"/>
                  </a:cubicBezTo>
                  <a:cubicBezTo>
                    <a:pt x="16943" y="3337"/>
                    <a:pt x="17848" y="3683"/>
                    <a:pt x="18812" y="3861"/>
                  </a:cubicBezTo>
                  <a:cubicBezTo>
                    <a:pt x="19014" y="3897"/>
                    <a:pt x="19217" y="3921"/>
                    <a:pt x="19431" y="3992"/>
                  </a:cubicBezTo>
                  <a:cubicBezTo>
                    <a:pt x="19288" y="4040"/>
                    <a:pt x="19157" y="4087"/>
                    <a:pt x="19014" y="4111"/>
                  </a:cubicBezTo>
                  <a:cubicBezTo>
                    <a:pt x="18038" y="4326"/>
                    <a:pt x="17074" y="4349"/>
                    <a:pt x="16097" y="4385"/>
                  </a:cubicBezTo>
                  <a:cubicBezTo>
                    <a:pt x="15836" y="4391"/>
                    <a:pt x="15574" y="4394"/>
                    <a:pt x="15313" y="4394"/>
                  </a:cubicBezTo>
                  <a:cubicBezTo>
                    <a:pt x="13577" y="4394"/>
                    <a:pt x="11849" y="4263"/>
                    <a:pt x="10121" y="4087"/>
                  </a:cubicBezTo>
                  <a:cubicBezTo>
                    <a:pt x="8192" y="3873"/>
                    <a:pt x="6251" y="3611"/>
                    <a:pt x="4322" y="3373"/>
                  </a:cubicBezTo>
                  <a:cubicBezTo>
                    <a:pt x="3781" y="3303"/>
                    <a:pt x="3239" y="3254"/>
                    <a:pt x="2697" y="3254"/>
                  </a:cubicBezTo>
                  <a:cubicBezTo>
                    <a:pt x="2405" y="3254"/>
                    <a:pt x="2114" y="3268"/>
                    <a:pt x="1822" y="3302"/>
                  </a:cubicBezTo>
                  <a:cubicBezTo>
                    <a:pt x="1286" y="3361"/>
                    <a:pt x="774" y="3504"/>
                    <a:pt x="334" y="3814"/>
                  </a:cubicBezTo>
                  <a:cubicBezTo>
                    <a:pt x="215" y="3909"/>
                    <a:pt x="107" y="4016"/>
                    <a:pt x="0" y="4099"/>
                  </a:cubicBezTo>
                  <a:lnTo>
                    <a:pt x="48" y="4147"/>
                  </a:lnTo>
                  <a:cubicBezTo>
                    <a:pt x="107" y="4099"/>
                    <a:pt x="203" y="4087"/>
                    <a:pt x="238" y="4028"/>
                  </a:cubicBezTo>
                  <a:cubicBezTo>
                    <a:pt x="619" y="3683"/>
                    <a:pt x="1060" y="3552"/>
                    <a:pt x="1536" y="3456"/>
                  </a:cubicBezTo>
                  <a:cubicBezTo>
                    <a:pt x="1884" y="3402"/>
                    <a:pt x="2235" y="3380"/>
                    <a:pt x="2586" y="3380"/>
                  </a:cubicBezTo>
                  <a:cubicBezTo>
                    <a:pt x="3003" y="3380"/>
                    <a:pt x="3420" y="3411"/>
                    <a:pt x="3834" y="3456"/>
                  </a:cubicBezTo>
                  <a:cubicBezTo>
                    <a:pt x="5465" y="3659"/>
                    <a:pt x="7120" y="3873"/>
                    <a:pt x="8751" y="4076"/>
                  </a:cubicBezTo>
                  <a:cubicBezTo>
                    <a:pt x="10874" y="4326"/>
                    <a:pt x="13004" y="4518"/>
                    <a:pt x="15141" y="4518"/>
                  </a:cubicBezTo>
                  <a:cubicBezTo>
                    <a:pt x="15749" y="4518"/>
                    <a:pt x="16357" y="4503"/>
                    <a:pt x="16967" y="4468"/>
                  </a:cubicBezTo>
                  <a:cubicBezTo>
                    <a:pt x="17717" y="4433"/>
                    <a:pt x="18455" y="4397"/>
                    <a:pt x="19169" y="4171"/>
                  </a:cubicBezTo>
                  <a:cubicBezTo>
                    <a:pt x="19467" y="4087"/>
                    <a:pt x="19765" y="3945"/>
                    <a:pt x="20050" y="3837"/>
                  </a:cubicBezTo>
                  <a:cubicBezTo>
                    <a:pt x="20038" y="3802"/>
                    <a:pt x="20038" y="3778"/>
                    <a:pt x="20027" y="3742"/>
                  </a:cubicBezTo>
                  <a:cubicBezTo>
                    <a:pt x="19854" y="3787"/>
                    <a:pt x="19684" y="3805"/>
                    <a:pt x="19515" y="3805"/>
                  </a:cubicBezTo>
                  <a:cubicBezTo>
                    <a:pt x="19239" y="3805"/>
                    <a:pt x="18966" y="3758"/>
                    <a:pt x="18693" y="3706"/>
                  </a:cubicBezTo>
                  <a:cubicBezTo>
                    <a:pt x="17764" y="3504"/>
                    <a:pt x="16848" y="3159"/>
                    <a:pt x="15978" y="2790"/>
                  </a:cubicBezTo>
                  <a:cubicBezTo>
                    <a:pt x="13931" y="1920"/>
                    <a:pt x="11847" y="1135"/>
                    <a:pt x="9704" y="587"/>
                  </a:cubicBezTo>
                  <a:cubicBezTo>
                    <a:pt x="8256" y="206"/>
                    <a:pt x="6793" y="0"/>
                    <a:pt x="5309"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64"/>
            <p:cNvSpPr/>
            <p:nvPr/>
          </p:nvSpPr>
          <p:spPr>
            <a:xfrm>
              <a:off x="2233600" y="3029975"/>
              <a:ext cx="501575" cy="117300"/>
            </a:xfrm>
            <a:custGeom>
              <a:avLst/>
              <a:gdLst/>
              <a:ahLst/>
              <a:cxnLst/>
              <a:rect l="l" t="t" r="r" b="b"/>
              <a:pathLst>
                <a:path w="20063" h="4692" extrusionOk="0">
                  <a:moveTo>
                    <a:pt x="8804" y="2783"/>
                  </a:moveTo>
                  <a:cubicBezTo>
                    <a:pt x="8901" y="2783"/>
                    <a:pt x="8999" y="2784"/>
                    <a:pt x="9097" y="2786"/>
                  </a:cubicBezTo>
                  <a:cubicBezTo>
                    <a:pt x="10323" y="2810"/>
                    <a:pt x="11561" y="2893"/>
                    <a:pt x="12800" y="2953"/>
                  </a:cubicBezTo>
                  <a:cubicBezTo>
                    <a:pt x="13377" y="2971"/>
                    <a:pt x="13958" y="2995"/>
                    <a:pt x="14538" y="2995"/>
                  </a:cubicBezTo>
                  <a:cubicBezTo>
                    <a:pt x="15118" y="2995"/>
                    <a:pt x="15699" y="2971"/>
                    <a:pt x="16276" y="2893"/>
                  </a:cubicBezTo>
                  <a:cubicBezTo>
                    <a:pt x="16324" y="2893"/>
                    <a:pt x="16348" y="2905"/>
                    <a:pt x="16443" y="2905"/>
                  </a:cubicBezTo>
                  <a:cubicBezTo>
                    <a:pt x="16276" y="2977"/>
                    <a:pt x="16169" y="3024"/>
                    <a:pt x="16050" y="3072"/>
                  </a:cubicBezTo>
                  <a:cubicBezTo>
                    <a:pt x="15943" y="3108"/>
                    <a:pt x="15836" y="3155"/>
                    <a:pt x="15717" y="3203"/>
                  </a:cubicBezTo>
                  <a:cubicBezTo>
                    <a:pt x="14359" y="3763"/>
                    <a:pt x="12943" y="4084"/>
                    <a:pt x="11478" y="4155"/>
                  </a:cubicBezTo>
                  <a:cubicBezTo>
                    <a:pt x="11228" y="4167"/>
                    <a:pt x="10978" y="4172"/>
                    <a:pt x="10730" y="4172"/>
                  </a:cubicBezTo>
                  <a:cubicBezTo>
                    <a:pt x="9713" y="4172"/>
                    <a:pt x="8708" y="4084"/>
                    <a:pt x="7704" y="3989"/>
                  </a:cubicBezTo>
                  <a:cubicBezTo>
                    <a:pt x="6655" y="3895"/>
                    <a:pt x="5599" y="3831"/>
                    <a:pt x="4542" y="3831"/>
                  </a:cubicBezTo>
                  <a:cubicBezTo>
                    <a:pt x="4255" y="3831"/>
                    <a:pt x="3967" y="3836"/>
                    <a:pt x="3680" y="3846"/>
                  </a:cubicBezTo>
                  <a:cubicBezTo>
                    <a:pt x="3227" y="3858"/>
                    <a:pt x="2787" y="3882"/>
                    <a:pt x="2334" y="3893"/>
                  </a:cubicBezTo>
                  <a:lnTo>
                    <a:pt x="2334" y="3858"/>
                  </a:lnTo>
                  <a:cubicBezTo>
                    <a:pt x="2370" y="3846"/>
                    <a:pt x="2382" y="3810"/>
                    <a:pt x="2406" y="3810"/>
                  </a:cubicBezTo>
                  <a:cubicBezTo>
                    <a:pt x="3179" y="3643"/>
                    <a:pt x="3977" y="3489"/>
                    <a:pt x="4763" y="3310"/>
                  </a:cubicBezTo>
                  <a:cubicBezTo>
                    <a:pt x="6096" y="3010"/>
                    <a:pt x="7440" y="2783"/>
                    <a:pt x="8804" y="2783"/>
                  </a:cubicBezTo>
                  <a:close/>
                  <a:moveTo>
                    <a:pt x="20063" y="0"/>
                  </a:moveTo>
                  <a:lnTo>
                    <a:pt x="19836" y="226"/>
                  </a:lnTo>
                  <a:cubicBezTo>
                    <a:pt x="19693" y="393"/>
                    <a:pt x="19539" y="572"/>
                    <a:pt x="19396" y="679"/>
                  </a:cubicBezTo>
                  <a:cubicBezTo>
                    <a:pt x="18991" y="1084"/>
                    <a:pt x="18586" y="1488"/>
                    <a:pt x="18158" y="1858"/>
                  </a:cubicBezTo>
                  <a:cubicBezTo>
                    <a:pt x="17562" y="2393"/>
                    <a:pt x="16860" y="2679"/>
                    <a:pt x="16074" y="2762"/>
                  </a:cubicBezTo>
                  <a:cubicBezTo>
                    <a:pt x="15580" y="2822"/>
                    <a:pt x="15092" y="2843"/>
                    <a:pt x="14605" y="2843"/>
                  </a:cubicBezTo>
                  <a:cubicBezTo>
                    <a:pt x="14118" y="2843"/>
                    <a:pt x="13633" y="2822"/>
                    <a:pt x="13145" y="2798"/>
                  </a:cubicBezTo>
                  <a:cubicBezTo>
                    <a:pt x="12407" y="2774"/>
                    <a:pt x="11692" y="2739"/>
                    <a:pt x="10966" y="2679"/>
                  </a:cubicBezTo>
                  <a:cubicBezTo>
                    <a:pt x="10468" y="2641"/>
                    <a:pt x="9972" y="2622"/>
                    <a:pt x="9477" y="2622"/>
                  </a:cubicBezTo>
                  <a:cubicBezTo>
                    <a:pt x="7828" y="2622"/>
                    <a:pt x="6193" y="2830"/>
                    <a:pt x="4573" y="3215"/>
                  </a:cubicBezTo>
                  <a:cubicBezTo>
                    <a:pt x="3560" y="3453"/>
                    <a:pt x="2525" y="3691"/>
                    <a:pt x="1513" y="3941"/>
                  </a:cubicBezTo>
                  <a:cubicBezTo>
                    <a:pt x="1120" y="4048"/>
                    <a:pt x="679" y="4120"/>
                    <a:pt x="310" y="4358"/>
                  </a:cubicBezTo>
                  <a:cubicBezTo>
                    <a:pt x="191" y="4429"/>
                    <a:pt x="108" y="4536"/>
                    <a:pt x="1" y="4632"/>
                  </a:cubicBezTo>
                  <a:cubicBezTo>
                    <a:pt x="1" y="4644"/>
                    <a:pt x="12" y="4667"/>
                    <a:pt x="24" y="4691"/>
                  </a:cubicBezTo>
                  <a:cubicBezTo>
                    <a:pt x="72" y="4667"/>
                    <a:pt x="120" y="4667"/>
                    <a:pt x="143" y="4644"/>
                  </a:cubicBezTo>
                  <a:cubicBezTo>
                    <a:pt x="358" y="4405"/>
                    <a:pt x="643" y="4334"/>
                    <a:pt x="917" y="4251"/>
                  </a:cubicBezTo>
                  <a:cubicBezTo>
                    <a:pt x="1727" y="4060"/>
                    <a:pt x="2560" y="4013"/>
                    <a:pt x="3382" y="3977"/>
                  </a:cubicBezTo>
                  <a:cubicBezTo>
                    <a:pt x="3768" y="3955"/>
                    <a:pt x="4154" y="3946"/>
                    <a:pt x="4540" y="3946"/>
                  </a:cubicBezTo>
                  <a:cubicBezTo>
                    <a:pt x="5650" y="3946"/>
                    <a:pt x="6757" y="4026"/>
                    <a:pt x="7871" y="4132"/>
                  </a:cubicBezTo>
                  <a:cubicBezTo>
                    <a:pt x="8704" y="4227"/>
                    <a:pt x="9537" y="4274"/>
                    <a:pt x="10371" y="4298"/>
                  </a:cubicBezTo>
                  <a:cubicBezTo>
                    <a:pt x="10498" y="4302"/>
                    <a:pt x="10626" y="4303"/>
                    <a:pt x="10753" y="4303"/>
                  </a:cubicBezTo>
                  <a:cubicBezTo>
                    <a:pt x="12418" y="4303"/>
                    <a:pt x="14051" y="4012"/>
                    <a:pt x="15622" y="3382"/>
                  </a:cubicBezTo>
                  <a:cubicBezTo>
                    <a:pt x="16276" y="3108"/>
                    <a:pt x="16955" y="2858"/>
                    <a:pt x="17562" y="2489"/>
                  </a:cubicBezTo>
                  <a:cubicBezTo>
                    <a:pt x="17979" y="2227"/>
                    <a:pt x="18336" y="1929"/>
                    <a:pt x="18681" y="1596"/>
                  </a:cubicBezTo>
                  <a:cubicBezTo>
                    <a:pt x="18979" y="1298"/>
                    <a:pt x="19277" y="1012"/>
                    <a:pt x="19574" y="715"/>
                  </a:cubicBezTo>
                  <a:cubicBezTo>
                    <a:pt x="19777" y="500"/>
                    <a:pt x="19967" y="298"/>
                    <a:pt x="2006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64"/>
            <p:cNvSpPr/>
            <p:nvPr/>
          </p:nvSpPr>
          <p:spPr>
            <a:xfrm>
              <a:off x="2916725" y="2747500"/>
              <a:ext cx="135450" cy="492625"/>
            </a:xfrm>
            <a:custGeom>
              <a:avLst/>
              <a:gdLst/>
              <a:ahLst/>
              <a:cxnLst/>
              <a:rect l="l" t="t" r="r" b="b"/>
              <a:pathLst>
                <a:path w="5418" h="19705" extrusionOk="0">
                  <a:moveTo>
                    <a:pt x="60" y="0"/>
                  </a:moveTo>
                  <a:cubicBezTo>
                    <a:pt x="48" y="12"/>
                    <a:pt x="12" y="12"/>
                    <a:pt x="0" y="36"/>
                  </a:cubicBezTo>
                  <a:cubicBezTo>
                    <a:pt x="12" y="119"/>
                    <a:pt x="48" y="214"/>
                    <a:pt x="60" y="298"/>
                  </a:cubicBezTo>
                  <a:cubicBezTo>
                    <a:pt x="381" y="1560"/>
                    <a:pt x="500" y="2846"/>
                    <a:pt x="524" y="4144"/>
                  </a:cubicBezTo>
                  <a:cubicBezTo>
                    <a:pt x="548" y="5691"/>
                    <a:pt x="524" y="7239"/>
                    <a:pt x="548" y="8799"/>
                  </a:cubicBezTo>
                  <a:cubicBezTo>
                    <a:pt x="596" y="10644"/>
                    <a:pt x="858" y="12442"/>
                    <a:pt x="1453" y="14204"/>
                  </a:cubicBezTo>
                  <a:cubicBezTo>
                    <a:pt x="1632" y="14704"/>
                    <a:pt x="1834" y="15216"/>
                    <a:pt x="2084" y="15693"/>
                  </a:cubicBezTo>
                  <a:cubicBezTo>
                    <a:pt x="2310" y="16109"/>
                    <a:pt x="2489" y="16550"/>
                    <a:pt x="2691" y="16978"/>
                  </a:cubicBezTo>
                  <a:cubicBezTo>
                    <a:pt x="2703" y="17026"/>
                    <a:pt x="2739" y="17074"/>
                    <a:pt x="2763" y="17121"/>
                  </a:cubicBezTo>
                  <a:cubicBezTo>
                    <a:pt x="2739" y="17074"/>
                    <a:pt x="2739" y="17074"/>
                    <a:pt x="2739" y="17062"/>
                  </a:cubicBezTo>
                  <a:cubicBezTo>
                    <a:pt x="2560" y="16609"/>
                    <a:pt x="2370" y="16157"/>
                    <a:pt x="2179" y="15704"/>
                  </a:cubicBezTo>
                  <a:cubicBezTo>
                    <a:pt x="2084" y="15443"/>
                    <a:pt x="1941" y="15181"/>
                    <a:pt x="1834" y="14931"/>
                  </a:cubicBezTo>
                  <a:cubicBezTo>
                    <a:pt x="1370" y="13811"/>
                    <a:pt x="1084" y="12656"/>
                    <a:pt x="893" y="11466"/>
                  </a:cubicBezTo>
                  <a:cubicBezTo>
                    <a:pt x="643" y="9954"/>
                    <a:pt x="643" y="8442"/>
                    <a:pt x="655" y="6930"/>
                  </a:cubicBezTo>
                  <a:cubicBezTo>
                    <a:pt x="667" y="5417"/>
                    <a:pt x="655" y="3917"/>
                    <a:pt x="524" y="2429"/>
                  </a:cubicBezTo>
                  <a:cubicBezTo>
                    <a:pt x="477" y="1941"/>
                    <a:pt x="381" y="1441"/>
                    <a:pt x="310" y="905"/>
                  </a:cubicBezTo>
                  <a:lnTo>
                    <a:pt x="310" y="905"/>
                  </a:lnTo>
                  <a:cubicBezTo>
                    <a:pt x="358" y="965"/>
                    <a:pt x="405" y="1000"/>
                    <a:pt x="417" y="1048"/>
                  </a:cubicBezTo>
                  <a:cubicBezTo>
                    <a:pt x="560" y="1369"/>
                    <a:pt x="703" y="1703"/>
                    <a:pt x="846" y="2024"/>
                  </a:cubicBezTo>
                  <a:cubicBezTo>
                    <a:pt x="1072" y="2489"/>
                    <a:pt x="1310" y="2965"/>
                    <a:pt x="1560" y="3405"/>
                  </a:cubicBezTo>
                  <a:cubicBezTo>
                    <a:pt x="2941" y="5894"/>
                    <a:pt x="3894" y="8525"/>
                    <a:pt x="4453" y="11323"/>
                  </a:cubicBezTo>
                  <a:cubicBezTo>
                    <a:pt x="4858" y="13407"/>
                    <a:pt x="5061" y="15490"/>
                    <a:pt x="5120" y="17609"/>
                  </a:cubicBezTo>
                  <a:cubicBezTo>
                    <a:pt x="5132" y="18169"/>
                    <a:pt x="5191" y="18729"/>
                    <a:pt x="5251" y="19288"/>
                  </a:cubicBezTo>
                  <a:cubicBezTo>
                    <a:pt x="5263" y="19407"/>
                    <a:pt x="5311" y="19538"/>
                    <a:pt x="5358" y="19705"/>
                  </a:cubicBezTo>
                  <a:cubicBezTo>
                    <a:pt x="5406" y="19645"/>
                    <a:pt x="5418" y="19634"/>
                    <a:pt x="5418" y="19622"/>
                  </a:cubicBezTo>
                  <a:cubicBezTo>
                    <a:pt x="5227" y="18169"/>
                    <a:pt x="5239" y="16716"/>
                    <a:pt x="5132" y="15252"/>
                  </a:cubicBezTo>
                  <a:cubicBezTo>
                    <a:pt x="4941" y="12799"/>
                    <a:pt x="4477" y="10394"/>
                    <a:pt x="3751" y="8037"/>
                  </a:cubicBezTo>
                  <a:cubicBezTo>
                    <a:pt x="3501" y="7215"/>
                    <a:pt x="3203" y="6418"/>
                    <a:pt x="2822" y="5656"/>
                  </a:cubicBezTo>
                  <a:cubicBezTo>
                    <a:pt x="2489" y="4989"/>
                    <a:pt x="2155" y="4298"/>
                    <a:pt x="1810" y="3632"/>
                  </a:cubicBezTo>
                  <a:cubicBezTo>
                    <a:pt x="1429" y="2858"/>
                    <a:pt x="1024" y="2084"/>
                    <a:pt x="643" y="1310"/>
                  </a:cubicBezTo>
                  <a:cubicBezTo>
                    <a:pt x="477" y="988"/>
                    <a:pt x="358" y="631"/>
                    <a:pt x="227" y="298"/>
                  </a:cubicBezTo>
                  <a:cubicBezTo>
                    <a:pt x="179" y="191"/>
                    <a:pt x="108" y="95"/>
                    <a:pt x="6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64"/>
            <p:cNvSpPr/>
            <p:nvPr/>
          </p:nvSpPr>
          <p:spPr>
            <a:xfrm>
              <a:off x="2930425" y="2769225"/>
              <a:ext cx="173850" cy="448300"/>
            </a:xfrm>
            <a:custGeom>
              <a:avLst/>
              <a:gdLst/>
              <a:ahLst/>
              <a:cxnLst/>
              <a:rect l="l" t="t" r="r" b="b"/>
              <a:pathLst>
                <a:path w="6954" h="17932" extrusionOk="0">
                  <a:moveTo>
                    <a:pt x="0" y="0"/>
                  </a:moveTo>
                  <a:lnTo>
                    <a:pt x="0" y="0"/>
                  </a:lnTo>
                  <a:cubicBezTo>
                    <a:pt x="155" y="179"/>
                    <a:pt x="310" y="346"/>
                    <a:pt x="464" y="536"/>
                  </a:cubicBezTo>
                  <a:cubicBezTo>
                    <a:pt x="810" y="977"/>
                    <a:pt x="1143" y="1417"/>
                    <a:pt x="1476" y="1870"/>
                  </a:cubicBezTo>
                  <a:cubicBezTo>
                    <a:pt x="1905" y="2489"/>
                    <a:pt x="2310" y="3108"/>
                    <a:pt x="2727" y="3715"/>
                  </a:cubicBezTo>
                  <a:cubicBezTo>
                    <a:pt x="2989" y="4120"/>
                    <a:pt x="3262" y="4537"/>
                    <a:pt x="3512" y="4965"/>
                  </a:cubicBezTo>
                  <a:cubicBezTo>
                    <a:pt x="3870" y="5561"/>
                    <a:pt x="4215" y="6180"/>
                    <a:pt x="4536" y="6787"/>
                  </a:cubicBezTo>
                  <a:cubicBezTo>
                    <a:pt x="5763" y="9109"/>
                    <a:pt x="6560" y="11561"/>
                    <a:pt x="6775" y="14193"/>
                  </a:cubicBezTo>
                  <a:cubicBezTo>
                    <a:pt x="6858" y="15478"/>
                    <a:pt x="6691" y="16729"/>
                    <a:pt x="6132" y="17907"/>
                  </a:cubicBezTo>
                  <a:cubicBezTo>
                    <a:pt x="6120" y="17907"/>
                    <a:pt x="6132" y="17919"/>
                    <a:pt x="6144" y="17931"/>
                  </a:cubicBezTo>
                  <a:cubicBezTo>
                    <a:pt x="6203" y="17824"/>
                    <a:pt x="6287" y="17741"/>
                    <a:pt x="6346" y="17633"/>
                  </a:cubicBezTo>
                  <a:cubicBezTo>
                    <a:pt x="6691" y="16895"/>
                    <a:pt x="6846" y="16086"/>
                    <a:pt x="6894" y="15252"/>
                  </a:cubicBezTo>
                  <a:cubicBezTo>
                    <a:pt x="6953" y="13883"/>
                    <a:pt x="6763" y="12549"/>
                    <a:pt x="6382" y="11240"/>
                  </a:cubicBezTo>
                  <a:cubicBezTo>
                    <a:pt x="6144" y="10371"/>
                    <a:pt x="5870" y="9525"/>
                    <a:pt x="5572" y="8680"/>
                  </a:cubicBezTo>
                  <a:cubicBezTo>
                    <a:pt x="5370" y="8120"/>
                    <a:pt x="5108" y="7596"/>
                    <a:pt x="4822" y="7096"/>
                  </a:cubicBezTo>
                  <a:cubicBezTo>
                    <a:pt x="4358" y="6251"/>
                    <a:pt x="3905" y="5418"/>
                    <a:pt x="3405" y="4584"/>
                  </a:cubicBezTo>
                  <a:cubicBezTo>
                    <a:pt x="2989" y="3894"/>
                    <a:pt x="2512" y="3239"/>
                    <a:pt x="2084" y="2572"/>
                  </a:cubicBezTo>
                  <a:cubicBezTo>
                    <a:pt x="1893" y="2274"/>
                    <a:pt x="1679" y="1977"/>
                    <a:pt x="1488" y="1679"/>
                  </a:cubicBezTo>
                  <a:cubicBezTo>
                    <a:pt x="1084" y="1036"/>
                    <a:pt x="595" y="488"/>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64"/>
            <p:cNvSpPr/>
            <p:nvPr/>
          </p:nvSpPr>
          <p:spPr>
            <a:xfrm>
              <a:off x="2518450" y="3266300"/>
              <a:ext cx="333100" cy="122750"/>
            </a:xfrm>
            <a:custGeom>
              <a:avLst/>
              <a:gdLst/>
              <a:ahLst/>
              <a:cxnLst/>
              <a:rect l="l" t="t" r="r" b="b"/>
              <a:pathLst>
                <a:path w="13324" h="4910" extrusionOk="0">
                  <a:moveTo>
                    <a:pt x="13300" y="1"/>
                  </a:moveTo>
                  <a:cubicBezTo>
                    <a:pt x="12919" y="441"/>
                    <a:pt x="12562" y="917"/>
                    <a:pt x="12181" y="1370"/>
                  </a:cubicBezTo>
                  <a:cubicBezTo>
                    <a:pt x="11669" y="1953"/>
                    <a:pt x="11109" y="2465"/>
                    <a:pt x="10466" y="2870"/>
                  </a:cubicBezTo>
                  <a:cubicBezTo>
                    <a:pt x="9943" y="3215"/>
                    <a:pt x="9431" y="3573"/>
                    <a:pt x="8871" y="3823"/>
                  </a:cubicBezTo>
                  <a:cubicBezTo>
                    <a:pt x="7557" y="4431"/>
                    <a:pt x="6232" y="4762"/>
                    <a:pt x="4897" y="4762"/>
                  </a:cubicBezTo>
                  <a:cubicBezTo>
                    <a:pt x="3800" y="4762"/>
                    <a:pt x="2696" y="4539"/>
                    <a:pt x="1584" y="4061"/>
                  </a:cubicBezTo>
                  <a:cubicBezTo>
                    <a:pt x="941" y="3799"/>
                    <a:pt x="537" y="3263"/>
                    <a:pt x="275" y="2632"/>
                  </a:cubicBezTo>
                  <a:cubicBezTo>
                    <a:pt x="167" y="2382"/>
                    <a:pt x="96" y="2108"/>
                    <a:pt x="1" y="1834"/>
                  </a:cubicBezTo>
                  <a:lnTo>
                    <a:pt x="1" y="2025"/>
                  </a:lnTo>
                  <a:cubicBezTo>
                    <a:pt x="179" y="3144"/>
                    <a:pt x="810" y="3882"/>
                    <a:pt x="1846" y="4311"/>
                  </a:cubicBezTo>
                  <a:cubicBezTo>
                    <a:pt x="2847" y="4720"/>
                    <a:pt x="3853" y="4909"/>
                    <a:pt x="4865" y="4909"/>
                  </a:cubicBezTo>
                  <a:cubicBezTo>
                    <a:pt x="5768" y="4909"/>
                    <a:pt x="6675" y="4758"/>
                    <a:pt x="7585" y="4477"/>
                  </a:cubicBezTo>
                  <a:cubicBezTo>
                    <a:pt x="8180" y="4299"/>
                    <a:pt x="8752" y="4061"/>
                    <a:pt x="9311" y="3763"/>
                  </a:cubicBezTo>
                  <a:cubicBezTo>
                    <a:pt x="10978" y="2870"/>
                    <a:pt x="12312" y="1620"/>
                    <a:pt x="13324" y="13"/>
                  </a:cubicBezTo>
                  <a:cubicBezTo>
                    <a:pt x="13312" y="13"/>
                    <a:pt x="13300" y="1"/>
                    <a:pt x="13300"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64"/>
            <p:cNvSpPr/>
            <p:nvPr/>
          </p:nvSpPr>
          <p:spPr>
            <a:xfrm>
              <a:off x="2900350" y="2256350"/>
              <a:ext cx="125050" cy="323875"/>
            </a:xfrm>
            <a:custGeom>
              <a:avLst/>
              <a:gdLst/>
              <a:ahLst/>
              <a:cxnLst/>
              <a:rect l="l" t="t" r="r" b="b"/>
              <a:pathLst>
                <a:path w="5002" h="12955" extrusionOk="0">
                  <a:moveTo>
                    <a:pt x="2501" y="1"/>
                  </a:moveTo>
                  <a:cubicBezTo>
                    <a:pt x="2489" y="25"/>
                    <a:pt x="2489" y="49"/>
                    <a:pt x="2465" y="60"/>
                  </a:cubicBezTo>
                  <a:cubicBezTo>
                    <a:pt x="2513" y="96"/>
                    <a:pt x="2548" y="120"/>
                    <a:pt x="2584" y="132"/>
                  </a:cubicBezTo>
                  <a:cubicBezTo>
                    <a:pt x="3215" y="346"/>
                    <a:pt x="3644" y="751"/>
                    <a:pt x="3989" y="1311"/>
                  </a:cubicBezTo>
                  <a:cubicBezTo>
                    <a:pt x="4549" y="2251"/>
                    <a:pt x="4751" y="3287"/>
                    <a:pt x="4727" y="4359"/>
                  </a:cubicBezTo>
                  <a:cubicBezTo>
                    <a:pt x="4715" y="6954"/>
                    <a:pt x="3930" y="9276"/>
                    <a:pt x="2287" y="11300"/>
                  </a:cubicBezTo>
                  <a:cubicBezTo>
                    <a:pt x="1739" y="11990"/>
                    <a:pt x="1036" y="12491"/>
                    <a:pt x="239" y="12860"/>
                  </a:cubicBezTo>
                  <a:cubicBezTo>
                    <a:pt x="179" y="12895"/>
                    <a:pt x="84" y="12919"/>
                    <a:pt x="1" y="12955"/>
                  </a:cubicBezTo>
                  <a:cubicBezTo>
                    <a:pt x="596" y="12883"/>
                    <a:pt x="1072" y="12586"/>
                    <a:pt x="1513" y="12229"/>
                  </a:cubicBezTo>
                  <a:cubicBezTo>
                    <a:pt x="2870" y="11121"/>
                    <a:pt x="3691" y="9681"/>
                    <a:pt x="4251" y="8061"/>
                  </a:cubicBezTo>
                  <a:cubicBezTo>
                    <a:pt x="4775" y="6585"/>
                    <a:pt x="5001" y="5061"/>
                    <a:pt x="4811" y="3501"/>
                  </a:cubicBezTo>
                  <a:cubicBezTo>
                    <a:pt x="4703" y="2704"/>
                    <a:pt x="4513" y="1918"/>
                    <a:pt x="4061" y="1227"/>
                  </a:cubicBezTo>
                  <a:cubicBezTo>
                    <a:pt x="3751" y="751"/>
                    <a:pt x="3346" y="358"/>
                    <a:pt x="2822" y="120"/>
                  </a:cubicBezTo>
                  <a:cubicBezTo>
                    <a:pt x="2727" y="84"/>
                    <a:pt x="2608" y="49"/>
                    <a:pt x="2501"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64"/>
            <p:cNvSpPr/>
            <p:nvPr/>
          </p:nvSpPr>
          <p:spPr>
            <a:xfrm>
              <a:off x="2463400" y="2452800"/>
              <a:ext cx="308100" cy="160175"/>
            </a:xfrm>
            <a:custGeom>
              <a:avLst/>
              <a:gdLst/>
              <a:ahLst/>
              <a:cxnLst/>
              <a:rect l="l" t="t" r="r" b="b"/>
              <a:pathLst>
                <a:path w="12324" h="6407" extrusionOk="0">
                  <a:moveTo>
                    <a:pt x="12287" y="1"/>
                  </a:moveTo>
                  <a:cubicBezTo>
                    <a:pt x="12240" y="25"/>
                    <a:pt x="12192" y="37"/>
                    <a:pt x="12168" y="61"/>
                  </a:cubicBezTo>
                  <a:cubicBezTo>
                    <a:pt x="11716" y="465"/>
                    <a:pt x="11180" y="692"/>
                    <a:pt x="10632" y="882"/>
                  </a:cubicBezTo>
                  <a:cubicBezTo>
                    <a:pt x="9227" y="1394"/>
                    <a:pt x="7799" y="1846"/>
                    <a:pt x="6394" y="2347"/>
                  </a:cubicBezTo>
                  <a:cubicBezTo>
                    <a:pt x="5417" y="2680"/>
                    <a:pt x="4453" y="3025"/>
                    <a:pt x="3536" y="3501"/>
                  </a:cubicBezTo>
                  <a:cubicBezTo>
                    <a:pt x="3120" y="3728"/>
                    <a:pt x="2679" y="3918"/>
                    <a:pt x="2286" y="4156"/>
                  </a:cubicBezTo>
                  <a:cubicBezTo>
                    <a:pt x="1524" y="4621"/>
                    <a:pt x="834" y="5168"/>
                    <a:pt x="262" y="5859"/>
                  </a:cubicBezTo>
                  <a:cubicBezTo>
                    <a:pt x="60" y="6121"/>
                    <a:pt x="48" y="6157"/>
                    <a:pt x="0" y="6407"/>
                  </a:cubicBezTo>
                  <a:cubicBezTo>
                    <a:pt x="381" y="5871"/>
                    <a:pt x="834" y="5406"/>
                    <a:pt x="1334" y="4990"/>
                  </a:cubicBezTo>
                  <a:cubicBezTo>
                    <a:pt x="1774" y="4621"/>
                    <a:pt x="2262" y="4311"/>
                    <a:pt x="2774" y="4025"/>
                  </a:cubicBezTo>
                  <a:cubicBezTo>
                    <a:pt x="4144" y="3263"/>
                    <a:pt x="5596" y="2728"/>
                    <a:pt x="7084" y="2239"/>
                  </a:cubicBezTo>
                  <a:cubicBezTo>
                    <a:pt x="7977" y="1942"/>
                    <a:pt x="8894" y="1656"/>
                    <a:pt x="9787" y="1346"/>
                  </a:cubicBezTo>
                  <a:cubicBezTo>
                    <a:pt x="10537" y="1073"/>
                    <a:pt x="11287" y="775"/>
                    <a:pt x="11966" y="346"/>
                  </a:cubicBezTo>
                  <a:cubicBezTo>
                    <a:pt x="12109" y="263"/>
                    <a:pt x="12204" y="156"/>
                    <a:pt x="12323" y="61"/>
                  </a:cubicBezTo>
                  <a:cubicBezTo>
                    <a:pt x="12311" y="49"/>
                    <a:pt x="12299" y="25"/>
                    <a:pt x="1228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64"/>
            <p:cNvSpPr/>
            <p:nvPr/>
          </p:nvSpPr>
          <p:spPr>
            <a:xfrm>
              <a:off x="2468750" y="2507575"/>
              <a:ext cx="320000" cy="120050"/>
            </a:xfrm>
            <a:custGeom>
              <a:avLst/>
              <a:gdLst/>
              <a:ahLst/>
              <a:cxnLst/>
              <a:rect l="l" t="t" r="r" b="b"/>
              <a:pathLst>
                <a:path w="12800" h="4802" extrusionOk="0">
                  <a:moveTo>
                    <a:pt x="12788" y="1"/>
                  </a:moveTo>
                  <a:cubicBezTo>
                    <a:pt x="12573" y="156"/>
                    <a:pt x="12383" y="286"/>
                    <a:pt x="12169" y="429"/>
                  </a:cubicBezTo>
                  <a:cubicBezTo>
                    <a:pt x="11859" y="644"/>
                    <a:pt x="11561" y="882"/>
                    <a:pt x="11240" y="1072"/>
                  </a:cubicBezTo>
                  <a:cubicBezTo>
                    <a:pt x="10621" y="1429"/>
                    <a:pt x="10014" y="1787"/>
                    <a:pt x="9394" y="2120"/>
                  </a:cubicBezTo>
                  <a:cubicBezTo>
                    <a:pt x="8763" y="2442"/>
                    <a:pt x="8109" y="2715"/>
                    <a:pt x="7489" y="3013"/>
                  </a:cubicBezTo>
                  <a:cubicBezTo>
                    <a:pt x="6323" y="3549"/>
                    <a:pt x="5120" y="3930"/>
                    <a:pt x="3882" y="4239"/>
                  </a:cubicBezTo>
                  <a:cubicBezTo>
                    <a:pt x="2989" y="4477"/>
                    <a:pt x="2096" y="4644"/>
                    <a:pt x="1179" y="4668"/>
                  </a:cubicBezTo>
                  <a:cubicBezTo>
                    <a:pt x="1062" y="4675"/>
                    <a:pt x="946" y="4677"/>
                    <a:pt x="829" y="4677"/>
                  </a:cubicBezTo>
                  <a:cubicBezTo>
                    <a:pt x="705" y="4677"/>
                    <a:pt x="582" y="4675"/>
                    <a:pt x="458" y="4675"/>
                  </a:cubicBezTo>
                  <a:cubicBezTo>
                    <a:pt x="305" y="4675"/>
                    <a:pt x="153" y="4678"/>
                    <a:pt x="0" y="4692"/>
                  </a:cubicBezTo>
                  <a:cubicBezTo>
                    <a:pt x="131" y="4716"/>
                    <a:pt x="262" y="4751"/>
                    <a:pt x="381" y="4763"/>
                  </a:cubicBezTo>
                  <a:cubicBezTo>
                    <a:pt x="600" y="4790"/>
                    <a:pt x="818" y="4802"/>
                    <a:pt x="1034" y="4802"/>
                  </a:cubicBezTo>
                  <a:cubicBezTo>
                    <a:pt x="1585" y="4802"/>
                    <a:pt x="2129" y="4726"/>
                    <a:pt x="2667" y="4632"/>
                  </a:cubicBezTo>
                  <a:cubicBezTo>
                    <a:pt x="3834" y="4418"/>
                    <a:pt x="4989" y="4096"/>
                    <a:pt x="6096" y="3692"/>
                  </a:cubicBezTo>
                  <a:cubicBezTo>
                    <a:pt x="6978" y="3382"/>
                    <a:pt x="7823" y="3037"/>
                    <a:pt x="8644" y="2596"/>
                  </a:cubicBezTo>
                  <a:cubicBezTo>
                    <a:pt x="9597" y="2084"/>
                    <a:pt x="10561" y="1584"/>
                    <a:pt x="11490" y="1025"/>
                  </a:cubicBezTo>
                  <a:cubicBezTo>
                    <a:pt x="11919" y="775"/>
                    <a:pt x="12288" y="453"/>
                    <a:pt x="12693" y="156"/>
                  </a:cubicBezTo>
                  <a:cubicBezTo>
                    <a:pt x="12728" y="120"/>
                    <a:pt x="12752" y="72"/>
                    <a:pt x="12788" y="48"/>
                  </a:cubicBezTo>
                  <a:cubicBezTo>
                    <a:pt x="12800" y="36"/>
                    <a:pt x="12788" y="13"/>
                    <a:pt x="1278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64"/>
            <p:cNvSpPr/>
            <p:nvPr/>
          </p:nvSpPr>
          <p:spPr>
            <a:xfrm>
              <a:off x="2500900" y="2533775"/>
              <a:ext cx="302725" cy="107525"/>
            </a:xfrm>
            <a:custGeom>
              <a:avLst/>
              <a:gdLst/>
              <a:ahLst/>
              <a:cxnLst/>
              <a:rect l="l" t="t" r="r" b="b"/>
              <a:pathLst>
                <a:path w="12109" h="4301" extrusionOk="0">
                  <a:moveTo>
                    <a:pt x="12073" y="0"/>
                  </a:moveTo>
                  <a:cubicBezTo>
                    <a:pt x="12038" y="12"/>
                    <a:pt x="11990" y="36"/>
                    <a:pt x="11942" y="60"/>
                  </a:cubicBezTo>
                  <a:cubicBezTo>
                    <a:pt x="11502" y="358"/>
                    <a:pt x="11049" y="667"/>
                    <a:pt x="10585" y="953"/>
                  </a:cubicBezTo>
                  <a:cubicBezTo>
                    <a:pt x="9978" y="1322"/>
                    <a:pt x="9371" y="1679"/>
                    <a:pt x="8728" y="2001"/>
                  </a:cubicBezTo>
                  <a:cubicBezTo>
                    <a:pt x="8097" y="2322"/>
                    <a:pt x="7466" y="2596"/>
                    <a:pt x="6811" y="2870"/>
                  </a:cubicBezTo>
                  <a:cubicBezTo>
                    <a:pt x="6192" y="3108"/>
                    <a:pt x="5572" y="3346"/>
                    <a:pt x="4930" y="3513"/>
                  </a:cubicBezTo>
                  <a:cubicBezTo>
                    <a:pt x="3977" y="3751"/>
                    <a:pt x="3013" y="3953"/>
                    <a:pt x="2048" y="4120"/>
                  </a:cubicBezTo>
                  <a:cubicBezTo>
                    <a:pt x="1512" y="4203"/>
                    <a:pt x="941" y="4191"/>
                    <a:pt x="393" y="4227"/>
                  </a:cubicBezTo>
                  <a:lnTo>
                    <a:pt x="0" y="4227"/>
                  </a:lnTo>
                  <a:lnTo>
                    <a:pt x="12" y="4251"/>
                  </a:lnTo>
                  <a:cubicBezTo>
                    <a:pt x="227" y="4263"/>
                    <a:pt x="465" y="4287"/>
                    <a:pt x="691" y="4299"/>
                  </a:cubicBezTo>
                  <a:cubicBezTo>
                    <a:pt x="747" y="4300"/>
                    <a:pt x="803" y="4300"/>
                    <a:pt x="859" y="4300"/>
                  </a:cubicBezTo>
                  <a:cubicBezTo>
                    <a:pt x="2062" y="4300"/>
                    <a:pt x="3233" y="4060"/>
                    <a:pt x="4394" y="3787"/>
                  </a:cubicBezTo>
                  <a:cubicBezTo>
                    <a:pt x="5406" y="3549"/>
                    <a:pt x="6382" y="3168"/>
                    <a:pt x="7335" y="2775"/>
                  </a:cubicBezTo>
                  <a:cubicBezTo>
                    <a:pt x="8251" y="2406"/>
                    <a:pt x="9144" y="1989"/>
                    <a:pt x="9990" y="1465"/>
                  </a:cubicBezTo>
                  <a:cubicBezTo>
                    <a:pt x="10609" y="1096"/>
                    <a:pt x="11216" y="691"/>
                    <a:pt x="11823" y="298"/>
                  </a:cubicBezTo>
                  <a:cubicBezTo>
                    <a:pt x="11930" y="215"/>
                    <a:pt x="12014" y="120"/>
                    <a:pt x="12109" y="36"/>
                  </a:cubicBezTo>
                  <a:cubicBezTo>
                    <a:pt x="12097" y="24"/>
                    <a:pt x="12073" y="12"/>
                    <a:pt x="120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64"/>
            <p:cNvSpPr/>
            <p:nvPr/>
          </p:nvSpPr>
          <p:spPr>
            <a:xfrm>
              <a:off x="2533350" y="2425725"/>
              <a:ext cx="231900" cy="84550"/>
            </a:xfrm>
            <a:custGeom>
              <a:avLst/>
              <a:gdLst/>
              <a:ahLst/>
              <a:cxnLst/>
              <a:rect l="l" t="t" r="r" b="b"/>
              <a:pathLst>
                <a:path w="9276" h="3382" extrusionOk="0">
                  <a:moveTo>
                    <a:pt x="9275" y="1"/>
                  </a:moveTo>
                  <a:lnTo>
                    <a:pt x="9275" y="1"/>
                  </a:lnTo>
                  <a:cubicBezTo>
                    <a:pt x="8263" y="108"/>
                    <a:pt x="7239" y="155"/>
                    <a:pt x="6251" y="417"/>
                  </a:cubicBezTo>
                  <a:cubicBezTo>
                    <a:pt x="5358" y="667"/>
                    <a:pt x="4465" y="893"/>
                    <a:pt x="3596" y="1179"/>
                  </a:cubicBezTo>
                  <a:cubicBezTo>
                    <a:pt x="2727" y="1465"/>
                    <a:pt x="1905" y="1858"/>
                    <a:pt x="1179" y="2429"/>
                  </a:cubicBezTo>
                  <a:cubicBezTo>
                    <a:pt x="774" y="2739"/>
                    <a:pt x="381" y="3037"/>
                    <a:pt x="0" y="3382"/>
                  </a:cubicBezTo>
                  <a:lnTo>
                    <a:pt x="941" y="2751"/>
                  </a:lnTo>
                  <a:cubicBezTo>
                    <a:pt x="1512" y="2358"/>
                    <a:pt x="2072" y="1953"/>
                    <a:pt x="2715" y="1679"/>
                  </a:cubicBezTo>
                  <a:cubicBezTo>
                    <a:pt x="4560" y="905"/>
                    <a:pt x="6465" y="405"/>
                    <a:pt x="8454" y="191"/>
                  </a:cubicBezTo>
                  <a:cubicBezTo>
                    <a:pt x="8739" y="179"/>
                    <a:pt x="9025" y="155"/>
                    <a:pt x="927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64"/>
            <p:cNvSpPr/>
            <p:nvPr/>
          </p:nvSpPr>
          <p:spPr>
            <a:xfrm>
              <a:off x="2220800" y="3513650"/>
              <a:ext cx="168500" cy="165525"/>
            </a:xfrm>
            <a:custGeom>
              <a:avLst/>
              <a:gdLst/>
              <a:ahLst/>
              <a:cxnLst/>
              <a:rect l="l" t="t" r="r" b="b"/>
              <a:pathLst>
                <a:path w="6740" h="6621" extrusionOk="0">
                  <a:moveTo>
                    <a:pt x="6739" y="1"/>
                  </a:moveTo>
                  <a:lnTo>
                    <a:pt x="6739" y="1"/>
                  </a:lnTo>
                  <a:cubicBezTo>
                    <a:pt x="6489" y="36"/>
                    <a:pt x="6347" y="191"/>
                    <a:pt x="6204" y="334"/>
                  </a:cubicBezTo>
                  <a:cubicBezTo>
                    <a:pt x="5287" y="1203"/>
                    <a:pt x="4358" y="2072"/>
                    <a:pt x="3465" y="2977"/>
                  </a:cubicBezTo>
                  <a:cubicBezTo>
                    <a:pt x="2382" y="4085"/>
                    <a:pt x="1310" y="5228"/>
                    <a:pt x="239" y="6359"/>
                  </a:cubicBezTo>
                  <a:cubicBezTo>
                    <a:pt x="155" y="6442"/>
                    <a:pt x="84" y="6537"/>
                    <a:pt x="1" y="6621"/>
                  </a:cubicBezTo>
                  <a:cubicBezTo>
                    <a:pt x="2263" y="4430"/>
                    <a:pt x="4358" y="2120"/>
                    <a:pt x="673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64"/>
            <p:cNvSpPr/>
            <p:nvPr/>
          </p:nvSpPr>
          <p:spPr>
            <a:xfrm>
              <a:off x="2333025" y="2696525"/>
              <a:ext cx="210750" cy="68550"/>
            </a:xfrm>
            <a:custGeom>
              <a:avLst/>
              <a:gdLst/>
              <a:ahLst/>
              <a:cxnLst/>
              <a:rect l="l" t="t" r="r" b="b"/>
              <a:pathLst>
                <a:path w="8430" h="2742" extrusionOk="0">
                  <a:moveTo>
                    <a:pt x="73" y="0"/>
                  </a:moveTo>
                  <a:cubicBezTo>
                    <a:pt x="49" y="0"/>
                    <a:pt x="25" y="1"/>
                    <a:pt x="0" y="3"/>
                  </a:cubicBezTo>
                  <a:cubicBezTo>
                    <a:pt x="298" y="110"/>
                    <a:pt x="596" y="229"/>
                    <a:pt x="905" y="313"/>
                  </a:cubicBezTo>
                  <a:cubicBezTo>
                    <a:pt x="2381" y="765"/>
                    <a:pt x="3846" y="1206"/>
                    <a:pt x="5322" y="1670"/>
                  </a:cubicBezTo>
                  <a:cubicBezTo>
                    <a:pt x="6322" y="1980"/>
                    <a:pt x="7287" y="2361"/>
                    <a:pt x="8275" y="2694"/>
                  </a:cubicBezTo>
                  <a:lnTo>
                    <a:pt x="8406" y="2742"/>
                  </a:lnTo>
                  <a:cubicBezTo>
                    <a:pt x="8406" y="2730"/>
                    <a:pt x="8418" y="2694"/>
                    <a:pt x="8430" y="2682"/>
                  </a:cubicBezTo>
                  <a:cubicBezTo>
                    <a:pt x="8037" y="2444"/>
                    <a:pt x="7596" y="2265"/>
                    <a:pt x="7156" y="2122"/>
                  </a:cubicBezTo>
                  <a:cubicBezTo>
                    <a:pt x="6215" y="1825"/>
                    <a:pt x="5263" y="1527"/>
                    <a:pt x="4310" y="1241"/>
                  </a:cubicBezTo>
                  <a:cubicBezTo>
                    <a:pt x="3012" y="849"/>
                    <a:pt x="1703" y="468"/>
                    <a:pt x="405" y="63"/>
                  </a:cubicBezTo>
                  <a:cubicBezTo>
                    <a:pt x="297" y="23"/>
                    <a:pt x="188" y="0"/>
                    <a:pt x="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64"/>
            <p:cNvSpPr/>
            <p:nvPr/>
          </p:nvSpPr>
          <p:spPr>
            <a:xfrm>
              <a:off x="2975950" y="2335825"/>
              <a:ext cx="67300" cy="192025"/>
            </a:xfrm>
            <a:custGeom>
              <a:avLst/>
              <a:gdLst/>
              <a:ahLst/>
              <a:cxnLst/>
              <a:rect l="l" t="t" r="r" b="b"/>
              <a:pathLst>
                <a:path w="2692" h="7681" extrusionOk="0">
                  <a:moveTo>
                    <a:pt x="2025" y="1"/>
                  </a:moveTo>
                  <a:lnTo>
                    <a:pt x="2025" y="1"/>
                  </a:lnTo>
                  <a:cubicBezTo>
                    <a:pt x="2382" y="2811"/>
                    <a:pt x="1668" y="5335"/>
                    <a:pt x="1" y="7680"/>
                  </a:cubicBezTo>
                  <a:cubicBezTo>
                    <a:pt x="1513" y="6466"/>
                    <a:pt x="2692" y="1977"/>
                    <a:pt x="2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64"/>
            <p:cNvSpPr/>
            <p:nvPr/>
          </p:nvSpPr>
          <p:spPr>
            <a:xfrm>
              <a:off x="2611925" y="3301125"/>
              <a:ext cx="200650" cy="78875"/>
            </a:xfrm>
            <a:custGeom>
              <a:avLst/>
              <a:gdLst/>
              <a:ahLst/>
              <a:cxnLst/>
              <a:rect l="l" t="t" r="r" b="b"/>
              <a:pathLst>
                <a:path w="8026" h="3155" extrusionOk="0">
                  <a:moveTo>
                    <a:pt x="8025" y="1"/>
                  </a:moveTo>
                  <a:lnTo>
                    <a:pt x="8025" y="1"/>
                  </a:lnTo>
                  <a:cubicBezTo>
                    <a:pt x="5974" y="2063"/>
                    <a:pt x="3534" y="3104"/>
                    <a:pt x="686" y="3104"/>
                  </a:cubicBezTo>
                  <a:cubicBezTo>
                    <a:pt x="460" y="3104"/>
                    <a:pt x="232" y="3098"/>
                    <a:pt x="0" y="3084"/>
                  </a:cubicBezTo>
                  <a:lnTo>
                    <a:pt x="0" y="3084"/>
                  </a:lnTo>
                  <a:cubicBezTo>
                    <a:pt x="371" y="3132"/>
                    <a:pt x="739" y="3155"/>
                    <a:pt x="1104" y="3155"/>
                  </a:cubicBezTo>
                  <a:cubicBezTo>
                    <a:pt x="2217" y="3155"/>
                    <a:pt x="3306" y="2940"/>
                    <a:pt x="4382" y="2537"/>
                  </a:cubicBezTo>
                  <a:cubicBezTo>
                    <a:pt x="5787" y="1989"/>
                    <a:pt x="7013" y="1168"/>
                    <a:pt x="8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64"/>
            <p:cNvSpPr/>
            <p:nvPr/>
          </p:nvSpPr>
          <p:spPr>
            <a:xfrm>
              <a:off x="2266950" y="3565750"/>
              <a:ext cx="77400" cy="81575"/>
            </a:xfrm>
            <a:custGeom>
              <a:avLst/>
              <a:gdLst/>
              <a:ahLst/>
              <a:cxnLst/>
              <a:rect l="l" t="t" r="r" b="b"/>
              <a:pathLst>
                <a:path w="3096" h="3263" extrusionOk="0">
                  <a:moveTo>
                    <a:pt x="3060" y="0"/>
                  </a:moveTo>
                  <a:cubicBezTo>
                    <a:pt x="1965" y="1000"/>
                    <a:pt x="1000" y="2120"/>
                    <a:pt x="0" y="3215"/>
                  </a:cubicBezTo>
                  <a:cubicBezTo>
                    <a:pt x="24" y="3215"/>
                    <a:pt x="36" y="3227"/>
                    <a:pt x="48" y="3263"/>
                  </a:cubicBezTo>
                  <a:cubicBezTo>
                    <a:pt x="1060" y="2191"/>
                    <a:pt x="2072" y="1120"/>
                    <a:pt x="3096" y="48"/>
                  </a:cubicBezTo>
                  <a:lnTo>
                    <a:pt x="3060" y="0"/>
                  </a:ln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16" name="Google Shape;1016;p64"/>
          <p:cNvPicPr preferRelativeResize="0"/>
          <p:nvPr/>
        </p:nvPicPr>
        <p:blipFill rotWithShape="1">
          <a:blip r:embed="rId5">
            <a:alphaModFix amt="84000"/>
          </a:blip>
          <a:srcRect l="50645" t="40792" r="22239" b="48411"/>
          <a:stretch/>
        </p:blipFill>
        <p:spPr>
          <a:xfrm>
            <a:off x="-230173" y="3371663"/>
            <a:ext cx="2446373" cy="547925"/>
          </a:xfrm>
          <a:prstGeom prst="rect">
            <a:avLst/>
          </a:prstGeom>
          <a:noFill/>
          <a:ln>
            <a:noFill/>
          </a:ln>
        </p:spPr>
      </p:pic>
      <p:sp>
        <p:nvSpPr>
          <p:cNvPr id="1017" name="Google Shape;1017;p64"/>
          <p:cNvSpPr/>
          <p:nvPr/>
        </p:nvSpPr>
        <p:spPr>
          <a:xfrm>
            <a:off x="207350" y="-270751"/>
            <a:ext cx="505870" cy="5689756"/>
          </a:xfrm>
          <a:custGeom>
            <a:avLst/>
            <a:gdLst/>
            <a:ahLst/>
            <a:cxnLst/>
            <a:rect l="l" t="t" r="r" b="b"/>
            <a:pathLst>
              <a:path w="8324" h="93620" extrusionOk="0">
                <a:moveTo>
                  <a:pt x="6403" y="43083"/>
                </a:moveTo>
                <a:cubicBezTo>
                  <a:pt x="6612" y="43083"/>
                  <a:pt x="6805" y="43168"/>
                  <a:pt x="6918" y="43387"/>
                </a:cubicBezTo>
                <a:cubicBezTo>
                  <a:pt x="7085" y="43684"/>
                  <a:pt x="7073" y="44041"/>
                  <a:pt x="6954" y="44351"/>
                </a:cubicBezTo>
                <a:cubicBezTo>
                  <a:pt x="6704" y="45006"/>
                  <a:pt x="6180" y="45637"/>
                  <a:pt x="5549" y="45970"/>
                </a:cubicBezTo>
                <a:cubicBezTo>
                  <a:pt x="5356" y="46085"/>
                  <a:pt x="5123" y="46173"/>
                  <a:pt x="4895" y="46173"/>
                </a:cubicBezTo>
                <a:cubicBezTo>
                  <a:pt x="4814" y="46173"/>
                  <a:pt x="4734" y="46162"/>
                  <a:pt x="4656" y="46137"/>
                </a:cubicBezTo>
                <a:cubicBezTo>
                  <a:pt x="4549" y="46113"/>
                  <a:pt x="4501" y="46006"/>
                  <a:pt x="4478" y="45899"/>
                </a:cubicBezTo>
                <a:cubicBezTo>
                  <a:pt x="4442" y="45863"/>
                  <a:pt x="4418" y="45792"/>
                  <a:pt x="4442" y="45732"/>
                </a:cubicBezTo>
                <a:cubicBezTo>
                  <a:pt x="4513" y="45161"/>
                  <a:pt x="4716" y="44625"/>
                  <a:pt x="5001" y="44149"/>
                </a:cubicBezTo>
                <a:cubicBezTo>
                  <a:pt x="5251" y="43744"/>
                  <a:pt x="5597" y="43339"/>
                  <a:pt x="6037" y="43160"/>
                </a:cubicBezTo>
                <a:cubicBezTo>
                  <a:pt x="6156" y="43112"/>
                  <a:pt x="6282" y="43083"/>
                  <a:pt x="6403" y="43083"/>
                </a:cubicBezTo>
                <a:close/>
                <a:moveTo>
                  <a:pt x="6192" y="0"/>
                </a:moveTo>
                <a:cubicBezTo>
                  <a:pt x="6002" y="36"/>
                  <a:pt x="6073" y="155"/>
                  <a:pt x="6121" y="262"/>
                </a:cubicBezTo>
                <a:cubicBezTo>
                  <a:pt x="6168" y="512"/>
                  <a:pt x="6287" y="750"/>
                  <a:pt x="6383" y="989"/>
                </a:cubicBezTo>
                <a:cubicBezTo>
                  <a:pt x="7180" y="2620"/>
                  <a:pt x="7514" y="4346"/>
                  <a:pt x="7609" y="6156"/>
                </a:cubicBezTo>
                <a:cubicBezTo>
                  <a:pt x="7692" y="6287"/>
                  <a:pt x="7609" y="6465"/>
                  <a:pt x="7680" y="6596"/>
                </a:cubicBezTo>
                <a:lnTo>
                  <a:pt x="7680" y="8275"/>
                </a:lnTo>
                <a:cubicBezTo>
                  <a:pt x="7609" y="8430"/>
                  <a:pt x="7692" y="8597"/>
                  <a:pt x="7609" y="8728"/>
                </a:cubicBezTo>
                <a:cubicBezTo>
                  <a:pt x="7609" y="9001"/>
                  <a:pt x="7561" y="9275"/>
                  <a:pt x="7537" y="9549"/>
                </a:cubicBezTo>
                <a:cubicBezTo>
                  <a:pt x="7371" y="11597"/>
                  <a:pt x="6740" y="13550"/>
                  <a:pt x="6061" y="15455"/>
                </a:cubicBezTo>
                <a:cubicBezTo>
                  <a:pt x="4978" y="18514"/>
                  <a:pt x="3680" y="21515"/>
                  <a:pt x="2513" y="24551"/>
                </a:cubicBezTo>
                <a:cubicBezTo>
                  <a:pt x="1203" y="28004"/>
                  <a:pt x="429" y="31540"/>
                  <a:pt x="179" y="35219"/>
                </a:cubicBezTo>
                <a:cubicBezTo>
                  <a:pt x="108" y="35350"/>
                  <a:pt x="191" y="35528"/>
                  <a:pt x="108" y="35659"/>
                </a:cubicBezTo>
                <a:cubicBezTo>
                  <a:pt x="108" y="36017"/>
                  <a:pt x="96" y="36362"/>
                  <a:pt x="96" y="36719"/>
                </a:cubicBezTo>
                <a:cubicBezTo>
                  <a:pt x="1" y="37005"/>
                  <a:pt x="120" y="37314"/>
                  <a:pt x="13" y="37612"/>
                </a:cubicBezTo>
                <a:lnTo>
                  <a:pt x="13" y="39803"/>
                </a:lnTo>
                <a:cubicBezTo>
                  <a:pt x="120" y="39969"/>
                  <a:pt x="1" y="40160"/>
                  <a:pt x="96" y="40339"/>
                </a:cubicBezTo>
                <a:cubicBezTo>
                  <a:pt x="120" y="41553"/>
                  <a:pt x="298" y="42744"/>
                  <a:pt x="715" y="43887"/>
                </a:cubicBezTo>
                <a:cubicBezTo>
                  <a:pt x="1191" y="45161"/>
                  <a:pt x="1941" y="46196"/>
                  <a:pt x="3251" y="46685"/>
                </a:cubicBezTo>
                <a:cubicBezTo>
                  <a:pt x="3727" y="46863"/>
                  <a:pt x="3882" y="47018"/>
                  <a:pt x="3823" y="47566"/>
                </a:cubicBezTo>
                <a:cubicBezTo>
                  <a:pt x="3727" y="48673"/>
                  <a:pt x="3846" y="49768"/>
                  <a:pt x="3966" y="50888"/>
                </a:cubicBezTo>
                <a:cubicBezTo>
                  <a:pt x="4108" y="52376"/>
                  <a:pt x="4466" y="53828"/>
                  <a:pt x="4656" y="55317"/>
                </a:cubicBezTo>
                <a:cubicBezTo>
                  <a:pt x="4775" y="56174"/>
                  <a:pt x="4918" y="57019"/>
                  <a:pt x="4942" y="57876"/>
                </a:cubicBezTo>
                <a:cubicBezTo>
                  <a:pt x="5049" y="58162"/>
                  <a:pt x="4930" y="58472"/>
                  <a:pt x="5013" y="58758"/>
                </a:cubicBezTo>
                <a:lnTo>
                  <a:pt x="5013" y="59924"/>
                </a:lnTo>
                <a:cubicBezTo>
                  <a:pt x="4930" y="60174"/>
                  <a:pt x="5049" y="60460"/>
                  <a:pt x="4942" y="60722"/>
                </a:cubicBezTo>
                <a:lnTo>
                  <a:pt x="4930" y="61948"/>
                </a:lnTo>
                <a:cubicBezTo>
                  <a:pt x="4859" y="62091"/>
                  <a:pt x="4942" y="62258"/>
                  <a:pt x="4859" y="62389"/>
                </a:cubicBezTo>
                <a:cubicBezTo>
                  <a:pt x="4859" y="62853"/>
                  <a:pt x="4835" y="63330"/>
                  <a:pt x="4835" y="63794"/>
                </a:cubicBezTo>
                <a:cubicBezTo>
                  <a:pt x="4751" y="63949"/>
                  <a:pt x="4870" y="64163"/>
                  <a:pt x="4763" y="64330"/>
                </a:cubicBezTo>
                <a:cubicBezTo>
                  <a:pt x="4763" y="64627"/>
                  <a:pt x="4751" y="64901"/>
                  <a:pt x="4751" y="65199"/>
                </a:cubicBezTo>
                <a:cubicBezTo>
                  <a:pt x="4680" y="65342"/>
                  <a:pt x="4763" y="65520"/>
                  <a:pt x="4680" y="65651"/>
                </a:cubicBezTo>
                <a:cubicBezTo>
                  <a:pt x="4644" y="66532"/>
                  <a:pt x="4478" y="67378"/>
                  <a:pt x="4323" y="68235"/>
                </a:cubicBezTo>
                <a:cubicBezTo>
                  <a:pt x="3977" y="69961"/>
                  <a:pt x="3620" y="71676"/>
                  <a:pt x="2656" y="73176"/>
                </a:cubicBezTo>
                <a:cubicBezTo>
                  <a:pt x="2144" y="73974"/>
                  <a:pt x="1644" y="74771"/>
                  <a:pt x="882" y="75367"/>
                </a:cubicBezTo>
                <a:cubicBezTo>
                  <a:pt x="691" y="75521"/>
                  <a:pt x="429" y="75664"/>
                  <a:pt x="548" y="75962"/>
                </a:cubicBezTo>
                <a:cubicBezTo>
                  <a:pt x="656" y="76248"/>
                  <a:pt x="894" y="76355"/>
                  <a:pt x="1179" y="76367"/>
                </a:cubicBezTo>
                <a:cubicBezTo>
                  <a:pt x="1352" y="76373"/>
                  <a:pt x="1519" y="76373"/>
                  <a:pt x="1685" y="76373"/>
                </a:cubicBezTo>
                <a:cubicBezTo>
                  <a:pt x="1852" y="76373"/>
                  <a:pt x="2019" y="76373"/>
                  <a:pt x="2192" y="76379"/>
                </a:cubicBezTo>
                <a:cubicBezTo>
                  <a:pt x="2489" y="76343"/>
                  <a:pt x="2787" y="76325"/>
                  <a:pt x="3084" y="76325"/>
                </a:cubicBezTo>
                <a:cubicBezTo>
                  <a:pt x="3382" y="76325"/>
                  <a:pt x="3680" y="76343"/>
                  <a:pt x="3977" y="76379"/>
                </a:cubicBezTo>
                <a:cubicBezTo>
                  <a:pt x="5954" y="76545"/>
                  <a:pt x="6775" y="77272"/>
                  <a:pt x="6883" y="79022"/>
                </a:cubicBezTo>
                <a:cubicBezTo>
                  <a:pt x="6954" y="79379"/>
                  <a:pt x="6954" y="79724"/>
                  <a:pt x="6883" y="80093"/>
                </a:cubicBezTo>
                <a:cubicBezTo>
                  <a:pt x="6859" y="80963"/>
                  <a:pt x="6704" y="81832"/>
                  <a:pt x="6549" y="82677"/>
                </a:cubicBezTo>
                <a:cubicBezTo>
                  <a:pt x="6228" y="84499"/>
                  <a:pt x="5692" y="86261"/>
                  <a:pt x="5240" y="88047"/>
                </a:cubicBezTo>
                <a:cubicBezTo>
                  <a:pt x="4799" y="89821"/>
                  <a:pt x="4382" y="91607"/>
                  <a:pt x="3942" y="93393"/>
                </a:cubicBezTo>
                <a:cubicBezTo>
                  <a:pt x="3918" y="93440"/>
                  <a:pt x="3930" y="93488"/>
                  <a:pt x="3966" y="93512"/>
                </a:cubicBezTo>
                <a:cubicBezTo>
                  <a:pt x="4027" y="93573"/>
                  <a:pt x="4098" y="93620"/>
                  <a:pt x="4179" y="93620"/>
                </a:cubicBezTo>
                <a:cubicBezTo>
                  <a:pt x="4224" y="93620"/>
                  <a:pt x="4272" y="93605"/>
                  <a:pt x="4323" y="93571"/>
                </a:cubicBezTo>
                <a:cubicBezTo>
                  <a:pt x="4585" y="93107"/>
                  <a:pt x="4763" y="92619"/>
                  <a:pt x="4942" y="92131"/>
                </a:cubicBezTo>
                <a:cubicBezTo>
                  <a:pt x="5644" y="90142"/>
                  <a:pt x="6049" y="88094"/>
                  <a:pt x="6609" y="86070"/>
                </a:cubicBezTo>
                <a:cubicBezTo>
                  <a:pt x="7097" y="84332"/>
                  <a:pt x="7442" y="82570"/>
                  <a:pt x="7668" y="80772"/>
                </a:cubicBezTo>
                <a:cubicBezTo>
                  <a:pt x="7740" y="80641"/>
                  <a:pt x="7656" y="80463"/>
                  <a:pt x="7740" y="80320"/>
                </a:cubicBezTo>
                <a:cubicBezTo>
                  <a:pt x="7740" y="79712"/>
                  <a:pt x="7776" y="79093"/>
                  <a:pt x="7656" y="78498"/>
                </a:cubicBezTo>
                <a:cubicBezTo>
                  <a:pt x="7514" y="77807"/>
                  <a:pt x="7335" y="77165"/>
                  <a:pt x="6835" y="76653"/>
                </a:cubicBezTo>
                <a:cubicBezTo>
                  <a:pt x="6013" y="75831"/>
                  <a:pt x="4978" y="75593"/>
                  <a:pt x="3882" y="75498"/>
                </a:cubicBezTo>
                <a:cubicBezTo>
                  <a:pt x="3627" y="75482"/>
                  <a:pt x="3372" y="75478"/>
                  <a:pt x="3111" y="75478"/>
                </a:cubicBezTo>
                <a:cubicBezTo>
                  <a:pt x="2763" y="75478"/>
                  <a:pt x="2406" y="75486"/>
                  <a:pt x="2025" y="75486"/>
                </a:cubicBezTo>
                <a:cubicBezTo>
                  <a:pt x="2144" y="75307"/>
                  <a:pt x="2203" y="75188"/>
                  <a:pt x="2299" y="75081"/>
                </a:cubicBezTo>
                <a:cubicBezTo>
                  <a:pt x="2751" y="74545"/>
                  <a:pt x="3108" y="73950"/>
                  <a:pt x="3442" y="73331"/>
                </a:cubicBezTo>
                <a:cubicBezTo>
                  <a:pt x="4644" y="71021"/>
                  <a:pt x="5013" y="68509"/>
                  <a:pt x="5275" y="65949"/>
                </a:cubicBezTo>
                <a:cubicBezTo>
                  <a:pt x="5394" y="64758"/>
                  <a:pt x="5466" y="63556"/>
                  <a:pt x="5466" y="62365"/>
                </a:cubicBezTo>
                <a:cubicBezTo>
                  <a:pt x="5549" y="62163"/>
                  <a:pt x="5430" y="61948"/>
                  <a:pt x="5537" y="61734"/>
                </a:cubicBezTo>
                <a:lnTo>
                  <a:pt x="5537" y="58496"/>
                </a:lnTo>
                <a:cubicBezTo>
                  <a:pt x="5430" y="58269"/>
                  <a:pt x="5549" y="58019"/>
                  <a:pt x="5466" y="57781"/>
                </a:cubicBezTo>
                <a:cubicBezTo>
                  <a:pt x="5466" y="57603"/>
                  <a:pt x="5466" y="57424"/>
                  <a:pt x="5430" y="57257"/>
                </a:cubicBezTo>
                <a:cubicBezTo>
                  <a:pt x="5228" y="55198"/>
                  <a:pt x="4763" y="53174"/>
                  <a:pt x="4537" y="51126"/>
                </a:cubicBezTo>
                <a:cubicBezTo>
                  <a:pt x="4394" y="49816"/>
                  <a:pt x="4382" y="48506"/>
                  <a:pt x="4394" y="47185"/>
                </a:cubicBezTo>
                <a:cubicBezTo>
                  <a:pt x="4394" y="46970"/>
                  <a:pt x="4478" y="46851"/>
                  <a:pt x="4692" y="46804"/>
                </a:cubicBezTo>
                <a:cubicBezTo>
                  <a:pt x="4835" y="46780"/>
                  <a:pt x="5001" y="46720"/>
                  <a:pt x="5156" y="46661"/>
                </a:cubicBezTo>
                <a:cubicBezTo>
                  <a:pt x="6466" y="46137"/>
                  <a:pt x="7395" y="45256"/>
                  <a:pt x="7609" y="43815"/>
                </a:cubicBezTo>
                <a:cubicBezTo>
                  <a:pt x="7732" y="42973"/>
                  <a:pt x="7244" y="42441"/>
                  <a:pt x="6541" y="42441"/>
                </a:cubicBezTo>
                <a:cubicBezTo>
                  <a:pt x="6430" y="42441"/>
                  <a:pt x="6313" y="42454"/>
                  <a:pt x="6192" y="42482"/>
                </a:cubicBezTo>
                <a:cubicBezTo>
                  <a:pt x="5847" y="42553"/>
                  <a:pt x="5597" y="42756"/>
                  <a:pt x="5359" y="42994"/>
                </a:cubicBezTo>
                <a:cubicBezTo>
                  <a:pt x="4644" y="43744"/>
                  <a:pt x="4299" y="44661"/>
                  <a:pt x="4085" y="45649"/>
                </a:cubicBezTo>
                <a:cubicBezTo>
                  <a:pt x="4021" y="45921"/>
                  <a:pt x="3914" y="46037"/>
                  <a:pt x="3749" y="46037"/>
                </a:cubicBezTo>
                <a:cubicBezTo>
                  <a:pt x="3669" y="46037"/>
                  <a:pt x="3575" y="46009"/>
                  <a:pt x="3465" y="45958"/>
                </a:cubicBezTo>
                <a:cubicBezTo>
                  <a:pt x="2715" y="45601"/>
                  <a:pt x="2144" y="45042"/>
                  <a:pt x="1787" y="44303"/>
                </a:cubicBezTo>
                <a:cubicBezTo>
                  <a:pt x="1132" y="43017"/>
                  <a:pt x="882" y="41613"/>
                  <a:pt x="894" y="40160"/>
                </a:cubicBezTo>
                <a:cubicBezTo>
                  <a:pt x="810" y="40017"/>
                  <a:pt x="894" y="39839"/>
                  <a:pt x="822" y="39708"/>
                </a:cubicBezTo>
                <a:lnTo>
                  <a:pt x="822" y="37755"/>
                </a:lnTo>
                <a:cubicBezTo>
                  <a:pt x="906" y="37517"/>
                  <a:pt x="787" y="37279"/>
                  <a:pt x="894" y="37041"/>
                </a:cubicBezTo>
                <a:cubicBezTo>
                  <a:pt x="894" y="36648"/>
                  <a:pt x="906" y="36231"/>
                  <a:pt x="906" y="35826"/>
                </a:cubicBezTo>
                <a:cubicBezTo>
                  <a:pt x="989" y="35695"/>
                  <a:pt x="882" y="35517"/>
                  <a:pt x="989" y="35374"/>
                </a:cubicBezTo>
                <a:cubicBezTo>
                  <a:pt x="965" y="34993"/>
                  <a:pt x="1025" y="34624"/>
                  <a:pt x="1060" y="34243"/>
                </a:cubicBezTo>
                <a:cubicBezTo>
                  <a:pt x="1179" y="32921"/>
                  <a:pt x="1406" y="31623"/>
                  <a:pt x="1656" y="30314"/>
                </a:cubicBezTo>
                <a:cubicBezTo>
                  <a:pt x="2192" y="27575"/>
                  <a:pt x="3192" y="24980"/>
                  <a:pt x="4168" y="22372"/>
                </a:cubicBezTo>
                <a:cubicBezTo>
                  <a:pt x="5061" y="20038"/>
                  <a:pt x="6061" y="17752"/>
                  <a:pt x="6835" y="15371"/>
                </a:cubicBezTo>
                <a:cubicBezTo>
                  <a:pt x="7478" y="13454"/>
                  <a:pt x="8049" y="11526"/>
                  <a:pt x="8204" y="9478"/>
                </a:cubicBezTo>
                <a:cubicBezTo>
                  <a:pt x="8276" y="9347"/>
                  <a:pt x="8192" y="9168"/>
                  <a:pt x="8276" y="9037"/>
                </a:cubicBezTo>
                <a:cubicBezTo>
                  <a:pt x="8323" y="8382"/>
                  <a:pt x="8323" y="7716"/>
                  <a:pt x="8323" y="7061"/>
                </a:cubicBezTo>
                <a:cubicBezTo>
                  <a:pt x="8228" y="6930"/>
                  <a:pt x="8323" y="6751"/>
                  <a:pt x="8252" y="6608"/>
                </a:cubicBezTo>
                <a:cubicBezTo>
                  <a:pt x="8168" y="5989"/>
                  <a:pt x="8109" y="5358"/>
                  <a:pt x="7990" y="4751"/>
                </a:cubicBezTo>
                <a:cubicBezTo>
                  <a:pt x="7680" y="3072"/>
                  <a:pt x="7061" y="1489"/>
                  <a:pt x="6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18" name="Google Shape;1018;p64"/>
          <p:cNvPicPr preferRelativeResize="0"/>
          <p:nvPr/>
        </p:nvPicPr>
        <p:blipFill rotWithShape="1">
          <a:blip r:embed="rId6">
            <a:alphaModFix/>
          </a:blip>
          <a:srcRect l="28680" t="19555" r="23804" b="32703"/>
          <a:stretch/>
        </p:blipFill>
        <p:spPr>
          <a:xfrm rot="204534">
            <a:off x="7023997" y="3315184"/>
            <a:ext cx="1287877" cy="727828"/>
          </a:xfrm>
          <a:prstGeom prst="rect">
            <a:avLst/>
          </a:prstGeom>
          <a:noFill/>
          <a:ln>
            <a:noFill/>
          </a:ln>
        </p:spPr>
      </p:pic>
      <p:pic>
        <p:nvPicPr>
          <p:cNvPr id="1019" name="Google Shape;1019;p64"/>
          <p:cNvPicPr preferRelativeResize="0"/>
          <p:nvPr/>
        </p:nvPicPr>
        <p:blipFill rotWithShape="1">
          <a:blip r:embed="rId7">
            <a:alphaModFix/>
          </a:blip>
          <a:srcRect l="45691" t="12052" r="18787" b="20159"/>
          <a:stretch/>
        </p:blipFill>
        <p:spPr>
          <a:xfrm>
            <a:off x="5517675" y="22102"/>
            <a:ext cx="1366949" cy="1467299"/>
          </a:xfrm>
          <a:prstGeom prst="rect">
            <a:avLst/>
          </a:prstGeom>
          <a:noFill/>
          <a:ln>
            <a:noFill/>
          </a:ln>
        </p:spPr>
      </p:pic>
      <p:sp>
        <p:nvSpPr>
          <p:cNvPr id="1020" name="Google Shape;1020;p64">
            <a:hlinkClick r:id="rId8"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021" name="Google Shape;1021;p64">
            <a:hlinkClick r:id="rId9"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022" name="Google Shape;1022;p64">
            <a:hlinkClick r:id="rId10"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023" name="Google Shape;1023;p64">
            <a:hlinkClick r:id="rId11"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024" name="Google Shape;1024;p64">
            <a:hlinkClick r:id="rId12"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2"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pic>
        <p:nvPicPr>
          <p:cNvPr id="1029" name="Google Shape;1029;p65"/>
          <p:cNvPicPr preferRelativeResize="0"/>
          <p:nvPr/>
        </p:nvPicPr>
        <p:blipFill rotWithShape="1">
          <a:blip r:embed="rId3">
            <a:alphaModFix/>
          </a:blip>
          <a:srcRect l="45691" t="12052" r="18787" b="20159"/>
          <a:stretch/>
        </p:blipFill>
        <p:spPr>
          <a:xfrm>
            <a:off x="480725" y="540102"/>
            <a:ext cx="1366949" cy="1467299"/>
          </a:xfrm>
          <a:prstGeom prst="rect">
            <a:avLst/>
          </a:prstGeom>
          <a:noFill/>
          <a:ln>
            <a:noFill/>
          </a:ln>
        </p:spPr>
      </p:pic>
      <p:sp>
        <p:nvSpPr>
          <p:cNvPr id="1030" name="Google Shape;1030;p65"/>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Apprenez la leçon</a:t>
            </a:r>
            <a:endParaRPr/>
          </a:p>
        </p:txBody>
      </p:sp>
      <p:sp>
        <p:nvSpPr>
          <p:cNvPr id="1031" name="Google Shape;1031;p65"/>
          <p:cNvSpPr txBox="1">
            <a:spLocks noGrp="1"/>
          </p:cNvSpPr>
          <p:nvPr>
            <p:ph type="body" idx="1"/>
          </p:nvPr>
        </p:nvSpPr>
        <p:spPr>
          <a:xfrm>
            <a:off x="2202900" y="1634250"/>
            <a:ext cx="4738200" cy="222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Savez-vous ce qui vous aide à rendre votre point de vue clair ? Des listes comme celle-ci :</a:t>
            </a:r>
            <a:endParaRPr/>
          </a:p>
          <a:p>
            <a:pPr marL="0" lvl="0" indent="0" algn="l" rtl="0">
              <a:spcBef>
                <a:spcPts val="0"/>
              </a:spcBef>
              <a:spcAft>
                <a:spcPts val="0"/>
              </a:spcAft>
              <a:buNone/>
            </a:pPr>
            <a:endParaRPr/>
          </a:p>
          <a:p>
            <a:pPr marL="457200" lvl="0" indent="-342900" algn="l" rtl="0">
              <a:spcBef>
                <a:spcPts val="0"/>
              </a:spcBef>
              <a:spcAft>
                <a:spcPts val="0"/>
              </a:spcAft>
              <a:buSzPts val="1800"/>
              <a:buChar char="●"/>
            </a:pPr>
            <a:r>
              <a:rPr lang="en"/>
              <a:t>Elles sont simples </a:t>
            </a:r>
            <a:endParaRPr/>
          </a:p>
          <a:p>
            <a:pPr marL="457200" lvl="0" indent="-342900" algn="l" rtl="0">
              <a:spcBef>
                <a:spcPts val="0"/>
              </a:spcBef>
              <a:spcAft>
                <a:spcPts val="0"/>
              </a:spcAft>
              <a:buSzPts val="1800"/>
              <a:buChar char="●"/>
            </a:pPr>
            <a:r>
              <a:rPr lang="en"/>
              <a:t>Tu peux organiser tes idées </a:t>
            </a:r>
            <a:endParaRPr/>
          </a:p>
          <a:p>
            <a:pPr marL="457200" lvl="0" indent="-342900" algn="l" rtl="0">
              <a:spcBef>
                <a:spcPts val="0"/>
              </a:spcBef>
              <a:spcAft>
                <a:spcPts val="0"/>
              </a:spcAft>
              <a:buSzPts val="1800"/>
              <a:buChar char="●"/>
            </a:pPr>
            <a:r>
              <a:rPr lang="en"/>
              <a:t>Tu n'oublieras jamais d'acheter du lait !</a:t>
            </a:r>
            <a:endParaRPr/>
          </a:p>
          <a:p>
            <a:pPr marL="0" lvl="0" indent="0" algn="l" rtl="0">
              <a:spcBef>
                <a:spcPts val="0"/>
              </a:spcBef>
              <a:spcAft>
                <a:spcPts val="0"/>
              </a:spcAft>
              <a:buNone/>
            </a:pPr>
            <a:endParaRPr/>
          </a:p>
          <a:p>
            <a:pPr marL="0" lvl="0" indent="0" algn="l" rtl="0">
              <a:spcBef>
                <a:spcPts val="0"/>
              </a:spcBef>
              <a:spcAft>
                <a:spcPts val="0"/>
              </a:spcAft>
              <a:buNone/>
            </a:pPr>
            <a:r>
              <a:rPr lang="en"/>
              <a:t>Et le public ne manquera pas l'essentiel de votre présentation</a:t>
            </a:r>
            <a:endParaRPr/>
          </a:p>
          <a:p>
            <a:pPr marL="0" lvl="0" indent="0" algn="l" rtl="0">
              <a:spcBef>
                <a:spcPts val="0"/>
              </a:spcBef>
              <a:spcAft>
                <a:spcPts val="1200"/>
              </a:spcAft>
              <a:buNone/>
            </a:pPr>
            <a:endParaRPr/>
          </a:p>
        </p:txBody>
      </p:sp>
      <p:pic>
        <p:nvPicPr>
          <p:cNvPr id="1032" name="Google Shape;1032;p65"/>
          <p:cNvPicPr preferRelativeResize="0"/>
          <p:nvPr/>
        </p:nvPicPr>
        <p:blipFill rotWithShape="1">
          <a:blip r:embed="rId4">
            <a:alphaModFix amt="63000"/>
          </a:blip>
          <a:srcRect l="17536" t="30943" r="20804" b="36495"/>
          <a:stretch/>
        </p:blipFill>
        <p:spPr>
          <a:xfrm rot="2700002">
            <a:off x="-2361144" y="1529330"/>
            <a:ext cx="4824687" cy="1433140"/>
          </a:xfrm>
          <a:prstGeom prst="rect">
            <a:avLst/>
          </a:prstGeom>
          <a:noFill/>
          <a:ln>
            <a:noFill/>
          </a:ln>
        </p:spPr>
      </p:pic>
      <p:pic>
        <p:nvPicPr>
          <p:cNvPr id="1033" name="Google Shape;1033;p65"/>
          <p:cNvPicPr preferRelativeResize="0"/>
          <p:nvPr/>
        </p:nvPicPr>
        <p:blipFill rotWithShape="1">
          <a:blip r:embed="rId5">
            <a:alphaModFix amt="82000"/>
          </a:blip>
          <a:srcRect l="50645" t="40792" r="22239" b="43575"/>
          <a:stretch/>
        </p:blipFill>
        <p:spPr>
          <a:xfrm flipH="1">
            <a:off x="7207577" y="1677260"/>
            <a:ext cx="2446373" cy="793376"/>
          </a:xfrm>
          <a:prstGeom prst="rect">
            <a:avLst/>
          </a:prstGeom>
          <a:noFill/>
          <a:ln>
            <a:noFill/>
          </a:ln>
        </p:spPr>
      </p:pic>
      <p:grpSp>
        <p:nvGrpSpPr>
          <p:cNvPr id="1034" name="Google Shape;1034;p65"/>
          <p:cNvGrpSpPr/>
          <p:nvPr/>
        </p:nvGrpSpPr>
        <p:grpSpPr>
          <a:xfrm rot="-4763567">
            <a:off x="7572430" y="2631130"/>
            <a:ext cx="1716671" cy="1859876"/>
            <a:chOff x="5032175" y="2294450"/>
            <a:chExt cx="1144500" cy="1239975"/>
          </a:xfrm>
        </p:grpSpPr>
        <p:sp>
          <p:nvSpPr>
            <p:cNvPr id="1035" name="Google Shape;1035;p65"/>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65"/>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65"/>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65"/>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9" name="Google Shape;1039;p65"/>
          <p:cNvSpPr/>
          <p:nvPr/>
        </p:nvSpPr>
        <p:spPr>
          <a:xfrm rot="-7863968">
            <a:off x="-81038" y="-2021648"/>
            <a:ext cx="1447727" cy="4544998"/>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40" name="Google Shape;1040;p65"/>
          <p:cNvPicPr preferRelativeResize="0"/>
          <p:nvPr/>
        </p:nvPicPr>
        <p:blipFill rotWithShape="1">
          <a:blip r:embed="rId6">
            <a:alphaModFix/>
          </a:blip>
          <a:srcRect l="28680" t="19555" r="23804" b="32703"/>
          <a:stretch/>
        </p:blipFill>
        <p:spPr>
          <a:xfrm rot="204534">
            <a:off x="7284447" y="378009"/>
            <a:ext cx="1287877" cy="727828"/>
          </a:xfrm>
          <a:prstGeom prst="rect">
            <a:avLst/>
          </a:prstGeom>
          <a:noFill/>
          <a:ln>
            <a:noFill/>
          </a:ln>
        </p:spPr>
      </p:pic>
      <p:sp>
        <p:nvSpPr>
          <p:cNvPr id="1041" name="Google Shape;1041;p65">
            <a:hlinkClick r:id="rId7"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042" name="Google Shape;1042;p65">
            <a:hlinkClick r:id="rId8"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043" name="Google Shape;1043;p65">
            <a:hlinkClick r:id="rId9"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044" name="Google Shape;1044;p65">
            <a:hlinkClick r:id="rId10"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045" name="Google Shape;1045;p65">
            <a:hlinkClick r:id="rId11"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pic>
        <p:nvPicPr>
          <p:cNvPr id="1050" name="Google Shape;1050;p66"/>
          <p:cNvPicPr preferRelativeResize="0"/>
          <p:nvPr/>
        </p:nvPicPr>
        <p:blipFill rotWithShape="1">
          <a:blip r:embed="rId3">
            <a:alphaModFix/>
          </a:blip>
          <a:srcRect l="36305" t="26731" r="30909" b="23776"/>
          <a:stretch/>
        </p:blipFill>
        <p:spPr>
          <a:xfrm>
            <a:off x="7205550" y="-687100"/>
            <a:ext cx="2714400" cy="2304950"/>
          </a:xfrm>
          <a:prstGeom prst="rect">
            <a:avLst/>
          </a:prstGeom>
          <a:noFill/>
          <a:ln>
            <a:noFill/>
          </a:ln>
        </p:spPr>
      </p:pic>
      <p:sp>
        <p:nvSpPr>
          <p:cNvPr id="1051" name="Google Shape;1051;p66"/>
          <p:cNvSpPr txBox="1">
            <a:spLocks noGrp="1"/>
          </p:cNvSpPr>
          <p:nvPr>
            <p:ph type="title"/>
          </p:nvPr>
        </p:nvSpPr>
        <p:spPr>
          <a:xfrm>
            <a:off x="713250" y="438763"/>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 devoirs à faire !</a:t>
            </a:r>
            <a:endParaRPr/>
          </a:p>
        </p:txBody>
      </p:sp>
      <p:sp>
        <p:nvSpPr>
          <p:cNvPr id="1052" name="Google Shape;1052;p66"/>
          <p:cNvSpPr txBox="1">
            <a:spLocks noGrp="1"/>
          </p:cNvSpPr>
          <p:nvPr>
            <p:ph type="subTitle" idx="1"/>
          </p:nvPr>
        </p:nvSpPr>
        <p:spPr>
          <a:xfrm>
            <a:off x="713250" y="1993650"/>
            <a:ext cx="3802800" cy="119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Vous pouvez remplacer l'image à l'écran par votre propre travail. Il suffit de faire un clic droit sur l'image et de sélectionner "Remplacer l'image".</a:t>
            </a:r>
            <a:endParaRPr/>
          </a:p>
        </p:txBody>
      </p:sp>
      <p:grpSp>
        <p:nvGrpSpPr>
          <p:cNvPr id="1053" name="Google Shape;1053;p66"/>
          <p:cNvGrpSpPr/>
          <p:nvPr/>
        </p:nvGrpSpPr>
        <p:grpSpPr>
          <a:xfrm>
            <a:off x="5169412" y="1509588"/>
            <a:ext cx="2871859" cy="2308143"/>
            <a:chOff x="1917372" y="1288466"/>
            <a:chExt cx="2993079" cy="2405568"/>
          </a:xfrm>
        </p:grpSpPr>
        <p:sp>
          <p:nvSpPr>
            <p:cNvPr id="1054" name="Google Shape;1054;p66"/>
            <p:cNvSpPr/>
            <p:nvPr/>
          </p:nvSpPr>
          <p:spPr>
            <a:xfrm>
              <a:off x="2962748" y="2186357"/>
              <a:ext cx="902196" cy="1507677"/>
            </a:xfrm>
            <a:custGeom>
              <a:avLst/>
              <a:gdLst/>
              <a:ahLst/>
              <a:cxnLst/>
              <a:rect l="l" t="t" r="r" b="b"/>
              <a:pathLst>
                <a:path w="55324" h="92453" extrusionOk="0">
                  <a:moveTo>
                    <a:pt x="14662" y="1"/>
                  </a:moveTo>
                  <a:lnTo>
                    <a:pt x="14482" y="2609"/>
                  </a:lnTo>
                  <a:lnTo>
                    <a:pt x="11791" y="41519"/>
                  </a:lnTo>
                  <a:lnTo>
                    <a:pt x="11747" y="42149"/>
                  </a:lnTo>
                  <a:lnTo>
                    <a:pt x="11276" y="48946"/>
                  </a:lnTo>
                  <a:lnTo>
                    <a:pt x="10009" y="67301"/>
                  </a:lnTo>
                  <a:lnTo>
                    <a:pt x="9674" y="72100"/>
                  </a:lnTo>
                  <a:lnTo>
                    <a:pt x="9309" y="77399"/>
                  </a:lnTo>
                  <a:cubicBezTo>
                    <a:pt x="9308" y="79203"/>
                    <a:pt x="8592" y="80932"/>
                    <a:pt x="7316" y="82207"/>
                  </a:cubicBezTo>
                  <a:lnTo>
                    <a:pt x="1713" y="87809"/>
                  </a:lnTo>
                  <a:cubicBezTo>
                    <a:pt x="1" y="89522"/>
                    <a:pt x="1214" y="92452"/>
                    <a:pt x="3638" y="92452"/>
                  </a:cubicBezTo>
                  <a:lnTo>
                    <a:pt x="51687" y="92452"/>
                  </a:lnTo>
                  <a:cubicBezTo>
                    <a:pt x="54110" y="92452"/>
                    <a:pt x="55324" y="89522"/>
                    <a:pt x="53610" y="87809"/>
                  </a:cubicBezTo>
                  <a:lnTo>
                    <a:pt x="48009" y="82207"/>
                  </a:lnTo>
                  <a:cubicBezTo>
                    <a:pt x="46733" y="80932"/>
                    <a:pt x="46017" y="79203"/>
                    <a:pt x="46017" y="77399"/>
                  </a:cubicBezTo>
                  <a:lnTo>
                    <a:pt x="45652" y="72100"/>
                  </a:lnTo>
                  <a:lnTo>
                    <a:pt x="45317" y="67301"/>
                  </a:lnTo>
                  <a:lnTo>
                    <a:pt x="44049" y="48946"/>
                  </a:lnTo>
                  <a:lnTo>
                    <a:pt x="43577" y="42149"/>
                  </a:lnTo>
                  <a:lnTo>
                    <a:pt x="43535" y="41519"/>
                  </a:lnTo>
                  <a:lnTo>
                    <a:pt x="40842" y="2609"/>
                  </a:lnTo>
                  <a:lnTo>
                    <a:pt x="406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66"/>
            <p:cNvSpPr/>
            <p:nvPr/>
          </p:nvSpPr>
          <p:spPr>
            <a:xfrm>
              <a:off x="2962748" y="2186357"/>
              <a:ext cx="902196" cy="1507677"/>
            </a:xfrm>
            <a:custGeom>
              <a:avLst/>
              <a:gdLst/>
              <a:ahLst/>
              <a:cxnLst/>
              <a:rect l="l" t="t" r="r" b="b"/>
              <a:pathLst>
                <a:path w="55324" h="92453" extrusionOk="0">
                  <a:moveTo>
                    <a:pt x="14662" y="1"/>
                  </a:moveTo>
                  <a:lnTo>
                    <a:pt x="14482" y="2609"/>
                  </a:lnTo>
                  <a:lnTo>
                    <a:pt x="11791" y="41519"/>
                  </a:lnTo>
                  <a:lnTo>
                    <a:pt x="11747" y="42149"/>
                  </a:lnTo>
                  <a:lnTo>
                    <a:pt x="11276" y="48946"/>
                  </a:lnTo>
                  <a:lnTo>
                    <a:pt x="10009" y="67301"/>
                  </a:lnTo>
                  <a:lnTo>
                    <a:pt x="9674" y="72100"/>
                  </a:lnTo>
                  <a:lnTo>
                    <a:pt x="9309" y="77399"/>
                  </a:lnTo>
                  <a:cubicBezTo>
                    <a:pt x="9308" y="79203"/>
                    <a:pt x="8592" y="80932"/>
                    <a:pt x="7316" y="82207"/>
                  </a:cubicBezTo>
                  <a:lnTo>
                    <a:pt x="1713" y="87809"/>
                  </a:lnTo>
                  <a:cubicBezTo>
                    <a:pt x="1" y="89522"/>
                    <a:pt x="1214" y="92452"/>
                    <a:pt x="3638" y="92452"/>
                  </a:cubicBezTo>
                  <a:lnTo>
                    <a:pt x="51687" y="92452"/>
                  </a:lnTo>
                  <a:cubicBezTo>
                    <a:pt x="54110" y="92452"/>
                    <a:pt x="55324" y="89522"/>
                    <a:pt x="53610" y="87809"/>
                  </a:cubicBezTo>
                  <a:lnTo>
                    <a:pt x="48009" y="82207"/>
                  </a:lnTo>
                  <a:cubicBezTo>
                    <a:pt x="46733" y="80932"/>
                    <a:pt x="46017" y="79203"/>
                    <a:pt x="46017" y="77399"/>
                  </a:cubicBezTo>
                  <a:lnTo>
                    <a:pt x="45652" y="72100"/>
                  </a:lnTo>
                  <a:lnTo>
                    <a:pt x="45317" y="67301"/>
                  </a:lnTo>
                  <a:lnTo>
                    <a:pt x="44049" y="48946"/>
                  </a:lnTo>
                  <a:lnTo>
                    <a:pt x="43577" y="42149"/>
                  </a:lnTo>
                  <a:lnTo>
                    <a:pt x="43535" y="41519"/>
                  </a:lnTo>
                  <a:lnTo>
                    <a:pt x="40842" y="2609"/>
                  </a:lnTo>
                  <a:lnTo>
                    <a:pt x="406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66"/>
            <p:cNvSpPr/>
            <p:nvPr/>
          </p:nvSpPr>
          <p:spPr>
            <a:xfrm>
              <a:off x="1917372" y="1288466"/>
              <a:ext cx="2993079" cy="1995402"/>
            </a:xfrm>
            <a:custGeom>
              <a:avLst/>
              <a:gdLst/>
              <a:ahLst/>
              <a:cxnLst/>
              <a:rect l="l" t="t" r="r" b="b"/>
              <a:pathLst>
                <a:path w="183540" h="122361" extrusionOk="0">
                  <a:moveTo>
                    <a:pt x="6113" y="0"/>
                  </a:moveTo>
                  <a:cubicBezTo>
                    <a:pt x="5991" y="0"/>
                    <a:pt x="5872" y="4"/>
                    <a:pt x="5753" y="12"/>
                  </a:cubicBezTo>
                  <a:cubicBezTo>
                    <a:pt x="5749" y="12"/>
                    <a:pt x="5746" y="11"/>
                    <a:pt x="5743" y="11"/>
                  </a:cubicBezTo>
                  <a:cubicBezTo>
                    <a:pt x="5734" y="11"/>
                    <a:pt x="5726" y="13"/>
                    <a:pt x="5718" y="15"/>
                  </a:cubicBezTo>
                  <a:cubicBezTo>
                    <a:pt x="5602" y="19"/>
                    <a:pt x="5486" y="30"/>
                    <a:pt x="5372" y="46"/>
                  </a:cubicBezTo>
                  <a:cubicBezTo>
                    <a:pt x="5252" y="58"/>
                    <a:pt x="5130" y="77"/>
                    <a:pt x="5011" y="101"/>
                  </a:cubicBezTo>
                  <a:cubicBezTo>
                    <a:pt x="4919" y="116"/>
                    <a:pt x="4827" y="135"/>
                    <a:pt x="4734" y="158"/>
                  </a:cubicBezTo>
                  <a:cubicBezTo>
                    <a:pt x="4447" y="223"/>
                    <a:pt x="4164" y="310"/>
                    <a:pt x="3890" y="418"/>
                  </a:cubicBezTo>
                  <a:cubicBezTo>
                    <a:pt x="3808" y="450"/>
                    <a:pt x="3728" y="484"/>
                    <a:pt x="3648" y="518"/>
                  </a:cubicBezTo>
                  <a:cubicBezTo>
                    <a:pt x="3541" y="569"/>
                    <a:pt x="3433" y="618"/>
                    <a:pt x="3329" y="671"/>
                  </a:cubicBezTo>
                  <a:cubicBezTo>
                    <a:pt x="3222" y="725"/>
                    <a:pt x="3113" y="783"/>
                    <a:pt x="3014" y="844"/>
                  </a:cubicBezTo>
                  <a:cubicBezTo>
                    <a:pt x="2945" y="887"/>
                    <a:pt x="2880" y="926"/>
                    <a:pt x="2814" y="972"/>
                  </a:cubicBezTo>
                  <a:cubicBezTo>
                    <a:pt x="2603" y="1103"/>
                    <a:pt x="2399" y="1249"/>
                    <a:pt x="2208" y="1410"/>
                  </a:cubicBezTo>
                  <a:lnTo>
                    <a:pt x="2092" y="1512"/>
                  </a:lnTo>
                  <a:cubicBezTo>
                    <a:pt x="2031" y="1563"/>
                    <a:pt x="1973" y="1617"/>
                    <a:pt x="1916" y="1670"/>
                  </a:cubicBezTo>
                  <a:cubicBezTo>
                    <a:pt x="1909" y="1678"/>
                    <a:pt x="1902" y="1682"/>
                    <a:pt x="1897" y="1694"/>
                  </a:cubicBezTo>
                  <a:cubicBezTo>
                    <a:pt x="1823" y="1757"/>
                    <a:pt x="1753" y="1825"/>
                    <a:pt x="1689" y="1901"/>
                  </a:cubicBezTo>
                  <a:cubicBezTo>
                    <a:pt x="1672" y="1910"/>
                    <a:pt x="1660" y="1923"/>
                    <a:pt x="1650" y="1938"/>
                  </a:cubicBezTo>
                  <a:cubicBezTo>
                    <a:pt x="1589" y="2001"/>
                    <a:pt x="1531" y="2065"/>
                    <a:pt x="1474" y="2130"/>
                  </a:cubicBezTo>
                  <a:cubicBezTo>
                    <a:pt x="1382" y="2237"/>
                    <a:pt x="1294" y="2346"/>
                    <a:pt x="1214" y="2458"/>
                  </a:cubicBezTo>
                  <a:cubicBezTo>
                    <a:pt x="1098" y="2614"/>
                    <a:pt x="986" y="2779"/>
                    <a:pt x="883" y="2944"/>
                  </a:cubicBezTo>
                  <a:cubicBezTo>
                    <a:pt x="818" y="3053"/>
                    <a:pt x="752" y="3168"/>
                    <a:pt x="694" y="3279"/>
                  </a:cubicBezTo>
                  <a:cubicBezTo>
                    <a:pt x="682" y="3299"/>
                    <a:pt x="672" y="3320"/>
                    <a:pt x="665" y="3340"/>
                  </a:cubicBezTo>
                  <a:cubicBezTo>
                    <a:pt x="614" y="3437"/>
                    <a:pt x="568" y="3532"/>
                    <a:pt x="526" y="3629"/>
                  </a:cubicBezTo>
                  <a:cubicBezTo>
                    <a:pt x="519" y="3649"/>
                    <a:pt x="511" y="3663"/>
                    <a:pt x="502" y="3678"/>
                  </a:cubicBezTo>
                  <a:cubicBezTo>
                    <a:pt x="456" y="3790"/>
                    <a:pt x="410" y="3902"/>
                    <a:pt x="368" y="4016"/>
                  </a:cubicBezTo>
                  <a:cubicBezTo>
                    <a:pt x="362" y="4028"/>
                    <a:pt x="359" y="4039"/>
                    <a:pt x="356" y="4052"/>
                  </a:cubicBezTo>
                  <a:cubicBezTo>
                    <a:pt x="315" y="4171"/>
                    <a:pt x="276" y="4290"/>
                    <a:pt x="242" y="4412"/>
                  </a:cubicBezTo>
                  <a:cubicBezTo>
                    <a:pt x="234" y="4432"/>
                    <a:pt x="227" y="4451"/>
                    <a:pt x="222" y="4470"/>
                  </a:cubicBezTo>
                  <a:cubicBezTo>
                    <a:pt x="152" y="4731"/>
                    <a:pt x="97" y="4997"/>
                    <a:pt x="59" y="5265"/>
                  </a:cubicBezTo>
                  <a:cubicBezTo>
                    <a:pt x="18" y="5548"/>
                    <a:pt x="1" y="5834"/>
                    <a:pt x="1" y="6121"/>
                  </a:cubicBezTo>
                  <a:lnTo>
                    <a:pt x="1" y="116245"/>
                  </a:lnTo>
                  <a:cubicBezTo>
                    <a:pt x="1" y="116350"/>
                    <a:pt x="4" y="116457"/>
                    <a:pt x="8" y="116561"/>
                  </a:cubicBezTo>
                  <a:cubicBezTo>
                    <a:pt x="16" y="116690"/>
                    <a:pt x="27" y="116821"/>
                    <a:pt x="39" y="116948"/>
                  </a:cubicBezTo>
                  <a:cubicBezTo>
                    <a:pt x="69" y="117201"/>
                    <a:pt x="114" y="117453"/>
                    <a:pt x="173" y="117701"/>
                  </a:cubicBezTo>
                  <a:cubicBezTo>
                    <a:pt x="205" y="117823"/>
                    <a:pt x="239" y="117947"/>
                    <a:pt x="273" y="118066"/>
                  </a:cubicBezTo>
                  <a:cubicBezTo>
                    <a:pt x="312" y="118185"/>
                    <a:pt x="353" y="118304"/>
                    <a:pt x="397" y="118419"/>
                  </a:cubicBezTo>
                  <a:cubicBezTo>
                    <a:pt x="438" y="118526"/>
                    <a:pt x="480" y="118635"/>
                    <a:pt x="531" y="118742"/>
                  </a:cubicBezTo>
                  <a:cubicBezTo>
                    <a:pt x="534" y="118754"/>
                    <a:pt x="542" y="118769"/>
                    <a:pt x="545" y="118783"/>
                  </a:cubicBezTo>
                  <a:cubicBezTo>
                    <a:pt x="596" y="118888"/>
                    <a:pt x="645" y="118995"/>
                    <a:pt x="703" y="119095"/>
                  </a:cubicBezTo>
                  <a:cubicBezTo>
                    <a:pt x="761" y="119206"/>
                    <a:pt x="818" y="119313"/>
                    <a:pt x="883" y="119418"/>
                  </a:cubicBezTo>
                  <a:cubicBezTo>
                    <a:pt x="988" y="119586"/>
                    <a:pt x="1099" y="119748"/>
                    <a:pt x="1214" y="119906"/>
                  </a:cubicBezTo>
                  <a:cubicBezTo>
                    <a:pt x="1354" y="120090"/>
                    <a:pt x="1504" y="120269"/>
                    <a:pt x="1663" y="120439"/>
                  </a:cubicBezTo>
                  <a:cubicBezTo>
                    <a:pt x="1744" y="120524"/>
                    <a:pt x="1824" y="120604"/>
                    <a:pt x="1909" y="120684"/>
                  </a:cubicBezTo>
                  <a:cubicBezTo>
                    <a:pt x="2155" y="120915"/>
                    <a:pt x="2418" y="121126"/>
                    <a:pt x="2697" y="121317"/>
                  </a:cubicBezTo>
                  <a:cubicBezTo>
                    <a:pt x="2707" y="121323"/>
                    <a:pt x="2717" y="121329"/>
                    <a:pt x="2726" y="121336"/>
                  </a:cubicBezTo>
                  <a:cubicBezTo>
                    <a:pt x="2826" y="121402"/>
                    <a:pt x="2923" y="121463"/>
                    <a:pt x="3027" y="121524"/>
                  </a:cubicBezTo>
                  <a:cubicBezTo>
                    <a:pt x="3127" y="121582"/>
                    <a:pt x="3229" y="121640"/>
                    <a:pt x="3334" y="121694"/>
                  </a:cubicBezTo>
                  <a:cubicBezTo>
                    <a:pt x="3438" y="121746"/>
                    <a:pt x="3545" y="121796"/>
                    <a:pt x="3652" y="121843"/>
                  </a:cubicBezTo>
                  <a:cubicBezTo>
                    <a:pt x="3752" y="121889"/>
                    <a:pt x="3856" y="121930"/>
                    <a:pt x="3959" y="121969"/>
                  </a:cubicBezTo>
                  <a:cubicBezTo>
                    <a:pt x="4203" y="122063"/>
                    <a:pt x="4453" y="122139"/>
                    <a:pt x="4708" y="122195"/>
                  </a:cubicBezTo>
                  <a:cubicBezTo>
                    <a:pt x="4807" y="122222"/>
                    <a:pt x="4912" y="122243"/>
                    <a:pt x="5016" y="122261"/>
                  </a:cubicBezTo>
                  <a:cubicBezTo>
                    <a:pt x="5135" y="122285"/>
                    <a:pt x="5254" y="122302"/>
                    <a:pt x="5376" y="122314"/>
                  </a:cubicBezTo>
                  <a:cubicBezTo>
                    <a:pt x="5495" y="122331"/>
                    <a:pt x="5614" y="122341"/>
                    <a:pt x="5738" y="122349"/>
                  </a:cubicBezTo>
                  <a:lnTo>
                    <a:pt x="5748" y="122349"/>
                  </a:lnTo>
                  <a:cubicBezTo>
                    <a:pt x="5867" y="122358"/>
                    <a:pt x="5991" y="122361"/>
                    <a:pt x="6113" y="122361"/>
                  </a:cubicBezTo>
                  <a:lnTo>
                    <a:pt x="177418" y="122361"/>
                  </a:lnTo>
                  <a:cubicBezTo>
                    <a:pt x="177419" y="122361"/>
                    <a:pt x="177420" y="122361"/>
                    <a:pt x="177421" y="122361"/>
                  </a:cubicBezTo>
                  <a:cubicBezTo>
                    <a:pt x="180476" y="122361"/>
                    <a:pt x="183063" y="120107"/>
                    <a:pt x="183483" y="117080"/>
                  </a:cubicBezTo>
                  <a:cubicBezTo>
                    <a:pt x="183520" y="116804"/>
                    <a:pt x="183539" y="116524"/>
                    <a:pt x="183539" y="116244"/>
                  </a:cubicBezTo>
                  <a:lnTo>
                    <a:pt x="183539" y="6121"/>
                  </a:lnTo>
                  <a:cubicBezTo>
                    <a:pt x="183539" y="2742"/>
                    <a:pt x="180797" y="0"/>
                    <a:pt x="1774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66"/>
            <p:cNvSpPr/>
            <p:nvPr/>
          </p:nvSpPr>
          <p:spPr>
            <a:xfrm>
              <a:off x="1917372" y="2984544"/>
              <a:ext cx="2993079" cy="299324"/>
            </a:xfrm>
            <a:custGeom>
              <a:avLst/>
              <a:gdLst/>
              <a:ahLst/>
              <a:cxnLst/>
              <a:rect l="l" t="t" r="r" b="b"/>
              <a:pathLst>
                <a:path w="183540" h="18355" extrusionOk="0">
                  <a:moveTo>
                    <a:pt x="1" y="0"/>
                  </a:moveTo>
                  <a:lnTo>
                    <a:pt x="1" y="12239"/>
                  </a:lnTo>
                  <a:cubicBezTo>
                    <a:pt x="1" y="12344"/>
                    <a:pt x="4" y="12451"/>
                    <a:pt x="8" y="12555"/>
                  </a:cubicBezTo>
                  <a:cubicBezTo>
                    <a:pt x="16" y="12684"/>
                    <a:pt x="27" y="12815"/>
                    <a:pt x="39" y="12942"/>
                  </a:cubicBezTo>
                  <a:cubicBezTo>
                    <a:pt x="69" y="13195"/>
                    <a:pt x="114" y="13447"/>
                    <a:pt x="173" y="13695"/>
                  </a:cubicBezTo>
                  <a:cubicBezTo>
                    <a:pt x="205" y="13817"/>
                    <a:pt x="239" y="13941"/>
                    <a:pt x="273" y="14060"/>
                  </a:cubicBezTo>
                  <a:cubicBezTo>
                    <a:pt x="312" y="14179"/>
                    <a:pt x="353" y="14298"/>
                    <a:pt x="397" y="14413"/>
                  </a:cubicBezTo>
                  <a:cubicBezTo>
                    <a:pt x="438" y="14520"/>
                    <a:pt x="480" y="14629"/>
                    <a:pt x="531" y="14736"/>
                  </a:cubicBezTo>
                  <a:cubicBezTo>
                    <a:pt x="534" y="14748"/>
                    <a:pt x="542" y="14763"/>
                    <a:pt x="545" y="14777"/>
                  </a:cubicBezTo>
                  <a:cubicBezTo>
                    <a:pt x="596" y="14882"/>
                    <a:pt x="645" y="14989"/>
                    <a:pt x="703" y="15089"/>
                  </a:cubicBezTo>
                  <a:cubicBezTo>
                    <a:pt x="761" y="15200"/>
                    <a:pt x="818" y="15307"/>
                    <a:pt x="883" y="15412"/>
                  </a:cubicBezTo>
                  <a:cubicBezTo>
                    <a:pt x="988" y="15580"/>
                    <a:pt x="1099" y="15742"/>
                    <a:pt x="1214" y="15900"/>
                  </a:cubicBezTo>
                  <a:cubicBezTo>
                    <a:pt x="1354" y="16084"/>
                    <a:pt x="1504" y="16263"/>
                    <a:pt x="1663" y="16433"/>
                  </a:cubicBezTo>
                  <a:cubicBezTo>
                    <a:pt x="1744" y="16518"/>
                    <a:pt x="1824" y="16598"/>
                    <a:pt x="1909" y="16678"/>
                  </a:cubicBezTo>
                  <a:cubicBezTo>
                    <a:pt x="2155" y="16909"/>
                    <a:pt x="2418" y="17120"/>
                    <a:pt x="2697" y="17311"/>
                  </a:cubicBezTo>
                  <a:cubicBezTo>
                    <a:pt x="2707" y="17317"/>
                    <a:pt x="2717" y="17323"/>
                    <a:pt x="2726" y="17330"/>
                  </a:cubicBezTo>
                  <a:cubicBezTo>
                    <a:pt x="2826" y="17396"/>
                    <a:pt x="2923" y="17457"/>
                    <a:pt x="3027" y="17518"/>
                  </a:cubicBezTo>
                  <a:cubicBezTo>
                    <a:pt x="3127" y="17576"/>
                    <a:pt x="3229" y="17634"/>
                    <a:pt x="3334" y="17688"/>
                  </a:cubicBezTo>
                  <a:cubicBezTo>
                    <a:pt x="3438" y="17740"/>
                    <a:pt x="3545" y="17790"/>
                    <a:pt x="3652" y="17837"/>
                  </a:cubicBezTo>
                  <a:cubicBezTo>
                    <a:pt x="3752" y="17883"/>
                    <a:pt x="3856" y="17924"/>
                    <a:pt x="3959" y="17963"/>
                  </a:cubicBezTo>
                  <a:cubicBezTo>
                    <a:pt x="4203" y="18057"/>
                    <a:pt x="4453" y="18133"/>
                    <a:pt x="4708" y="18189"/>
                  </a:cubicBezTo>
                  <a:cubicBezTo>
                    <a:pt x="4807" y="18216"/>
                    <a:pt x="4912" y="18237"/>
                    <a:pt x="5016" y="18255"/>
                  </a:cubicBezTo>
                  <a:cubicBezTo>
                    <a:pt x="5135" y="18279"/>
                    <a:pt x="5254" y="18296"/>
                    <a:pt x="5376" y="18308"/>
                  </a:cubicBezTo>
                  <a:cubicBezTo>
                    <a:pt x="5495" y="18325"/>
                    <a:pt x="5614" y="18335"/>
                    <a:pt x="5738" y="18343"/>
                  </a:cubicBezTo>
                  <a:lnTo>
                    <a:pt x="5748" y="18343"/>
                  </a:lnTo>
                  <a:cubicBezTo>
                    <a:pt x="5867" y="18352"/>
                    <a:pt x="5991" y="18355"/>
                    <a:pt x="6113" y="18355"/>
                  </a:cubicBezTo>
                  <a:lnTo>
                    <a:pt x="177418" y="18355"/>
                  </a:lnTo>
                  <a:cubicBezTo>
                    <a:pt x="177419" y="18355"/>
                    <a:pt x="177420" y="18355"/>
                    <a:pt x="177421" y="18355"/>
                  </a:cubicBezTo>
                  <a:cubicBezTo>
                    <a:pt x="180476" y="18355"/>
                    <a:pt x="183063" y="16101"/>
                    <a:pt x="183483" y="13074"/>
                  </a:cubicBezTo>
                  <a:cubicBezTo>
                    <a:pt x="183520" y="12798"/>
                    <a:pt x="183539" y="12518"/>
                    <a:pt x="183539" y="12238"/>
                  </a:cubicBezTo>
                  <a:lnTo>
                    <a:pt x="18353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66"/>
            <p:cNvSpPr/>
            <p:nvPr/>
          </p:nvSpPr>
          <p:spPr>
            <a:xfrm>
              <a:off x="3120490" y="3283851"/>
              <a:ext cx="586711" cy="78276"/>
            </a:xfrm>
            <a:custGeom>
              <a:avLst/>
              <a:gdLst/>
              <a:ahLst/>
              <a:cxnLst/>
              <a:rect l="l" t="t" r="r" b="b"/>
              <a:pathLst>
                <a:path w="35978" h="4800" extrusionOk="0">
                  <a:moveTo>
                    <a:pt x="334" y="1"/>
                  </a:moveTo>
                  <a:lnTo>
                    <a:pt x="1" y="4800"/>
                  </a:lnTo>
                  <a:lnTo>
                    <a:pt x="35978" y="4800"/>
                  </a:lnTo>
                  <a:lnTo>
                    <a:pt x="356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59" name="Google Shape;1059;p66"/>
          <p:cNvPicPr preferRelativeResize="0"/>
          <p:nvPr/>
        </p:nvPicPr>
        <p:blipFill>
          <a:blip r:embed="rId4">
            <a:alphaModFix/>
          </a:blip>
          <a:stretch>
            <a:fillRect/>
          </a:stretch>
        </p:blipFill>
        <p:spPr>
          <a:xfrm>
            <a:off x="5301900" y="1680475"/>
            <a:ext cx="2606851" cy="1466350"/>
          </a:xfrm>
          <a:prstGeom prst="rect">
            <a:avLst/>
          </a:prstGeom>
          <a:noFill/>
          <a:ln>
            <a:noFill/>
          </a:ln>
        </p:spPr>
      </p:pic>
      <p:pic>
        <p:nvPicPr>
          <p:cNvPr id="1060" name="Google Shape;1060;p66"/>
          <p:cNvPicPr preferRelativeResize="0"/>
          <p:nvPr/>
        </p:nvPicPr>
        <p:blipFill rotWithShape="1">
          <a:blip r:embed="rId5">
            <a:alphaModFix amt="81000"/>
          </a:blip>
          <a:srcRect l="35653" t="26726" r="33387" b="27688"/>
          <a:stretch/>
        </p:blipFill>
        <p:spPr>
          <a:xfrm flipH="1">
            <a:off x="-1169951" y="-834962"/>
            <a:ext cx="2831026" cy="2344575"/>
          </a:xfrm>
          <a:prstGeom prst="rect">
            <a:avLst/>
          </a:prstGeom>
          <a:noFill/>
          <a:ln>
            <a:noFill/>
          </a:ln>
        </p:spPr>
      </p:pic>
      <p:sp>
        <p:nvSpPr>
          <p:cNvPr id="1061" name="Google Shape;1061;p66"/>
          <p:cNvSpPr/>
          <p:nvPr/>
        </p:nvSpPr>
        <p:spPr>
          <a:xfrm>
            <a:off x="8418325" y="-270751"/>
            <a:ext cx="505870" cy="5689756"/>
          </a:xfrm>
          <a:custGeom>
            <a:avLst/>
            <a:gdLst/>
            <a:ahLst/>
            <a:cxnLst/>
            <a:rect l="l" t="t" r="r" b="b"/>
            <a:pathLst>
              <a:path w="8324" h="93620" extrusionOk="0">
                <a:moveTo>
                  <a:pt x="6403" y="43083"/>
                </a:moveTo>
                <a:cubicBezTo>
                  <a:pt x="6612" y="43083"/>
                  <a:pt x="6805" y="43168"/>
                  <a:pt x="6918" y="43387"/>
                </a:cubicBezTo>
                <a:cubicBezTo>
                  <a:pt x="7085" y="43684"/>
                  <a:pt x="7073" y="44041"/>
                  <a:pt x="6954" y="44351"/>
                </a:cubicBezTo>
                <a:cubicBezTo>
                  <a:pt x="6704" y="45006"/>
                  <a:pt x="6180" y="45637"/>
                  <a:pt x="5549" y="45970"/>
                </a:cubicBezTo>
                <a:cubicBezTo>
                  <a:pt x="5356" y="46085"/>
                  <a:pt x="5123" y="46173"/>
                  <a:pt x="4895" y="46173"/>
                </a:cubicBezTo>
                <a:cubicBezTo>
                  <a:pt x="4814" y="46173"/>
                  <a:pt x="4734" y="46162"/>
                  <a:pt x="4656" y="46137"/>
                </a:cubicBezTo>
                <a:cubicBezTo>
                  <a:pt x="4549" y="46113"/>
                  <a:pt x="4501" y="46006"/>
                  <a:pt x="4478" y="45899"/>
                </a:cubicBezTo>
                <a:cubicBezTo>
                  <a:pt x="4442" y="45863"/>
                  <a:pt x="4418" y="45792"/>
                  <a:pt x="4442" y="45732"/>
                </a:cubicBezTo>
                <a:cubicBezTo>
                  <a:pt x="4513" y="45161"/>
                  <a:pt x="4716" y="44625"/>
                  <a:pt x="5001" y="44149"/>
                </a:cubicBezTo>
                <a:cubicBezTo>
                  <a:pt x="5251" y="43744"/>
                  <a:pt x="5597" y="43339"/>
                  <a:pt x="6037" y="43160"/>
                </a:cubicBezTo>
                <a:cubicBezTo>
                  <a:pt x="6156" y="43112"/>
                  <a:pt x="6282" y="43083"/>
                  <a:pt x="6403" y="43083"/>
                </a:cubicBezTo>
                <a:close/>
                <a:moveTo>
                  <a:pt x="6192" y="0"/>
                </a:moveTo>
                <a:cubicBezTo>
                  <a:pt x="6002" y="36"/>
                  <a:pt x="6073" y="155"/>
                  <a:pt x="6121" y="262"/>
                </a:cubicBezTo>
                <a:cubicBezTo>
                  <a:pt x="6168" y="512"/>
                  <a:pt x="6287" y="750"/>
                  <a:pt x="6383" y="989"/>
                </a:cubicBezTo>
                <a:cubicBezTo>
                  <a:pt x="7180" y="2620"/>
                  <a:pt x="7514" y="4346"/>
                  <a:pt x="7609" y="6156"/>
                </a:cubicBezTo>
                <a:cubicBezTo>
                  <a:pt x="7692" y="6287"/>
                  <a:pt x="7609" y="6465"/>
                  <a:pt x="7680" y="6596"/>
                </a:cubicBezTo>
                <a:lnTo>
                  <a:pt x="7680" y="8275"/>
                </a:lnTo>
                <a:cubicBezTo>
                  <a:pt x="7609" y="8430"/>
                  <a:pt x="7692" y="8597"/>
                  <a:pt x="7609" y="8728"/>
                </a:cubicBezTo>
                <a:cubicBezTo>
                  <a:pt x="7609" y="9001"/>
                  <a:pt x="7561" y="9275"/>
                  <a:pt x="7537" y="9549"/>
                </a:cubicBezTo>
                <a:cubicBezTo>
                  <a:pt x="7371" y="11597"/>
                  <a:pt x="6740" y="13550"/>
                  <a:pt x="6061" y="15455"/>
                </a:cubicBezTo>
                <a:cubicBezTo>
                  <a:pt x="4978" y="18514"/>
                  <a:pt x="3680" y="21515"/>
                  <a:pt x="2513" y="24551"/>
                </a:cubicBezTo>
                <a:cubicBezTo>
                  <a:pt x="1203" y="28004"/>
                  <a:pt x="429" y="31540"/>
                  <a:pt x="179" y="35219"/>
                </a:cubicBezTo>
                <a:cubicBezTo>
                  <a:pt x="108" y="35350"/>
                  <a:pt x="191" y="35528"/>
                  <a:pt x="108" y="35659"/>
                </a:cubicBezTo>
                <a:cubicBezTo>
                  <a:pt x="108" y="36017"/>
                  <a:pt x="96" y="36362"/>
                  <a:pt x="96" y="36719"/>
                </a:cubicBezTo>
                <a:cubicBezTo>
                  <a:pt x="1" y="37005"/>
                  <a:pt x="120" y="37314"/>
                  <a:pt x="13" y="37612"/>
                </a:cubicBezTo>
                <a:lnTo>
                  <a:pt x="13" y="39803"/>
                </a:lnTo>
                <a:cubicBezTo>
                  <a:pt x="120" y="39969"/>
                  <a:pt x="1" y="40160"/>
                  <a:pt x="96" y="40339"/>
                </a:cubicBezTo>
                <a:cubicBezTo>
                  <a:pt x="120" y="41553"/>
                  <a:pt x="298" y="42744"/>
                  <a:pt x="715" y="43887"/>
                </a:cubicBezTo>
                <a:cubicBezTo>
                  <a:pt x="1191" y="45161"/>
                  <a:pt x="1941" y="46196"/>
                  <a:pt x="3251" y="46685"/>
                </a:cubicBezTo>
                <a:cubicBezTo>
                  <a:pt x="3727" y="46863"/>
                  <a:pt x="3882" y="47018"/>
                  <a:pt x="3823" y="47566"/>
                </a:cubicBezTo>
                <a:cubicBezTo>
                  <a:pt x="3727" y="48673"/>
                  <a:pt x="3846" y="49768"/>
                  <a:pt x="3966" y="50888"/>
                </a:cubicBezTo>
                <a:cubicBezTo>
                  <a:pt x="4108" y="52376"/>
                  <a:pt x="4466" y="53828"/>
                  <a:pt x="4656" y="55317"/>
                </a:cubicBezTo>
                <a:cubicBezTo>
                  <a:pt x="4775" y="56174"/>
                  <a:pt x="4918" y="57019"/>
                  <a:pt x="4942" y="57876"/>
                </a:cubicBezTo>
                <a:cubicBezTo>
                  <a:pt x="5049" y="58162"/>
                  <a:pt x="4930" y="58472"/>
                  <a:pt x="5013" y="58758"/>
                </a:cubicBezTo>
                <a:lnTo>
                  <a:pt x="5013" y="59924"/>
                </a:lnTo>
                <a:cubicBezTo>
                  <a:pt x="4930" y="60174"/>
                  <a:pt x="5049" y="60460"/>
                  <a:pt x="4942" y="60722"/>
                </a:cubicBezTo>
                <a:lnTo>
                  <a:pt x="4930" y="61948"/>
                </a:lnTo>
                <a:cubicBezTo>
                  <a:pt x="4859" y="62091"/>
                  <a:pt x="4942" y="62258"/>
                  <a:pt x="4859" y="62389"/>
                </a:cubicBezTo>
                <a:cubicBezTo>
                  <a:pt x="4859" y="62853"/>
                  <a:pt x="4835" y="63330"/>
                  <a:pt x="4835" y="63794"/>
                </a:cubicBezTo>
                <a:cubicBezTo>
                  <a:pt x="4751" y="63949"/>
                  <a:pt x="4870" y="64163"/>
                  <a:pt x="4763" y="64330"/>
                </a:cubicBezTo>
                <a:cubicBezTo>
                  <a:pt x="4763" y="64627"/>
                  <a:pt x="4751" y="64901"/>
                  <a:pt x="4751" y="65199"/>
                </a:cubicBezTo>
                <a:cubicBezTo>
                  <a:pt x="4680" y="65342"/>
                  <a:pt x="4763" y="65520"/>
                  <a:pt x="4680" y="65651"/>
                </a:cubicBezTo>
                <a:cubicBezTo>
                  <a:pt x="4644" y="66532"/>
                  <a:pt x="4478" y="67378"/>
                  <a:pt x="4323" y="68235"/>
                </a:cubicBezTo>
                <a:cubicBezTo>
                  <a:pt x="3977" y="69961"/>
                  <a:pt x="3620" y="71676"/>
                  <a:pt x="2656" y="73176"/>
                </a:cubicBezTo>
                <a:cubicBezTo>
                  <a:pt x="2144" y="73974"/>
                  <a:pt x="1644" y="74771"/>
                  <a:pt x="882" y="75367"/>
                </a:cubicBezTo>
                <a:cubicBezTo>
                  <a:pt x="691" y="75521"/>
                  <a:pt x="429" y="75664"/>
                  <a:pt x="548" y="75962"/>
                </a:cubicBezTo>
                <a:cubicBezTo>
                  <a:pt x="656" y="76248"/>
                  <a:pt x="894" y="76355"/>
                  <a:pt x="1179" y="76367"/>
                </a:cubicBezTo>
                <a:cubicBezTo>
                  <a:pt x="1352" y="76373"/>
                  <a:pt x="1519" y="76373"/>
                  <a:pt x="1685" y="76373"/>
                </a:cubicBezTo>
                <a:cubicBezTo>
                  <a:pt x="1852" y="76373"/>
                  <a:pt x="2019" y="76373"/>
                  <a:pt x="2192" y="76379"/>
                </a:cubicBezTo>
                <a:cubicBezTo>
                  <a:pt x="2489" y="76343"/>
                  <a:pt x="2787" y="76325"/>
                  <a:pt x="3084" y="76325"/>
                </a:cubicBezTo>
                <a:cubicBezTo>
                  <a:pt x="3382" y="76325"/>
                  <a:pt x="3680" y="76343"/>
                  <a:pt x="3977" y="76379"/>
                </a:cubicBezTo>
                <a:cubicBezTo>
                  <a:pt x="5954" y="76545"/>
                  <a:pt x="6775" y="77272"/>
                  <a:pt x="6883" y="79022"/>
                </a:cubicBezTo>
                <a:cubicBezTo>
                  <a:pt x="6954" y="79379"/>
                  <a:pt x="6954" y="79724"/>
                  <a:pt x="6883" y="80093"/>
                </a:cubicBezTo>
                <a:cubicBezTo>
                  <a:pt x="6859" y="80963"/>
                  <a:pt x="6704" y="81832"/>
                  <a:pt x="6549" y="82677"/>
                </a:cubicBezTo>
                <a:cubicBezTo>
                  <a:pt x="6228" y="84499"/>
                  <a:pt x="5692" y="86261"/>
                  <a:pt x="5240" y="88047"/>
                </a:cubicBezTo>
                <a:cubicBezTo>
                  <a:pt x="4799" y="89821"/>
                  <a:pt x="4382" y="91607"/>
                  <a:pt x="3942" y="93393"/>
                </a:cubicBezTo>
                <a:cubicBezTo>
                  <a:pt x="3918" y="93440"/>
                  <a:pt x="3930" y="93488"/>
                  <a:pt x="3966" y="93512"/>
                </a:cubicBezTo>
                <a:cubicBezTo>
                  <a:pt x="4027" y="93573"/>
                  <a:pt x="4098" y="93620"/>
                  <a:pt x="4179" y="93620"/>
                </a:cubicBezTo>
                <a:cubicBezTo>
                  <a:pt x="4224" y="93620"/>
                  <a:pt x="4272" y="93605"/>
                  <a:pt x="4323" y="93571"/>
                </a:cubicBezTo>
                <a:cubicBezTo>
                  <a:pt x="4585" y="93107"/>
                  <a:pt x="4763" y="92619"/>
                  <a:pt x="4942" y="92131"/>
                </a:cubicBezTo>
                <a:cubicBezTo>
                  <a:pt x="5644" y="90142"/>
                  <a:pt x="6049" y="88094"/>
                  <a:pt x="6609" y="86070"/>
                </a:cubicBezTo>
                <a:cubicBezTo>
                  <a:pt x="7097" y="84332"/>
                  <a:pt x="7442" y="82570"/>
                  <a:pt x="7668" y="80772"/>
                </a:cubicBezTo>
                <a:cubicBezTo>
                  <a:pt x="7740" y="80641"/>
                  <a:pt x="7656" y="80463"/>
                  <a:pt x="7740" y="80320"/>
                </a:cubicBezTo>
                <a:cubicBezTo>
                  <a:pt x="7740" y="79712"/>
                  <a:pt x="7776" y="79093"/>
                  <a:pt x="7656" y="78498"/>
                </a:cubicBezTo>
                <a:cubicBezTo>
                  <a:pt x="7514" y="77807"/>
                  <a:pt x="7335" y="77165"/>
                  <a:pt x="6835" y="76653"/>
                </a:cubicBezTo>
                <a:cubicBezTo>
                  <a:pt x="6013" y="75831"/>
                  <a:pt x="4978" y="75593"/>
                  <a:pt x="3882" y="75498"/>
                </a:cubicBezTo>
                <a:cubicBezTo>
                  <a:pt x="3627" y="75482"/>
                  <a:pt x="3372" y="75478"/>
                  <a:pt x="3111" y="75478"/>
                </a:cubicBezTo>
                <a:cubicBezTo>
                  <a:pt x="2763" y="75478"/>
                  <a:pt x="2406" y="75486"/>
                  <a:pt x="2025" y="75486"/>
                </a:cubicBezTo>
                <a:cubicBezTo>
                  <a:pt x="2144" y="75307"/>
                  <a:pt x="2203" y="75188"/>
                  <a:pt x="2299" y="75081"/>
                </a:cubicBezTo>
                <a:cubicBezTo>
                  <a:pt x="2751" y="74545"/>
                  <a:pt x="3108" y="73950"/>
                  <a:pt x="3442" y="73331"/>
                </a:cubicBezTo>
                <a:cubicBezTo>
                  <a:pt x="4644" y="71021"/>
                  <a:pt x="5013" y="68509"/>
                  <a:pt x="5275" y="65949"/>
                </a:cubicBezTo>
                <a:cubicBezTo>
                  <a:pt x="5394" y="64758"/>
                  <a:pt x="5466" y="63556"/>
                  <a:pt x="5466" y="62365"/>
                </a:cubicBezTo>
                <a:cubicBezTo>
                  <a:pt x="5549" y="62163"/>
                  <a:pt x="5430" y="61948"/>
                  <a:pt x="5537" y="61734"/>
                </a:cubicBezTo>
                <a:lnTo>
                  <a:pt x="5537" y="58496"/>
                </a:lnTo>
                <a:cubicBezTo>
                  <a:pt x="5430" y="58269"/>
                  <a:pt x="5549" y="58019"/>
                  <a:pt x="5466" y="57781"/>
                </a:cubicBezTo>
                <a:cubicBezTo>
                  <a:pt x="5466" y="57603"/>
                  <a:pt x="5466" y="57424"/>
                  <a:pt x="5430" y="57257"/>
                </a:cubicBezTo>
                <a:cubicBezTo>
                  <a:pt x="5228" y="55198"/>
                  <a:pt x="4763" y="53174"/>
                  <a:pt x="4537" y="51126"/>
                </a:cubicBezTo>
                <a:cubicBezTo>
                  <a:pt x="4394" y="49816"/>
                  <a:pt x="4382" y="48506"/>
                  <a:pt x="4394" y="47185"/>
                </a:cubicBezTo>
                <a:cubicBezTo>
                  <a:pt x="4394" y="46970"/>
                  <a:pt x="4478" y="46851"/>
                  <a:pt x="4692" y="46804"/>
                </a:cubicBezTo>
                <a:cubicBezTo>
                  <a:pt x="4835" y="46780"/>
                  <a:pt x="5001" y="46720"/>
                  <a:pt x="5156" y="46661"/>
                </a:cubicBezTo>
                <a:cubicBezTo>
                  <a:pt x="6466" y="46137"/>
                  <a:pt x="7395" y="45256"/>
                  <a:pt x="7609" y="43815"/>
                </a:cubicBezTo>
                <a:cubicBezTo>
                  <a:pt x="7732" y="42973"/>
                  <a:pt x="7244" y="42441"/>
                  <a:pt x="6541" y="42441"/>
                </a:cubicBezTo>
                <a:cubicBezTo>
                  <a:pt x="6430" y="42441"/>
                  <a:pt x="6313" y="42454"/>
                  <a:pt x="6192" y="42482"/>
                </a:cubicBezTo>
                <a:cubicBezTo>
                  <a:pt x="5847" y="42553"/>
                  <a:pt x="5597" y="42756"/>
                  <a:pt x="5359" y="42994"/>
                </a:cubicBezTo>
                <a:cubicBezTo>
                  <a:pt x="4644" y="43744"/>
                  <a:pt x="4299" y="44661"/>
                  <a:pt x="4085" y="45649"/>
                </a:cubicBezTo>
                <a:cubicBezTo>
                  <a:pt x="4021" y="45921"/>
                  <a:pt x="3914" y="46037"/>
                  <a:pt x="3749" y="46037"/>
                </a:cubicBezTo>
                <a:cubicBezTo>
                  <a:pt x="3669" y="46037"/>
                  <a:pt x="3575" y="46009"/>
                  <a:pt x="3465" y="45958"/>
                </a:cubicBezTo>
                <a:cubicBezTo>
                  <a:pt x="2715" y="45601"/>
                  <a:pt x="2144" y="45042"/>
                  <a:pt x="1787" y="44303"/>
                </a:cubicBezTo>
                <a:cubicBezTo>
                  <a:pt x="1132" y="43017"/>
                  <a:pt x="882" y="41613"/>
                  <a:pt x="894" y="40160"/>
                </a:cubicBezTo>
                <a:cubicBezTo>
                  <a:pt x="810" y="40017"/>
                  <a:pt x="894" y="39839"/>
                  <a:pt x="822" y="39708"/>
                </a:cubicBezTo>
                <a:lnTo>
                  <a:pt x="822" y="37755"/>
                </a:lnTo>
                <a:cubicBezTo>
                  <a:pt x="906" y="37517"/>
                  <a:pt x="787" y="37279"/>
                  <a:pt x="894" y="37041"/>
                </a:cubicBezTo>
                <a:cubicBezTo>
                  <a:pt x="894" y="36648"/>
                  <a:pt x="906" y="36231"/>
                  <a:pt x="906" y="35826"/>
                </a:cubicBezTo>
                <a:cubicBezTo>
                  <a:pt x="989" y="35695"/>
                  <a:pt x="882" y="35517"/>
                  <a:pt x="989" y="35374"/>
                </a:cubicBezTo>
                <a:cubicBezTo>
                  <a:pt x="965" y="34993"/>
                  <a:pt x="1025" y="34624"/>
                  <a:pt x="1060" y="34243"/>
                </a:cubicBezTo>
                <a:cubicBezTo>
                  <a:pt x="1179" y="32921"/>
                  <a:pt x="1406" y="31623"/>
                  <a:pt x="1656" y="30314"/>
                </a:cubicBezTo>
                <a:cubicBezTo>
                  <a:pt x="2192" y="27575"/>
                  <a:pt x="3192" y="24980"/>
                  <a:pt x="4168" y="22372"/>
                </a:cubicBezTo>
                <a:cubicBezTo>
                  <a:pt x="5061" y="20038"/>
                  <a:pt x="6061" y="17752"/>
                  <a:pt x="6835" y="15371"/>
                </a:cubicBezTo>
                <a:cubicBezTo>
                  <a:pt x="7478" y="13454"/>
                  <a:pt x="8049" y="11526"/>
                  <a:pt x="8204" y="9478"/>
                </a:cubicBezTo>
                <a:cubicBezTo>
                  <a:pt x="8276" y="9347"/>
                  <a:pt x="8192" y="9168"/>
                  <a:pt x="8276" y="9037"/>
                </a:cubicBezTo>
                <a:cubicBezTo>
                  <a:pt x="8323" y="8382"/>
                  <a:pt x="8323" y="7716"/>
                  <a:pt x="8323" y="7061"/>
                </a:cubicBezTo>
                <a:cubicBezTo>
                  <a:pt x="8228" y="6930"/>
                  <a:pt x="8323" y="6751"/>
                  <a:pt x="8252" y="6608"/>
                </a:cubicBezTo>
                <a:cubicBezTo>
                  <a:pt x="8168" y="5989"/>
                  <a:pt x="8109" y="5358"/>
                  <a:pt x="7990" y="4751"/>
                </a:cubicBezTo>
                <a:cubicBezTo>
                  <a:pt x="7680" y="3072"/>
                  <a:pt x="7061" y="1489"/>
                  <a:pt x="6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62" name="Google Shape;1062;p66"/>
          <p:cNvPicPr preferRelativeResize="0"/>
          <p:nvPr/>
        </p:nvPicPr>
        <p:blipFill rotWithShape="1">
          <a:blip r:embed="rId6">
            <a:alphaModFix/>
          </a:blip>
          <a:srcRect l="45691" t="12052" r="18787" b="20159"/>
          <a:stretch/>
        </p:blipFill>
        <p:spPr>
          <a:xfrm>
            <a:off x="4197775" y="2706427"/>
            <a:ext cx="1366949" cy="1467299"/>
          </a:xfrm>
          <a:prstGeom prst="rect">
            <a:avLst/>
          </a:prstGeom>
          <a:noFill/>
          <a:ln>
            <a:noFill/>
          </a:ln>
        </p:spPr>
      </p:pic>
      <p:grpSp>
        <p:nvGrpSpPr>
          <p:cNvPr id="1063" name="Google Shape;1063;p66"/>
          <p:cNvGrpSpPr/>
          <p:nvPr/>
        </p:nvGrpSpPr>
        <p:grpSpPr>
          <a:xfrm rot="4128681">
            <a:off x="-596007" y="-170513"/>
            <a:ext cx="1683148" cy="2875744"/>
            <a:chOff x="4084725" y="1655475"/>
            <a:chExt cx="916200" cy="1565375"/>
          </a:xfrm>
        </p:grpSpPr>
        <p:sp>
          <p:nvSpPr>
            <p:cNvPr id="1064" name="Google Shape;1064;p66"/>
            <p:cNvSpPr/>
            <p:nvPr/>
          </p:nvSpPr>
          <p:spPr>
            <a:xfrm>
              <a:off x="4084725" y="1655475"/>
              <a:ext cx="916200" cy="1565375"/>
            </a:xfrm>
            <a:custGeom>
              <a:avLst/>
              <a:gdLst/>
              <a:ahLst/>
              <a:cxnLst/>
              <a:rect l="l" t="t" r="r" b="b"/>
              <a:pathLst>
                <a:path w="36648" h="62615" extrusionOk="0">
                  <a:moveTo>
                    <a:pt x="32038" y="113"/>
                  </a:moveTo>
                  <a:cubicBezTo>
                    <a:pt x="32273" y="113"/>
                    <a:pt x="32434" y="295"/>
                    <a:pt x="32528" y="664"/>
                  </a:cubicBezTo>
                  <a:cubicBezTo>
                    <a:pt x="32647" y="1104"/>
                    <a:pt x="32600" y="1557"/>
                    <a:pt x="32505" y="1997"/>
                  </a:cubicBezTo>
                  <a:cubicBezTo>
                    <a:pt x="32255" y="2962"/>
                    <a:pt x="31933" y="3902"/>
                    <a:pt x="31469" y="4795"/>
                  </a:cubicBezTo>
                  <a:cubicBezTo>
                    <a:pt x="31064" y="5581"/>
                    <a:pt x="30635" y="6379"/>
                    <a:pt x="30207" y="7153"/>
                  </a:cubicBezTo>
                  <a:cubicBezTo>
                    <a:pt x="29766" y="7951"/>
                    <a:pt x="29195" y="8665"/>
                    <a:pt x="28611" y="9367"/>
                  </a:cubicBezTo>
                  <a:cubicBezTo>
                    <a:pt x="28278" y="9784"/>
                    <a:pt x="27956" y="10213"/>
                    <a:pt x="27635" y="10629"/>
                  </a:cubicBezTo>
                  <a:cubicBezTo>
                    <a:pt x="27635" y="10641"/>
                    <a:pt x="27623" y="10641"/>
                    <a:pt x="27587" y="10665"/>
                  </a:cubicBezTo>
                  <a:cubicBezTo>
                    <a:pt x="27575" y="10629"/>
                    <a:pt x="27575" y="10618"/>
                    <a:pt x="27563" y="10618"/>
                  </a:cubicBezTo>
                  <a:cubicBezTo>
                    <a:pt x="27647" y="9510"/>
                    <a:pt x="27718" y="8427"/>
                    <a:pt x="27825" y="7331"/>
                  </a:cubicBezTo>
                  <a:cubicBezTo>
                    <a:pt x="27885" y="6653"/>
                    <a:pt x="27980" y="5986"/>
                    <a:pt x="28135" y="5331"/>
                  </a:cubicBezTo>
                  <a:cubicBezTo>
                    <a:pt x="28349" y="4510"/>
                    <a:pt x="28671" y="3736"/>
                    <a:pt x="29076" y="3009"/>
                  </a:cubicBezTo>
                  <a:cubicBezTo>
                    <a:pt x="29540" y="2164"/>
                    <a:pt x="30135" y="1414"/>
                    <a:pt x="30861" y="795"/>
                  </a:cubicBezTo>
                  <a:cubicBezTo>
                    <a:pt x="31100" y="604"/>
                    <a:pt x="31338" y="402"/>
                    <a:pt x="31612" y="259"/>
                  </a:cubicBezTo>
                  <a:cubicBezTo>
                    <a:pt x="31774" y="162"/>
                    <a:pt x="31916" y="113"/>
                    <a:pt x="32038" y="113"/>
                  </a:cubicBezTo>
                  <a:close/>
                  <a:moveTo>
                    <a:pt x="36100" y="8486"/>
                  </a:moveTo>
                  <a:cubicBezTo>
                    <a:pt x="36350" y="8498"/>
                    <a:pt x="36457" y="8629"/>
                    <a:pt x="36386" y="8879"/>
                  </a:cubicBezTo>
                  <a:cubicBezTo>
                    <a:pt x="36338" y="9010"/>
                    <a:pt x="36291" y="9141"/>
                    <a:pt x="36219" y="9260"/>
                  </a:cubicBezTo>
                  <a:cubicBezTo>
                    <a:pt x="35684" y="10141"/>
                    <a:pt x="34993" y="10903"/>
                    <a:pt x="34207" y="11558"/>
                  </a:cubicBezTo>
                  <a:cubicBezTo>
                    <a:pt x="33826" y="11868"/>
                    <a:pt x="33374" y="12058"/>
                    <a:pt x="32909" y="12177"/>
                  </a:cubicBezTo>
                  <a:cubicBezTo>
                    <a:pt x="32219" y="12356"/>
                    <a:pt x="31516" y="12523"/>
                    <a:pt x="30802" y="12665"/>
                  </a:cubicBezTo>
                  <a:cubicBezTo>
                    <a:pt x="29790" y="12880"/>
                    <a:pt x="28766" y="13070"/>
                    <a:pt x="27754" y="13261"/>
                  </a:cubicBezTo>
                  <a:cubicBezTo>
                    <a:pt x="27540" y="13296"/>
                    <a:pt x="27349" y="13356"/>
                    <a:pt x="27135" y="13416"/>
                  </a:cubicBezTo>
                  <a:cubicBezTo>
                    <a:pt x="27135" y="13392"/>
                    <a:pt x="27123" y="13380"/>
                    <a:pt x="27123" y="13368"/>
                  </a:cubicBezTo>
                  <a:cubicBezTo>
                    <a:pt x="27421" y="13046"/>
                    <a:pt x="27718" y="12713"/>
                    <a:pt x="28028" y="12427"/>
                  </a:cubicBezTo>
                  <a:cubicBezTo>
                    <a:pt x="28492" y="11987"/>
                    <a:pt x="28968" y="11546"/>
                    <a:pt x="29445" y="11118"/>
                  </a:cubicBezTo>
                  <a:cubicBezTo>
                    <a:pt x="29873" y="10749"/>
                    <a:pt x="30350" y="10439"/>
                    <a:pt x="30873" y="10225"/>
                  </a:cubicBezTo>
                  <a:cubicBezTo>
                    <a:pt x="32219" y="9677"/>
                    <a:pt x="33552" y="9153"/>
                    <a:pt x="34933" y="8724"/>
                  </a:cubicBezTo>
                  <a:cubicBezTo>
                    <a:pt x="35219" y="8629"/>
                    <a:pt x="35505" y="8570"/>
                    <a:pt x="35791" y="8510"/>
                  </a:cubicBezTo>
                  <a:cubicBezTo>
                    <a:pt x="35886" y="8486"/>
                    <a:pt x="35993" y="8486"/>
                    <a:pt x="36100" y="8486"/>
                  </a:cubicBezTo>
                  <a:close/>
                  <a:moveTo>
                    <a:pt x="18131" y="849"/>
                  </a:moveTo>
                  <a:cubicBezTo>
                    <a:pt x="18269" y="849"/>
                    <a:pt x="18400" y="924"/>
                    <a:pt x="18539" y="1069"/>
                  </a:cubicBezTo>
                  <a:cubicBezTo>
                    <a:pt x="18610" y="1164"/>
                    <a:pt x="18693" y="1259"/>
                    <a:pt x="18753" y="1343"/>
                  </a:cubicBezTo>
                  <a:cubicBezTo>
                    <a:pt x="19193" y="1974"/>
                    <a:pt x="19598" y="2605"/>
                    <a:pt x="19896" y="3319"/>
                  </a:cubicBezTo>
                  <a:cubicBezTo>
                    <a:pt x="20384" y="4498"/>
                    <a:pt x="20896" y="5676"/>
                    <a:pt x="21384" y="6843"/>
                  </a:cubicBezTo>
                  <a:cubicBezTo>
                    <a:pt x="21801" y="7867"/>
                    <a:pt x="21979" y="8915"/>
                    <a:pt x="22146" y="9987"/>
                  </a:cubicBezTo>
                  <a:cubicBezTo>
                    <a:pt x="22301" y="11010"/>
                    <a:pt x="22349" y="12046"/>
                    <a:pt x="22206" y="13070"/>
                  </a:cubicBezTo>
                  <a:cubicBezTo>
                    <a:pt x="22087" y="13844"/>
                    <a:pt x="21884" y="14618"/>
                    <a:pt x="21646" y="15380"/>
                  </a:cubicBezTo>
                  <a:cubicBezTo>
                    <a:pt x="21503" y="15821"/>
                    <a:pt x="21325" y="16273"/>
                    <a:pt x="21170" y="16714"/>
                  </a:cubicBezTo>
                  <a:cubicBezTo>
                    <a:pt x="21098" y="16952"/>
                    <a:pt x="21039" y="17178"/>
                    <a:pt x="20967" y="17416"/>
                  </a:cubicBezTo>
                  <a:cubicBezTo>
                    <a:pt x="20955" y="17452"/>
                    <a:pt x="20932" y="17487"/>
                    <a:pt x="20920" y="17523"/>
                  </a:cubicBezTo>
                  <a:cubicBezTo>
                    <a:pt x="20908" y="17523"/>
                    <a:pt x="20872" y="17535"/>
                    <a:pt x="20860" y="17535"/>
                  </a:cubicBezTo>
                  <a:cubicBezTo>
                    <a:pt x="20848" y="17476"/>
                    <a:pt x="20848" y="17416"/>
                    <a:pt x="20848" y="17368"/>
                  </a:cubicBezTo>
                  <a:cubicBezTo>
                    <a:pt x="20622" y="16642"/>
                    <a:pt x="20313" y="15952"/>
                    <a:pt x="19943" y="15285"/>
                  </a:cubicBezTo>
                  <a:cubicBezTo>
                    <a:pt x="19658" y="14761"/>
                    <a:pt x="19360" y="14261"/>
                    <a:pt x="19050" y="13773"/>
                  </a:cubicBezTo>
                  <a:cubicBezTo>
                    <a:pt x="18122" y="12284"/>
                    <a:pt x="17515" y="10665"/>
                    <a:pt x="17169" y="8927"/>
                  </a:cubicBezTo>
                  <a:cubicBezTo>
                    <a:pt x="16824" y="7189"/>
                    <a:pt x="16669" y="5450"/>
                    <a:pt x="16812" y="3676"/>
                  </a:cubicBezTo>
                  <a:cubicBezTo>
                    <a:pt x="16872" y="3057"/>
                    <a:pt x="16991" y="2450"/>
                    <a:pt x="17217" y="1866"/>
                  </a:cubicBezTo>
                  <a:cubicBezTo>
                    <a:pt x="17300" y="1640"/>
                    <a:pt x="17443" y="1426"/>
                    <a:pt x="17562" y="1224"/>
                  </a:cubicBezTo>
                  <a:cubicBezTo>
                    <a:pt x="17598" y="1152"/>
                    <a:pt x="17657" y="1093"/>
                    <a:pt x="17741" y="1033"/>
                  </a:cubicBezTo>
                  <a:cubicBezTo>
                    <a:pt x="17881" y="909"/>
                    <a:pt x="18009" y="849"/>
                    <a:pt x="18131" y="849"/>
                  </a:cubicBezTo>
                  <a:close/>
                  <a:moveTo>
                    <a:pt x="26007" y="23434"/>
                  </a:moveTo>
                  <a:cubicBezTo>
                    <a:pt x="26186" y="23434"/>
                    <a:pt x="26368" y="23444"/>
                    <a:pt x="26551" y="23464"/>
                  </a:cubicBezTo>
                  <a:cubicBezTo>
                    <a:pt x="27004" y="23524"/>
                    <a:pt x="27468" y="23560"/>
                    <a:pt x="27933" y="23643"/>
                  </a:cubicBezTo>
                  <a:cubicBezTo>
                    <a:pt x="28647" y="23762"/>
                    <a:pt x="29373" y="23893"/>
                    <a:pt x="30099" y="24012"/>
                  </a:cubicBezTo>
                  <a:cubicBezTo>
                    <a:pt x="30415" y="24062"/>
                    <a:pt x="30730" y="24083"/>
                    <a:pt x="31046" y="24083"/>
                  </a:cubicBezTo>
                  <a:cubicBezTo>
                    <a:pt x="31183" y="24083"/>
                    <a:pt x="31320" y="24079"/>
                    <a:pt x="31457" y="24072"/>
                  </a:cubicBezTo>
                  <a:lnTo>
                    <a:pt x="31635" y="24072"/>
                  </a:lnTo>
                  <a:cubicBezTo>
                    <a:pt x="31635" y="24084"/>
                    <a:pt x="31647" y="24095"/>
                    <a:pt x="31647" y="24119"/>
                  </a:cubicBezTo>
                  <a:cubicBezTo>
                    <a:pt x="31576" y="24143"/>
                    <a:pt x="31504" y="24179"/>
                    <a:pt x="31421" y="24191"/>
                  </a:cubicBezTo>
                  <a:cubicBezTo>
                    <a:pt x="30457" y="24453"/>
                    <a:pt x="29457" y="24595"/>
                    <a:pt x="28468" y="24679"/>
                  </a:cubicBezTo>
                  <a:cubicBezTo>
                    <a:pt x="27492" y="24750"/>
                    <a:pt x="26516" y="24810"/>
                    <a:pt x="25551" y="24869"/>
                  </a:cubicBezTo>
                  <a:cubicBezTo>
                    <a:pt x="24456" y="24953"/>
                    <a:pt x="23384" y="25072"/>
                    <a:pt x="22349" y="25429"/>
                  </a:cubicBezTo>
                  <a:cubicBezTo>
                    <a:pt x="21979" y="25560"/>
                    <a:pt x="21622" y="25727"/>
                    <a:pt x="21289" y="25929"/>
                  </a:cubicBezTo>
                  <a:cubicBezTo>
                    <a:pt x="20991" y="26119"/>
                    <a:pt x="20694" y="26334"/>
                    <a:pt x="20396" y="26524"/>
                  </a:cubicBezTo>
                  <a:cubicBezTo>
                    <a:pt x="20348" y="26560"/>
                    <a:pt x="20301" y="26596"/>
                    <a:pt x="20241" y="26631"/>
                  </a:cubicBezTo>
                  <a:cubicBezTo>
                    <a:pt x="20241" y="26620"/>
                    <a:pt x="20217" y="26620"/>
                    <a:pt x="20217" y="26596"/>
                  </a:cubicBezTo>
                  <a:lnTo>
                    <a:pt x="20301" y="26524"/>
                  </a:lnTo>
                  <a:cubicBezTo>
                    <a:pt x="21241" y="25524"/>
                    <a:pt x="22301" y="24679"/>
                    <a:pt x="23539" y="24060"/>
                  </a:cubicBezTo>
                  <a:cubicBezTo>
                    <a:pt x="24328" y="23665"/>
                    <a:pt x="25142" y="23434"/>
                    <a:pt x="26007" y="23434"/>
                  </a:cubicBezTo>
                  <a:close/>
                  <a:moveTo>
                    <a:pt x="32275" y="17767"/>
                  </a:moveTo>
                  <a:cubicBezTo>
                    <a:pt x="32407" y="17767"/>
                    <a:pt x="32539" y="17769"/>
                    <a:pt x="32671" y="17773"/>
                  </a:cubicBezTo>
                  <a:cubicBezTo>
                    <a:pt x="33362" y="17785"/>
                    <a:pt x="34040" y="17880"/>
                    <a:pt x="34695" y="18071"/>
                  </a:cubicBezTo>
                  <a:cubicBezTo>
                    <a:pt x="35029" y="18178"/>
                    <a:pt x="35350" y="18309"/>
                    <a:pt x="35648" y="18488"/>
                  </a:cubicBezTo>
                  <a:cubicBezTo>
                    <a:pt x="36219" y="18833"/>
                    <a:pt x="36422" y="19440"/>
                    <a:pt x="36231" y="20083"/>
                  </a:cubicBezTo>
                  <a:cubicBezTo>
                    <a:pt x="36124" y="20464"/>
                    <a:pt x="35922" y="20797"/>
                    <a:pt x="35684" y="21119"/>
                  </a:cubicBezTo>
                  <a:cubicBezTo>
                    <a:pt x="34969" y="22107"/>
                    <a:pt x="34076" y="22881"/>
                    <a:pt x="33052" y="23500"/>
                  </a:cubicBezTo>
                  <a:cubicBezTo>
                    <a:pt x="32766" y="23679"/>
                    <a:pt x="32445" y="23786"/>
                    <a:pt x="32112" y="23845"/>
                  </a:cubicBezTo>
                  <a:cubicBezTo>
                    <a:pt x="31790" y="23896"/>
                    <a:pt x="31471" y="23918"/>
                    <a:pt x="31153" y="23918"/>
                  </a:cubicBezTo>
                  <a:cubicBezTo>
                    <a:pt x="30646" y="23918"/>
                    <a:pt x="30145" y="23862"/>
                    <a:pt x="29647" y="23774"/>
                  </a:cubicBezTo>
                  <a:cubicBezTo>
                    <a:pt x="28599" y="23583"/>
                    <a:pt x="27540" y="23381"/>
                    <a:pt x="26492" y="23298"/>
                  </a:cubicBezTo>
                  <a:cubicBezTo>
                    <a:pt x="26327" y="23282"/>
                    <a:pt x="26164" y="23275"/>
                    <a:pt x="26002" y="23275"/>
                  </a:cubicBezTo>
                  <a:cubicBezTo>
                    <a:pt x="25168" y="23275"/>
                    <a:pt x="24368" y="23477"/>
                    <a:pt x="23611" y="23845"/>
                  </a:cubicBezTo>
                  <a:cubicBezTo>
                    <a:pt x="22360" y="24453"/>
                    <a:pt x="21289" y="25286"/>
                    <a:pt x="20324" y="26262"/>
                  </a:cubicBezTo>
                  <a:cubicBezTo>
                    <a:pt x="19836" y="26751"/>
                    <a:pt x="19348" y="27215"/>
                    <a:pt x="18848" y="27691"/>
                  </a:cubicBezTo>
                  <a:cubicBezTo>
                    <a:pt x="18812" y="27727"/>
                    <a:pt x="18753" y="27774"/>
                    <a:pt x="18705" y="27822"/>
                  </a:cubicBezTo>
                  <a:lnTo>
                    <a:pt x="18669" y="27786"/>
                  </a:lnTo>
                  <a:cubicBezTo>
                    <a:pt x="18812" y="27548"/>
                    <a:pt x="18943" y="27298"/>
                    <a:pt x="19086" y="27048"/>
                  </a:cubicBezTo>
                  <a:cubicBezTo>
                    <a:pt x="20813" y="24214"/>
                    <a:pt x="23015" y="21857"/>
                    <a:pt x="25682" y="19916"/>
                  </a:cubicBezTo>
                  <a:cubicBezTo>
                    <a:pt x="27647" y="18493"/>
                    <a:pt x="29858" y="17767"/>
                    <a:pt x="32275" y="17767"/>
                  </a:cubicBezTo>
                  <a:close/>
                  <a:moveTo>
                    <a:pt x="11058" y="13217"/>
                  </a:moveTo>
                  <a:cubicBezTo>
                    <a:pt x="11163" y="13217"/>
                    <a:pt x="11271" y="13231"/>
                    <a:pt x="11383" y="13261"/>
                  </a:cubicBezTo>
                  <a:cubicBezTo>
                    <a:pt x="11681" y="13356"/>
                    <a:pt x="11931" y="13499"/>
                    <a:pt x="12169" y="13701"/>
                  </a:cubicBezTo>
                  <a:cubicBezTo>
                    <a:pt x="12478" y="13951"/>
                    <a:pt x="12728" y="14237"/>
                    <a:pt x="12966" y="14547"/>
                  </a:cubicBezTo>
                  <a:cubicBezTo>
                    <a:pt x="13967" y="15856"/>
                    <a:pt x="14717" y="17297"/>
                    <a:pt x="15193" y="18880"/>
                  </a:cubicBezTo>
                  <a:cubicBezTo>
                    <a:pt x="15883" y="21178"/>
                    <a:pt x="16288" y="23560"/>
                    <a:pt x="16407" y="25977"/>
                  </a:cubicBezTo>
                  <a:cubicBezTo>
                    <a:pt x="16443" y="26715"/>
                    <a:pt x="16479" y="27465"/>
                    <a:pt x="16526" y="28203"/>
                  </a:cubicBezTo>
                  <a:lnTo>
                    <a:pt x="16526" y="28536"/>
                  </a:lnTo>
                  <a:lnTo>
                    <a:pt x="16479" y="28536"/>
                  </a:lnTo>
                  <a:cubicBezTo>
                    <a:pt x="16395" y="28382"/>
                    <a:pt x="16312" y="28251"/>
                    <a:pt x="16217" y="28108"/>
                  </a:cubicBezTo>
                  <a:cubicBezTo>
                    <a:pt x="15848" y="27524"/>
                    <a:pt x="15383" y="27012"/>
                    <a:pt x="14883" y="26536"/>
                  </a:cubicBezTo>
                  <a:cubicBezTo>
                    <a:pt x="13895" y="25608"/>
                    <a:pt x="13050" y="24548"/>
                    <a:pt x="12288" y="23417"/>
                  </a:cubicBezTo>
                  <a:cubicBezTo>
                    <a:pt x="11823" y="22714"/>
                    <a:pt x="11454" y="21988"/>
                    <a:pt x="11180" y="21214"/>
                  </a:cubicBezTo>
                  <a:cubicBezTo>
                    <a:pt x="10549" y="19357"/>
                    <a:pt x="10014" y="17476"/>
                    <a:pt x="9752" y="15511"/>
                  </a:cubicBezTo>
                  <a:cubicBezTo>
                    <a:pt x="9728" y="15213"/>
                    <a:pt x="9692" y="14928"/>
                    <a:pt x="9680" y="14630"/>
                  </a:cubicBezTo>
                  <a:cubicBezTo>
                    <a:pt x="9668" y="14475"/>
                    <a:pt x="9668" y="14320"/>
                    <a:pt x="9692" y="14154"/>
                  </a:cubicBezTo>
                  <a:cubicBezTo>
                    <a:pt x="9740" y="13856"/>
                    <a:pt x="9895" y="13618"/>
                    <a:pt x="10168" y="13475"/>
                  </a:cubicBezTo>
                  <a:cubicBezTo>
                    <a:pt x="10462" y="13333"/>
                    <a:pt x="10748" y="13217"/>
                    <a:pt x="11058" y="13217"/>
                  </a:cubicBezTo>
                  <a:close/>
                  <a:moveTo>
                    <a:pt x="7125" y="29645"/>
                  </a:moveTo>
                  <a:cubicBezTo>
                    <a:pt x="7427" y="29645"/>
                    <a:pt x="7730" y="29660"/>
                    <a:pt x="8037" y="29691"/>
                  </a:cubicBezTo>
                  <a:cubicBezTo>
                    <a:pt x="9609" y="29894"/>
                    <a:pt x="11109" y="30346"/>
                    <a:pt x="12526" y="31096"/>
                  </a:cubicBezTo>
                  <a:cubicBezTo>
                    <a:pt x="12752" y="31215"/>
                    <a:pt x="12978" y="31346"/>
                    <a:pt x="13193" y="31477"/>
                  </a:cubicBezTo>
                  <a:cubicBezTo>
                    <a:pt x="13252" y="31513"/>
                    <a:pt x="13312" y="31573"/>
                    <a:pt x="13359" y="31620"/>
                  </a:cubicBezTo>
                  <a:cubicBezTo>
                    <a:pt x="10751" y="30642"/>
                    <a:pt x="8068" y="30279"/>
                    <a:pt x="5326" y="30279"/>
                  </a:cubicBezTo>
                  <a:cubicBezTo>
                    <a:pt x="4764" y="30279"/>
                    <a:pt x="4199" y="30294"/>
                    <a:pt x="3632" y="30322"/>
                  </a:cubicBezTo>
                  <a:cubicBezTo>
                    <a:pt x="4773" y="29885"/>
                    <a:pt x="5929" y="29645"/>
                    <a:pt x="7125" y="29645"/>
                  </a:cubicBezTo>
                  <a:close/>
                  <a:moveTo>
                    <a:pt x="5900" y="28785"/>
                  </a:moveTo>
                  <a:cubicBezTo>
                    <a:pt x="6981" y="28785"/>
                    <a:pt x="8063" y="28903"/>
                    <a:pt x="9144" y="29132"/>
                  </a:cubicBezTo>
                  <a:cubicBezTo>
                    <a:pt x="10145" y="29334"/>
                    <a:pt x="11097" y="29632"/>
                    <a:pt x="12026" y="30072"/>
                  </a:cubicBezTo>
                  <a:cubicBezTo>
                    <a:pt x="12824" y="30453"/>
                    <a:pt x="13574" y="30906"/>
                    <a:pt x="14228" y="31501"/>
                  </a:cubicBezTo>
                  <a:cubicBezTo>
                    <a:pt x="14538" y="31775"/>
                    <a:pt x="14788" y="32108"/>
                    <a:pt x="15026" y="32454"/>
                  </a:cubicBezTo>
                  <a:cubicBezTo>
                    <a:pt x="15062" y="32489"/>
                    <a:pt x="15074" y="32537"/>
                    <a:pt x="15121" y="32608"/>
                  </a:cubicBezTo>
                  <a:cubicBezTo>
                    <a:pt x="14836" y="32406"/>
                    <a:pt x="14586" y="32215"/>
                    <a:pt x="14324" y="32037"/>
                  </a:cubicBezTo>
                  <a:cubicBezTo>
                    <a:pt x="13812" y="31692"/>
                    <a:pt x="13288" y="31334"/>
                    <a:pt x="12752" y="31025"/>
                  </a:cubicBezTo>
                  <a:cubicBezTo>
                    <a:pt x="12109" y="30644"/>
                    <a:pt x="11430" y="30370"/>
                    <a:pt x="10716" y="30132"/>
                  </a:cubicBezTo>
                  <a:cubicBezTo>
                    <a:pt x="9716" y="29787"/>
                    <a:pt x="8692" y="29572"/>
                    <a:pt x="7644" y="29501"/>
                  </a:cubicBezTo>
                  <a:cubicBezTo>
                    <a:pt x="7419" y="29485"/>
                    <a:pt x="7196" y="29477"/>
                    <a:pt x="6975" y="29477"/>
                  </a:cubicBezTo>
                  <a:cubicBezTo>
                    <a:pt x="6211" y="29477"/>
                    <a:pt x="5466" y="29574"/>
                    <a:pt x="4727" y="29787"/>
                  </a:cubicBezTo>
                  <a:cubicBezTo>
                    <a:pt x="4144" y="29953"/>
                    <a:pt x="3584" y="30132"/>
                    <a:pt x="3013" y="30275"/>
                  </a:cubicBezTo>
                  <a:cubicBezTo>
                    <a:pt x="2298" y="30465"/>
                    <a:pt x="1572" y="30513"/>
                    <a:pt x="834" y="30513"/>
                  </a:cubicBezTo>
                  <a:cubicBezTo>
                    <a:pt x="727" y="30513"/>
                    <a:pt x="608" y="30501"/>
                    <a:pt x="501" y="30465"/>
                  </a:cubicBezTo>
                  <a:cubicBezTo>
                    <a:pt x="429" y="30453"/>
                    <a:pt x="358" y="30406"/>
                    <a:pt x="298" y="30382"/>
                  </a:cubicBezTo>
                  <a:cubicBezTo>
                    <a:pt x="262" y="30251"/>
                    <a:pt x="310" y="30168"/>
                    <a:pt x="381" y="30108"/>
                  </a:cubicBezTo>
                  <a:cubicBezTo>
                    <a:pt x="453" y="30049"/>
                    <a:pt x="536" y="30013"/>
                    <a:pt x="608" y="29965"/>
                  </a:cubicBezTo>
                  <a:cubicBezTo>
                    <a:pt x="1489" y="29501"/>
                    <a:pt x="2406" y="29156"/>
                    <a:pt x="3394" y="29001"/>
                  </a:cubicBezTo>
                  <a:cubicBezTo>
                    <a:pt x="4229" y="28856"/>
                    <a:pt x="5064" y="28785"/>
                    <a:pt x="5900" y="28785"/>
                  </a:cubicBezTo>
                  <a:close/>
                  <a:moveTo>
                    <a:pt x="22417" y="30566"/>
                  </a:moveTo>
                  <a:cubicBezTo>
                    <a:pt x="22825" y="30566"/>
                    <a:pt x="23221" y="30666"/>
                    <a:pt x="23587" y="30882"/>
                  </a:cubicBezTo>
                  <a:cubicBezTo>
                    <a:pt x="23968" y="31108"/>
                    <a:pt x="24158" y="31465"/>
                    <a:pt x="24146" y="31930"/>
                  </a:cubicBezTo>
                  <a:cubicBezTo>
                    <a:pt x="24123" y="32418"/>
                    <a:pt x="23992" y="32882"/>
                    <a:pt x="23813" y="33323"/>
                  </a:cubicBezTo>
                  <a:cubicBezTo>
                    <a:pt x="23527" y="34025"/>
                    <a:pt x="23146" y="34680"/>
                    <a:pt x="22730" y="35311"/>
                  </a:cubicBezTo>
                  <a:cubicBezTo>
                    <a:pt x="21515" y="37180"/>
                    <a:pt x="19920" y="38704"/>
                    <a:pt x="18169" y="40050"/>
                  </a:cubicBezTo>
                  <a:cubicBezTo>
                    <a:pt x="17562" y="40514"/>
                    <a:pt x="16895" y="40967"/>
                    <a:pt x="16288" y="41443"/>
                  </a:cubicBezTo>
                  <a:cubicBezTo>
                    <a:pt x="15788" y="41824"/>
                    <a:pt x="15324" y="42241"/>
                    <a:pt x="14848" y="42669"/>
                  </a:cubicBezTo>
                  <a:cubicBezTo>
                    <a:pt x="14550" y="42943"/>
                    <a:pt x="14300" y="43264"/>
                    <a:pt x="14097" y="43622"/>
                  </a:cubicBezTo>
                  <a:cubicBezTo>
                    <a:pt x="14086" y="43657"/>
                    <a:pt x="14062" y="43681"/>
                    <a:pt x="14026" y="43717"/>
                  </a:cubicBezTo>
                  <a:cubicBezTo>
                    <a:pt x="14014" y="43717"/>
                    <a:pt x="14002" y="43705"/>
                    <a:pt x="13990" y="43705"/>
                  </a:cubicBezTo>
                  <a:cubicBezTo>
                    <a:pt x="14074" y="43145"/>
                    <a:pt x="14145" y="42586"/>
                    <a:pt x="14205" y="42038"/>
                  </a:cubicBezTo>
                  <a:cubicBezTo>
                    <a:pt x="14502" y="40264"/>
                    <a:pt x="14859" y="38526"/>
                    <a:pt x="15288" y="36776"/>
                  </a:cubicBezTo>
                  <a:cubicBezTo>
                    <a:pt x="15491" y="36037"/>
                    <a:pt x="15681" y="35275"/>
                    <a:pt x="15860" y="34537"/>
                  </a:cubicBezTo>
                  <a:cubicBezTo>
                    <a:pt x="15883" y="34418"/>
                    <a:pt x="15943" y="34311"/>
                    <a:pt x="16038" y="34216"/>
                  </a:cubicBezTo>
                  <a:cubicBezTo>
                    <a:pt x="17336" y="32954"/>
                    <a:pt x="18789" y="31918"/>
                    <a:pt x="20408" y="31144"/>
                  </a:cubicBezTo>
                  <a:cubicBezTo>
                    <a:pt x="20884" y="30918"/>
                    <a:pt x="21384" y="30727"/>
                    <a:pt x="21884" y="30620"/>
                  </a:cubicBezTo>
                  <a:cubicBezTo>
                    <a:pt x="22063" y="30584"/>
                    <a:pt x="22242" y="30566"/>
                    <a:pt x="22417" y="30566"/>
                  </a:cubicBezTo>
                  <a:close/>
                  <a:moveTo>
                    <a:pt x="15657" y="34716"/>
                  </a:moveTo>
                  <a:cubicBezTo>
                    <a:pt x="14800" y="37990"/>
                    <a:pt x="14074" y="41276"/>
                    <a:pt x="13705" y="44634"/>
                  </a:cubicBezTo>
                  <a:lnTo>
                    <a:pt x="13645" y="44634"/>
                  </a:lnTo>
                  <a:cubicBezTo>
                    <a:pt x="13586" y="44407"/>
                    <a:pt x="13502" y="44193"/>
                    <a:pt x="13466" y="44003"/>
                  </a:cubicBezTo>
                  <a:cubicBezTo>
                    <a:pt x="13276" y="43122"/>
                    <a:pt x="13109" y="42229"/>
                    <a:pt x="13074" y="41336"/>
                  </a:cubicBezTo>
                  <a:cubicBezTo>
                    <a:pt x="13026" y="39752"/>
                    <a:pt x="13324" y="38252"/>
                    <a:pt x="14062" y="36835"/>
                  </a:cubicBezTo>
                  <a:cubicBezTo>
                    <a:pt x="14431" y="36097"/>
                    <a:pt x="14907" y="35442"/>
                    <a:pt x="15455" y="34847"/>
                  </a:cubicBezTo>
                  <a:lnTo>
                    <a:pt x="15574" y="34728"/>
                  </a:lnTo>
                  <a:cubicBezTo>
                    <a:pt x="15586" y="34716"/>
                    <a:pt x="15610" y="34716"/>
                    <a:pt x="15657" y="34716"/>
                  </a:cubicBezTo>
                  <a:close/>
                  <a:moveTo>
                    <a:pt x="27142" y="36639"/>
                  </a:moveTo>
                  <a:cubicBezTo>
                    <a:pt x="27246" y="36639"/>
                    <a:pt x="27351" y="36654"/>
                    <a:pt x="27456" y="36680"/>
                  </a:cubicBezTo>
                  <a:cubicBezTo>
                    <a:pt x="27730" y="36740"/>
                    <a:pt x="27873" y="36895"/>
                    <a:pt x="27825" y="37180"/>
                  </a:cubicBezTo>
                  <a:cubicBezTo>
                    <a:pt x="27778" y="37454"/>
                    <a:pt x="27694" y="37716"/>
                    <a:pt x="27587" y="37966"/>
                  </a:cubicBezTo>
                  <a:cubicBezTo>
                    <a:pt x="27337" y="38609"/>
                    <a:pt x="26897" y="39133"/>
                    <a:pt x="26385" y="39574"/>
                  </a:cubicBezTo>
                  <a:cubicBezTo>
                    <a:pt x="25599" y="40252"/>
                    <a:pt x="24730" y="40800"/>
                    <a:pt x="23837" y="41288"/>
                  </a:cubicBezTo>
                  <a:cubicBezTo>
                    <a:pt x="22634" y="41955"/>
                    <a:pt x="21408" y="42633"/>
                    <a:pt x="20193" y="43288"/>
                  </a:cubicBezTo>
                  <a:cubicBezTo>
                    <a:pt x="18729" y="44062"/>
                    <a:pt x="17479" y="45086"/>
                    <a:pt x="16383" y="46301"/>
                  </a:cubicBezTo>
                  <a:lnTo>
                    <a:pt x="16253" y="46443"/>
                  </a:lnTo>
                  <a:cubicBezTo>
                    <a:pt x="16229" y="46455"/>
                    <a:pt x="16217" y="46455"/>
                    <a:pt x="16181" y="46467"/>
                  </a:cubicBezTo>
                  <a:cubicBezTo>
                    <a:pt x="16372" y="46039"/>
                    <a:pt x="16526" y="45622"/>
                    <a:pt x="16705" y="45217"/>
                  </a:cubicBezTo>
                  <a:cubicBezTo>
                    <a:pt x="16931" y="44753"/>
                    <a:pt x="17169" y="44312"/>
                    <a:pt x="17407" y="43848"/>
                  </a:cubicBezTo>
                  <a:cubicBezTo>
                    <a:pt x="18193" y="42348"/>
                    <a:pt x="19336" y="41157"/>
                    <a:pt x="20753" y="40252"/>
                  </a:cubicBezTo>
                  <a:cubicBezTo>
                    <a:pt x="22432" y="39181"/>
                    <a:pt x="24146" y="38180"/>
                    <a:pt x="25849" y="37157"/>
                  </a:cubicBezTo>
                  <a:cubicBezTo>
                    <a:pt x="26123" y="36978"/>
                    <a:pt x="26444" y="36859"/>
                    <a:pt x="26754" y="36716"/>
                  </a:cubicBezTo>
                  <a:cubicBezTo>
                    <a:pt x="26880" y="36663"/>
                    <a:pt x="27010" y="36639"/>
                    <a:pt x="27142" y="36639"/>
                  </a:cubicBezTo>
                  <a:close/>
                  <a:moveTo>
                    <a:pt x="23849" y="45360"/>
                  </a:moveTo>
                  <a:cubicBezTo>
                    <a:pt x="25027" y="45360"/>
                    <a:pt x="26206" y="45384"/>
                    <a:pt x="27385" y="45396"/>
                  </a:cubicBezTo>
                  <a:cubicBezTo>
                    <a:pt x="27635" y="45396"/>
                    <a:pt x="27873" y="45431"/>
                    <a:pt x="28111" y="45467"/>
                  </a:cubicBezTo>
                  <a:cubicBezTo>
                    <a:pt x="28492" y="45550"/>
                    <a:pt x="28611" y="45884"/>
                    <a:pt x="28397" y="46217"/>
                  </a:cubicBezTo>
                  <a:lnTo>
                    <a:pt x="28349" y="46253"/>
                  </a:lnTo>
                  <a:cubicBezTo>
                    <a:pt x="27361" y="47408"/>
                    <a:pt x="26170" y="48206"/>
                    <a:pt x="24670" y="48491"/>
                  </a:cubicBezTo>
                  <a:cubicBezTo>
                    <a:pt x="23603" y="48681"/>
                    <a:pt x="22542" y="48808"/>
                    <a:pt x="21467" y="48808"/>
                  </a:cubicBezTo>
                  <a:cubicBezTo>
                    <a:pt x="20994" y="48808"/>
                    <a:pt x="20519" y="48784"/>
                    <a:pt x="20039" y="48729"/>
                  </a:cubicBezTo>
                  <a:cubicBezTo>
                    <a:pt x="19282" y="48638"/>
                    <a:pt x="18498" y="48582"/>
                    <a:pt x="17717" y="48582"/>
                  </a:cubicBezTo>
                  <a:cubicBezTo>
                    <a:pt x="17478" y="48582"/>
                    <a:pt x="17240" y="48587"/>
                    <a:pt x="17003" y="48598"/>
                  </a:cubicBezTo>
                  <a:cubicBezTo>
                    <a:pt x="16979" y="48598"/>
                    <a:pt x="16943" y="48575"/>
                    <a:pt x="16907" y="48575"/>
                  </a:cubicBezTo>
                  <a:cubicBezTo>
                    <a:pt x="16921" y="48554"/>
                    <a:pt x="16927" y="48541"/>
                    <a:pt x="16929" y="48541"/>
                  </a:cubicBezTo>
                  <a:cubicBezTo>
                    <a:pt x="16931" y="48541"/>
                    <a:pt x="16931" y="48548"/>
                    <a:pt x="16931" y="48563"/>
                  </a:cubicBezTo>
                  <a:cubicBezTo>
                    <a:pt x="17693" y="48086"/>
                    <a:pt x="18360" y="47479"/>
                    <a:pt x="19074" y="46943"/>
                  </a:cubicBezTo>
                  <a:cubicBezTo>
                    <a:pt x="19408" y="46693"/>
                    <a:pt x="19729" y="46467"/>
                    <a:pt x="20074" y="46241"/>
                  </a:cubicBezTo>
                  <a:cubicBezTo>
                    <a:pt x="20551" y="45920"/>
                    <a:pt x="21086" y="45705"/>
                    <a:pt x="21646" y="45598"/>
                  </a:cubicBezTo>
                  <a:cubicBezTo>
                    <a:pt x="22372" y="45455"/>
                    <a:pt x="23111" y="45360"/>
                    <a:pt x="23849" y="45360"/>
                  </a:cubicBezTo>
                  <a:close/>
                  <a:moveTo>
                    <a:pt x="7136" y="36210"/>
                  </a:moveTo>
                  <a:cubicBezTo>
                    <a:pt x="7207" y="36210"/>
                    <a:pt x="7282" y="36227"/>
                    <a:pt x="7359" y="36264"/>
                  </a:cubicBezTo>
                  <a:cubicBezTo>
                    <a:pt x="7478" y="36323"/>
                    <a:pt x="7620" y="36406"/>
                    <a:pt x="7704" y="36502"/>
                  </a:cubicBezTo>
                  <a:cubicBezTo>
                    <a:pt x="7871" y="36656"/>
                    <a:pt x="8037" y="36823"/>
                    <a:pt x="8156" y="37014"/>
                  </a:cubicBezTo>
                  <a:cubicBezTo>
                    <a:pt x="9121" y="38538"/>
                    <a:pt x="10026" y="40085"/>
                    <a:pt x="10573" y="41812"/>
                  </a:cubicBezTo>
                  <a:cubicBezTo>
                    <a:pt x="10966" y="43026"/>
                    <a:pt x="11157" y="44300"/>
                    <a:pt x="11288" y="45562"/>
                  </a:cubicBezTo>
                  <a:cubicBezTo>
                    <a:pt x="11371" y="46324"/>
                    <a:pt x="11454" y="47074"/>
                    <a:pt x="11704" y="47813"/>
                  </a:cubicBezTo>
                  <a:cubicBezTo>
                    <a:pt x="11823" y="48146"/>
                    <a:pt x="11978" y="48491"/>
                    <a:pt x="12109" y="48837"/>
                  </a:cubicBezTo>
                  <a:cubicBezTo>
                    <a:pt x="12145" y="48908"/>
                    <a:pt x="12204" y="48968"/>
                    <a:pt x="12240" y="49039"/>
                  </a:cubicBezTo>
                  <a:cubicBezTo>
                    <a:pt x="12228" y="49039"/>
                    <a:pt x="12204" y="49063"/>
                    <a:pt x="12181" y="49075"/>
                  </a:cubicBezTo>
                  <a:cubicBezTo>
                    <a:pt x="12164" y="49066"/>
                    <a:pt x="12142" y="49053"/>
                    <a:pt x="12118" y="49053"/>
                  </a:cubicBezTo>
                  <a:cubicBezTo>
                    <a:pt x="12107" y="49053"/>
                    <a:pt x="12096" y="49055"/>
                    <a:pt x="12085" y="49063"/>
                  </a:cubicBezTo>
                  <a:cubicBezTo>
                    <a:pt x="11157" y="48253"/>
                    <a:pt x="10240" y="47420"/>
                    <a:pt x="9383" y="46527"/>
                  </a:cubicBezTo>
                  <a:cubicBezTo>
                    <a:pt x="8775" y="45884"/>
                    <a:pt x="8252" y="45193"/>
                    <a:pt x="7823" y="44407"/>
                  </a:cubicBezTo>
                  <a:cubicBezTo>
                    <a:pt x="7382" y="43645"/>
                    <a:pt x="7109" y="42800"/>
                    <a:pt x="6978" y="41931"/>
                  </a:cubicBezTo>
                  <a:cubicBezTo>
                    <a:pt x="6751" y="40455"/>
                    <a:pt x="6608" y="38966"/>
                    <a:pt x="6561" y="37478"/>
                  </a:cubicBezTo>
                  <a:cubicBezTo>
                    <a:pt x="6561" y="37264"/>
                    <a:pt x="6573" y="37049"/>
                    <a:pt x="6608" y="36835"/>
                  </a:cubicBezTo>
                  <a:cubicBezTo>
                    <a:pt x="6632" y="36704"/>
                    <a:pt x="6680" y="36585"/>
                    <a:pt x="6739" y="36466"/>
                  </a:cubicBezTo>
                  <a:cubicBezTo>
                    <a:pt x="6830" y="36301"/>
                    <a:pt x="6973" y="36210"/>
                    <a:pt x="7136" y="36210"/>
                  </a:cubicBezTo>
                  <a:close/>
                  <a:moveTo>
                    <a:pt x="12776" y="56397"/>
                  </a:moveTo>
                  <a:cubicBezTo>
                    <a:pt x="12800" y="56457"/>
                    <a:pt x="12800" y="56516"/>
                    <a:pt x="12776" y="56599"/>
                  </a:cubicBezTo>
                  <a:cubicBezTo>
                    <a:pt x="12693" y="58183"/>
                    <a:pt x="12752" y="59743"/>
                    <a:pt x="12812" y="61314"/>
                  </a:cubicBezTo>
                  <a:cubicBezTo>
                    <a:pt x="12824" y="61600"/>
                    <a:pt x="12812" y="61886"/>
                    <a:pt x="12800" y="62172"/>
                  </a:cubicBezTo>
                  <a:cubicBezTo>
                    <a:pt x="12800" y="62267"/>
                    <a:pt x="12776" y="62374"/>
                    <a:pt x="12681" y="62469"/>
                  </a:cubicBezTo>
                  <a:cubicBezTo>
                    <a:pt x="12585" y="62410"/>
                    <a:pt x="12609" y="62326"/>
                    <a:pt x="12609" y="62255"/>
                  </a:cubicBezTo>
                  <a:cubicBezTo>
                    <a:pt x="12609" y="61636"/>
                    <a:pt x="12609" y="61029"/>
                    <a:pt x="12633" y="60397"/>
                  </a:cubicBezTo>
                  <a:cubicBezTo>
                    <a:pt x="12645" y="59278"/>
                    <a:pt x="12681" y="58147"/>
                    <a:pt x="12693" y="57028"/>
                  </a:cubicBezTo>
                  <a:cubicBezTo>
                    <a:pt x="12693" y="56849"/>
                    <a:pt x="12704" y="56695"/>
                    <a:pt x="12716" y="56516"/>
                  </a:cubicBezTo>
                  <a:cubicBezTo>
                    <a:pt x="12716" y="56468"/>
                    <a:pt x="12740" y="56433"/>
                    <a:pt x="12752" y="56397"/>
                  </a:cubicBezTo>
                  <a:close/>
                  <a:moveTo>
                    <a:pt x="32028" y="0"/>
                  </a:moveTo>
                  <a:cubicBezTo>
                    <a:pt x="31939" y="0"/>
                    <a:pt x="31844" y="19"/>
                    <a:pt x="31743" y="57"/>
                  </a:cubicBezTo>
                  <a:cubicBezTo>
                    <a:pt x="31612" y="104"/>
                    <a:pt x="31457" y="176"/>
                    <a:pt x="31338" y="271"/>
                  </a:cubicBezTo>
                  <a:cubicBezTo>
                    <a:pt x="31028" y="509"/>
                    <a:pt x="30695" y="747"/>
                    <a:pt x="30421" y="1009"/>
                  </a:cubicBezTo>
                  <a:cubicBezTo>
                    <a:pt x="29730" y="1664"/>
                    <a:pt x="29195" y="2426"/>
                    <a:pt x="28766" y="3260"/>
                  </a:cubicBezTo>
                  <a:cubicBezTo>
                    <a:pt x="28421" y="3926"/>
                    <a:pt x="28135" y="4629"/>
                    <a:pt x="27956" y="5355"/>
                  </a:cubicBezTo>
                  <a:cubicBezTo>
                    <a:pt x="27742" y="6212"/>
                    <a:pt x="27659" y="7070"/>
                    <a:pt x="27587" y="7939"/>
                  </a:cubicBezTo>
                  <a:cubicBezTo>
                    <a:pt x="27516" y="8844"/>
                    <a:pt x="27456" y="9737"/>
                    <a:pt x="27385" y="10641"/>
                  </a:cubicBezTo>
                  <a:cubicBezTo>
                    <a:pt x="27337" y="11118"/>
                    <a:pt x="27182" y="11570"/>
                    <a:pt x="26921" y="11963"/>
                  </a:cubicBezTo>
                  <a:cubicBezTo>
                    <a:pt x="26313" y="12892"/>
                    <a:pt x="25718" y="13808"/>
                    <a:pt x="25087" y="14725"/>
                  </a:cubicBezTo>
                  <a:cubicBezTo>
                    <a:pt x="23646" y="16773"/>
                    <a:pt x="22360" y="18928"/>
                    <a:pt x="21110" y="21119"/>
                  </a:cubicBezTo>
                  <a:cubicBezTo>
                    <a:pt x="21027" y="21286"/>
                    <a:pt x="20920" y="21428"/>
                    <a:pt x="20836" y="21595"/>
                  </a:cubicBezTo>
                  <a:cubicBezTo>
                    <a:pt x="20848" y="21226"/>
                    <a:pt x="20920" y="20881"/>
                    <a:pt x="20932" y="20524"/>
                  </a:cubicBezTo>
                  <a:cubicBezTo>
                    <a:pt x="20979" y="19809"/>
                    <a:pt x="20991" y="19107"/>
                    <a:pt x="21015" y="18416"/>
                  </a:cubicBezTo>
                  <a:cubicBezTo>
                    <a:pt x="21015" y="17821"/>
                    <a:pt x="21110" y="17249"/>
                    <a:pt x="21336" y="16714"/>
                  </a:cubicBezTo>
                  <a:cubicBezTo>
                    <a:pt x="21646" y="15952"/>
                    <a:pt x="21908" y="15178"/>
                    <a:pt x="22098" y="14392"/>
                  </a:cubicBezTo>
                  <a:cubicBezTo>
                    <a:pt x="22349" y="13427"/>
                    <a:pt x="22503" y="12463"/>
                    <a:pt x="22444" y="11463"/>
                  </a:cubicBezTo>
                  <a:cubicBezTo>
                    <a:pt x="22337" y="9665"/>
                    <a:pt x="22027" y="7891"/>
                    <a:pt x="21289" y="6224"/>
                  </a:cubicBezTo>
                  <a:cubicBezTo>
                    <a:pt x="21194" y="5998"/>
                    <a:pt x="21098" y="5772"/>
                    <a:pt x="21015" y="5557"/>
                  </a:cubicBezTo>
                  <a:cubicBezTo>
                    <a:pt x="20634" y="4688"/>
                    <a:pt x="20277" y="3831"/>
                    <a:pt x="19896" y="2962"/>
                  </a:cubicBezTo>
                  <a:cubicBezTo>
                    <a:pt x="19586" y="2259"/>
                    <a:pt x="19170" y="1628"/>
                    <a:pt x="18693" y="1033"/>
                  </a:cubicBezTo>
                  <a:cubicBezTo>
                    <a:pt x="18510" y="801"/>
                    <a:pt x="18310" y="688"/>
                    <a:pt x="18107" y="688"/>
                  </a:cubicBezTo>
                  <a:cubicBezTo>
                    <a:pt x="17914" y="688"/>
                    <a:pt x="17717" y="789"/>
                    <a:pt x="17526" y="985"/>
                  </a:cubicBezTo>
                  <a:cubicBezTo>
                    <a:pt x="17503" y="1033"/>
                    <a:pt x="17455" y="1069"/>
                    <a:pt x="17419" y="1116"/>
                  </a:cubicBezTo>
                  <a:cubicBezTo>
                    <a:pt x="17324" y="1295"/>
                    <a:pt x="17181" y="1462"/>
                    <a:pt x="17110" y="1652"/>
                  </a:cubicBezTo>
                  <a:cubicBezTo>
                    <a:pt x="16812" y="2355"/>
                    <a:pt x="16669" y="3081"/>
                    <a:pt x="16610" y="3843"/>
                  </a:cubicBezTo>
                  <a:cubicBezTo>
                    <a:pt x="16467" y="5617"/>
                    <a:pt x="16634" y="7355"/>
                    <a:pt x="16991" y="9082"/>
                  </a:cubicBezTo>
                  <a:cubicBezTo>
                    <a:pt x="17348" y="10772"/>
                    <a:pt x="17955" y="12368"/>
                    <a:pt x="18872" y="13856"/>
                  </a:cubicBezTo>
                  <a:cubicBezTo>
                    <a:pt x="19420" y="14761"/>
                    <a:pt x="19979" y="15678"/>
                    <a:pt x="20384" y="16666"/>
                  </a:cubicBezTo>
                  <a:cubicBezTo>
                    <a:pt x="20610" y="17237"/>
                    <a:pt x="20848" y="17785"/>
                    <a:pt x="20848" y="18392"/>
                  </a:cubicBezTo>
                  <a:cubicBezTo>
                    <a:pt x="20848" y="19488"/>
                    <a:pt x="20813" y="20559"/>
                    <a:pt x="20634" y="21631"/>
                  </a:cubicBezTo>
                  <a:cubicBezTo>
                    <a:pt x="20598" y="21881"/>
                    <a:pt x="20551" y="22131"/>
                    <a:pt x="20420" y="22357"/>
                  </a:cubicBezTo>
                  <a:cubicBezTo>
                    <a:pt x="20265" y="22595"/>
                    <a:pt x="20134" y="22845"/>
                    <a:pt x="20003" y="23095"/>
                  </a:cubicBezTo>
                  <a:cubicBezTo>
                    <a:pt x="19443" y="24107"/>
                    <a:pt x="18955" y="25143"/>
                    <a:pt x="18491" y="26179"/>
                  </a:cubicBezTo>
                  <a:cubicBezTo>
                    <a:pt x="17955" y="27405"/>
                    <a:pt x="17479" y="28655"/>
                    <a:pt x="17086" y="29929"/>
                  </a:cubicBezTo>
                  <a:cubicBezTo>
                    <a:pt x="17050" y="29977"/>
                    <a:pt x="17038" y="30037"/>
                    <a:pt x="16991" y="30120"/>
                  </a:cubicBezTo>
                  <a:cubicBezTo>
                    <a:pt x="16884" y="29668"/>
                    <a:pt x="16788" y="29275"/>
                    <a:pt x="16693" y="28870"/>
                  </a:cubicBezTo>
                  <a:cubicBezTo>
                    <a:pt x="16669" y="28751"/>
                    <a:pt x="16669" y="28632"/>
                    <a:pt x="16669" y="28513"/>
                  </a:cubicBezTo>
                  <a:cubicBezTo>
                    <a:pt x="16645" y="28334"/>
                    <a:pt x="16669" y="28179"/>
                    <a:pt x="16645" y="28013"/>
                  </a:cubicBezTo>
                  <a:cubicBezTo>
                    <a:pt x="16622" y="27358"/>
                    <a:pt x="16586" y="26691"/>
                    <a:pt x="16562" y="26036"/>
                  </a:cubicBezTo>
                  <a:cubicBezTo>
                    <a:pt x="16455" y="23691"/>
                    <a:pt x="16074" y="21393"/>
                    <a:pt x="15431" y="19142"/>
                  </a:cubicBezTo>
                  <a:cubicBezTo>
                    <a:pt x="14955" y="17464"/>
                    <a:pt x="14193" y="15892"/>
                    <a:pt x="13133" y="14499"/>
                  </a:cubicBezTo>
                  <a:cubicBezTo>
                    <a:pt x="12895" y="14166"/>
                    <a:pt x="12621" y="13856"/>
                    <a:pt x="12288" y="13594"/>
                  </a:cubicBezTo>
                  <a:cubicBezTo>
                    <a:pt x="12002" y="13368"/>
                    <a:pt x="11704" y="13177"/>
                    <a:pt x="11347" y="13094"/>
                  </a:cubicBezTo>
                  <a:cubicBezTo>
                    <a:pt x="11248" y="13077"/>
                    <a:pt x="11150" y="13068"/>
                    <a:pt x="11054" y="13068"/>
                  </a:cubicBezTo>
                  <a:cubicBezTo>
                    <a:pt x="10623" y="13068"/>
                    <a:pt x="10229" y="13236"/>
                    <a:pt x="9859" y="13499"/>
                  </a:cubicBezTo>
                  <a:cubicBezTo>
                    <a:pt x="9776" y="13570"/>
                    <a:pt x="9716" y="13677"/>
                    <a:pt x="9656" y="13785"/>
                  </a:cubicBezTo>
                  <a:cubicBezTo>
                    <a:pt x="9525" y="14023"/>
                    <a:pt x="9490" y="14285"/>
                    <a:pt x="9502" y="14559"/>
                  </a:cubicBezTo>
                  <a:cubicBezTo>
                    <a:pt x="9537" y="14928"/>
                    <a:pt x="9561" y="15297"/>
                    <a:pt x="9609" y="15678"/>
                  </a:cubicBezTo>
                  <a:cubicBezTo>
                    <a:pt x="9823" y="17309"/>
                    <a:pt x="10264" y="18904"/>
                    <a:pt x="10752" y="20476"/>
                  </a:cubicBezTo>
                  <a:cubicBezTo>
                    <a:pt x="10978" y="21190"/>
                    <a:pt x="11228" y="21905"/>
                    <a:pt x="11609" y="22560"/>
                  </a:cubicBezTo>
                  <a:cubicBezTo>
                    <a:pt x="12335" y="23857"/>
                    <a:pt x="13216" y="25036"/>
                    <a:pt x="14240" y="26108"/>
                  </a:cubicBezTo>
                  <a:cubicBezTo>
                    <a:pt x="14669" y="26548"/>
                    <a:pt x="15121" y="26965"/>
                    <a:pt x="15514" y="27429"/>
                  </a:cubicBezTo>
                  <a:cubicBezTo>
                    <a:pt x="16145" y="28132"/>
                    <a:pt x="16622" y="28929"/>
                    <a:pt x="16812" y="29870"/>
                  </a:cubicBezTo>
                  <a:cubicBezTo>
                    <a:pt x="16884" y="30263"/>
                    <a:pt x="16872" y="30632"/>
                    <a:pt x="16753" y="31001"/>
                  </a:cubicBezTo>
                  <a:cubicBezTo>
                    <a:pt x="16526" y="31715"/>
                    <a:pt x="16324" y="32442"/>
                    <a:pt x="16098" y="33156"/>
                  </a:cubicBezTo>
                  <a:cubicBezTo>
                    <a:pt x="16050" y="33323"/>
                    <a:pt x="15991" y="33489"/>
                    <a:pt x="15955" y="33656"/>
                  </a:cubicBezTo>
                  <a:cubicBezTo>
                    <a:pt x="15919" y="33632"/>
                    <a:pt x="15895" y="33632"/>
                    <a:pt x="15895" y="33620"/>
                  </a:cubicBezTo>
                  <a:cubicBezTo>
                    <a:pt x="15848" y="33549"/>
                    <a:pt x="15812" y="33489"/>
                    <a:pt x="15788" y="33418"/>
                  </a:cubicBezTo>
                  <a:cubicBezTo>
                    <a:pt x="15371" y="32465"/>
                    <a:pt x="14776" y="31656"/>
                    <a:pt x="13955" y="31037"/>
                  </a:cubicBezTo>
                  <a:cubicBezTo>
                    <a:pt x="12978" y="30287"/>
                    <a:pt x="11871" y="29763"/>
                    <a:pt x="10716" y="29382"/>
                  </a:cubicBezTo>
                  <a:cubicBezTo>
                    <a:pt x="9430" y="28965"/>
                    <a:pt x="8132" y="28727"/>
                    <a:pt x="6799" y="28655"/>
                  </a:cubicBezTo>
                  <a:cubicBezTo>
                    <a:pt x="6479" y="28637"/>
                    <a:pt x="6161" y="28627"/>
                    <a:pt x="5844" y="28627"/>
                  </a:cubicBezTo>
                  <a:cubicBezTo>
                    <a:pt x="4730" y="28627"/>
                    <a:pt x="3630" y="28747"/>
                    <a:pt x="2537" y="29025"/>
                  </a:cubicBezTo>
                  <a:cubicBezTo>
                    <a:pt x="1810" y="29203"/>
                    <a:pt x="1143" y="29501"/>
                    <a:pt x="489" y="29846"/>
                  </a:cubicBezTo>
                  <a:cubicBezTo>
                    <a:pt x="370" y="29918"/>
                    <a:pt x="239" y="30001"/>
                    <a:pt x="155" y="30120"/>
                  </a:cubicBezTo>
                  <a:cubicBezTo>
                    <a:pt x="0" y="30346"/>
                    <a:pt x="96" y="30560"/>
                    <a:pt x="358" y="30620"/>
                  </a:cubicBezTo>
                  <a:cubicBezTo>
                    <a:pt x="477" y="30644"/>
                    <a:pt x="608" y="30680"/>
                    <a:pt x="739" y="30680"/>
                  </a:cubicBezTo>
                  <a:cubicBezTo>
                    <a:pt x="1048" y="30680"/>
                    <a:pt x="1370" y="30680"/>
                    <a:pt x="1679" y="30656"/>
                  </a:cubicBezTo>
                  <a:cubicBezTo>
                    <a:pt x="2501" y="30596"/>
                    <a:pt x="3310" y="30513"/>
                    <a:pt x="4132" y="30477"/>
                  </a:cubicBezTo>
                  <a:cubicBezTo>
                    <a:pt x="4590" y="30459"/>
                    <a:pt x="5048" y="30449"/>
                    <a:pt x="5504" y="30449"/>
                  </a:cubicBezTo>
                  <a:cubicBezTo>
                    <a:pt x="7451" y="30449"/>
                    <a:pt x="9375" y="30630"/>
                    <a:pt x="11276" y="31132"/>
                  </a:cubicBezTo>
                  <a:cubicBezTo>
                    <a:pt x="12121" y="31370"/>
                    <a:pt x="12954" y="31608"/>
                    <a:pt x="13752" y="31989"/>
                  </a:cubicBezTo>
                  <a:cubicBezTo>
                    <a:pt x="14288" y="32239"/>
                    <a:pt x="14776" y="32549"/>
                    <a:pt x="15205" y="32954"/>
                  </a:cubicBezTo>
                  <a:cubicBezTo>
                    <a:pt x="15502" y="33204"/>
                    <a:pt x="15633" y="33537"/>
                    <a:pt x="15741" y="33894"/>
                  </a:cubicBezTo>
                  <a:cubicBezTo>
                    <a:pt x="15800" y="34097"/>
                    <a:pt x="15752" y="34251"/>
                    <a:pt x="15598" y="34406"/>
                  </a:cubicBezTo>
                  <a:cubicBezTo>
                    <a:pt x="14907" y="35097"/>
                    <a:pt x="14324" y="35835"/>
                    <a:pt x="13895" y="36716"/>
                  </a:cubicBezTo>
                  <a:cubicBezTo>
                    <a:pt x="13586" y="37359"/>
                    <a:pt x="13312" y="38014"/>
                    <a:pt x="13157" y="38716"/>
                  </a:cubicBezTo>
                  <a:cubicBezTo>
                    <a:pt x="12835" y="40026"/>
                    <a:pt x="12812" y="41336"/>
                    <a:pt x="13038" y="42657"/>
                  </a:cubicBezTo>
                  <a:cubicBezTo>
                    <a:pt x="13157" y="43383"/>
                    <a:pt x="13300" y="44086"/>
                    <a:pt x="13490" y="44788"/>
                  </a:cubicBezTo>
                  <a:cubicBezTo>
                    <a:pt x="13550" y="44979"/>
                    <a:pt x="13597" y="45181"/>
                    <a:pt x="13586" y="45396"/>
                  </a:cubicBezTo>
                  <a:cubicBezTo>
                    <a:pt x="13478" y="47063"/>
                    <a:pt x="13359" y="48741"/>
                    <a:pt x="13240" y="50408"/>
                  </a:cubicBezTo>
                  <a:cubicBezTo>
                    <a:pt x="13228" y="50468"/>
                    <a:pt x="13228" y="50539"/>
                    <a:pt x="13216" y="50646"/>
                  </a:cubicBezTo>
                  <a:cubicBezTo>
                    <a:pt x="13181" y="50575"/>
                    <a:pt x="13157" y="50527"/>
                    <a:pt x="13133" y="50503"/>
                  </a:cubicBezTo>
                  <a:cubicBezTo>
                    <a:pt x="13014" y="50158"/>
                    <a:pt x="12835" y="49849"/>
                    <a:pt x="12633" y="49563"/>
                  </a:cubicBezTo>
                  <a:cubicBezTo>
                    <a:pt x="12573" y="49468"/>
                    <a:pt x="12514" y="49349"/>
                    <a:pt x="12466" y="49253"/>
                  </a:cubicBezTo>
                  <a:cubicBezTo>
                    <a:pt x="12383" y="49051"/>
                    <a:pt x="12300" y="48872"/>
                    <a:pt x="12228" y="48682"/>
                  </a:cubicBezTo>
                  <a:cubicBezTo>
                    <a:pt x="11883" y="47860"/>
                    <a:pt x="11645" y="47051"/>
                    <a:pt x="11550" y="46170"/>
                  </a:cubicBezTo>
                  <a:cubicBezTo>
                    <a:pt x="11442" y="45336"/>
                    <a:pt x="11347" y="44503"/>
                    <a:pt x="11216" y="43681"/>
                  </a:cubicBezTo>
                  <a:cubicBezTo>
                    <a:pt x="10990" y="42324"/>
                    <a:pt x="10609" y="41038"/>
                    <a:pt x="9978" y="39812"/>
                  </a:cubicBezTo>
                  <a:cubicBezTo>
                    <a:pt x="9561" y="38978"/>
                    <a:pt x="9085" y="38157"/>
                    <a:pt x="8633" y="37359"/>
                  </a:cubicBezTo>
                  <a:cubicBezTo>
                    <a:pt x="8454" y="37049"/>
                    <a:pt x="8216" y="36728"/>
                    <a:pt x="7978" y="36454"/>
                  </a:cubicBezTo>
                  <a:cubicBezTo>
                    <a:pt x="7859" y="36299"/>
                    <a:pt x="7680" y="36168"/>
                    <a:pt x="7501" y="36061"/>
                  </a:cubicBezTo>
                  <a:cubicBezTo>
                    <a:pt x="7386" y="35998"/>
                    <a:pt x="7270" y="35967"/>
                    <a:pt x="7159" y="35967"/>
                  </a:cubicBezTo>
                  <a:cubicBezTo>
                    <a:pt x="6937" y="35967"/>
                    <a:pt x="6735" y="36089"/>
                    <a:pt x="6608" y="36311"/>
                  </a:cubicBezTo>
                  <a:cubicBezTo>
                    <a:pt x="6549" y="36406"/>
                    <a:pt x="6501" y="36490"/>
                    <a:pt x="6489" y="36585"/>
                  </a:cubicBezTo>
                  <a:cubicBezTo>
                    <a:pt x="6442" y="36871"/>
                    <a:pt x="6394" y="37145"/>
                    <a:pt x="6394" y="37418"/>
                  </a:cubicBezTo>
                  <a:cubicBezTo>
                    <a:pt x="6442" y="38978"/>
                    <a:pt x="6585" y="40538"/>
                    <a:pt x="6858" y="42086"/>
                  </a:cubicBezTo>
                  <a:cubicBezTo>
                    <a:pt x="7037" y="43122"/>
                    <a:pt x="7418" y="44050"/>
                    <a:pt x="7978" y="44919"/>
                  </a:cubicBezTo>
                  <a:cubicBezTo>
                    <a:pt x="8418" y="45622"/>
                    <a:pt x="8942" y="46241"/>
                    <a:pt x="9525" y="46836"/>
                  </a:cubicBezTo>
                  <a:cubicBezTo>
                    <a:pt x="10276" y="47622"/>
                    <a:pt x="11097" y="48372"/>
                    <a:pt x="11931" y="49087"/>
                  </a:cubicBezTo>
                  <a:cubicBezTo>
                    <a:pt x="12514" y="49587"/>
                    <a:pt x="12895" y="50206"/>
                    <a:pt x="13133" y="50920"/>
                  </a:cubicBezTo>
                  <a:cubicBezTo>
                    <a:pt x="13181" y="51039"/>
                    <a:pt x="13216" y="51182"/>
                    <a:pt x="13193" y="51301"/>
                  </a:cubicBezTo>
                  <a:cubicBezTo>
                    <a:pt x="13121" y="52135"/>
                    <a:pt x="13038" y="52956"/>
                    <a:pt x="12919" y="53778"/>
                  </a:cubicBezTo>
                  <a:cubicBezTo>
                    <a:pt x="12764" y="54802"/>
                    <a:pt x="12585" y="55814"/>
                    <a:pt x="12526" y="56838"/>
                  </a:cubicBezTo>
                  <a:cubicBezTo>
                    <a:pt x="12419" y="58683"/>
                    <a:pt x="12478" y="60528"/>
                    <a:pt x="12454" y="62374"/>
                  </a:cubicBezTo>
                  <a:cubicBezTo>
                    <a:pt x="12454" y="62445"/>
                    <a:pt x="12478" y="62505"/>
                    <a:pt x="12478" y="62564"/>
                  </a:cubicBezTo>
                  <a:cubicBezTo>
                    <a:pt x="12561" y="62597"/>
                    <a:pt x="12629" y="62615"/>
                    <a:pt x="12686" y="62615"/>
                  </a:cubicBezTo>
                  <a:cubicBezTo>
                    <a:pt x="12792" y="62615"/>
                    <a:pt x="12856" y="62554"/>
                    <a:pt x="12895" y="62422"/>
                  </a:cubicBezTo>
                  <a:cubicBezTo>
                    <a:pt x="12954" y="62207"/>
                    <a:pt x="12990" y="61993"/>
                    <a:pt x="12990" y="61767"/>
                  </a:cubicBezTo>
                  <a:cubicBezTo>
                    <a:pt x="12978" y="61076"/>
                    <a:pt x="12931" y="60386"/>
                    <a:pt x="12931" y="59695"/>
                  </a:cubicBezTo>
                  <a:cubicBezTo>
                    <a:pt x="12931" y="58600"/>
                    <a:pt x="12931" y="57480"/>
                    <a:pt x="12954" y="56373"/>
                  </a:cubicBezTo>
                  <a:cubicBezTo>
                    <a:pt x="12990" y="55635"/>
                    <a:pt x="13002" y="54885"/>
                    <a:pt x="13074" y="54147"/>
                  </a:cubicBezTo>
                  <a:cubicBezTo>
                    <a:pt x="13157" y="53242"/>
                    <a:pt x="13288" y="52349"/>
                    <a:pt x="13407" y="51432"/>
                  </a:cubicBezTo>
                  <a:cubicBezTo>
                    <a:pt x="13419" y="51373"/>
                    <a:pt x="13419" y="51313"/>
                    <a:pt x="13455" y="51254"/>
                  </a:cubicBezTo>
                  <a:cubicBezTo>
                    <a:pt x="13645" y="50837"/>
                    <a:pt x="13847" y="50408"/>
                    <a:pt x="14050" y="49991"/>
                  </a:cubicBezTo>
                  <a:cubicBezTo>
                    <a:pt x="14240" y="49610"/>
                    <a:pt x="14538" y="49349"/>
                    <a:pt x="14919" y="49194"/>
                  </a:cubicBezTo>
                  <a:cubicBezTo>
                    <a:pt x="15133" y="49098"/>
                    <a:pt x="15336" y="49027"/>
                    <a:pt x="15550" y="48968"/>
                  </a:cubicBezTo>
                  <a:cubicBezTo>
                    <a:pt x="16026" y="48837"/>
                    <a:pt x="16514" y="48777"/>
                    <a:pt x="17003" y="48741"/>
                  </a:cubicBezTo>
                  <a:cubicBezTo>
                    <a:pt x="17245" y="48730"/>
                    <a:pt x="17488" y="48725"/>
                    <a:pt x="17729" y="48725"/>
                  </a:cubicBezTo>
                  <a:cubicBezTo>
                    <a:pt x="18519" y="48725"/>
                    <a:pt x="19302" y="48781"/>
                    <a:pt x="20086" y="48872"/>
                  </a:cubicBezTo>
                  <a:cubicBezTo>
                    <a:pt x="20567" y="48926"/>
                    <a:pt x="21048" y="48950"/>
                    <a:pt x="21526" y="48950"/>
                  </a:cubicBezTo>
                  <a:cubicBezTo>
                    <a:pt x="22647" y="48950"/>
                    <a:pt x="23760" y="48815"/>
                    <a:pt x="24861" y="48598"/>
                  </a:cubicBezTo>
                  <a:cubicBezTo>
                    <a:pt x="26373" y="48301"/>
                    <a:pt x="27540" y="47444"/>
                    <a:pt x="28516" y="46301"/>
                  </a:cubicBezTo>
                  <a:cubicBezTo>
                    <a:pt x="28837" y="45920"/>
                    <a:pt x="28718" y="45467"/>
                    <a:pt x="28230" y="45324"/>
                  </a:cubicBezTo>
                  <a:cubicBezTo>
                    <a:pt x="27992" y="45229"/>
                    <a:pt x="27718" y="45205"/>
                    <a:pt x="27468" y="45205"/>
                  </a:cubicBezTo>
                  <a:lnTo>
                    <a:pt x="24206" y="45158"/>
                  </a:lnTo>
                  <a:cubicBezTo>
                    <a:pt x="24151" y="45157"/>
                    <a:pt x="24097" y="45156"/>
                    <a:pt x="24043" y="45156"/>
                  </a:cubicBezTo>
                  <a:cubicBezTo>
                    <a:pt x="23349" y="45156"/>
                    <a:pt x="22664" y="45226"/>
                    <a:pt x="21979" y="45336"/>
                  </a:cubicBezTo>
                  <a:cubicBezTo>
                    <a:pt x="21206" y="45467"/>
                    <a:pt x="20479" y="45717"/>
                    <a:pt x="19824" y="46181"/>
                  </a:cubicBezTo>
                  <a:cubicBezTo>
                    <a:pt x="19539" y="46384"/>
                    <a:pt x="19253" y="46586"/>
                    <a:pt x="18967" y="46789"/>
                  </a:cubicBezTo>
                  <a:cubicBezTo>
                    <a:pt x="18515" y="47158"/>
                    <a:pt x="18062" y="47527"/>
                    <a:pt x="17598" y="47872"/>
                  </a:cubicBezTo>
                  <a:cubicBezTo>
                    <a:pt x="17288" y="48086"/>
                    <a:pt x="16967" y="48301"/>
                    <a:pt x="16645" y="48503"/>
                  </a:cubicBezTo>
                  <a:cubicBezTo>
                    <a:pt x="16514" y="48598"/>
                    <a:pt x="16372" y="48622"/>
                    <a:pt x="16217" y="48658"/>
                  </a:cubicBezTo>
                  <a:cubicBezTo>
                    <a:pt x="15681" y="48741"/>
                    <a:pt x="15145" y="48872"/>
                    <a:pt x="14669" y="49146"/>
                  </a:cubicBezTo>
                  <a:cubicBezTo>
                    <a:pt x="14625" y="49168"/>
                    <a:pt x="14571" y="49210"/>
                    <a:pt x="14535" y="49244"/>
                  </a:cubicBezTo>
                  <a:lnTo>
                    <a:pt x="14535" y="49244"/>
                  </a:lnTo>
                  <a:cubicBezTo>
                    <a:pt x="14551" y="49204"/>
                    <a:pt x="14555" y="49165"/>
                    <a:pt x="14586" y="49134"/>
                  </a:cubicBezTo>
                  <a:cubicBezTo>
                    <a:pt x="15002" y="48432"/>
                    <a:pt x="15455" y="47789"/>
                    <a:pt x="15967" y="47146"/>
                  </a:cubicBezTo>
                  <a:cubicBezTo>
                    <a:pt x="17145" y="45646"/>
                    <a:pt x="18574" y="44407"/>
                    <a:pt x="20265" y="43503"/>
                  </a:cubicBezTo>
                  <a:cubicBezTo>
                    <a:pt x="21587" y="42788"/>
                    <a:pt x="22920" y="42050"/>
                    <a:pt x="24242" y="41312"/>
                  </a:cubicBezTo>
                  <a:cubicBezTo>
                    <a:pt x="25039" y="40871"/>
                    <a:pt x="25813" y="40347"/>
                    <a:pt x="26516" y="39740"/>
                  </a:cubicBezTo>
                  <a:cubicBezTo>
                    <a:pt x="27159" y="39193"/>
                    <a:pt x="27635" y="38514"/>
                    <a:pt x="27897" y="37716"/>
                  </a:cubicBezTo>
                  <a:cubicBezTo>
                    <a:pt x="27944" y="37549"/>
                    <a:pt x="27992" y="37383"/>
                    <a:pt x="28004" y="37228"/>
                  </a:cubicBezTo>
                  <a:cubicBezTo>
                    <a:pt x="28040" y="36895"/>
                    <a:pt x="27861" y="36668"/>
                    <a:pt x="27540" y="36585"/>
                  </a:cubicBezTo>
                  <a:cubicBezTo>
                    <a:pt x="27410" y="36554"/>
                    <a:pt x="27284" y="36536"/>
                    <a:pt x="27160" y="36536"/>
                  </a:cubicBezTo>
                  <a:cubicBezTo>
                    <a:pt x="27001" y="36536"/>
                    <a:pt x="26843" y="36566"/>
                    <a:pt x="26682" y="36633"/>
                  </a:cubicBezTo>
                  <a:cubicBezTo>
                    <a:pt x="26373" y="36764"/>
                    <a:pt x="26075" y="36883"/>
                    <a:pt x="25789" y="37049"/>
                  </a:cubicBezTo>
                  <a:cubicBezTo>
                    <a:pt x="24075" y="38085"/>
                    <a:pt x="22349" y="39097"/>
                    <a:pt x="20670" y="40169"/>
                  </a:cubicBezTo>
                  <a:cubicBezTo>
                    <a:pt x="19027" y="41217"/>
                    <a:pt x="17812" y="42669"/>
                    <a:pt x="16967" y="44431"/>
                  </a:cubicBezTo>
                  <a:cubicBezTo>
                    <a:pt x="16645" y="45098"/>
                    <a:pt x="16348" y="45765"/>
                    <a:pt x="16074" y="46431"/>
                  </a:cubicBezTo>
                  <a:cubicBezTo>
                    <a:pt x="15907" y="46824"/>
                    <a:pt x="15729" y="47182"/>
                    <a:pt x="15479" y="47503"/>
                  </a:cubicBezTo>
                  <a:cubicBezTo>
                    <a:pt x="14800" y="48396"/>
                    <a:pt x="14228" y="49349"/>
                    <a:pt x="13716" y="50361"/>
                  </a:cubicBezTo>
                  <a:cubicBezTo>
                    <a:pt x="13645" y="50515"/>
                    <a:pt x="13574" y="50658"/>
                    <a:pt x="13466" y="50861"/>
                  </a:cubicBezTo>
                  <a:lnTo>
                    <a:pt x="13466" y="50658"/>
                  </a:lnTo>
                  <a:cubicBezTo>
                    <a:pt x="13586" y="48968"/>
                    <a:pt x="13705" y="47253"/>
                    <a:pt x="13824" y="45562"/>
                  </a:cubicBezTo>
                  <a:cubicBezTo>
                    <a:pt x="13847" y="45217"/>
                    <a:pt x="13895" y="44872"/>
                    <a:pt x="13967" y="44550"/>
                  </a:cubicBezTo>
                  <a:cubicBezTo>
                    <a:pt x="14133" y="43872"/>
                    <a:pt x="14526" y="43324"/>
                    <a:pt x="15014" y="42860"/>
                  </a:cubicBezTo>
                  <a:cubicBezTo>
                    <a:pt x="15479" y="42443"/>
                    <a:pt x="15931" y="42050"/>
                    <a:pt x="16431" y="41657"/>
                  </a:cubicBezTo>
                  <a:cubicBezTo>
                    <a:pt x="16991" y="41217"/>
                    <a:pt x="17586" y="40800"/>
                    <a:pt x="18169" y="40359"/>
                  </a:cubicBezTo>
                  <a:cubicBezTo>
                    <a:pt x="19610" y="39288"/>
                    <a:pt x="20908" y="38073"/>
                    <a:pt x="22039" y="36692"/>
                  </a:cubicBezTo>
                  <a:cubicBezTo>
                    <a:pt x="22872" y="35656"/>
                    <a:pt x="23551" y="34561"/>
                    <a:pt x="24063" y="33323"/>
                  </a:cubicBezTo>
                  <a:cubicBezTo>
                    <a:pt x="24230" y="32918"/>
                    <a:pt x="24325" y="32501"/>
                    <a:pt x="24361" y="32073"/>
                  </a:cubicBezTo>
                  <a:cubicBezTo>
                    <a:pt x="24384" y="31430"/>
                    <a:pt x="24087" y="30941"/>
                    <a:pt x="23492" y="30691"/>
                  </a:cubicBezTo>
                  <a:cubicBezTo>
                    <a:pt x="23152" y="30540"/>
                    <a:pt x="22799" y="30463"/>
                    <a:pt x="22441" y="30463"/>
                  </a:cubicBezTo>
                  <a:cubicBezTo>
                    <a:pt x="22209" y="30463"/>
                    <a:pt x="21975" y="30495"/>
                    <a:pt x="21741" y="30560"/>
                  </a:cubicBezTo>
                  <a:cubicBezTo>
                    <a:pt x="21170" y="30703"/>
                    <a:pt x="20634" y="30930"/>
                    <a:pt x="20122" y="31180"/>
                  </a:cubicBezTo>
                  <a:cubicBezTo>
                    <a:pt x="18693" y="31894"/>
                    <a:pt x="17407" y="32799"/>
                    <a:pt x="16253" y="33894"/>
                  </a:cubicBezTo>
                  <a:cubicBezTo>
                    <a:pt x="16205" y="33930"/>
                    <a:pt x="16145" y="33966"/>
                    <a:pt x="16098" y="34013"/>
                  </a:cubicBezTo>
                  <a:cubicBezTo>
                    <a:pt x="16086" y="33954"/>
                    <a:pt x="16086" y="33918"/>
                    <a:pt x="16098" y="33894"/>
                  </a:cubicBezTo>
                  <a:cubicBezTo>
                    <a:pt x="16455" y="32716"/>
                    <a:pt x="16800" y="31549"/>
                    <a:pt x="17169" y="30382"/>
                  </a:cubicBezTo>
                  <a:cubicBezTo>
                    <a:pt x="17229" y="30168"/>
                    <a:pt x="17336" y="29977"/>
                    <a:pt x="17443" y="29798"/>
                  </a:cubicBezTo>
                  <a:cubicBezTo>
                    <a:pt x="17753" y="29275"/>
                    <a:pt x="18110" y="28786"/>
                    <a:pt x="18539" y="28358"/>
                  </a:cubicBezTo>
                  <a:cubicBezTo>
                    <a:pt x="18777" y="28132"/>
                    <a:pt x="18991" y="27882"/>
                    <a:pt x="19241" y="27667"/>
                  </a:cubicBezTo>
                  <a:cubicBezTo>
                    <a:pt x="20003" y="27060"/>
                    <a:pt x="20789" y="26512"/>
                    <a:pt x="21610" y="26012"/>
                  </a:cubicBezTo>
                  <a:cubicBezTo>
                    <a:pt x="21860" y="25858"/>
                    <a:pt x="22146" y="25750"/>
                    <a:pt x="22420" y="25643"/>
                  </a:cubicBezTo>
                  <a:cubicBezTo>
                    <a:pt x="23456" y="25286"/>
                    <a:pt x="24527" y="25155"/>
                    <a:pt x="25611" y="25107"/>
                  </a:cubicBezTo>
                  <a:cubicBezTo>
                    <a:pt x="26825" y="25048"/>
                    <a:pt x="28052" y="24988"/>
                    <a:pt x="29254" y="24846"/>
                  </a:cubicBezTo>
                  <a:cubicBezTo>
                    <a:pt x="30147" y="24738"/>
                    <a:pt x="31028" y="24584"/>
                    <a:pt x="31874" y="24310"/>
                  </a:cubicBezTo>
                  <a:cubicBezTo>
                    <a:pt x="33314" y="23833"/>
                    <a:pt x="34469" y="22905"/>
                    <a:pt x="35457" y="21774"/>
                  </a:cubicBezTo>
                  <a:cubicBezTo>
                    <a:pt x="35803" y="21369"/>
                    <a:pt x="36112" y="20940"/>
                    <a:pt x="36326" y="20452"/>
                  </a:cubicBezTo>
                  <a:cubicBezTo>
                    <a:pt x="36648" y="19678"/>
                    <a:pt x="36529" y="18738"/>
                    <a:pt x="35505" y="18261"/>
                  </a:cubicBezTo>
                  <a:cubicBezTo>
                    <a:pt x="34862" y="17964"/>
                    <a:pt x="34195" y="17797"/>
                    <a:pt x="33517" y="17726"/>
                  </a:cubicBezTo>
                  <a:cubicBezTo>
                    <a:pt x="33095" y="17679"/>
                    <a:pt x="32678" y="17656"/>
                    <a:pt x="32264" y="17656"/>
                  </a:cubicBezTo>
                  <a:cubicBezTo>
                    <a:pt x="30460" y="17656"/>
                    <a:pt x="28734" y="18095"/>
                    <a:pt x="27087" y="18928"/>
                  </a:cubicBezTo>
                  <a:cubicBezTo>
                    <a:pt x="26087" y="19440"/>
                    <a:pt x="25206" y="20095"/>
                    <a:pt x="24361" y="20797"/>
                  </a:cubicBezTo>
                  <a:cubicBezTo>
                    <a:pt x="23039" y="21893"/>
                    <a:pt x="21860" y="23143"/>
                    <a:pt x="20753" y="24465"/>
                  </a:cubicBezTo>
                  <a:cubicBezTo>
                    <a:pt x="20086" y="25274"/>
                    <a:pt x="19479" y="26119"/>
                    <a:pt x="18955" y="27048"/>
                  </a:cubicBezTo>
                  <a:cubicBezTo>
                    <a:pt x="18634" y="27620"/>
                    <a:pt x="18288" y="28191"/>
                    <a:pt x="17943" y="28751"/>
                  </a:cubicBezTo>
                  <a:cubicBezTo>
                    <a:pt x="17824" y="28953"/>
                    <a:pt x="17681" y="29144"/>
                    <a:pt x="17538" y="29334"/>
                  </a:cubicBezTo>
                  <a:cubicBezTo>
                    <a:pt x="17526" y="29251"/>
                    <a:pt x="17538" y="29167"/>
                    <a:pt x="17574" y="29096"/>
                  </a:cubicBezTo>
                  <a:cubicBezTo>
                    <a:pt x="17931" y="28191"/>
                    <a:pt x="18253" y="27262"/>
                    <a:pt x="18646" y="26370"/>
                  </a:cubicBezTo>
                  <a:cubicBezTo>
                    <a:pt x="18955" y="25631"/>
                    <a:pt x="19312" y="24905"/>
                    <a:pt x="19682" y="24167"/>
                  </a:cubicBezTo>
                  <a:cubicBezTo>
                    <a:pt x="20039" y="23452"/>
                    <a:pt x="20444" y="22738"/>
                    <a:pt x="20836" y="22048"/>
                  </a:cubicBezTo>
                  <a:cubicBezTo>
                    <a:pt x="21253" y="21297"/>
                    <a:pt x="21682" y="20571"/>
                    <a:pt x="22110" y="19845"/>
                  </a:cubicBezTo>
                  <a:cubicBezTo>
                    <a:pt x="22563" y="19107"/>
                    <a:pt x="22980" y="18369"/>
                    <a:pt x="23432" y="17642"/>
                  </a:cubicBezTo>
                  <a:cubicBezTo>
                    <a:pt x="24027" y="16690"/>
                    <a:pt x="24670" y="15761"/>
                    <a:pt x="25277" y="14809"/>
                  </a:cubicBezTo>
                  <a:cubicBezTo>
                    <a:pt x="25492" y="14499"/>
                    <a:pt x="25742" y="14285"/>
                    <a:pt x="26051" y="14130"/>
                  </a:cubicBezTo>
                  <a:cubicBezTo>
                    <a:pt x="26135" y="14082"/>
                    <a:pt x="26206" y="14070"/>
                    <a:pt x="26278" y="14023"/>
                  </a:cubicBezTo>
                  <a:cubicBezTo>
                    <a:pt x="26813" y="13713"/>
                    <a:pt x="27409" y="13546"/>
                    <a:pt x="28004" y="13427"/>
                  </a:cubicBezTo>
                  <a:cubicBezTo>
                    <a:pt x="28933" y="13249"/>
                    <a:pt x="29849" y="13082"/>
                    <a:pt x="30778" y="12904"/>
                  </a:cubicBezTo>
                  <a:cubicBezTo>
                    <a:pt x="31564" y="12761"/>
                    <a:pt x="32350" y="12594"/>
                    <a:pt x="33124" y="12344"/>
                  </a:cubicBezTo>
                  <a:cubicBezTo>
                    <a:pt x="33588" y="12189"/>
                    <a:pt x="34029" y="11987"/>
                    <a:pt x="34410" y="11653"/>
                  </a:cubicBezTo>
                  <a:cubicBezTo>
                    <a:pt x="35183" y="10987"/>
                    <a:pt x="35850" y="10237"/>
                    <a:pt x="36374" y="9344"/>
                  </a:cubicBezTo>
                  <a:cubicBezTo>
                    <a:pt x="36457" y="9201"/>
                    <a:pt x="36517" y="9022"/>
                    <a:pt x="36553" y="8844"/>
                  </a:cubicBezTo>
                  <a:cubicBezTo>
                    <a:pt x="36588" y="8617"/>
                    <a:pt x="36505" y="8474"/>
                    <a:pt x="36279" y="8415"/>
                  </a:cubicBezTo>
                  <a:cubicBezTo>
                    <a:pt x="36192" y="8383"/>
                    <a:pt x="36088" y="8367"/>
                    <a:pt x="35987" y="8367"/>
                  </a:cubicBezTo>
                  <a:cubicBezTo>
                    <a:pt x="35936" y="8367"/>
                    <a:pt x="35886" y="8371"/>
                    <a:pt x="35838" y="8379"/>
                  </a:cubicBezTo>
                  <a:cubicBezTo>
                    <a:pt x="35517" y="8439"/>
                    <a:pt x="35207" y="8510"/>
                    <a:pt x="34898" y="8605"/>
                  </a:cubicBezTo>
                  <a:cubicBezTo>
                    <a:pt x="33540" y="9022"/>
                    <a:pt x="32219" y="9546"/>
                    <a:pt x="30909" y="10058"/>
                  </a:cubicBezTo>
                  <a:cubicBezTo>
                    <a:pt x="30302" y="10320"/>
                    <a:pt x="29742" y="10653"/>
                    <a:pt x="29254" y="11106"/>
                  </a:cubicBezTo>
                  <a:cubicBezTo>
                    <a:pt x="28480" y="11784"/>
                    <a:pt x="27742" y="12499"/>
                    <a:pt x="27051" y="13273"/>
                  </a:cubicBezTo>
                  <a:cubicBezTo>
                    <a:pt x="26849" y="13499"/>
                    <a:pt x="26623" y="13689"/>
                    <a:pt x="26337" y="13808"/>
                  </a:cubicBezTo>
                  <a:cubicBezTo>
                    <a:pt x="26206" y="13856"/>
                    <a:pt x="26075" y="13951"/>
                    <a:pt x="25932" y="14023"/>
                  </a:cubicBezTo>
                  <a:cubicBezTo>
                    <a:pt x="25897" y="14047"/>
                    <a:pt x="25849" y="14070"/>
                    <a:pt x="25754" y="14106"/>
                  </a:cubicBezTo>
                  <a:cubicBezTo>
                    <a:pt x="25956" y="13808"/>
                    <a:pt x="26135" y="13558"/>
                    <a:pt x="26289" y="13296"/>
                  </a:cubicBezTo>
                  <a:cubicBezTo>
                    <a:pt x="26670" y="12665"/>
                    <a:pt x="27051" y="12046"/>
                    <a:pt x="27421" y="11415"/>
                  </a:cubicBezTo>
                  <a:cubicBezTo>
                    <a:pt x="27528" y="11237"/>
                    <a:pt x="27623" y="11010"/>
                    <a:pt x="27742" y="10832"/>
                  </a:cubicBezTo>
                  <a:cubicBezTo>
                    <a:pt x="27956" y="10510"/>
                    <a:pt x="28194" y="10177"/>
                    <a:pt x="28456" y="9879"/>
                  </a:cubicBezTo>
                  <a:cubicBezTo>
                    <a:pt x="29004" y="9213"/>
                    <a:pt x="29588" y="8546"/>
                    <a:pt x="30040" y="7796"/>
                  </a:cubicBezTo>
                  <a:cubicBezTo>
                    <a:pt x="30445" y="7117"/>
                    <a:pt x="30838" y="6427"/>
                    <a:pt x="31219" y="5736"/>
                  </a:cubicBezTo>
                  <a:cubicBezTo>
                    <a:pt x="31814" y="4641"/>
                    <a:pt x="32290" y="3498"/>
                    <a:pt x="32624" y="2295"/>
                  </a:cubicBezTo>
                  <a:cubicBezTo>
                    <a:pt x="32719" y="1902"/>
                    <a:pt x="32778" y="1521"/>
                    <a:pt x="32766" y="1128"/>
                  </a:cubicBezTo>
                  <a:cubicBezTo>
                    <a:pt x="32755" y="878"/>
                    <a:pt x="32707" y="640"/>
                    <a:pt x="32600" y="414"/>
                  </a:cubicBezTo>
                  <a:cubicBezTo>
                    <a:pt x="32469" y="143"/>
                    <a:pt x="32273" y="0"/>
                    <a:pt x="32028"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66"/>
            <p:cNvSpPr/>
            <p:nvPr/>
          </p:nvSpPr>
          <p:spPr>
            <a:xfrm>
              <a:off x="4329700" y="1984000"/>
              <a:ext cx="172950" cy="397100"/>
            </a:xfrm>
            <a:custGeom>
              <a:avLst/>
              <a:gdLst/>
              <a:ahLst/>
              <a:cxnLst/>
              <a:rect l="l" t="t" r="r" b="b"/>
              <a:pathLst>
                <a:path w="6918" h="15884" extrusionOk="0">
                  <a:moveTo>
                    <a:pt x="1048" y="1"/>
                  </a:moveTo>
                  <a:lnTo>
                    <a:pt x="1048" y="1"/>
                  </a:lnTo>
                  <a:cubicBezTo>
                    <a:pt x="1072" y="48"/>
                    <a:pt x="1120" y="84"/>
                    <a:pt x="1167" y="108"/>
                  </a:cubicBezTo>
                  <a:cubicBezTo>
                    <a:pt x="1298" y="179"/>
                    <a:pt x="1465" y="227"/>
                    <a:pt x="1584" y="334"/>
                  </a:cubicBezTo>
                  <a:cubicBezTo>
                    <a:pt x="2179" y="810"/>
                    <a:pt x="2644" y="1394"/>
                    <a:pt x="3025" y="2037"/>
                  </a:cubicBezTo>
                  <a:cubicBezTo>
                    <a:pt x="3596" y="2977"/>
                    <a:pt x="3977" y="3989"/>
                    <a:pt x="4287" y="5037"/>
                  </a:cubicBezTo>
                  <a:cubicBezTo>
                    <a:pt x="4691" y="6371"/>
                    <a:pt x="5013" y="7740"/>
                    <a:pt x="5299" y="9109"/>
                  </a:cubicBezTo>
                  <a:cubicBezTo>
                    <a:pt x="5644" y="10752"/>
                    <a:pt x="5953" y="12371"/>
                    <a:pt x="6287" y="14002"/>
                  </a:cubicBezTo>
                  <a:cubicBezTo>
                    <a:pt x="6299" y="14038"/>
                    <a:pt x="6287" y="14074"/>
                    <a:pt x="6287" y="14098"/>
                  </a:cubicBezTo>
                  <a:cubicBezTo>
                    <a:pt x="6239" y="14038"/>
                    <a:pt x="6203" y="13979"/>
                    <a:pt x="6180" y="13919"/>
                  </a:cubicBezTo>
                  <a:cubicBezTo>
                    <a:pt x="5299" y="11669"/>
                    <a:pt x="4525" y="9395"/>
                    <a:pt x="3822" y="7109"/>
                  </a:cubicBezTo>
                  <a:cubicBezTo>
                    <a:pt x="3275" y="5287"/>
                    <a:pt x="2632" y="3489"/>
                    <a:pt x="1774" y="1775"/>
                  </a:cubicBezTo>
                  <a:cubicBezTo>
                    <a:pt x="1584" y="1370"/>
                    <a:pt x="1370" y="1001"/>
                    <a:pt x="1143" y="608"/>
                  </a:cubicBezTo>
                  <a:cubicBezTo>
                    <a:pt x="1024" y="417"/>
                    <a:pt x="869" y="251"/>
                    <a:pt x="655" y="155"/>
                  </a:cubicBezTo>
                  <a:lnTo>
                    <a:pt x="655" y="155"/>
                  </a:lnTo>
                  <a:cubicBezTo>
                    <a:pt x="679" y="179"/>
                    <a:pt x="691" y="215"/>
                    <a:pt x="715" y="239"/>
                  </a:cubicBezTo>
                  <a:cubicBezTo>
                    <a:pt x="953" y="453"/>
                    <a:pt x="1120" y="703"/>
                    <a:pt x="1274" y="965"/>
                  </a:cubicBezTo>
                  <a:cubicBezTo>
                    <a:pt x="2179" y="2668"/>
                    <a:pt x="2905" y="4418"/>
                    <a:pt x="3477" y="6251"/>
                  </a:cubicBezTo>
                  <a:cubicBezTo>
                    <a:pt x="4168" y="8502"/>
                    <a:pt x="4882" y="10752"/>
                    <a:pt x="5715" y="12967"/>
                  </a:cubicBezTo>
                  <a:cubicBezTo>
                    <a:pt x="5739" y="13014"/>
                    <a:pt x="5739" y="13050"/>
                    <a:pt x="5751" y="13098"/>
                  </a:cubicBezTo>
                  <a:cubicBezTo>
                    <a:pt x="5572" y="12836"/>
                    <a:pt x="5418" y="12550"/>
                    <a:pt x="5263" y="12276"/>
                  </a:cubicBezTo>
                  <a:cubicBezTo>
                    <a:pt x="4537" y="11085"/>
                    <a:pt x="3822" y="9919"/>
                    <a:pt x="3108" y="8740"/>
                  </a:cubicBezTo>
                  <a:cubicBezTo>
                    <a:pt x="2191" y="7180"/>
                    <a:pt x="1322" y="5585"/>
                    <a:pt x="715" y="3870"/>
                  </a:cubicBezTo>
                  <a:cubicBezTo>
                    <a:pt x="477" y="3203"/>
                    <a:pt x="274" y="2537"/>
                    <a:pt x="167" y="1834"/>
                  </a:cubicBezTo>
                  <a:cubicBezTo>
                    <a:pt x="96" y="1358"/>
                    <a:pt x="36" y="894"/>
                    <a:pt x="238" y="429"/>
                  </a:cubicBezTo>
                  <a:lnTo>
                    <a:pt x="215" y="405"/>
                  </a:lnTo>
                  <a:cubicBezTo>
                    <a:pt x="107" y="513"/>
                    <a:pt x="60" y="644"/>
                    <a:pt x="48" y="798"/>
                  </a:cubicBezTo>
                  <a:cubicBezTo>
                    <a:pt x="0" y="1275"/>
                    <a:pt x="48" y="1739"/>
                    <a:pt x="155" y="2203"/>
                  </a:cubicBezTo>
                  <a:cubicBezTo>
                    <a:pt x="512" y="3787"/>
                    <a:pt x="1108" y="5263"/>
                    <a:pt x="1846" y="6668"/>
                  </a:cubicBezTo>
                  <a:cubicBezTo>
                    <a:pt x="2560" y="8037"/>
                    <a:pt x="3370" y="9347"/>
                    <a:pt x="4168" y="10657"/>
                  </a:cubicBezTo>
                  <a:cubicBezTo>
                    <a:pt x="4870" y="11788"/>
                    <a:pt x="5572" y="12943"/>
                    <a:pt x="6156" y="14133"/>
                  </a:cubicBezTo>
                  <a:cubicBezTo>
                    <a:pt x="6346" y="14514"/>
                    <a:pt x="6513" y="14919"/>
                    <a:pt x="6656" y="15324"/>
                  </a:cubicBezTo>
                  <a:cubicBezTo>
                    <a:pt x="6727" y="15514"/>
                    <a:pt x="6811" y="15693"/>
                    <a:pt x="6894" y="15872"/>
                  </a:cubicBezTo>
                  <a:cubicBezTo>
                    <a:pt x="6897" y="15872"/>
                    <a:pt x="6902" y="15871"/>
                    <a:pt x="6906" y="15870"/>
                  </a:cubicBezTo>
                  <a:lnTo>
                    <a:pt x="6906" y="15870"/>
                  </a:lnTo>
                  <a:cubicBezTo>
                    <a:pt x="6906" y="15874"/>
                    <a:pt x="6906" y="15879"/>
                    <a:pt x="6906" y="15884"/>
                  </a:cubicBezTo>
                  <a:cubicBezTo>
                    <a:pt x="6918" y="15872"/>
                    <a:pt x="6918" y="15869"/>
                    <a:pt x="6913" y="15869"/>
                  </a:cubicBezTo>
                  <a:cubicBezTo>
                    <a:pt x="6911" y="15869"/>
                    <a:pt x="6909" y="15869"/>
                    <a:pt x="6906" y="15870"/>
                  </a:cubicBezTo>
                  <a:lnTo>
                    <a:pt x="6906" y="15870"/>
                  </a:lnTo>
                  <a:cubicBezTo>
                    <a:pt x="6904" y="15817"/>
                    <a:pt x="6893" y="15772"/>
                    <a:pt x="6882" y="15717"/>
                  </a:cubicBezTo>
                  <a:cubicBezTo>
                    <a:pt x="6751" y="15300"/>
                    <a:pt x="6596" y="14907"/>
                    <a:pt x="6489" y="14491"/>
                  </a:cubicBezTo>
                  <a:cubicBezTo>
                    <a:pt x="6334" y="13800"/>
                    <a:pt x="6180" y="13086"/>
                    <a:pt x="6049" y="12383"/>
                  </a:cubicBezTo>
                  <a:cubicBezTo>
                    <a:pt x="5632" y="10145"/>
                    <a:pt x="5180" y="7906"/>
                    <a:pt x="4572" y="5704"/>
                  </a:cubicBezTo>
                  <a:cubicBezTo>
                    <a:pt x="4275" y="4620"/>
                    <a:pt x="3929" y="3549"/>
                    <a:pt x="3417" y="2549"/>
                  </a:cubicBezTo>
                  <a:cubicBezTo>
                    <a:pt x="2977" y="1715"/>
                    <a:pt x="2465" y="953"/>
                    <a:pt x="1751" y="346"/>
                  </a:cubicBezTo>
                  <a:cubicBezTo>
                    <a:pt x="1536" y="167"/>
                    <a:pt x="1298" y="84"/>
                    <a:pt x="104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66"/>
            <p:cNvSpPr/>
            <p:nvPr/>
          </p:nvSpPr>
          <p:spPr>
            <a:xfrm>
              <a:off x="4543125" y="2106900"/>
              <a:ext cx="448575" cy="258725"/>
            </a:xfrm>
            <a:custGeom>
              <a:avLst/>
              <a:gdLst/>
              <a:ahLst/>
              <a:cxnLst/>
              <a:rect l="l" t="t" r="r" b="b"/>
              <a:pathLst>
                <a:path w="17943" h="10349" extrusionOk="0">
                  <a:moveTo>
                    <a:pt x="15346" y="1"/>
                  </a:moveTo>
                  <a:cubicBezTo>
                    <a:pt x="15101" y="1"/>
                    <a:pt x="14855" y="14"/>
                    <a:pt x="14609" y="38"/>
                  </a:cubicBezTo>
                  <a:cubicBezTo>
                    <a:pt x="12133" y="300"/>
                    <a:pt x="9870" y="1145"/>
                    <a:pt x="7787" y="2455"/>
                  </a:cubicBezTo>
                  <a:cubicBezTo>
                    <a:pt x="6144" y="3479"/>
                    <a:pt x="4632" y="4717"/>
                    <a:pt x="3286" y="6110"/>
                  </a:cubicBezTo>
                  <a:cubicBezTo>
                    <a:pt x="2381" y="7050"/>
                    <a:pt x="1465" y="7979"/>
                    <a:pt x="714" y="9039"/>
                  </a:cubicBezTo>
                  <a:cubicBezTo>
                    <a:pt x="429" y="9432"/>
                    <a:pt x="119" y="9837"/>
                    <a:pt x="0" y="10348"/>
                  </a:cubicBezTo>
                  <a:cubicBezTo>
                    <a:pt x="8" y="10326"/>
                    <a:pt x="15" y="10318"/>
                    <a:pt x="23" y="10318"/>
                  </a:cubicBezTo>
                  <a:cubicBezTo>
                    <a:pt x="27" y="10318"/>
                    <a:pt x="31" y="10320"/>
                    <a:pt x="36" y="10325"/>
                  </a:cubicBezTo>
                  <a:cubicBezTo>
                    <a:pt x="95" y="10206"/>
                    <a:pt x="179" y="10075"/>
                    <a:pt x="250" y="9967"/>
                  </a:cubicBezTo>
                  <a:cubicBezTo>
                    <a:pt x="453" y="9682"/>
                    <a:pt x="667" y="9384"/>
                    <a:pt x="893" y="9122"/>
                  </a:cubicBezTo>
                  <a:cubicBezTo>
                    <a:pt x="1631" y="8193"/>
                    <a:pt x="2524" y="7408"/>
                    <a:pt x="3465" y="6693"/>
                  </a:cubicBezTo>
                  <a:cubicBezTo>
                    <a:pt x="4739" y="5717"/>
                    <a:pt x="6132" y="4919"/>
                    <a:pt x="7656" y="4383"/>
                  </a:cubicBezTo>
                  <a:cubicBezTo>
                    <a:pt x="8835" y="3991"/>
                    <a:pt x="10061" y="3729"/>
                    <a:pt x="11275" y="3538"/>
                  </a:cubicBezTo>
                  <a:cubicBezTo>
                    <a:pt x="12537" y="3348"/>
                    <a:pt x="13811" y="3181"/>
                    <a:pt x="15038" y="2883"/>
                  </a:cubicBezTo>
                  <a:cubicBezTo>
                    <a:pt x="15788" y="2705"/>
                    <a:pt x="16514" y="2478"/>
                    <a:pt x="17217" y="2205"/>
                  </a:cubicBezTo>
                  <a:cubicBezTo>
                    <a:pt x="17443" y="2109"/>
                    <a:pt x="17645" y="1966"/>
                    <a:pt x="17859" y="1847"/>
                  </a:cubicBezTo>
                  <a:cubicBezTo>
                    <a:pt x="17943" y="1788"/>
                    <a:pt x="17943" y="1788"/>
                    <a:pt x="17943" y="1669"/>
                  </a:cubicBezTo>
                  <a:lnTo>
                    <a:pt x="17943" y="1669"/>
                  </a:lnTo>
                  <a:cubicBezTo>
                    <a:pt x="17645" y="1907"/>
                    <a:pt x="17324" y="2086"/>
                    <a:pt x="16967" y="2205"/>
                  </a:cubicBezTo>
                  <a:cubicBezTo>
                    <a:pt x="16645" y="2324"/>
                    <a:pt x="16335" y="2419"/>
                    <a:pt x="16026" y="2514"/>
                  </a:cubicBezTo>
                  <a:cubicBezTo>
                    <a:pt x="14919" y="2836"/>
                    <a:pt x="13811" y="3050"/>
                    <a:pt x="12680" y="3229"/>
                  </a:cubicBezTo>
                  <a:cubicBezTo>
                    <a:pt x="11763" y="3371"/>
                    <a:pt x="10847" y="3514"/>
                    <a:pt x="9942" y="3693"/>
                  </a:cubicBezTo>
                  <a:cubicBezTo>
                    <a:pt x="8549" y="3955"/>
                    <a:pt x="7215" y="4372"/>
                    <a:pt x="5965" y="5014"/>
                  </a:cubicBezTo>
                  <a:cubicBezTo>
                    <a:pt x="4298" y="5860"/>
                    <a:pt x="2822" y="6979"/>
                    <a:pt x="1500" y="8301"/>
                  </a:cubicBezTo>
                  <a:lnTo>
                    <a:pt x="1322" y="8479"/>
                  </a:lnTo>
                  <a:cubicBezTo>
                    <a:pt x="1310" y="8432"/>
                    <a:pt x="1334" y="8408"/>
                    <a:pt x="1346" y="8372"/>
                  </a:cubicBezTo>
                  <a:cubicBezTo>
                    <a:pt x="1703" y="7955"/>
                    <a:pt x="2048" y="7562"/>
                    <a:pt x="2417" y="7158"/>
                  </a:cubicBezTo>
                  <a:cubicBezTo>
                    <a:pt x="3655" y="5836"/>
                    <a:pt x="4965" y="4562"/>
                    <a:pt x="6441" y="3490"/>
                  </a:cubicBezTo>
                  <a:cubicBezTo>
                    <a:pt x="7584" y="2657"/>
                    <a:pt x="8763" y="1931"/>
                    <a:pt x="10049" y="1371"/>
                  </a:cubicBezTo>
                  <a:cubicBezTo>
                    <a:pt x="11573" y="716"/>
                    <a:pt x="13145" y="264"/>
                    <a:pt x="14811" y="121"/>
                  </a:cubicBezTo>
                  <a:cubicBezTo>
                    <a:pt x="15011" y="99"/>
                    <a:pt x="15209" y="89"/>
                    <a:pt x="15406" y="89"/>
                  </a:cubicBezTo>
                  <a:cubicBezTo>
                    <a:pt x="16080" y="89"/>
                    <a:pt x="16739" y="212"/>
                    <a:pt x="17383" y="442"/>
                  </a:cubicBezTo>
                  <a:cubicBezTo>
                    <a:pt x="17407" y="454"/>
                    <a:pt x="17431" y="454"/>
                    <a:pt x="17467" y="454"/>
                  </a:cubicBezTo>
                  <a:cubicBezTo>
                    <a:pt x="17276" y="276"/>
                    <a:pt x="17014" y="240"/>
                    <a:pt x="16800" y="181"/>
                  </a:cubicBezTo>
                  <a:cubicBezTo>
                    <a:pt x="16324" y="54"/>
                    <a:pt x="15837" y="1"/>
                    <a:pt x="1534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66"/>
            <p:cNvSpPr/>
            <p:nvPr/>
          </p:nvSpPr>
          <p:spPr>
            <a:xfrm>
              <a:off x="4486275" y="2571875"/>
              <a:ext cx="295000" cy="252425"/>
            </a:xfrm>
            <a:custGeom>
              <a:avLst/>
              <a:gdLst/>
              <a:ahLst/>
              <a:cxnLst/>
              <a:rect l="l" t="t" r="r" b="b"/>
              <a:pathLst>
                <a:path w="11800" h="10097" extrusionOk="0">
                  <a:moveTo>
                    <a:pt x="11585" y="0"/>
                  </a:moveTo>
                  <a:lnTo>
                    <a:pt x="11585" y="0"/>
                  </a:lnTo>
                  <a:cubicBezTo>
                    <a:pt x="11704" y="215"/>
                    <a:pt x="11632" y="393"/>
                    <a:pt x="11525" y="584"/>
                  </a:cubicBezTo>
                  <a:cubicBezTo>
                    <a:pt x="11418" y="715"/>
                    <a:pt x="11311" y="834"/>
                    <a:pt x="11192" y="953"/>
                  </a:cubicBezTo>
                  <a:cubicBezTo>
                    <a:pt x="10525" y="1644"/>
                    <a:pt x="9763" y="2239"/>
                    <a:pt x="8977" y="2787"/>
                  </a:cubicBezTo>
                  <a:cubicBezTo>
                    <a:pt x="7608" y="3775"/>
                    <a:pt x="6227" y="4727"/>
                    <a:pt x="4846" y="5692"/>
                  </a:cubicBezTo>
                  <a:cubicBezTo>
                    <a:pt x="3620" y="6537"/>
                    <a:pt x="2417" y="7406"/>
                    <a:pt x="1334" y="8418"/>
                  </a:cubicBezTo>
                  <a:cubicBezTo>
                    <a:pt x="1310" y="8430"/>
                    <a:pt x="1286" y="8442"/>
                    <a:pt x="1274" y="8454"/>
                  </a:cubicBezTo>
                  <a:cubicBezTo>
                    <a:pt x="1274" y="8394"/>
                    <a:pt x="1298" y="8359"/>
                    <a:pt x="1334" y="8311"/>
                  </a:cubicBezTo>
                  <a:cubicBezTo>
                    <a:pt x="1655" y="7894"/>
                    <a:pt x="1988" y="7466"/>
                    <a:pt x="2322" y="7061"/>
                  </a:cubicBezTo>
                  <a:cubicBezTo>
                    <a:pt x="3536" y="5632"/>
                    <a:pt x="4798" y="4275"/>
                    <a:pt x="6227" y="3072"/>
                  </a:cubicBezTo>
                  <a:cubicBezTo>
                    <a:pt x="7620" y="1905"/>
                    <a:pt x="9108" y="870"/>
                    <a:pt x="10775" y="84"/>
                  </a:cubicBezTo>
                  <a:cubicBezTo>
                    <a:pt x="10799" y="60"/>
                    <a:pt x="10823" y="48"/>
                    <a:pt x="10835" y="36"/>
                  </a:cubicBezTo>
                  <a:cubicBezTo>
                    <a:pt x="10815" y="17"/>
                    <a:pt x="10799" y="8"/>
                    <a:pt x="10785" y="8"/>
                  </a:cubicBezTo>
                  <a:cubicBezTo>
                    <a:pt x="10773" y="8"/>
                    <a:pt x="10762" y="14"/>
                    <a:pt x="10751" y="24"/>
                  </a:cubicBezTo>
                  <a:cubicBezTo>
                    <a:pt x="10501" y="120"/>
                    <a:pt x="10239" y="215"/>
                    <a:pt x="10001" y="346"/>
                  </a:cubicBezTo>
                  <a:cubicBezTo>
                    <a:pt x="8394" y="1191"/>
                    <a:pt x="6941" y="2251"/>
                    <a:pt x="5596" y="3453"/>
                  </a:cubicBezTo>
                  <a:cubicBezTo>
                    <a:pt x="4084" y="4811"/>
                    <a:pt x="2727" y="6311"/>
                    <a:pt x="1476" y="7918"/>
                  </a:cubicBezTo>
                  <a:cubicBezTo>
                    <a:pt x="988" y="8549"/>
                    <a:pt x="512" y="9168"/>
                    <a:pt x="95" y="9847"/>
                  </a:cubicBezTo>
                  <a:cubicBezTo>
                    <a:pt x="60" y="9906"/>
                    <a:pt x="0" y="9978"/>
                    <a:pt x="36" y="10097"/>
                  </a:cubicBezTo>
                  <a:cubicBezTo>
                    <a:pt x="83" y="10037"/>
                    <a:pt x="95" y="10002"/>
                    <a:pt x="107" y="9978"/>
                  </a:cubicBezTo>
                  <a:cubicBezTo>
                    <a:pt x="119" y="9942"/>
                    <a:pt x="143" y="9906"/>
                    <a:pt x="167" y="9871"/>
                  </a:cubicBezTo>
                  <a:cubicBezTo>
                    <a:pt x="643" y="9156"/>
                    <a:pt x="1226" y="8549"/>
                    <a:pt x="1881" y="8001"/>
                  </a:cubicBezTo>
                  <a:cubicBezTo>
                    <a:pt x="2881" y="7168"/>
                    <a:pt x="3917" y="6394"/>
                    <a:pt x="4989" y="5644"/>
                  </a:cubicBezTo>
                  <a:cubicBezTo>
                    <a:pt x="6417" y="4644"/>
                    <a:pt x="7870" y="3632"/>
                    <a:pt x="9299" y="2620"/>
                  </a:cubicBezTo>
                  <a:cubicBezTo>
                    <a:pt x="10037" y="2084"/>
                    <a:pt x="10751" y="1513"/>
                    <a:pt x="11394" y="822"/>
                  </a:cubicBezTo>
                  <a:cubicBezTo>
                    <a:pt x="11430" y="762"/>
                    <a:pt x="11478" y="715"/>
                    <a:pt x="11549" y="643"/>
                  </a:cubicBezTo>
                  <a:lnTo>
                    <a:pt x="11549" y="643"/>
                  </a:lnTo>
                  <a:cubicBezTo>
                    <a:pt x="11537" y="691"/>
                    <a:pt x="11537" y="715"/>
                    <a:pt x="11537" y="739"/>
                  </a:cubicBezTo>
                  <a:cubicBezTo>
                    <a:pt x="11430" y="1155"/>
                    <a:pt x="11168" y="1465"/>
                    <a:pt x="10870" y="1751"/>
                  </a:cubicBezTo>
                  <a:cubicBezTo>
                    <a:pt x="9870" y="2715"/>
                    <a:pt x="8799" y="3572"/>
                    <a:pt x="7656" y="4334"/>
                  </a:cubicBezTo>
                  <a:cubicBezTo>
                    <a:pt x="6298" y="5239"/>
                    <a:pt x="4953" y="6120"/>
                    <a:pt x="3596" y="7013"/>
                  </a:cubicBezTo>
                  <a:cubicBezTo>
                    <a:pt x="3381" y="7144"/>
                    <a:pt x="3191" y="7299"/>
                    <a:pt x="3000" y="7430"/>
                  </a:cubicBezTo>
                  <a:cubicBezTo>
                    <a:pt x="3009" y="7432"/>
                    <a:pt x="3018" y="7433"/>
                    <a:pt x="3026" y="7433"/>
                  </a:cubicBezTo>
                  <a:cubicBezTo>
                    <a:pt x="3062" y="7433"/>
                    <a:pt x="3091" y="7416"/>
                    <a:pt x="3119" y="7406"/>
                  </a:cubicBezTo>
                  <a:cubicBezTo>
                    <a:pt x="4667" y="6406"/>
                    <a:pt x="6215" y="5406"/>
                    <a:pt x="7751" y="4394"/>
                  </a:cubicBezTo>
                  <a:cubicBezTo>
                    <a:pt x="8870" y="3632"/>
                    <a:pt x="9942" y="2787"/>
                    <a:pt x="10918" y="1822"/>
                  </a:cubicBezTo>
                  <a:cubicBezTo>
                    <a:pt x="11240" y="1489"/>
                    <a:pt x="11537" y="1132"/>
                    <a:pt x="11644" y="655"/>
                  </a:cubicBezTo>
                  <a:cubicBezTo>
                    <a:pt x="11680" y="572"/>
                    <a:pt x="11680" y="465"/>
                    <a:pt x="11716" y="393"/>
                  </a:cubicBezTo>
                  <a:cubicBezTo>
                    <a:pt x="11799" y="227"/>
                    <a:pt x="11716" y="108"/>
                    <a:pt x="1158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66"/>
            <p:cNvSpPr/>
            <p:nvPr/>
          </p:nvSpPr>
          <p:spPr>
            <a:xfrm>
              <a:off x="4756825" y="1866125"/>
              <a:ext cx="234875" cy="128025"/>
            </a:xfrm>
            <a:custGeom>
              <a:avLst/>
              <a:gdLst/>
              <a:ahLst/>
              <a:cxnLst/>
              <a:rect l="l" t="t" r="r" b="b"/>
              <a:pathLst>
                <a:path w="9395" h="5121" extrusionOk="0">
                  <a:moveTo>
                    <a:pt x="9252" y="60"/>
                  </a:moveTo>
                  <a:cubicBezTo>
                    <a:pt x="9311" y="215"/>
                    <a:pt x="9252" y="298"/>
                    <a:pt x="9192" y="394"/>
                  </a:cubicBezTo>
                  <a:cubicBezTo>
                    <a:pt x="8930" y="775"/>
                    <a:pt x="8609" y="1072"/>
                    <a:pt x="8240" y="1346"/>
                  </a:cubicBezTo>
                  <a:cubicBezTo>
                    <a:pt x="7526" y="1870"/>
                    <a:pt x="6716" y="2263"/>
                    <a:pt x="5882" y="2561"/>
                  </a:cubicBezTo>
                  <a:cubicBezTo>
                    <a:pt x="5001" y="2870"/>
                    <a:pt x="4132" y="3156"/>
                    <a:pt x="3239" y="3454"/>
                  </a:cubicBezTo>
                  <a:cubicBezTo>
                    <a:pt x="2489" y="3692"/>
                    <a:pt x="1775" y="3978"/>
                    <a:pt x="1108" y="4359"/>
                  </a:cubicBezTo>
                  <a:cubicBezTo>
                    <a:pt x="1072" y="4394"/>
                    <a:pt x="1037" y="4406"/>
                    <a:pt x="1001" y="4418"/>
                  </a:cubicBezTo>
                  <a:cubicBezTo>
                    <a:pt x="1751" y="3739"/>
                    <a:pt x="2430" y="2989"/>
                    <a:pt x="3323" y="2513"/>
                  </a:cubicBezTo>
                  <a:cubicBezTo>
                    <a:pt x="3751" y="2275"/>
                    <a:pt x="4216" y="2073"/>
                    <a:pt x="4692" y="1918"/>
                  </a:cubicBezTo>
                  <a:cubicBezTo>
                    <a:pt x="5871" y="1561"/>
                    <a:pt x="7002" y="1049"/>
                    <a:pt x="8121" y="537"/>
                  </a:cubicBezTo>
                  <a:cubicBezTo>
                    <a:pt x="8490" y="370"/>
                    <a:pt x="8859" y="227"/>
                    <a:pt x="9252" y="60"/>
                  </a:cubicBezTo>
                  <a:close/>
                  <a:moveTo>
                    <a:pt x="9264" y="1"/>
                  </a:moveTo>
                  <a:cubicBezTo>
                    <a:pt x="9145" y="37"/>
                    <a:pt x="9026" y="60"/>
                    <a:pt x="8907" y="108"/>
                  </a:cubicBezTo>
                  <a:cubicBezTo>
                    <a:pt x="8526" y="251"/>
                    <a:pt x="8157" y="406"/>
                    <a:pt x="7799" y="572"/>
                  </a:cubicBezTo>
                  <a:cubicBezTo>
                    <a:pt x="6764" y="1060"/>
                    <a:pt x="5692" y="1501"/>
                    <a:pt x="4585" y="1846"/>
                  </a:cubicBezTo>
                  <a:cubicBezTo>
                    <a:pt x="3632" y="2144"/>
                    <a:pt x="2775" y="2632"/>
                    <a:pt x="2025" y="3311"/>
                  </a:cubicBezTo>
                  <a:cubicBezTo>
                    <a:pt x="1406" y="3870"/>
                    <a:pt x="775" y="4418"/>
                    <a:pt x="156" y="4978"/>
                  </a:cubicBezTo>
                  <a:cubicBezTo>
                    <a:pt x="108" y="5001"/>
                    <a:pt x="60" y="5049"/>
                    <a:pt x="1" y="5120"/>
                  </a:cubicBezTo>
                  <a:cubicBezTo>
                    <a:pt x="191" y="5061"/>
                    <a:pt x="346" y="5013"/>
                    <a:pt x="489" y="4954"/>
                  </a:cubicBezTo>
                  <a:cubicBezTo>
                    <a:pt x="1465" y="4585"/>
                    <a:pt x="2453" y="4299"/>
                    <a:pt x="3454" y="4061"/>
                  </a:cubicBezTo>
                  <a:cubicBezTo>
                    <a:pt x="4525" y="3811"/>
                    <a:pt x="5585" y="3477"/>
                    <a:pt x="6609" y="3085"/>
                  </a:cubicBezTo>
                  <a:cubicBezTo>
                    <a:pt x="7383" y="2763"/>
                    <a:pt x="8097" y="2358"/>
                    <a:pt x="8680" y="1739"/>
                  </a:cubicBezTo>
                  <a:cubicBezTo>
                    <a:pt x="8811" y="1596"/>
                    <a:pt x="8930" y="1441"/>
                    <a:pt x="9050" y="1299"/>
                  </a:cubicBezTo>
                  <a:cubicBezTo>
                    <a:pt x="9038" y="1287"/>
                    <a:pt x="9038" y="1287"/>
                    <a:pt x="9026" y="1287"/>
                  </a:cubicBezTo>
                  <a:lnTo>
                    <a:pt x="8847" y="1465"/>
                  </a:lnTo>
                  <a:cubicBezTo>
                    <a:pt x="8740" y="1584"/>
                    <a:pt x="8621" y="1703"/>
                    <a:pt x="8502" y="1822"/>
                  </a:cubicBezTo>
                  <a:cubicBezTo>
                    <a:pt x="7966" y="2323"/>
                    <a:pt x="7335" y="2692"/>
                    <a:pt x="6656" y="2977"/>
                  </a:cubicBezTo>
                  <a:cubicBezTo>
                    <a:pt x="5823" y="3323"/>
                    <a:pt x="4966" y="3608"/>
                    <a:pt x="4085" y="3823"/>
                  </a:cubicBezTo>
                  <a:cubicBezTo>
                    <a:pt x="2930" y="4120"/>
                    <a:pt x="1787" y="4382"/>
                    <a:pt x="691" y="4811"/>
                  </a:cubicBezTo>
                  <a:cubicBezTo>
                    <a:pt x="679" y="4811"/>
                    <a:pt x="656" y="4799"/>
                    <a:pt x="608" y="4799"/>
                  </a:cubicBezTo>
                  <a:cubicBezTo>
                    <a:pt x="691" y="4751"/>
                    <a:pt x="727" y="4716"/>
                    <a:pt x="775" y="4692"/>
                  </a:cubicBezTo>
                  <a:cubicBezTo>
                    <a:pt x="1703" y="4108"/>
                    <a:pt x="2680" y="3727"/>
                    <a:pt x="3704" y="3430"/>
                  </a:cubicBezTo>
                  <a:cubicBezTo>
                    <a:pt x="4870" y="3073"/>
                    <a:pt x="6013" y="2680"/>
                    <a:pt x="7097" y="2144"/>
                  </a:cubicBezTo>
                  <a:cubicBezTo>
                    <a:pt x="7716" y="1846"/>
                    <a:pt x="8276" y="1489"/>
                    <a:pt x="8764" y="1013"/>
                  </a:cubicBezTo>
                  <a:cubicBezTo>
                    <a:pt x="8942" y="834"/>
                    <a:pt x="9109" y="608"/>
                    <a:pt x="9264" y="406"/>
                  </a:cubicBezTo>
                  <a:cubicBezTo>
                    <a:pt x="9335" y="287"/>
                    <a:pt x="9395" y="156"/>
                    <a:pt x="926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66"/>
            <p:cNvSpPr/>
            <p:nvPr/>
          </p:nvSpPr>
          <p:spPr>
            <a:xfrm>
              <a:off x="4424950" y="2471775"/>
              <a:ext cx="215825" cy="307900"/>
            </a:xfrm>
            <a:custGeom>
              <a:avLst/>
              <a:gdLst/>
              <a:ahLst/>
              <a:cxnLst/>
              <a:rect l="l" t="t" r="r" b="b"/>
              <a:pathLst>
                <a:path w="8633" h="12316" extrusionOk="0">
                  <a:moveTo>
                    <a:pt x="8606" y="1"/>
                  </a:moveTo>
                  <a:cubicBezTo>
                    <a:pt x="8571" y="1"/>
                    <a:pt x="8542" y="18"/>
                    <a:pt x="8513" y="28"/>
                  </a:cubicBezTo>
                  <a:cubicBezTo>
                    <a:pt x="6596" y="1242"/>
                    <a:pt x="4882" y="2683"/>
                    <a:pt x="3441" y="4421"/>
                  </a:cubicBezTo>
                  <a:cubicBezTo>
                    <a:pt x="2870" y="5124"/>
                    <a:pt x="2334" y="5850"/>
                    <a:pt x="1882" y="6624"/>
                  </a:cubicBezTo>
                  <a:cubicBezTo>
                    <a:pt x="1679" y="6957"/>
                    <a:pt x="1489" y="7291"/>
                    <a:pt x="1310" y="7636"/>
                  </a:cubicBezTo>
                  <a:cubicBezTo>
                    <a:pt x="1131" y="7993"/>
                    <a:pt x="941" y="8350"/>
                    <a:pt x="786" y="8731"/>
                  </a:cubicBezTo>
                  <a:cubicBezTo>
                    <a:pt x="584" y="9267"/>
                    <a:pt x="393" y="9803"/>
                    <a:pt x="262" y="10362"/>
                  </a:cubicBezTo>
                  <a:cubicBezTo>
                    <a:pt x="143" y="10886"/>
                    <a:pt x="36" y="11386"/>
                    <a:pt x="24" y="11922"/>
                  </a:cubicBezTo>
                  <a:cubicBezTo>
                    <a:pt x="0" y="12053"/>
                    <a:pt x="36" y="12184"/>
                    <a:pt x="36" y="12315"/>
                  </a:cubicBezTo>
                  <a:lnTo>
                    <a:pt x="60" y="12315"/>
                  </a:lnTo>
                  <a:cubicBezTo>
                    <a:pt x="60" y="12315"/>
                    <a:pt x="72" y="12303"/>
                    <a:pt x="72" y="12279"/>
                  </a:cubicBezTo>
                  <a:cubicBezTo>
                    <a:pt x="60" y="11196"/>
                    <a:pt x="358" y="10172"/>
                    <a:pt x="703" y="9172"/>
                  </a:cubicBezTo>
                  <a:cubicBezTo>
                    <a:pt x="869" y="8731"/>
                    <a:pt x="1084" y="8315"/>
                    <a:pt x="1286" y="7874"/>
                  </a:cubicBezTo>
                  <a:cubicBezTo>
                    <a:pt x="1584" y="7243"/>
                    <a:pt x="1941" y="6624"/>
                    <a:pt x="2334" y="6052"/>
                  </a:cubicBezTo>
                  <a:cubicBezTo>
                    <a:pt x="3275" y="4659"/>
                    <a:pt x="4358" y="3421"/>
                    <a:pt x="5608" y="2314"/>
                  </a:cubicBezTo>
                  <a:cubicBezTo>
                    <a:pt x="6442" y="1564"/>
                    <a:pt x="7358" y="909"/>
                    <a:pt x="8263" y="278"/>
                  </a:cubicBezTo>
                  <a:cubicBezTo>
                    <a:pt x="8382" y="183"/>
                    <a:pt x="8513" y="99"/>
                    <a:pt x="8632" y="4"/>
                  </a:cubicBezTo>
                  <a:cubicBezTo>
                    <a:pt x="8623" y="2"/>
                    <a:pt x="8615" y="1"/>
                    <a:pt x="860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66"/>
            <p:cNvSpPr/>
            <p:nvPr/>
          </p:nvSpPr>
          <p:spPr>
            <a:xfrm>
              <a:off x="4548175" y="1770575"/>
              <a:ext cx="62525" cy="339650"/>
            </a:xfrm>
            <a:custGeom>
              <a:avLst/>
              <a:gdLst/>
              <a:ahLst/>
              <a:cxnLst/>
              <a:rect l="l" t="t" r="r" b="b"/>
              <a:pathLst>
                <a:path w="2501" h="13586" extrusionOk="0">
                  <a:moveTo>
                    <a:pt x="12" y="1"/>
                  </a:moveTo>
                  <a:cubicBezTo>
                    <a:pt x="1" y="49"/>
                    <a:pt x="1" y="60"/>
                    <a:pt x="1" y="72"/>
                  </a:cubicBezTo>
                  <a:cubicBezTo>
                    <a:pt x="24" y="132"/>
                    <a:pt x="48" y="203"/>
                    <a:pt x="72" y="263"/>
                  </a:cubicBezTo>
                  <a:cubicBezTo>
                    <a:pt x="858" y="2370"/>
                    <a:pt x="1453" y="4537"/>
                    <a:pt x="1858" y="6752"/>
                  </a:cubicBezTo>
                  <a:cubicBezTo>
                    <a:pt x="2167" y="8478"/>
                    <a:pt x="2382" y="10228"/>
                    <a:pt x="2382" y="11990"/>
                  </a:cubicBezTo>
                  <a:cubicBezTo>
                    <a:pt x="2382" y="12467"/>
                    <a:pt x="2346" y="12931"/>
                    <a:pt x="2334" y="13407"/>
                  </a:cubicBezTo>
                  <a:cubicBezTo>
                    <a:pt x="2334" y="13455"/>
                    <a:pt x="2298" y="13538"/>
                    <a:pt x="2406" y="13586"/>
                  </a:cubicBezTo>
                  <a:cubicBezTo>
                    <a:pt x="2429" y="13503"/>
                    <a:pt x="2441" y="13419"/>
                    <a:pt x="2441" y="13395"/>
                  </a:cubicBezTo>
                  <a:cubicBezTo>
                    <a:pt x="2453" y="12800"/>
                    <a:pt x="2501" y="12217"/>
                    <a:pt x="2489" y="11633"/>
                  </a:cubicBezTo>
                  <a:cubicBezTo>
                    <a:pt x="2453" y="9466"/>
                    <a:pt x="2132" y="7323"/>
                    <a:pt x="1655" y="5204"/>
                  </a:cubicBezTo>
                  <a:cubicBezTo>
                    <a:pt x="1263" y="3513"/>
                    <a:pt x="774" y="1846"/>
                    <a:pt x="120" y="227"/>
                  </a:cubicBezTo>
                  <a:cubicBezTo>
                    <a:pt x="84" y="168"/>
                    <a:pt x="60" y="84"/>
                    <a:pt x="1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66"/>
            <p:cNvSpPr/>
            <p:nvPr/>
          </p:nvSpPr>
          <p:spPr>
            <a:xfrm>
              <a:off x="4110925" y="2379875"/>
              <a:ext cx="358400" cy="98850"/>
            </a:xfrm>
            <a:custGeom>
              <a:avLst/>
              <a:gdLst/>
              <a:ahLst/>
              <a:cxnLst/>
              <a:rect l="l" t="t" r="r" b="b"/>
              <a:pathLst>
                <a:path w="14336" h="3954" extrusionOk="0">
                  <a:moveTo>
                    <a:pt x="3767" y="0"/>
                  </a:moveTo>
                  <a:cubicBezTo>
                    <a:pt x="2701" y="0"/>
                    <a:pt x="1667" y="123"/>
                    <a:pt x="655" y="441"/>
                  </a:cubicBezTo>
                  <a:cubicBezTo>
                    <a:pt x="441" y="501"/>
                    <a:pt x="226" y="596"/>
                    <a:pt x="0" y="692"/>
                  </a:cubicBezTo>
                  <a:cubicBezTo>
                    <a:pt x="0" y="703"/>
                    <a:pt x="0" y="715"/>
                    <a:pt x="24" y="751"/>
                  </a:cubicBezTo>
                  <a:cubicBezTo>
                    <a:pt x="143" y="703"/>
                    <a:pt x="274" y="656"/>
                    <a:pt x="393" y="608"/>
                  </a:cubicBezTo>
                  <a:cubicBezTo>
                    <a:pt x="1238" y="311"/>
                    <a:pt x="2120" y="156"/>
                    <a:pt x="3013" y="108"/>
                  </a:cubicBezTo>
                  <a:cubicBezTo>
                    <a:pt x="3261" y="97"/>
                    <a:pt x="3510" y="91"/>
                    <a:pt x="3759" y="91"/>
                  </a:cubicBezTo>
                  <a:cubicBezTo>
                    <a:pt x="4800" y="91"/>
                    <a:pt x="5847" y="183"/>
                    <a:pt x="6894" y="299"/>
                  </a:cubicBezTo>
                  <a:cubicBezTo>
                    <a:pt x="7930" y="418"/>
                    <a:pt x="8954" y="703"/>
                    <a:pt x="9930" y="1061"/>
                  </a:cubicBezTo>
                  <a:cubicBezTo>
                    <a:pt x="10740" y="1358"/>
                    <a:pt x="11514" y="1715"/>
                    <a:pt x="12228" y="2192"/>
                  </a:cubicBezTo>
                  <a:cubicBezTo>
                    <a:pt x="12919" y="2656"/>
                    <a:pt x="13550" y="3180"/>
                    <a:pt x="14145" y="3751"/>
                  </a:cubicBezTo>
                  <a:cubicBezTo>
                    <a:pt x="14204" y="3811"/>
                    <a:pt x="14240" y="3894"/>
                    <a:pt x="14312" y="3954"/>
                  </a:cubicBezTo>
                  <a:lnTo>
                    <a:pt x="14335" y="3918"/>
                  </a:lnTo>
                  <a:cubicBezTo>
                    <a:pt x="14264" y="3847"/>
                    <a:pt x="14204" y="3740"/>
                    <a:pt x="14133" y="3668"/>
                  </a:cubicBezTo>
                  <a:cubicBezTo>
                    <a:pt x="13907" y="3442"/>
                    <a:pt x="13681" y="3228"/>
                    <a:pt x="13442" y="3025"/>
                  </a:cubicBezTo>
                  <a:cubicBezTo>
                    <a:pt x="12585" y="2287"/>
                    <a:pt x="11645" y="1692"/>
                    <a:pt x="10585" y="1251"/>
                  </a:cubicBezTo>
                  <a:cubicBezTo>
                    <a:pt x="10097" y="1049"/>
                    <a:pt x="9609" y="858"/>
                    <a:pt x="9085" y="703"/>
                  </a:cubicBezTo>
                  <a:cubicBezTo>
                    <a:pt x="8668" y="584"/>
                    <a:pt x="8239" y="441"/>
                    <a:pt x="7799" y="358"/>
                  </a:cubicBezTo>
                  <a:cubicBezTo>
                    <a:pt x="6525" y="144"/>
                    <a:pt x="5227" y="25"/>
                    <a:pt x="3917" y="1"/>
                  </a:cubicBezTo>
                  <a:cubicBezTo>
                    <a:pt x="3867" y="0"/>
                    <a:pt x="3817" y="0"/>
                    <a:pt x="3767"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66"/>
            <p:cNvSpPr/>
            <p:nvPr/>
          </p:nvSpPr>
          <p:spPr>
            <a:xfrm>
              <a:off x="4772900" y="2155150"/>
              <a:ext cx="221475" cy="88725"/>
            </a:xfrm>
            <a:custGeom>
              <a:avLst/>
              <a:gdLst/>
              <a:ahLst/>
              <a:cxnLst/>
              <a:rect l="l" t="t" r="r" b="b"/>
              <a:pathLst>
                <a:path w="8859" h="3549" extrusionOk="0">
                  <a:moveTo>
                    <a:pt x="8799" y="1"/>
                  </a:moveTo>
                  <a:cubicBezTo>
                    <a:pt x="8597" y="346"/>
                    <a:pt x="8383" y="656"/>
                    <a:pt x="8073" y="894"/>
                  </a:cubicBezTo>
                  <a:cubicBezTo>
                    <a:pt x="7728" y="1156"/>
                    <a:pt x="7371" y="1394"/>
                    <a:pt x="7014" y="1608"/>
                  </a:cubicBezTo>
                  <a:cubicBezTo>
                    <a:pt x="5704" y="2406"/>
                    <a:pt x="4287" y="2942"/>
                    <a:pt x="2799" y="3275"/>
                  </a:cubicBezTo>
                  <a:cubicBezTo>
                    <a:pt x="2156" y="3430"/>
                    <a:pt x="1501" y="3477"/>
                    <a:pt x="846" y="3477"/>
                  </a:cubicBezTo>
                  <a:cubicBezTo>
                    <a:pt x="572" y="3477"/>
                    <a:pt x="286" y="3489"/>
                    <a:pt x="1" y="3489"/>
                  </a:cubicBezTo>
                  <a:cubicBezTo>
                    <a:pt x="72" y="3537"/>
                    <a:pt x="167" y="3549"/>
                    <a:pt x="239" y="3549"/>
                  </a:cubicBezTo>
                  <a:cubicBezTo>
                    <a:pt x="632" y="3549"/>
                    <a:pt x="1001" y="3549"/>
                    <a:pt x="1370" y="3537"/>
                  </a:cubicBezTo>
                  <a:cubicBezTo>
                    <a:pt x="1680" y="3513"/>
                    <a:pt x="2025" y="3501"/>
                    <a:pt x="2334" y="3442"/>
                  </a:cubicBezTo>
                  <a:cubicBezTo>
                    <a:pt x="4275" y="3084"/>
                    <a:pt x="6061" y="2370"/>
                    <a:pt x="7692" y="1299"/>
                  </a:cubicBezTo>
                  <a:cubicBezTo>
                    <a:pt x="8145" y="1001"/>
                    <a:pt x="8502" y="632"/>
                    <a:pt x="8788" y="179"/>
                  </a:cubicBezTo>
                  <a:cubicBezTo>
                    <a:pt x="8811" y="144"/>
                    <a:pt x="8823" y="84"/>
                    <a:pt x="8859" y="25"/>
                  </a:cubicBezTo>
                  <a:cubicBezTo>
                    <a:pt x="8847" y="1"/>
                    <a:pt x="8823" y="1"/>
                    <a:pt x="879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66"/>
            <p:cNvSpPr/>
            <p:nvPr/>
          </p:nvSpPr>
          <p:spPr>
            <a:xfrm>
              <a:off x="4290100" y="2673975"/>
              <a:ext cx="107200" cy="217600"/>
            </a:xfrm>
            <a:custGeom>
              <a:avLst/>
              <a:gdLst/>
              <a:ahLst/>
              <a:cxnLst/>
              <a:rect l="l" t="t" r="r" b="b"/>
              <a:pathLst>
                <a:path w="4288" h="8704" extrusionOk="0">
                  <a:moveTo>
                    <a:pt x="25" y="0"/>
                  </a:moveTo>
                  <a:cubicBezTo>
                    <a:pt x="25" y="0"/>
                    <a:pt x="13" y="0"/>
                    <a:pt x="1" y="12"/>
                  </a:cubicBezTo>
                  <a:cubicBezTo>
                    <a:pt x="1" y="60"/>
                    <a:pt x="13" y="84"/>
                    <a:pt x="25" y="131"/>
                  </a:cubicBezTo>
                  <a:cubicBezTo>
                    <a:pt x="191" y="584"/>
                    <a:pt x="334" y="1036"/>
                    <a:pt x="501" y="1489"/>
                  </a:cubicBezTo>
                  <a:cubicBezTo>
                    <a:pt x="1168" y="3382"/>
                    <a:pt x="1965" y="5227"/>
                    <a:pt x="2989" y="6954"/>
                  </a:cubicBezTo>
                  <a:cubicBezTo>
                    <a:pt x="3299" y="7466"/>
                    <a:pt x="3668" y="7966"/>
                    <a:pt x="4013" y="8466"/>
                  </a:cubicBezTo>
                  <a:cubicBezTo>
                    <a:pt x="4085" y="8561"/>
                    <a:pt x="4180" y="8632"/>
                    <a:pt x="4251" y="8704"/>
                  </a:cubicBezTo>
                  <a:cubicBezTo>
                    <a:pt x="4251" y="8692"/>
                    <a:pt x="4263" y="8692"/>
                    <a:pt x="4287" y="8680"/>
                  </a:cubicBezTo>
                  <a:cubicBezTo>
                    <a:pt x="4263" y="8656"/>
                    <a:pt x="4251" y="8632"/>
                    <a:pt x="4239" y="8620"/>
                  </a:cubicBezTo>
                  <a:cubicBezTo>
                    <a:pt x="4013" y="8323"/>
                    <a:pt x="3775" y="8025"/>
                    <a:pt x="3573" y="7704"/>
                  </a:cubicBezTo>
                  <a:cubicBezTo>
                    <a:pt x="2715" y="6418"/>
                    <a:pt x="2025" y="5013"/>
                    <a:pt x="1430" y="3584"/>
                  </a:cubicBezTo>
                  <a:cubicBezTo>
                    <a:pt x="965" y="2453"/>
                    <a:pt x="548" y="1310"/>
                    <a:pt x="96" y="179"/>
                  </a:cubicBezTo>
                  <a:cubicBezTo>
                    <a:pt x="84" y="119"/>
                    <a:pt x="60" y="60"/>
                    <a:pt x="2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66"/>
            <p:cNvSpPr/>
            <p:nvPr/>
          </p:nvSpPr>
          <p:spPr>
            <a:xfrm>
              <a:off x="4768450" y="1718500"/>
              <a:ext cx="82175" cy="219400"/>
            </a:xfrm>
            <a:custGeom>
              <a:avLst/>
              <a:gdLst/>
              <a:ahLst/>
              <a:cxnLst/>
              <a:rect l="l" t="t" r="r" b="b"/>
              <a:pathLst>
                <a:path w="3287" h="8776" extrusionOk="0">
                  <a:moveTo>
                    <a:pt x="3286" y="0"/>
                  </a:moveTo>
                  <a:lnTo>
                    <a:pt x="3286" y="0"/>
                  </a:lnTo>
                  <a:cubicBezTo>
                    <a:pt x="3012" y="584"/>
                    <a:pt x="2715" y="1143"/>
                    <a:pt x="2477" y="1703"/>
                  </a:cubicBezTo>
                  <a:cubicBezTo>
                    <a:pt x="2000" y="2822"/>
                    <a:pt x="1488" y="3929"/>
                    <a:pt x="1131" y="5084"/>
                  </a:cubicBezTo>
                  <a:cubicBezTo>
                    <a:pt x="965" y="5608"/>
                    <a:pt x="774" y="6132"/>
                    <a:pt x="607" y="6668"/>
                  </a:cubicBezTo>
                  <a:cubicBezTo>
                    <a:pt x="417" y="7275"/>
                    <a:pt x="238" y="7882"/>
                    <a:pt x="60" y="8489"/>
                  </a:cubicBezTo>
                  <a:cubicBezTo>
                    <a:pt x="36" y="8585"/>
                    <a:pt x="12" y="8668"/>
                    <a:pt x="0" y="8763"/>
                  </a:cubicBezTo>
                  <a:cubicBezTo>
                    <a:pt x="12" y="8763"/>
                    <a:pt x="36" y="8775"/>
                    <a:pt x="48" y="8775"/>
                  </a:cubicBezTo>
                  <a:cubicBezTo>
                    <a:pt x="95" y="8692"/>
                    <a:pt x="143" y="8597"/>
                    <a:pt x="179" y="8501"/>
                  </a:cubicBezTo>
                  <a:cubicBezTo>
                    <a:pt x="262" y="8228"/>
                    <a:pt x="345" y="7942"/>
                    <a:pt x="417" y="7680"/>
                  </a:cubicBezTo>
                  <a:cubicBezTo>
                    <a:pt x="536" y="7263"/>
                    <a:pt x="643" y="6858"/>
                    <a:pt x="774" y="6442"/>
                  </a:cubicBezTo>
                  <a:cubicBezTo>
                    <a:pt x="893" y="6061"/>
                    <a:pt x="1024" y="5680"/>
                    <a:pt x="1155" y="5299"/>
                  </a:cubicBezTo>
                  <a:cubicBezTo>
                    <a:pt x="1334" y="4751"/>
                    <a:pt x="1524" y="4179"/>
                    <a:pt x="1738" y="3632"/>
                  </a:cubicBezTo>
                  <a:cubicBezTo>
                    <a:pt x="2119" y="2703"/>
                    <a:pt x="2536" y="1786"/>
                    <a:pt x="2917" y="858"/>
                  </a:cubicBezTo>
                  <a:cubicBezTo>
                    <a:pt x="3048" y="584"/>
                    <a:pt x="3167" y="286"/>
                    <a:pt x="328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66"/>
            <p:cNvSpPr/>
            <p:nvPr/>
          </p:nvSpPr>
          <p:spPr>
            <a:xfrm>
              <a:off x="4500250" y="2818625"/>
              <a:ext cx="197075" cy="53600"/>
            </a:xfrm>
            <a:custGeom>
              <a:avLst/>
              <a:gdLst/>
              <a:ahLst/>
              <a:cxnLst/>
              <a:rect l="l" t="t" r="r" b="b"/>
              <a:pathLst>
                <a:path w="7883" h="2144" extrusionOk="0">
                  <a:moveTo>
                    <a:pt x="7859" y="1"/>
                  </a:moveTo>
                  <a:cubicBezTo>
                    <a:pt x="7763" y="13"/>
                    <a:pt x="7656" y="25"/>
                    <a:pt x="7573" y="48"/>
                  </a:cubicBezTo>
                  <a:cubicBezTo>
                    <a:pt x="5585" y="358"/>
                    <a:pt x="3596" y="810"/>
                    <a:pt x="1679" y="1453"/>
                  </a:cubicBezTo>
                  <a:cubicBezTo>
                    <a:pt x="1191" y="1620"/>
                    <a:pt x="715" y="1787"/>
                    <a:pt x="227" y="1965"/>
                  </a:cubicBezTo>
                  <a:cubicBezTo>
                    <a:pt x="143" y="2001"/>
                    <a:pt x="72" y="2037"/>
                    <a:pt x="1" y="2072"/>
                  </a:cubicBezTo>
                  <a:cubicBezTo>
                    <a:pt x="13" y="2096"/>
                    <a:pt x="13" y="2108"/>
                    <a:pt x="24" y="2144"/>
                  </a:cubicBezTo>
                  <a:cubicBezTo>
                    <a:pt x="2572" y="1156"/>
                    <a:pt x="5204" y="489"/>
                    <a:pt x="7883" y="48"/>
                  </a:cubicBezTo>
                  <a:cubicBezTo>
                    <a:pt x="7871" y="36"/>
                    <a:pt x="7871" y="13"/>
                    <a:pt x="785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66"/>
            <p:cNvSpPr/>
            <p:nvPr/>
          </p:nvSpPr>
          <p:spPr>
            <a:xfrm>
              <a:off x="4091575" y="2390475"/>
              <a:ext cx="193500" cy="27525"/>
            </a:xfrm>
            <a:custGeom>
              <a:avLst/>
              <a:gdLst/>
              <a:ahLst/>
              <a:cxnLst/>
              <a:rect l="l" t="t" r="r" b="b"/>
              <a:pathLst>
                <a:path w="7740" h="1101" extrusionOk="0">
                  <a:moveTo>
                    <a:pt x="5766" y="0"/>
                  </a:moveTo>
                  <a:cubicBezTo>
                    <a:pt x="5063" y="0"/>
                    <a:pt x="4360" y="80"/>
                    <a:pt x="3667" y="232"/>
                  </a:cubicBezTo>
                  <a:cubicBezTo>
                    <a:pt x="3155" y="351"/>
                    <a:pt x="2667" y="494"/>
                    <a:pt x="2167" y="613"/>
                  </a:cubicBezTo>
                  <a:cubicBezTo>
                    <a:pt x="1453" y="791"/>
                    <a:pt x="739" y="982"/>
                    <a:pt x="0" y="1089"/>
                  </a:cubicBezTo>
                  <a:cubicBezTo>
                    <a:pt x="48" y="1089"/>
                    <a:pt x="84" y="1101"/>
                    <a:pt x="96" y="1101"/>
                  </a:cubicBezTo>
                  <a:cubicBezTo>
                    <a:pt x="393" y="1053"/>
                    <a:pt x="703" y="1041"/>
                    <a:pt x="1000" y="958"/>
                  </a:cubicBezTo>
                  <a:cubicBezTo>
                    <a:pt x="1810" y="779"/>
                    <a:pt x="2608" y="577"/>
                    <a:pt x="3417" y="387"/>
                  </a:cubicBezTo>
                  <a:cubicBezTo>
                    <a:pt x="4215" y="194"/>
                    <a:pt x="5012" y="78"/>
                    <a:pt x="5819" y="78"/>
                  </a:cubicBezTo>
                  <a:cubicBezTo>
                    <a:pt x="6109" y="78"/>
                    <a:pt x="6399" y="93"/>
                    <a:pt x="6692" y="125"/>
                  </a:cubicBezTo>
                  <a:cubicBezTo>
                    <a:pt x="7049" y="160"/>
                    <a:pt x="7382" y="172"/>
                    <a:pt x="7739" y="208"/>
                  </a:cubicBezTo>
                  <a:cubicBezTo>
                    <a:pt x="7692" y="172"/>
                    <a:pt x="7656" y="148"/>
                    <a:pt x="7608" y="148"/>
                  </a:cubicBezTo>
                  <a:cubicBezTo>
                    <a:pt x="7394" y="113"/>
                    <a:pt x="7180" y="101"/>
                    <a:pt x="6954" y="77"/>
                  </a:cubicBezTo>
                  <a:cubicBezTo>
                    <a:pt x="6559" y="26"/>
                    <a:pt x="6162" y="0"/>
                    <a:pt x="576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66"/>
            <p:cNvSpPr/>
            <p:nvPr/>
          </p:nvSpPr>
          <p:spPr>
            <a:xfrm>
              <a:off x="4460075" y="2501025"/>
              <a:ext cx="125325" cy="145875"/>
            </a:xfrm>
            <a:custGeom>
              <a:avLst/>
              <a:gdLst/>
              <a:ahLst/>
              <a:cxnLst/>
              <a:rect l="l" t="t" r="r" b="b"/>
              <a:pathLst>
                <a:path w="5013" h="5835" extrusionOk="0">
                  <a:moveTo>
                    <a:pt x="4965" y="1"/>
                  </a:moveTo>
                  <a:cubicBezTo>
                    <a:pt x="4953" y="13"/>
                    <a:pt x="4941" y="13"/>
                    <a:pt x="4929" y="25"/>
                  </a:cubicBezTo>
                  <a:cubicBezTo>
                    <a:pt x="3929" y="799"/>
                    <a:pt x="2989" y="1632"/>
                    <a:pt x="2155" y="2596"/>
                  </a:cubicBezTo>
                  <a:cubicBezTo>
                    <a:pt x="1560" y="3299"/>
                    <a:pt x="1024" y="4025"/>
                    <a:pt x="548" y="4799"/>
                  </a:cubicBezTo>
                  <a:cubicBezTo>
                    <a:pt x="346" y="5120"/>
                    <a:pt x="179" y="5478"/>
                    <a:pt x="0" y="5799"/>
                  </a:cubicBezTo>
                  <a:cubicBezTo>
                    <a:pt x="12" y="5811"/>
                    <a:pt x="24" y="5811"/>
                    <a:pt x="48" y="5835"/>
                  </a:cubicBezTo>
                  <a:cubicBezTo>
                    <a:pt x="1262" y="3525"/>
                    <a:pt x="2965" y="1620"/>
                    <a:pt x="5013" y="25"/>
                  </a:cubicBezTo>
                  <a:cubicBezTo>
                    <a:pt x="5001" y="13"/>
                    <a:pt x="4989" y="1"/>
                    <a:pt x="496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66"/>
            <p:cNvSpPr/>
            <p:nvPr/>
          </p:nvSpPr>
          <p:spPr>
            <a:xfrm>
              <a:off x="4577950" y="1839650"/>
              <a:ext cx="32450" cy="154200"/>
            </a:xfrm>
            <a:custGeom>
              <a:avLst/>
              <a:gdLst/>
              <a:ahLst/>
              <a:cxnLst/>
              <a:rect l="l" t="t" r="r" b="b"/>
              <a:pathLst>
                <a:path w="1298" h="6168" extrusionOk="0">
                  <a:moveTo>
                    <a:pt x="0" y="0"/>
                  </a:moveTo>
                  <a:lnTo>
                    <a:pt x="0" y="0"/>
                  </a:lnTo>
                  <a:cubicBezTo>
                    <a:pt x="643" y="2048"/>
                    <a:pt x="1060" y="4084"/>
                    <a:pt x="1286" y="6168"/>
                  </a:cubicBezTo>
                  <a:cubicBezTo>
                    <a:pt x="1298" y="4786"/>
                    <a:pt x="417" y="572"/>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66"/>
            <p:cNvSpPr/>
            <p:nvPr/>
          </p:nvSpPr>
          <p:spPr>
            <a:xfrm>
              <a:off x="4316000" y="2727850"/>
              <a:ext cx="48550" cy="105975"/>
            </a:xfrm>
            <a:custGeom>
              <a:avLst/>
              <a:gdLst/>
              <a:ahLst/>
              <a:cxnLst/>
              <a:rect l="l" t="t" r="r" b="b"/>
              <a:pathLst>
                <a:path w="1942" h="4239" extrusionOk="0">
                  <a:moveTo>
                    <a:pt x="1" y="0"/>
                  </a:moveTo>
                  <a:lnTo>
                    <a:pt x="1" y="0"/>
                  </a:lnTo>
                  <a:cubicBezTo>
                    <a:pt x="536" y="1465"/>
                    <a:pt x="1167" y="2894"/>
                    <a:pt x="1941" y="4239"/>
                  </a:cubicBezTo>
                  <a:cubicBezTo>
                    <a:pt x="1298" y="2834"/>
                    <a:pt x="644" y="1417"/>
                    <a:pt x="1"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66"/>
            <p:cNvSpPr/>
            <p:nvPr/>
          </p:nvSpPr>
          <p:spPr>
            <a:xfrm>
              <a:off x="4557100" y="2818075"/>
              <a:ext cx="108075" cy="29450"/>
            </a:xfrm>
            <a:custGeom>
              <a:avLst/>
              <a:gdLst/>
              <a:ahLst/>
              <a:cxnLst/>
              <a:rect l="l" t="t" r="r" b="b"/>
              <a:pathLst>
                <a:path w="4323" h="1178" extrusionOk="0">
                  <a:moveTo>
                    <a:pt x="4307" y="1"/>
                  </a:moveTo>
                  <a:cubicBezTo>
                    <a:pt x="4304" y="1"/>
                    <a:pt x="4304" y="5"/>
                    <a:pt x="4308" y="11"/>
                  </a:cubicBezTo>
                  <a:lnTo>
                    <a:pt x="4308" y="11"/>
                  </a:lnTo>
                  <a:cubicBezTo>
                    <a:pt x="4313" y="11"/>
                    <a:pt x="4318" y="11"/>
                    <a:pt x="4323" y="11"/>
                  </a:cubicBezTo>
                  <a:cubicBezTo>
                    <a:pt x="4315" y="3"/>
                    <a:pt x="4310" y="1"/>
                    <a:pt x="4307" y="1"/>
                  </a:cubicBezTo>
                  <a:close/>
                  <a:moveTo>
                    <a:pt x="4308" y="11"/>
                  </a:moveTo>
                  <a:lnTo>
                    <a:pt x="4308" y="11"/>
                  </a:lnTo>
                  <a:cubicBezTo>
                    <a:pt x="4267" y="11"/>
                    <a:pt x="4236" y="12"/>
                    <a:pt x="4204" y="23"/>
                  </a:cubicBezTo>
                  <a:cubicBezTo>
                    <a:pt x="3275" y="225"/>
                    <a:pt x="2334" y="428"/>
                    <a:pt x="1418" y="666"/>
                  </a:cubicBezTo>
                  <a:cubicBezTo>
                    <a:pt x="989" y="761"/>
                    <a:pt x="584" y="928"/>
                    <a:pt x="179" y="1059"/>
                  </a:cubicBezTo>
                  <a:cubicBezTo>
                    <a:pt x="108" y="1082"/>
                    <a:pt x="60" y="1118"/>
                    <a:pt x="1" y="1154"/>
                  </a:cubicBezTo>
                  <a:cubicBezTo>
                    <a:pt x="1" y="1154"/>
                    <a:pt x="13" y="1166"/>
                    <a:pt x="13" y="1178"/>
                  </a:cubicBezTo>
                  <a:cubicBezTo>
                    <a:pt x="1418" y="654"/>
                    <a:pt x="2870" y="356"/>
                    <a:pt x="4323" y="23"/>
                  </a:cubicBezTo>
                  <a:cubicBezTo>
                    <a:pt x="4316" y="19"/>
                    <a:pt x="4311" y="15"/>
                    <a:pt x="4308" y="1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66"/>
            <p:cNvSpPr/>
            <p:nvPr/>
          </p:nvSpPr>
          <p:spPr>
            <a:xfrm>
              <a:off x="4800000" y="1770575"/>
              <a:ext cx="35450" cy="85475"/>
            </a:xfrm>
            <a:custGeom>
              <a:avLst/>
              <a:gdLst/>
              <a:ahLst/>
              <a:cxnLst/>
              <a:rect l="l" t="t" r="r" b="b"/>
              <a:pathLst>
                <a:path w="1418" h="3419" extrusionOk="0">
                  <a:moveTo>
                    <a:pt x="1417" y="1"/>
                  </a:moveTo>
                  <a:lnTo>
                    <a:pt x="1417" y="1"/>
                  </a:lnTo>
                  <a:cubicBezTo>
                    <a:pt x="1322" y="168"/>
                    <a:pt x="1227" y="299"/>
                    <a:pt x="1167" y="465"/>
                  </a:cubicBezTo>
                  <a:cubicBezTo>
                    <a:pt x="786" y="1382"/>
                    <a:pt x="405" y="2323"/>
                    <a:pt x="36" y="3239"/>
                  </a:cubicBezTo>
                  <a:cubicBezTo>
                    <a:pt x="12" y="3299"/>
                    <a:pt x="12" y="3358"/>
                    <a:pt x="0" y="3418"/>
                  </a:cubicBezTo>
                  <a:lnTo>
                    <a:pt x="36" y="3418"/>
                  </a:lnTo>
                  <a:cubicBezTo>
                    <a:pt x="488" y="2275"/>
                    <a:pt x="953" y="1144"/>
                    <a:pt x="141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82" name="Google Shape;1082;p66"/>
          <p:cNvPicPr preferRelativeResize="0"/>
          <p:nvPr/>
        </p:nvPicPr>
        <p:blipFill rotWithShape="1">
          <a:blip r:embed="rId7">
            <a:alphaModFix/>
          </a:blip>
          <a:srcRect l="28680" t="19555" r="23804" b="32703"/>
          <a:stretch/>
        </p:blipFill>
        <p:spPr>
          <a:xfrm rot="204534">
            <a:off x="582009" y="3364409"/>
            <a:ext cx="1287877" cy="727828"/>
          </a:xfrm>
          <a:prstGeom prst="rect">
            <a:avLst/>
          </a:prstGeom>
          <a:noFill/>
          <a:ln>
            <a:noFill/>
          </a:ln>
        </p:spPr>
      </p:pic>
      <p:sp>
        <p:nvSpPr>
          <p:cNvPr id="1083" name="Google Shape;1083;p66">
            <a:hlinkClick r:id="rId8"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084" name="Google Shape;1084;p66">
            <a:hlinkClick r:id="rId9"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085" name="Google Shape;1085;p66">
            <a:hlinkClick r:id="rId10"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086" name="Google Shape;1086;p66">
            <a:hlinkClick r:id="rId11"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087" name="Google Shape;1087;p66">
            <a:hlinkClick r:id="rId12"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2"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p67"/>
          <p:cNvSpPr txBox="1">
            <a:spLocks noGrp="1"/>
          </p:cNvSpPr>
          <p:nvPr>
            <p:ph type="subTitle" idx="1"/>
          </p:nvPr>
        </p:nvSpPr>
        <p:spPr>
          <a:xfrm>
            <a:off x="1010100" y="1826200"/>
            <a:ext cx="20229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Mercure</a:t>
            </a:r>
            <a:endParaRPr/>
          </a:p>
        </p:txBody>
      </p:sp>
      <p:sp>
        <p:nvSpPr>
          <p:cNvPr id="1093" name="Google Shape;1093;p67"/>
          <p:cNvSpPr txBox="1">
            <a:spLocks noGrp="1"/>
          </p:cNvSpPr>
          <p:nvPr>
            <p:ph type="subTitle" idx="2"/>
          </p:nvPr>
        </p:nvSpPr>
        <p:spPr>
          <a:xfrm>
            <a:off x="1010100" y="2174697"/>
            <a:ext cx="20229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Mercure est la planète la plus proche du Soleil</a:t>
            </a:r>
            <a:endParaRPr/>
          </a:p>
        </p:txBody>
      </p:sp>
      <p:sp>
        <p:nvSpPr>
          <p:cNvPr id="1094" name="Google Shape;1094;p67"/>
          <p:cNvSpPr txBox="1">
            <a:spLocks noGrp="1"/>
          </p:cNvSpPr>
          <p:nvPr>
            <p:ph type="title"/>
          </p:nvPr>
        </p:nvSpPr>
        <p:spPr>
          <a:xfrm>
            <a:off x="713225" y="441475"/>
            <a:ext cx="7717500" cy="117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Revoir les concepts est une bonne idée</a:t>
            </a:r>
            <a:endParaRPr/>
          </a:p>
        </p:txBody>
      </p:sp>
      <p:sp>
        <p:nvSpPr>
          <p:cNvPr id="1095" name="Google Shape;1095;p67"/>
          <p:cNvSpPr txBox="1">
            <a:spLocks noGrp="1"/>
          </p:cNvSpPr>
          <p:nvPr>
            <p:ph type="subTitle" idx="3"/>
          </p:nvPr>
        </p:nvSpPr>
        <p:spPr>
          <a:xfrm>
            <a:off x="3560525" y="1826200"/>
            <a:ext cx="20229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Vénus</a:t>
            </a:r>
            <a:endParaRPr/>
          </a:p>
        </p:txBody>
      </p:sp>
      <p:sp>
        <p:nvSpPr>
          <p:cNvPr id="1096" name="Google Shape;1096;p67"/>
          <p:cNvSpPr txBox="1">
            <a:spLocks noGrp="1"/>
          </p:cNvSpPr>
          <p:nvPr>
            <p:ph type="subTitle" idx="4"/>
          </p:nvPr>
        </p:nvSpPr>
        <p:spPr>
          <a:xfrm>
            <a:off x="3560525" y="2174697"/>
            <a:ext cx="20229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Vénus a un beau nom, mais il fait très chaud</a:t>
            </a:r>
            <a:endParaRPr/>
          </a:p>
        </p:txBody>
      </p:sp>
      <p:sp>
        <p:nvSpPr>
          <p:cNvPr id="1097" name="Google Shape;1097;p67"/>
          <p:cNvSpPr txBox="1">
            <a:spLocks noGrp="1"/>
          </p:cNvSpPr>
          <p:nvPr>
            <p:ph type="subTitle" idx="5"/>
          </p:nvPr>
        </p:nvSpPr>
        <p:spPr>
          <a:xfrm>
            <a:off x="6110950" y="1826200"/>
            <a:ext cx="20229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1098" name="Google Shape;1098;p67"/>
          <p:cNvSpPr txBox="1">
            <a:spLocks noGrp="1"/>
          </p:cNvSpPr>
          <p:nvPr>
            <p:ph type="subTitle" idx="6"/>
          </p:nvPr>
        </p:nvSpPr>
        <p:spPr>
          <a:xfrm>
            <a:off x="6110950" y="2174697"/>
            <a:ext cx="20229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Mars est en fait un endroit très froid</a:t>
            </a:r>
            <a:endParaRPr/>
          </a:p>
        </p:txBody>
      </p:sp>
      <p:sp>
        <p:nvSpPr>
          <p:cNvPr id="1099" name="Google Shape;1099;p67"/>
          <p:cNvSpPr txBox="1">
            <a:spLocks noGrp="1"/>
          </p:cNvSpPr>
          <p:nvPr>
            <p:ph type="subTitle" idx="7"/>
          </p:nvPr>
        </p:nvSpPr>
        <p:spPr>
          <a:xfrm>
            <a:off x="1010100" y="3076400"/>
            <a:ext cx="20229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1100" name="Google Shape;1100;p67"/>
          <p:cNvSpPr txBox="1">
            <a:spLocks noGrp="1"/>
          </p:cNvSpPr>
          <p:nvPr>
            <p:ph type="subTitle" idx="8"/>
          </p:nvPr>
        </p:nvSpPr>
        <p:spPr>
          <a:xfrm>
            <a:off x="1010100" y="3424897"/>
            <a:ext cx="20229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Jupiter est la plus grande planète de toutes</a:t>
            </a:r>
            <a:endParaRPr/>
          </a:p>
        </p:txBody>
      </p:sp>
      <p:sp>
        <p:nvSpPr>
          <p:cNvPr id="1101" name="Google Shape;1101;p67"/>
          <p:cNvSpPr txBox="1">
            <a:spLocks noGrp="1"/>
          </p:cNvSpPr>
          <p:nvPr>
            <p:ph type="subTitle" idx="9"/>
          </p:nvPr>
        </p:nvSpPr>
        <p:spPr>
          <a:xfrm>
            <a:off x="3560525" y="3076400"/>
            <a:ext cx="20229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Saturne</a:t>
            </a:r>
            <a:endParaRPr/>
          </a:p>
        </p:txBody>
      </p:sp>
      <p:sp>
        <p:nvSpPr>
          <p:cNvPr id="1102" name="Google Shape;1102;p67"/>
          <p:cNvSpPr txBox="1">
            <a:spLocks noGrp="1"/>
          </p:cNvSpPr>
          <p:nvPr>
            <p:ph type="subTitle" idx="13"/>
          </p:nvPr>
        </p:nvSpPr>
        <p:spPr>
          <a:xfrm>
            <a:off x="3560525" y="3424897"/>
            <a:ext cx="20229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Saturne est composée d'hydrogène et d'hélium</a:t>
            </a:r>
            <a:endParaRPr/>
          </a:p>
        </p:txBody>
      </p:sp>
      <p:sp>
        <p:nvSpPr>
          <p:cNvPr id="1103" name="Google Shape;1103;p67"/>
          <p:cNvSpPr txBox="1">
            <a:spLocks noGrp="1"/>
          </p:cNvSpPr>
          <p:nvPr>
            <p:ph type="subTitle" idx="14"/>
          </p:nvPr>
        </p:nvSpPr>
        <p:spPr>
          <a:xfrm>
            <a:off x="6110950" y="3076400"/>
            <a:ext cx="20229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Neptune</a:t>
            </a:r>
            <a:endParaRPr/>
          </a:p>
        </p:txBody>
      </p:sp>
      <p:sp>
        <p:nvSpPr>
          <p:cNvPr id="1104" name="Google Shape;1104;p67"/>
          <p:cNvSpPr txBox="1">
            <a:spLocks noGrp="1"/>
          </p:cNvSpPr>
          <p:nvPr>
            <p:ph type="subTitle" idx="15"/>
          </p:nvPr>
        </p:nvSpPr>
        <p:spPr>
          <a:xfrm>
            <a:off x="6110950" y="3424897"/>
            <a:ext cx="20229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Neptune est la planète la plus éloignée du Soleil</a:t>
            </a:r>
            <a:endParaRPr/>
          </a:p>
        </p:txBody>
      </p:sp>
      <p:pic>
        <p:nvPicPr>
          <p:cNvPr id="1105" name="Google Shape;1105;p67"/>
          <p:cNvPicPr preferRelativeResize="0"/>
          <p:nvPr/>
        </p:nvPicPr>
        <p:blipFill rotWithShape="1">
          <a:blip r:embed="rId3">
            <a:alphaModFix/>
          </a:blip>
          <a:srcRect l="28680" t="19555" r="23804" b="32703"/>
          <a:stretch/>
        </p:blipFill>
        <p:spPr>
          <a:xfrm rot="-2342612">
            <a:off x="-45365" y="1211034"/>
            <a:ext cx="1287878" cy="727829"/>
          </a:xfrm>
          <a:prstGeom prst="rect">
            <a:avLst/>
          </a:prstGeom>
          <a:noFill/>
          <a:ln>
            <a:noFill/>
          </a:ln>
        </p:spPr>
      </p:pic>
      <p:sp>
        <p:nvSpPr>
          <p:cNvPr id="1106" name="Google Shape;1106;p67">
            <a:hlinkClick r:id="rId4"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4"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107" name="Google Shape;1107;p67">
            <a:hlinkClick r:id="rId5"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5"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108" name="Google Shape;1108;p67">
            <a:hlinkClick r:id="rId6"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6"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109" name="Google Shape;1109;p67">
            <a:hlinkClick r:id="rId7"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110" name="Google Shape;1110;p67">
            <a:hlinkClick r:id="rId8"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pic>
        <p:nvPicPr>
          <p:cNvPr id="1115" name="Google Shape;1115;p68"/>
          <p:cNvPicPr preferRelativeResize="0"/>
          <p:nvPr/>
        </p:nvPicPr>
        <p:blipFill rotWithShape="1">
          <a:blip r:embed="rId3">
            <a:alphaModFix amt="76000"/>
          </a:blip>
          <a:srcRect l="37412" t="9009" r="30455" b="20771"/>
          <a:stretch/>
        </p:blipFill>
        <p:spPr>
          <a:xfrm>
            <a:off x="7711247" y="2689027"/>
            <a:ext cx="567451" cy="697526"/>
          </a:xfrm>
          <a:prstGeom prst="rect">
            <a:avLst/>
          </a:prstGeom>
          <a:noFill/>
          <a:ln>
            <a:noFill/>
          </a:ln>
        </p:spPr>
      </p:pic>
      <p:pic>
        <p:nvPicPr>
          <p:cNvPr id="1116" name="Google Shape;1116;p68"/>
          <p:cNvPicPr preferRelativeResize="0"/>
          <p:nvPr/>
        </p:nvPicPr>
        <p:blipFill rotWithShape="1">
          <a:blip r:embed="rId3">
            <a:alphaModFix amt="76000"/>
          </a:blip>
          <a:srcRect l="37412" t="9009" r="30455" b="20771"/>
          <a:stretch/>
        </p:blipFill>
        <p:spPr>
          <a:xfrm>
            <a:off x="7711247" y="1452489"/>
            <a:ext cx="567451" cy="697526"/>
          </a:xfrm>
          <a:prstGeom prst="rect">
            <a:avLst/>
          </a:prstGeom>
          <a:noFill/>
          <a:ln>
            <a:noFill/>
          </a:ln>
        </p:spPr>
      </p:pic>
      <p:sp>
        <p:nvSpPr>
          <p:cNvPr id="1117" name="Google Shape;1117;p68"/>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C'est une carte</a:t>
            </a:r>
            <a:endParaRPr/>
          </a:p>
        </p:txBody>
      </p:sp>
      <p:grpSp>
        <p:nvGrpSpPr>
          <p:cNvPr id="1118" name="Google Shape;1118;p68"/>
          <p:cNvGrpSpPr/>
          <p:nvPr/>
        </p:nvGrpSpPr>
        <p:grpSpPr>
          <a:xfrm>
            <a:off x="713230" y="1427091"/>
            <a:ext cx="4079359" cy="2426519"/>
            <a:chOff x="238125" y="732525"/>
            <a:chExt cx="7130500" cy="4241425"/>
          </a:xfrm>
        </p:grpSpPr>
        <p:sp>
          <p:nvSpPr>
            <p:cNvPr id="1119" name="Google Shape;1119;p68"/>
            <p:cNvSpPr/>
            <p:nvPr/>
          </p:nvSpPr>
          <p:spPr>
            <a:xfrm>
              <a:off x="3175800" y="1003350"/>
              <a:ext cx="3741725" cy="3331975"/>
            </a:xfrm>
            <a:custGeom>
              <a:avLst/>
              <a:gdLst/>
              <a:ahLst/>
              <a:cxnLst/>
              <a:rect l="l" t="t" r="r" b="b"/>
              <a:pathLst>
                <a:path w="149669" h="133279" extrusionOk="0">
                  <a:moveTo>
                    <a:pt x="81445" y="1"/>
                  </a:moveTo>
                  <a:lnTo>
                    <a:pt x="79450" y="1466"/>
                  </a:lnTo>
                  <a:lnTo>
                    <a:pt x="78288" y="3145"/>
                  </a:lnTo>
                  <a:lnTo>
                    <a:pt x="77341" y="834"/>
                  </a:lnTo>
                  <a:lnTo>
                    <a:pt x="75131" y="834"/>
                  </a:lnTo>
                  <a:lnTo>
                    <a:pt x="73868" y="2413"/>
                  </a:lnTo>
                  <a:lnTo>
                    <a:pt x="73161" y="4888"/>
                  </a:lnTo>
                  <a:lnTo>
                    <a:pt x="69891" y="7325"/>
                  </a:lnTo>
                  <a:lnTo>
                    <a:pt x="68313" y="10330"/>
                  </a:lnTo>
                  <a:lnTo>
                    <a:pt x="69474" y="11466"/>
                  </a:lnTo>
                  <a:lnTo>
                    <a:pt x="66318" y="13247"/>
                  </a:lnTo>
                  <a:lnTo>
                    <a:pt x="67782" y="14825"/>
                  </a:lnTo>
                  <a:lnTo>
                    <a:pt x="69790" y="15873"/>
                  </a:lnTo>
                  <a:lnTo>
                    <a:pt x="68729" y="16504"/>
                  </a:lnTo>
                  <a:lnTo>
                    <a:pt x="65888" y="14812"/>
                  </a:lnTo>
                  <a:lnTo>
                    <a:pt x="65257" y="16605"/>
                  </a:lnTo>
                  <a:lnTo>
                    <a:pt x="63994" y="17439"/>
                  </a:lnTo>
                  <a:lnTo>
                    <a:pt x="65358" y="21644"/>
                  </a:lnTo>
                  <a:lnTo>
                    <a:pt x="67050" y="21959"/>
                  </a:lnTo>
                  <a:lnTo>
                    <a:pt x="68199" y="22906"/>
                  </a:lnTo>
                  <a:cubicBezTo>
                    <a:pt x="67252" y="23336"/>
                    <a:pt x="65674" y="23651"/>
                    <a:pt x="65674" y="23651"/>
                  </a:cubicBezTo>
                  <a:lnTo>
                    <a:pt x="66419" y="25230"/>
                  </a:lnTo>
                  <a:lnTo>
                    <a:pt x="65358" y="26593"/>
                  </a:lnTo>
                  <a:lnTo>
                    <a:pt x="63577" y="25962"/>
                  </a:lnTo>
                  <a:lnTo>
                    <a:pt x="64625" y="23967"/>
                  </a:lnTo>
                  <a:lnTo>
                    <a:pt x="63262" y="20394"/>
                  </a:lnTo>
                  <a:lnTo>
                    <a:pt x="62214" y="17439"/>
                  </a:lnTo>
                  <a:lnTo>
                    <a:pt x="61368" y="15343"/>
                  </a:lnTo>
                  <a:lnTo>
                    <a:pt x="59688" y="14711"/>
                  </a:lnTo>
                  <a:lnTo>
                    <a:pt x="58842" y="18386"/>
                  </a:lnTo>
                  <a:lnTo>
                    <a:pt x="58792" y="21012"/>
                  </a:lnTo>
                  <a:lnTo>
                    <a:pt x="60951" y="22906"/>
                  </a:lnTo>
                  <a:lnTo>
                    <a:pt x="60951" y="24485"/>
                  </a:lnTo>
                  <a:lnTo>
                    <a:pt x="58009" y="23020"/>
                  </a:lnTo>
                  <a:lnTo>
                    <a:pt x="55319" y="22389"/>
                  </a:lnTo>
                  <a:lnTo>
                    <a:pt x="54978" y="23437"/>
                  </a:lnTo>
                  <a:lnTo>
                    <a:pt x="55547" y="24598"/>
                  </a:lnTo>
                  <a:lnTo>
                    <a:pt x="52516" y="25230"/>
                  </a:lnTo>
                  <a:lnTo>
                    <a:pt x="48526" y="27326"/>
                  </a:lnTo>
                  <a:lnTo>
                    <a:pt x="46632" y="29535"/>
                  </a:lnTo>
                  <a:lnTo>
                    <a:pt x="46114" y="26909"/>
                  </a:lnTo>
                  <a:lnTo>
                    <a:pt x="44852" y="26391"/>
                  </a:lnTo>
                  <a:lnTo>
                    <a:pt x="44536" y="29119"/>
                  </a:lnTo>
                  <a:lnTo>
                    <a:pt x="42326" y="30381"/>
                  </a:lnTo>
                  <a:lnTo>
                    <a:pt x="43488" y="32162"/>
                  </a:lnTo>
                  <a:lnTo>
                    <a:pt x="41379" y="32061"/>
                  </a:lnTo>
                  <a:lnTo>
                    <a:pt x="40647" y="33223"/>
                  </a:lnTo>
                  <a:lnTo>
                    <a:pt x="39169" y="30381"/>
                  </a:lnTo>
                  <a:lnTo>
                    <a:pt x="37490" y="29119"/>
                  </a:lnTo>
                  <a:lnTo>
                    <a:pt x="37490" y="29119"/>
                  </a:lnTo>
                  <a:lnTo>
                    <a:pt x="40748" y="29750"/>
                  </a:lnTo>
                  <a:lnTo>
                    <a:pt x="42225" y="28803"/>
                  </a:lnTo>
                  <a:lnTo>
                    <a:pt x="41379" y="26593"/>
                  </a:lnTo>
                  <a:lnTo>
                    <a:pt x="37806" y="24699"/>
                  </a:lnTo>
                  <a:lnTo>
                    <a:pt x="35078" y="23538"/>
                  </a:lnTo>
                  <a:lnTo>
                    <a:pt x="32654" y="22906"/>
                  </a:lnTo>
                  <a:lnTo>
                    <a:pt x="29181" y="24068"/>
                  </a:lnTo>
                  <a:lnTo>
                    <a:pt x="25292" y="28172"/>
                  </a:lnTo>
                  <a:lnTo>
                    <a:pt x="22767" y="31745"/>
                  </a:lnTo>
                  <a:lnTo>
                    <a:pt x="21403" y="34586"/>
                  </a:lnTo>
                  <a:lnTo>
                    <a:pt x="18878" y="37112"/>
                  </a:lnTo>
                  <a:lnTo>
                    <a:pt x="18082" y="38892"/>
                  </a:lnTo>
                  <a:lnTo>
                    <a:pt x="19130" y="42680"/>
                  </a:lnTo>
                  <a:lnTo>
                    <a:pt x="20923" y="42364"/>
                  </a:lnTo>
                  <a:lnTo>
                    <a:pt x="22186" y="40786"/>
                  </a:lnTo>
                  <a:lnTo>
                    <a:pt x="23651" y="43311"/>
                  </a:lnTo>
                  <a:lnTo>
                    <a:pt x="23449" y="44776"/>
                  </a:lnTo>
                  <a:lnTo>
                    <a:pt x="26441" y="45092"/>
                  </a:lnTo>
                  <a:cubicBezTo>
                    <a:pt x="26441" y="45092"/>
                    <a:pt x="28058" y="42882"/>
                    <a:pt x="28058" y="42566"/>
                  </a:cubicBezTo>
                  <a:cubicBezTo>
                    <a:pt x="28058" y="42251"/>
                    <a:pt x="28487" y="40256"/>
                    <a:pt x="28487" y="40256"/>
                  </a:cubicBezTo>
                  <a:lnTo>
                    <a:pt x="26909" y="37932"/>
                  </a:lnTo>
                  <a:lnTo>
                    <a:pt x="27111" y="35622"/>
                  </a:lnTo>
                  <a:lnTo>
                    <a:pt x="28904" y="34157"/>
                  </a:lnTo>
                  <a:lnTo>
                    <a:pt x="29535" y="32364"/>
                  </a:lnTo>
                  <a:lnTo>
                    <a:pt x="30899" y="31202"/>
                  </a:lnTo>
                  <a:lnTo>
                    <a:pt x="32376" y="32263"/>
                  </a:lnTo>
                  <a:lnTo>
                    <a:pt x="29535" y="35836"/>
                  </a:lnTo>
                  <a:lnTo>
                    <a:pt x="30684" y="39309"/>
                  </a:lnTo>
                  <a:lnTo>
                    <a:pt x="32477" y="39523"/>
                  </a:lnTo>
                  <a:lnTo>
                    <a:pt x="35002" y="38778"/>
                  </a:lnTo>
                  <a:lnTo>
                    <a:pt x="36467" y="39725"/>
                  </a:lnTo>
                  <a:lnTo>
                    <a:pt x="34257" y="41089"/>
                  </a:lnTo>
                  <a:lnTo>
                    <a:pt x="31416" y="41203"/>
                  </a:lnTo>
                  <a:lnTo>
                    <a:pt x="31101" y="42983"/>
                  </a:lnTo>
                  <a:lnTo>
                    <a:pt x="29952" y="44360"/>
                  </a:lnTo>
                  <a:lnTo>
                    <a:pt x="29219" y="46822"/>
                  </a:lnTo>
                  <a:lnTo>
                    <a:pt x="25532" y="47504"/>
                  </a:lnTo>
                  <a:lnTo>
                    <a:pt x="21555" y="47504"/>
                  </a:lnTo>
                  <a:lnTo>
                    <a:pt x="22287" y="45092"/>
                  </a:lnTo>
                  <a:lnTo>
                    <a:pt x="21239" y="43880"/>
                  </a:lnTo>
                  <a:lnTo>
                    <a:pt x="19976" y="45382"/>
                  </a:lnTo>
                  <a:lnTo>
                    <a:pt x="19762" y="48072"/>
                  </a:lnTo>
                  <a:lnTo>
                    <a:pt x="17022" y="49208"/>
                  </a:lnTo>
                  <a:lnTo>
                    <a:pt x="16075" y="52618"/>
                  </a:lnTo>
                  <a:lnTo>
                    <a:pt x="14294" y="54448"/>
                  </a:lnTo>
                  <a:lnTo>
                    <a:pt x="12716" y="54448"/>
                  </a:lnTo>
                  <a:lnTo>
                    <a:pt x="10822" y="54764"/>
                  </a:lnTo>
                  <a:lnTo>
                    <a:pt x="12501" y="55648"/>
                  </a:lnTo>
                  <a:lnTo>
                    <a:pt x="13448" y="57681"/>
                  </a:lnTo>
                  <a:lnTo>
                    <a:pt x="11971" y="59209"/>
                  </a:lnTo>
                  <a:lnTo>
                    <a:pt x="8460" y="58780"/>
                  </a:lnTo>
                  <a:lnTo>
                    <a:pt x="6087" y="60017"/>
                  </a:lnTo>
                  <a:lnTo>
                    <a:pt x="6087" y="65484"/>
                  </a:lnTo>
                  <a:lnTo>
                    <a:pt x="8612" y="66217"/>
                  </a:lnTo>
                  <a:lnTo>
                    <a:pt x="9723" y="67164"/>
                  </a:lnTo>
                  <a:lnTo>
                    <a:pt x="11150" y="66318"/>
                  </a:lnTo>
                  <a:lnTo>
                    <a:pt x="13233" y="66431"/>
                  </a:lnTo>
                  <a:lnTo>
                    <a:pt x="15115" y="63691"/>
                  </a:lnTo>
                  <a:lnTo>
                    <a:pt x="16176" y="61797"/>
                  </a:lnTo>
                  <a:lnTo>
                    <a:pt x="17123" y="61381"/>
                  </a:lnTo>
                  <a:lnTo>
                    <a:pt x="17438" y="59600"/>
                  </a:lnTo>
                  <a:lnTo>
                    <a:pt x="19850" y="60232"/>
                  </a:lnTo>
                  <a:lnTo>
                    <a:pt x="21226" y="59487"/>
                  </a:lnTo>
                  <a:lnTo>
                    <a:pt x="22805" y="59487"/>
                  </a:lnTo>
                  <a:lnTo>
                    <a:pt x="24699" y="61595"/>
                  </a:lnTo>
                  <a:lnTo>
                    <a:pt x="26113" y="62909"/>
                  </a:lnTo>
                  <a:lnTo>
                    <a:pt x="26896" y="64222"/>
                  </a:lnTo>
                  <a:lnTo>
                    <a:pt x="26896" y="65484"/>
                  </a:lnTo>
                  <a:lnTo>
                    <a:pt x="28159" y="64752"/>
                  </a:lnTo>
                  <a:lnTo>
                    <a:pt x="28159" y="62959"/>
                  </a:lnTo>
                  <a:lnTo>
                    <a:pt x="29421" y="63376"/>
                  </a:lnTo>
                  <a:lnTo>
                    <a:pt x="29787" y="62542"/>
                  </a:lnTo>
                  <a:lnTo>
                    <a:pt x="27035" y="60964"/>
                  </a:lnTo>
                  <a:lnTo>
                    <a:pt x="24661" y="58653"/>
                  </a:lnTo>
                  <a:lnTo>
                    <a:pt x="25103" y="57075"/>
                  </a:lnTo>
                  <a:lnTo>
                    <a:pt x="27527" y="58754"/>
                  </a:lnTo>
                  <a:lnTo>
                    <a:pt x="30368" y="61595"/>
                  </a:lnTo>
                  <a:lnTo>
                    <a:pt x="31846" y="65383"/>
                  </a:lnTo>
                  <a:lnTo>
                    <a:pt x="33525" y="66671"/>
                  </a:lnTo>
                  <a:lnTo>
                    <a:pt x="34889" y="65383"/>
                  </a:lnTo>
                  <a:lnTo>
                    <a:pt x="33740" y="64020"/>
                  </a:lnTo>
                  <a:lnTo>
                    <a:pt x="35002" y="62643"/>
                  </a:lnTo>
                  <a:lnTo>
                    <a:pt x="36366" y="62441"/>
                  </a:lnTo>
                  <a:lnTo>
                    <a:pt x="37945" y="62126"/>
                  </a:lnTo>
                  <a:lnTo>
                    <a:pt x="37831" y="59701"/>
                  </a:lnTo>
                  <a:lnTo>
                    <a:pt x="39409" y="56343"/>
                  </a:lnTo>
                  <a:lnTo>
                    <a:pt x="41101" y="55913"/>
                  </a:lnTo>
                  <a:lnTo>
                    <a:pt x="41733" y="58237"/>
                  </a:lnTo>
                  <a:lnTo>
                    <a:pt x="43627" y="58237"/>
                  </a:lnTo>
                  <a:lnTo>
                    <a:pt x="43513" y="56759"/>
                  </a:lnTo>
                  <a:lnTo>
                    <a:pt x="45407" y="55547"/>
                  </a:lnTo>
                  <a:lnTo>
                    <a:pt x="44776" y="57466"/>
                  </a:lnTo>
                  <a:lnTo>
                    <a:pt x="47402" y="60168"/>
                  </a:lnTo>
                  <a:lnTo>
                    <a:pt x="49195" y="61507"/>
                  </a:lnTo>
                  <a:lnTo>
                    <a:pt x="45306" y="62340"/>
                  </a:lnTo>
                  <a:lnTo>
                    <a:pt x="42149" y="61494"/>
                  </a:lnTo>
                  <a:lnTo>
                    <a:pt x="39624" y="62126"/>
                  </a:lnTo>
                  <a:lnTo>
                    <a:pt x="38147" y="62972"/>
                  </a:lnTo>
                  <a:lnTo>
                    <a:pt x="37099" y="65497"/>
                  </a:lnTo>
                  <a:lnTo>
                    <a:pt x="38892" y="66671"/>
                  </a:lnTo>
                  <a:lnTo>
                    <a:pt x="41619" y="67366"/>
                  </a:lnTo>
                  <a:lnTo>
                    <a:pt x="44031" y="66002"/>
                  </a:lnTo>
                  <a:lnTo>
                    <a:pt x="44978" y="67366"/>
                  </a:lnTo>
                  <a:lnTo>
                    <a:pt x="44144" y="70523"/>
                  </a:lnTo>
                  <a:lnTo>
                    <a:pt x="41404" y="71785"/>
                  </a:lnTo>
                  <a:lnTo>
                    <a:pt x="38046" y="72316"/>
                  </a:lnTo>
                  <a:lnTo>
                    <a:pt x="32578" y="70737"/>
                  </a:lnTo>
                  <a:lnTo>
                    <a:pt x="30684" y="71053"/>
                  </a:lnTo>
                  <a:lnTo>
                    <a:pt x="29005" y="72518"/>
                  </a:lnTo>
                  <a:lnTo>
                    <a:pt x="26441" y="70422"/>
                  </a:lnTo>
                  <a:lnTo>
                    <a:pt x="23966" y="69891"/>
                  </a:lnTo>
                  <a:lnTo>
                    <a:pt x="23600" y="67139"/>
                  </a:lnTo>
                  <a:lnTo>
                    <a:pt x="22186" y="66823"/>
                  </a:lnTo>
                  <a:lnTo>
                    <a:pt x="20077" y="67164"/>
                  </a:lnTo>
                  <a:lnTo>
                    <a:pt x="15948" y="67139"/>
                  </a:lnTo>
                  <a:lnTo>
                    <a:pt x="11554" y="68742"/>
                  </a:lnTo>
                  <a:lnTo>
                    <a:pt x="10291" y="68111"/>
                  </a:lnTo>
                  <a:lnTo>
                    <a:pt x="8511" y="69891"/>
                  </a:lnTo>
                  <a:lnTo>
                    <a:pt x="6718" y="71785"/>
                  </a:lnTo>
                  <a:lnTo>
                    <a:pt x="6087" y="73793"/>
                  </a:lnTo>
                  <a:lnTo>
                    <a:pt x="3460" y="75687"/>
                  </a:lnTo>
                  <a:lnTo>
                    <a:pt x="1048" y="79564"/>
                  </a:lnTo>
                  <a:lnTo>
                    <a:pt x="0" y="82089"/>
                  </a:lnTo>
                  <a:lnTo>
                    <a:pt x="518" y="84501"/>
                  </a:lnTo>
                  <a:lnTo>
                    <a:pt x="0" y="87342"/>
                  </a:lnTo>
                  <a:lnTo>
                    <a:pt x="834" y="90814"/>
                  </a:lnTo>
                  <a:lnTo>
                    <a:pt x="3258" y="93340"/>
                  </a:lnTo>
                  <a:lnTo>
                    <a:pt x="5038" y="95234"/>
                  </a:lnTo>
                  <a:lnTo>
                    <a:pt x="8094" y="97027"/>
                  </a:lnTo>
                  <a:lnTo>
                    <a:pt x="10822" y="96711"/>
                  </a:lnTo>
                  <a:lnTo>
                    <a:pt x="13347" y="96711"/>
                  </a:lnTo>
                  <a:lnTo>
                    <a:pt x="16075" y="95335"/>
                  </a:lnTo>
                  <a:lnTo>
                    <a:pt x="18398" y="95600"/>
                  </a:lnTo>
                  <a:lnTo>
                    <a:pt x="19345" y="97203"/>
                  </a:lnTo>
                  <a:lnTo>
                    <a:pt x="22186" y="97052"/>
                  </a:lnTo>
                  <a:lnTo>
                    <a:pt x="23335" y="98921"/>
                  </a:lnTo>
                  <a:lnTo>
                    <a:pt x="22918" y="103012"/>
                  </a:lnTo>
                  <a:lnTo>
                    <a:pt x="25040" y="106169"/>
                  </a:lnTo>
                  <a:lnTo>
                    <a:pt x="25646" y="109325"/>
                  </a:lnTo>
                  <a:lnTo>
                    <a:pt x="25646" y="112166"/>
                  </a:lnTo>
                  <a:lnTo>
                    <a:pt x="23752" y="114793"/>
                  </a:lnTo>
                  <a:lnTo>
                    <a:pt x="23752" y="117205"/>
                  </a:lnTo>
                  <a:lnTo>
                    <a:pt x="25646" y="119945"/>
                  </a:lnTo>
                  <a:lnTo>
                    <a:pt x="25646" y="123505"/>
                  </a:lnTo>
                  <a:lnTo>
                    <a:pt x="27641" y="126132"/>
                  </a:lnTo>
                  <a:lnTo>
                    <a:pt x="28752" y="128228"/>
                  </a:lnTo>
                  <a:lnTo>
                    <a:pt x="29143" y="130539"/>
                  </a:lnTo>
                  <a:lnTo>
                    <a:pt x="30899" y="133279"/>
                  </a:lnTo>
                  <a:lnTo>
                    <a:pt x="35419" y="133279"/>
                  </a:lnTo>
                  <a:lnTo>
                    <a:pt x="37945" y="131385"/>
                  </a:lnTo>
                  <a:lnTo>
                    <a:pt x="39624" y="129541"/>
                  </a:lnTo>
                  <a:lnTo>
                    <a:pt x="42149" y="126675"/>
                  </a:lnTo>
                  <a:lnTo>
                    <a:pt x="42781" y="123808"/>
                  </a:lnTo>
                  <a:lnTo>
                    <a:pt x="44258" y="123808"/>
                  </a:lnTo>
                  <a:lnTo>
                    <a:pt x="44574" y="119705"/>
                  </a:lnTo>
                  <a:lnTo>
                    <a:pt x="44574" y="118442"/>
                  </a:lnTo>
                  <a:lnTo>
                    <a:pt x="48678" y="115285"/>
                  </a:lnTo>
                  <a:lnTo>
                    <a:pt x="50256" y="112874"/>
                  </a:lnTo>
                  <a:lnTo>
                    <a:pt x="50256" y="110260"/>
                  </a:lnTo>
                  <a:lnTo>
                    <a:pt x="49410" y="108265"/>
                  </a:lnTo>
                  <a:lnTo>
                    <a:pt x="49460" y="105954"/>
                  </a:lnTo>
                  <a:lnTo>
                    <a:pt x="48905" y="104477"/>
                  </a:lnTo>
                  <a:lnTo>
                    <a:pt x="51683" y="101951"/>
                  </a:lnTo>
                  <a:lnTo>
                    <a:pt x="54334" y="99009"/>
                  </a:lnTo>
                  <a:lnTo>
                    <a:pt x="57592" y="97014"/>
                  </a:lnTo>
                  <a:cubicBezTo>
                    <a:pt x="57592" y="97014"/>
                    <a:pt x="59070" y="94388"/>
                    <a:pt x="59070" y="93958"/>
                  </a:cubicBezTo>
                  <a:cubicBezTo>
                    <a:pt x="59070" y="93542"/>
                    <a:pt x="59916" y="91433"/>
                    <a:pt x="59916" y="91433"/>
                  </a:cubicBezTo>
                  <a:lnTo>
                    <a:pt x="59398" y="89754"/>
                  </a:lnTo>
                  <a:lnTo>
                    <a:pt x="57921" y="90498"/>
                  </a:lnTo>
                  <a:lnTo>
                    <a:pt x="54132" y="91016"/>
                  </a:lnTo>
                  <a:lnTo>
                    <a:pt x="52870" y="91648"/>
                  </a:lnTo>
                  <a:lnTo>
                    <a:pt x="52238" y="89754"/>
                  </a:lnTo>
                  <a:lnTo>
                    <a:pt x="51721" y="88604"/>
                  </a:lnTo>
                  <a:lnTo>
                    <a:pt x="49612" y="86597"/>
                  </a:lnTo>
                  <a:lnTo>
                    <a:pt x="48248" y="85650"/>
                  </a:lnTo>
                  <a:lnTo>
                    <a:pt x="46139" y="80826"/>
                  </a:lnTo>
                  <a:lnTo>
                    <a:pt x="45306" y="79665"/>
                  </a:lnTo>
                  <a:lnTo>
                    <a:pt x="44258" y="76823"/>
                  </a:lnTo>
                  <a:lnTo>
                    <a:pt x="43513" y="75561"/>
                  </a:lnTo>
                  <a:lnTo>
                    <a:pt x="44675" y="75144"/>
                  </a:lnTo>
                  <a:lnTo>
                    <a:pt x="47200" y="78617"/>
                  </a:lnTo>
                  <a:lnTo>
                    <a:pt x="48665" y="80927"/>
                  </a:lnTo>
                  <a:lnTo>
                    <a:pt x="49511" y="83339"/>
                  </a:lnTo>
                  <a:lnTo>
                    <a:pt x="51506" y="84917"/>
                  </a:lnTo>
                  <a:lnTo>
                    <a:pt x="52769" y="87973"/>
                  </a:lnTo>
                  <a:lnTo>
                    <a:pt x="53299" y="89438"/>
                  </a:lnTo>
                  <a:lnTo>
                    <a:pt x="56771" y="87859"/>
                  </a:lnTo>
                  <a:lnTo>
                    <a:pt x="60560" y="87026"/>
                  </a:lnTo>
                  <a:lnTo>
                    <a:pt x="64449" y="85018"/>
                  </a:lnTo>
                  <a:lnTo>
                    <a:pt x="65585" y="82922"/>
                  </a:lnTo>
                  <a:lnTo>
                    <a:pt x="66431" y="80814"/>
                  </a:lnTo>
                  <a:lnTo>
                    <a:pt x="64853" y="79235"/>
                  </a:lnTo>
                  <a:lnTo>
                    <a:pt x="63476" y="77771"/>
                  </a:lnTo>
                  <a:lnTo>
                    <a:pt x="61065" y="78503"/>
                  </a:lnTo>
                  <a:lnTo>
                    <a:pt x="58956" y="78604"/>
                  </a:lnTo>
                  <a:lnTo>
                    <a:pt x="57693" y="76293"/>
                  </a:lnTo>
                  <a:lnTo>
                    <a:pt x="55799" y="74740"/>
                  </a:lnTo>
                  <a:lnTo>
                    <a:pt x="56746" y="73149"/>
                  </a:lnTo>
                  <a:lnTo>
                    <a:pt x="59587" y="75460"/>
                  </a:lnTo>
                  <a:lnTo>
                    <a:pt x="61696" y="76609"/>
                  </a:lnTo>
                  <a:lnTo>
                    <a:pt x="63476" y="76722"/>
                  </a:lnTo>
                  <a:lnTo>
                    <a:pt x="65269" y="77669"/>
                  </a:lnTo>
                  <a:lnTo>
                    <a:pt x="67997" y="78086"/>
                  </a:lnTo>
                  <a:lnTo>
                    <a:pt x="71368" y="77669"/>
                  </a:lnTo>
                  <a:lnTo>
                    <a:pt x="73995" y="79564"/>
                  </a:lnTo>
                  <a:lnTo>
                    <a:pt x="75358" y="81874"/>
                  </a:lnTo>
                  <a:lnTo>
                    <a:pt x="76621" y="82076"/>
                  </a:lnTo>
                  <a:lnTo>
                    <a:pt x="77884" y="80612"/>
                  </a:lnTo>
                  <a:lnTo>
                    <a:pt x="78515" y="83137"/>
                  </a:lnTo>
                  <a:lnTo>
                    <a:pt x="79147" y="85864"/>
                  </a:lnTo>
                  <a:lnTo>
                    <a:pt x="80510" y="88806"/>
                  </a:lnTo>
                  <a:lnTo>
                    <a:pt x="81988" y="92178"/>
                  </a:lnTo>
                  <a:lnTo>
                    <a:pt x="82505" y="94072"/>
                  </a:lnTo>
                  <a:lnTo>
                    <a:pt x="84298" y="91231"/>
                  </a:lnTo>
                  <a:lnTo>
                    <a:pt x="84298" y="88188"/>
                  </a:lnTo>
                  <a:lnTo>
                    <a:pt x="85245" y="86609"/>
                  </a:lnTo>
                  <a:lnTo>
                    <a:pt x="87291" y="84816"/>
                  </a:lnTo>
                  <a:lnTo>
                    <a:pt x="90322" y="82089"/>
                  </a:lnTo>
                  <a:lnTo>
                    <a:pt x="91622" y="80296"/>
                  </a:lnTo>
                  <a:lnTo>
                    <a:pt x="94375" y="79665"/>
                  </a:lnTo>
                  <a:lnTo>
                    <a:pt x="95120" y="82720"/>
                  </a:lnTo>
                  <a:lnTo>
                    <a:pt x="96913" y="83554"/>
                  </a:lnTo>
                  <a:lnTo>
                    <a:pt x="96913" y="86925"/>
                  </a:lnTo>
                  <a:lnTo>
                    <a:pt x="98857" y="85763"/>
                  </a:lnTo>
                  <a:lnTo>
                    <a:pt x="100701" y="89652"/>
                  </a:lnTo>
                  <a:lnTo>
                    <a:pt x="100701" y="93857"/>
                  </a:lnTo>
                  <a:lnTo>
                    <a:pt x="102696" y="94905"/>
                  </a:lnTo>
                  <a:lnTo>
                    <a:pt x="103694" y="97014"/>
                  </a:lnTo>
                  <a:lnTo>
                    <a:pt x="105133" y="98908"/>
                  </a:lnTo>
                  <a:lnTo>
                    <a:pt x="107179" y="99741"/>
                  </a:lnTo>
                  <a:lnTo>
                    <a:pt x="107179" y="99741"/>
                  </a:lnTo>
                  <a:lnTo>
                    <a:pt x="106560" y="97746"/>
                  </a:lnTo>
                  <a:lnTo>
                    <a:pt x="106257" y="96067"/>
                  </a:lnTo>
                  <a:lnTo>
                    <a:pt x="104577" y="94804"/>
                  </a:lnTo>
                  <a:lnTo>
                    <a:pt x="103428" y="93226"/>
                  </a:lnTo>
                  <a:lnTo>
                    <a:pt x="102797" y="91761"/>
                  </a:lnTo>
                  <a:lnTo>
                    <a:pt x="103113" y="89551"/>
                  </a:lnTo>
                  <a:lnTo>
                    <a:pt x="103845" y="88604"/>
                  </a:lnTo>
                  <a:lnTo>
                    <a:pt x="105537" y="90183"/>
                  </a:lnTo>
                  <a:lnTo>
                    <a:pt x="107217" y="91963"/>
                  </a:lnTo>
                  <a:lnTo>
                    <a:pt x="108050" y="92393"/>
                  </a:lnTo>
                  <a:cubicBezTo>
                    <a:pt x="108050" y="92393"/>
                    <a:pt x="110146" y="90814"/>
                    <a:pt x="110146" y="90498"/>
                  </a:cubicBezTo>
                  <a:lnTo>
                    <a:pt x="110146" y="86925"/>
                  </a:lnTo>
                  <a:lnTo>
                    <a:pt x="108252" y="85132"/>
                  </a:lnTo>
                  <a:lnTo>
                    <a:pt x="107469" y="83554"/>
                  </a:lnTo>
                  <a:cubicBezTo>
                    <a:pt x="107469" y="83554"/>
                    <a:pt x="107747" y="81975"/>
                    <a:pt x="108063" y="81773"/>
                  </a:cubicBezTo>
                  <a:cubicBezTo>
                    <a:pt x="108378" y="81559"/>
                    <a:pt x="110209" y="80927"/>
                    <a:pt x="110209" y="80927"/>
                  </a:cubicBezTo>
                  <a:lnTo>
                    <a:pt x="110752" y="82190"/>
                  </a:lnTo>
                  <a:lnTo>
                    <a:pt x="112646" y="80826"/>
                  </a:lnTo>
                  <a:lnTo>
                    <a:pt x="116434" y="78932"/>
                  </a:lnTo>
                  <a:lnTo>
                    <a:pt x="118177" y="75775"/>
                  </a:lnTo>
                  <a:lnTo>
                    <a:pt x="118960" y="73566"/>
                  </a:lnTo>
                  <a:lnTo>
                    <a:pt x="118960" y="69891"/>
                  </a:lnTo>
                  <a:lnTo>
                    <a:pt x="117520" y="66949"/>
                  </a:lnTo>
                  <a:lnTo>
                    <a:pt x="116093" y="65169"/>
                  </a:lnTo>
                  <a:lnTo>
                    <a:pt x="118278" y="63691"/>
                  </a:lnTo>
                  <a:lnTo>
                    <a:pt x="118947" y="63174"/>
                  </a:lnTo>
                  <a:lnTo>
                    <a:pt x="117280" y="62643"/>
                  </a:lnTo>
                  <a:lnTo>
                    <a:pt x="115816" y="63174"/>
                  </a:lnTo>
                  <a:lnTo>
                    <a:pt x="114868" y="62113"/>
                  </a:lnTo>
                  <a:lnTo>
                    <a:pt x="114237" y="61280"/>
                  </a:lnTo>
                  <a:lnTo>
                    <a:pt x="116030" y="60219"/>
                  </a:lnTo>
                  <a:lnTo>
                    <a:pt x="116876" y="58540"/>
                  </a:lnTo>
                  <a:lnTo>
                    <a:pt x="117924" y="59070"/>
                  </a:lnTo>
                  <a:lnTo>
                    <a:pt x="117394" y="60964"/>
                  </a:lnTo>
                  <a:lnTo>
                    <a:pt x="117394" y="60964"/>
                  </a:lnTo>
                  <a:lnTo>
                    <a:pt x="119086" y="60118"/>
                  </a:lnTo>
                  <a:lnTo>
                    <a:pt x="120235" y="61065"/>
                  </a:lnTo>
                  <a:lnTo>
                    <a:pt x="121182" y="62744"/>
                  </a:lnTo>
                  <a:lnTo>
                    <a:pt x="122129" y="63906"/>
                  </a:lnTo>
                  <a:lnTo>
                    <a:pt x="122129" y="65484"/>
                  </a:lnTo>
                  <a:lnTo>
                    <a:pt x="122975" y="66318"/>
                  </a:lnTo>
                  <a:lnTo>
                    <a:pt x="124806" y="64853"/>
                  </a:lnTo>
                  <a:lnTo>
                    <a:pt x="124263" y="62542"/>
                  </a:lnTo>
                  <a:lnTo>
                    <a:pt x="122621" y="60850"/>
                  </a:lnTo>
                  <a:lnTo>
                    <a:pt x="122116" y="59802"/>
                  </a:lnTo>
                  <a:lnTo>
                    <a:pt x="123594" y="58540"/>
                  </a:lnTo>
                  <a:lnTo>
                    <a:pt x="123707" y="55699"/>
                  </a:lnTo>
                  <a:lnTo>
                    <a:pt x="124970" y="54651"/>
                  </a:lnTo>
                  <a:lnTo>
                    <a:pt x="126233" y="55383"/>
                  </a:lnTo>
                  <a:lnTo>
                    <a:pt x="128127" y="52125"/>
                  </a:lnTo>
                  <a:lnTo>
                    <a:pt x="129705" y="47289"/>
                  </a:lnTo>
                  <a:lnTo>
                    <a:pt x="128544" y="44031"/>
                  </a:lnTo>
                  <a:lnTo>
                    <a:pt x="127811" y="41102"/>
                  </a:lnTo>
                  <a:lnTo>
                    <a:pt x="126132" y="39523"/>
                  </a:lnTo>
                  <a:lnTo>
                    <a:pt x="123922" y="38892"/>
                  </a:lnTo>
                  <a:lnTo>
                    <a:pt x="122558" y="38362"/>
                  </a:lnTo>
                  <a:lnTo>
                    <a:pt x="121498" y="37516"/>
                  </a:lnTo>
                  <a:lnTo>
                    <a:pt x="123606" y="33311"/>
                  </a:lnTo>
                  <a:lnTo>
                    <a:pt x="124440" y="30533"/>
                  </a:lnTo>
                  <a:lnTo>
                    <a:pt x="126650" y="29220"/>
                  </a:lnTo>
                  <a:lnTo>
                    <a:pt x="130021" y="29220"/>
                  </a:lnTo>
                  <a:lnTo>
                    <a:pt x="132332" y="28588"/>
                  </a:lnTo>
                  <a:lnTo>
                    <a:pt x="132231" y="28588"/>
                  </a:lnTo>
                  <a:lnTo>
                    <a:pt x="132231" y="23222"/>
                  </a:lnTo>
                  <a:lnTo>
                    <a:pt x="135072" y="21959"/>
                  </a:lnTo>
                  <a:lnTo>
                    <a:pt x="135804" y="23853"/>
                  </a:lnTo>
                  <a:lnTo>
                    <a:pt x="136650" y="21959"/>
                  </a:lnTo>
                  <a:lnTo>
                    <a:pt x="136650" y="20065"/>
                  </a:lnTo>
                  <a:lnTo>
                    <a:pt x="138115" y="20899"/>
                  </a:lnTo>
                  <a:lnTo>
                    <a:pt x="137433" y="24788"/>
                  </a:lnTo>
                  <a:lnTo>
                    <a:pt x="136006" y="30571"/>
                  </a:lnTo>
                  <a:lnTo>
                    <a:pt x="136006" y="33942"/>
                  </a:lnTo>
                  <a:lnTo>
                    <a:pt x="139428" y="38677"/>
                  </a:lnTo>
                  <a:lnTo>
                    <a:pt x="140426" y="42049"/>
                  </a:lnTo>
                  <a:lnTo>
                    <a:pt x="140426" y="43412"/>
                  </a:lnTo>
                  <a:lnTo>
                    <a:pt x="141688" y="42364"/>
                  </a:lnTo>
                  <a:lnTo>
                    <a:pt x="141688" y="38993"/>
                  </a:lnTo>
                  <a:lnTo>
                    <a:pt x="143166" y="35622"/>
                  </a:lnTo>
                  <a:lnTo>
                    <a:pt x="142370" y="32894"/>
                  </a:lnTo>
                  <a:lnTo>
                    <a:pt x="142244" y="31316"/>
                  </a:lnTo>
                  <a:lnTo>
                    <a:pt x="141966" y="29220"/>
                  </a:lnTo>
                  <a:lnTo>
                    <a:pt x="140085" y="27742"/>
                  </a:lnTo>
                  <a:lnTo>
                    <a:pt x="139782" y="24800"/>
                  </a:lnTo>
                  <a:lnTo>
                    <a:pt x="142522" y="23020"/>
                  </a:lnTo>
                  <a:lnTo>
                    <a:pt x="144832" y="23336"/>
                  </a:lnTo>
                  <a:lnTo>
                    <a:pt x="144832" y="20697"/>
                  </a:lnTo>
                  <a:lnTo>
                    <a:pt x="145881" y="18967"/>
                  </a:lnTo>
                  <a:lnTo>
                    <a:pt x="148090" y="17855"/>
                  </a:lnTo>
                  <a:lnTo>
                    <a:pt x="148936" y="17855"/>
                  </a:lnTo>
                  <a:lnTo>
                    <a:pt x="147573" y="14067"/>
                  </a:lnTo>
                  <a:lnTo>
                    <a:pt x="144315" y="12868"/>
                  </a:lnTo>
                  <a:lnTo>
                    <a:pt x="144832" y="10784"/>
                  </a:lnTo>
                  <a:lnTo>
                    <a:pt x="144517" y="8751"/>
                  </a:lnTo>
                  <a:lnTo>
                    <a:pt x="144315" y="7577"/>
                  </a:lnTo>
                  <a:lnTo>
                    <a:pt x="146310" y="8613"/>
                  </a:lnTo>
                  <a:lnTo>
                    <a:pt x="147674" y="7565"/>
                  </a:lnTo>
                  <a:lnTo>
                    <a:pt x="148936" y="8398"/>
                  </a:lnTo>
                  <a:lnTo>
                    <a:pt x="149669" y="6188"/>
                  </a:lnTo>
                  <a:lnTo>
                    <a:pt x="148406" y="4509"/>
                  </a:lnTo>
                  <a:lnTo>
                    <a:pt x="147775" y="2084"/>
                  </a:lnTo>
                  <a:lnTo>
                    <a:pt x="144201" y="1567"/>
                  </a:lnTo>
                  <a:lnTo>
                    <a:pt x="144201" y="3031"/>
                  </a:lnTo>
                  <a:lnTo>
                    <a:pt x="142623" y="2981"/>
                  </a:lnTo>
                  <a:lnTo>
                    <a:pt x="141890" y="2084"/>
                  </a:lnTo>
                  <a:lnTo>
                    <a:pt x="134440" y="2084"/>
                  </a:lnTo>
                  <a:lnTo>
                    <a:pt x="131069" y="2400"/>
                  </a:lnTo>
                  <a:lnTo>
                    <a:pt x="133493" y="4774"/>
                  </a:lnTo>
                  <a:lnTo>
                    <a:pt x="130867" y="4799"/>
                  </a:lnTo>
                  <a:lnTo>
                    <a:pt x="130337" y="3499"/>
                  </a:lnTo>
                  <a:lnTo>
                    <a:pt x="127294" y="4837"/>
                  </a:lnTo>
                  <a:lnTo>
                    <a:pt x="124654" y="6504"/>
                  </a:lnTo>
                  <a:lnTo>
                    <a:pt x="123076" y="6504"/>
                  </a:lnTo>
                  <a:lnTo>
                    <a:pt x="122028" y="4294"/>
                  </a:lnTo>
                  <a:lnTo>
                    <a:pt x="119503" y="3928"/>
                  </a:lnTo>
                  <a:lnTo>
                    <a:pt x="117407" y="5115"/>
                  </a:lnTo>
                  <a:lnTo>
                    <a:pt x="114149" y="4016"/>
                  </a:lnTo>
                  <a:lnTo>
                    <a:pt x="112040" y="3158"/>
                  </a:lnTo>
                  <a:lnTo>
                    <a:pt x="107835" y="3461"/>
                  </a:lnTo>
                  <a:lnTo>
                    <a:pt x="106055" y="4610"/>
                  </a:lnTo>
                  <a:lnTo>
                    <a:pt x="107204" y="7767"/>
                  </a:lnTo>
                  <a:lnTo>
                    <a:pt x="104792" y="7767"/>
                  </a:lnTo>
                  <a:lnTo>
                    <a:pt x="103529" y="7653"/>
                  </a:lnTo>
                  <a:lnTo>
                    <a:pt x="101951" y="8448"/>
                  </a:lnTo>
                  <a:lnTo>
                    <a:pt x="102898" y="10153"/>
                  </a:lnTo>
                  <a:lnTo>
                    <a:pt x="100587" y="9484"/>
                  </a:lnTo>
                  <a:lnTo>
                    <a:pt x="99741" y="6529"/>
                  </a:lnTo>
                  <a:lnTo>
                    <a:pt x="97115" y="4319"/>
                  </a:lnTo>
                  <a:lnTo>
                    <a:pt x="93327" y="4837"/>
                  </a:lnTo>
                  <a:lnTo>
                    <a:pt x="94173" y="7577"/>
                  </a:lnTo>
                  <a:lnTo>
                    <a:pt x="91016" y="7463"/>
                  </a:lnTo>
                  <a:lnTo>
                    <a:pt x="89968" y="6100"/>
                  </a:lnTo>
                  <a:lnTo>
                    <a:pt x="87758" y="7249"/>
                  </a:lnTo>
                  <a:lnTo>
                    <a:pt x="86066" y="7779"/>
                  </a:lnTo>
                  <a:lnTo>
                    <a:pt x="83541" y="10822"/>
                  </a:lnTo>
                  <a:lnTo>
                    <a:pt x="83023" y="8827"/>
                  </a:lnTo>
                  <a:lnTo>
                    <a:pt x="85233" y="5468"/>
                  </a:lnTo>
                  <a:lnTo>
                    <a:pt x="84601" y="2312"/>
                  </a:lnTo>
                  <a:lnTo>
                    <a:pt x="81445"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68"/>
            <p:cNvSpPr/>
            <p:nvPr/>
          </p:nvSpPr>
          <p:spPr>
            <a:xfrm>
              <a:off x="3167575" y="993250"/>
              <a:ext cx="3759100" cy="3349975"/>
            </a:xfrm>
            <a:custGeom>
              <a:avLst/>
              <a:gdLst/>
              <a:ahLst/>
              <a:cxnLst/>
              <a:rect l="l" t="t" r="r" b="b"/>
              <a:pathLst>
                <a:path w="150364" h="133999" extrusionOk="0">
                  <a:moveTo>
                    <a:pt x="81786" y="784"/>
                  </a:moveTo>
                  <a:lnTo>
                    <a:pt x="84653" y="2892"/>
                  </a:lnTo>
                  <a:lnTo>
                    <a:pt x="85234" y="5797"/>
                  </a:lnTo>
                  <a:lnTo>
                    <a:pt x="83024" y="9168"/>
                  </a:lnTo>
                  <a:lnTo>
                    <a:pt x="83731" y="11895"/>
                  </a:lnTo>
                  <a:lnTo>
                    <a:pt x="86597" y="8448"/>
                  </a:lnTo>
                  <a:lnTo>
                    <a:pt x="88239" y="7931"/>
                  </a:lnTo>
                  <a:lnTo>
                    <a:pt x="90209" y="6895"/>
                  </a:lnTo>
                  <a:lnTo>
                    <a:pt x="91193" y="8171"/>
                  </a:lnTo>
                  <a:lnTo>
                    <a:pt x="94931" y="8297"/>
                  </a:lnTo>
                  <a:lnTo>
                    <a:pt x="94931" y="8297"/>
                  </a:lnTo>
                  <a:lnTo>
                    <a:pt x="94072" y="5494"/>
                  </a:lnTo>
                  <a:lnTo>
                    <a:pt x="97355" y="5039"/>
                  </a:lnTo>
                  <a:lnTo>
                    <a:pt x="99805" y="7110"/>
                  </a:lnTo>
                  <a:lnTo>
                    <a:pt x="100664" y="10140"/>
                  </a:lnTo>
                  <a:lnTo>
                    <a:pt x="103871" y="11075"/>
                  </a:lnTo>
                  <a:lnTo>
                    <a:pt x="102722" y="8991"/>
                  </a:lnTo>
                  <a:lnTo>
                    <a:pt x="103922" y="8385"/>
                  </a:lnTo>
                  <a:lnTo>
                    <a:pt x="105121" y="8486"/>
                  </a:lnTo>
                  <a:lnTo>
                    <a:pt x="107987" y="8486"/>
                  </a:lnTo>
                  <a:lnTo>
                    <a:pt x="106763" y="5153"/>
                  </a:lnTo>
                  <a:lnTo>
                    <a:pt x="108265" y="4180"/>
                  </a:lnTo>
                  <a:lnTo>
                    <a:pt x="112319" y="3890"/>
                  </a:lnTo>
                  <a:lnTo>
                    <a:pt x="114377" y="4723"/>
                  </a:lnTo>
                  <a:lnTo>
                    <a:pt x="117761" y="5860"/>
                  </a:lnTo>
                  <a:lnTo>
                    <a:pt x="119895" y="4673"/>
                  </a:lnTo>
                  <a:lnTo>
                    <a:pt x="122142" y="5001"/>
                  </a:lnTo>
                  <a:lnTo>
                    <a:pt x="123216" y="7236"/>
                  </a:lnTo>
                  <a:lnTo>
                    <a:pt x="125084" y="7236"/>
                  </a:lnTo>
                  <a:lnTo>
                    <a:pt x="127749" y="5544"/>
                  </a:lnTo>
                  <a:lnTo>
                    <a:pt x="130489" y="4332"/>
                  </a:lnTo>
                  <a:lnTo>
                    <a:pt x="130981" y="5532"/>
                  </a:lnTo>
                  <a:lnTo>
                    <a:pt x="134580" y="5494"/>
                  </a:lnTo>
                  <a:lnTo>
                    <a:pt x="132105" y="3069"/>
                  </a:lnTo>
                  <a:lnTo>
                    <a:pt x="134769" y="2817"/>
                  </a:lnTo>
                  <a:lnTo>
                    <a:pt x="142080" y="2817"/>
                  </a:lnTo>
                  <a:lnTo>
                    <a:pt x="142813" y="3713"/>
                  </a:lnTo>
                  <a:lnTo>
                    <a:pt x="144858" y="3776"/>
                  </a:lnTo>
                  <a:lnTo>
                    <a:pt x="144858" y="2337"/>
                  </a:lnTo>
                  <a:lnTo>
                    <a:pt x="147864" y="2779"/>
                  </a:lnTo>
                  <a:lnTo>
                    <a:pt x="148432" y="4989"/>
                  </a:lnTo>
                  <a:lnTo>
                    <a:pt x="149657" y="6643"/>
                  </a:lnTo>
                  <a:lnTo>
                    <a:pt x="149101" y="8309"/>
                  </a:lnTo>
                  <a:lnTo>
                    <a:pt x="147990" y="7564"/>
                  </a:lnTo>
                  <a:lnTo>
                    <a:pt x="146601" y="8638"/>
                  </a:lnTo>
                  <a:lnTo>
                    <a:pt x="144214" y="7400"/>
                  </a:lnTo>
                  <a:lnTo>
                    <a:pt x="144846" y="11163"/>
                  </a:lnTo>
                  <a:lnTo>
                    <a:pt x="144278" y="13461"/>
                  </a:lnTo>
                  <a:lnTo>
                    <a:pt x="147662" y="14724"/>
                  </a:lnTo>
                  <a:lnTo>
                    <a:pt x="148823" y="17944"/>
                  </a:lnTo>
                  <a:lnTo>
                    <a:pt x="148356" y="17944"/>
                  </a:lnTo>
                  <a:lnTo>
                    <a:pt x="145995" y="19118"/>
                  </a:lnTo>
                  <a:lnTo>
                    <a:pt x="144846" y="21012"/>
                  </a:lnTo>
                  <a:lnTo>
                    <a:pt x="144846" y="23373"/>
                  </a:lnTo>
                  <a:lnTo>
                    <a:pt x="142775" y="23096"/>
                  </a:lnTo>
                  <a:lnTo>
                    <a:pt x="139770" y="25040"/>
                  </a:lnTo>
                  <a:lnTo>
                    <a:pt x="140111" y="28311"/>
                  </a:lnTo>
                  <a:lnTo>
                    <a:pt x="141992" y="29788"/>
                  </a:lnTo>
                  <a:lnTo>
                    <a:pt x="142257" y="31745"/>
                  </a:lnTo>
                  <a:lnTo>
                    <a:pt x="142396" y="33387"/>
                  </a:lnTo>
                  <a:lnTo>
                    <a:pt x="143154" y="36000"/>
                  </a:lnTo>
                  <a:lnTo>
                    <a:pt x="141727" y="39271"/>
                  </a:lnTo>
                  <a:lnTo>
                    <a:pt x="141702" y="42604"/>
                  </a:lnTo>
                  <a:lnTo>
                    <a:pt x="141070" y="43135"/>
                  </a:lnTo>
                  <a:lnTo>
                    <a:pt x="141070" y="42440"/>
                  </a:lnTo>
                  <a:lnTo>
                    <a:pt x="140060" y="38993"/>
                  </a:lnTo>
                  <a:lnTo>
                    <a:pt x="136651" y="34245"/>
                  </a:lnTo>
                  <a:lnTo>
                    <a:pt x="136651" y="31025"/>
                  </a:lnTo>
                  <a:lnTo>
                    <a:pt x="138078" y="25255"/>
                  </a:lnTo>
                  <a:lnTo>
                    <a:pt x="138797" y="21151"/>
                  </a:lnTo>
                  <a:lnTo>
                    <a:pt x="136663" y="19939"/>
                  </a:lnTo>
                  <a:lnTo>
                    <a:pt x="136663" y="22300"/>
                  </a:lnTo>
                  <a:lnTo>
                    <a:pt x="136158" y="23437"/>
                  </a:lnTo>
                  <a:lnTo>
                    <a:pt x="135578" y="21947"/>
                  </a:lnTo>
                  <a:lnTo>
                    <a:pt x="132244" y="23424"/>
                  </a:lnTo>
                  <a:lnTo>
                    <a:pt x="132244" y="28765"/>
                  </a:lnTo>
                  <a:lnTo>
                    <a:pt x="130312" y="29295"/>
                  </a:lnTo>
                  <a:lnTo>
                    <a:pt x="126890" y="29295"/>
                  </a:lnTo>
                  <a:lnTo>
                    <a:pt x="124504" y="30722"/>
                  </a:lnTo>
                  <a:lnTo>
                    <a:pt x="123645" y="33576"/>
                  </a:lnTo>
                  <a:lnTo>
                    <a:pt x="121435" y="38008"/>
                  </a:lnTo>
                  <a:lnTo>
                    <a:pt x="122685" y="39006"/>
                  </a:lnTo>
                  <a:lnTo>
                    <a:pt x="124163" y="39586"/>
                  </a:lnTo>
                  <a:lnTo>
                    <a:pt x="126297" y="40193"/>
                  </a:lnTo>
                  <a:lnTo>
                    <a:pt x="127862" y="41657"/>
                  </a:lnTo>
                  <a:lnTo>
                    <a:pt x="128582" y="44549"/>
                  </a:lnTo>
                  <a:lnTo>
                    <a:pt x="129706" y="47706"/>
                  </a:lnTo>
                  <a:lnTo>
                    <a:pt x="128178" y="52403"/>
                  </a:lnTo>
                  <a:lnTo>
                    <a:pt x="126461" y="55358"/>
                  </a:lnTo>
                  <a:lnTo>
                    <a:pt x="125274" y="54676"/>
                  </a:lnTo>
                  <a:lnTo>
                    <a:pt x="123733" y="55951"/>
                  </a:lnTo>
                  <a:lnTo>
                    <a:pt x="123620" y="58792"/>
                  </a:lnTo>
                  <a:lnTo>
                    <a:pt x="122067" y="60118"/>
                  </a:lnTo>
                  <a:lnTo>
                    <a:pt x="122673" y="61393"/>
                  </a:lnTo>
                  <a:lnTo>
                    <a:pt x="124314" y="63098"/>
                  </a:lnTo>
                  <a:lnTo>
                    <a:pt x="124807" y="65131"/>
                  </a:lnTo>
                  <a:lnTo>
                    <a:pt x="123342" y="66305"/>
                  </a:lnTo>
                  <a:lnTo>
                    <a:pt x="122786" y="65750"/>
                  </a:lnTo>
                  <a:lnTo>
                    <a:pt x="122786" y="64196"/>
                  </a:lnTo>
                  <a:lnTo>
                    <a:pt x="121801" y="62997"/>
                  </a:lnTo>
                  <a:lnTo>
                    <a:pt x="120854" y="61317"/>
                  </a:lnTo>
                  <a:lnTo>
                    <a:pt x="119465" y="60143"/>
                  </a:lnTo>
                  <a:lnTo>
                    <a:pt x="118241" y="60762"/>
                  </a:lnTo>
                  <a:lnTo>
                    <a:pt x="118241" y="60762"/>
                  </a:lnTo>
                  <a:lnTo>
                    <a:pt x="118645" y="59297"/>
                  </a:lnTo>
                  <a:lnTo>
                    <a:pt x="117079" y="58514"/>
                  </a:lnTo>
                  <a:lnTo>
                    <a:pt x="116132" y="60396"/>
                  </a:lnTo>
                  <a:lnTo>
                    <a:pt x="114112" y="61583"/>
                  </a:lnTo>
                  <a:lnTo>
                    <a:pt x="114970" y="62719"/>
                  </a:lnTo>
                  <a:lnTo>
                    <a:pt x="116056" y="63931"/>
                  </a:lnTo>
                  <a:lnTo>
                    <a:pt x="117622" y="63376"/>
                  </a:lnTo>
                  <a:lnTo>
                    <a:pt x="118607" y="63691"/>
                  </a:lnTo>
                  <a:lnTo>
                    <a:pt x="115968" y="65497"/>
                  </a:lnTo>
                  <a:lnTo>
                    <a:pt x="117597" y="67530"/>
                  </a:lnTo>
                  <a:lnTo>
                    <a:pt x="119011" y="70371"/>
                  </a:lnTo>
                  <a:lnTo>
                    <a:pt x="119011" y="73919"/>
                  </a:lnTo>
                  <a:lnTo>
                    <a:pt x="118266" y="76028"/>
                  </a:lnTo>
                  <a:lnTo>
                    <a:pt x="116574" y="79096"/>
                  </a:lnTo>
                  <a:lnTo>
                    <a:pt x="112824" y="80978"/>
                  </a:lnTo>
                  <a:lnTo>
                    <a:pt x="111245" y="82114"/>
                  </a:lnTo>
                  <a:lnTo>
                    <a:pt x="110740" y="80940"/>
                  </a:lnTo>
                  <a:lnTo>
                    <a:pt x="110462" y="81041"/>
                  </a:lnTo>
                  <a:cubicBezTo>
                    <a:pt x="110159" y="81142"/>
                    <a:pt x="108594" y="81697"/>
                    <a:pt x="108253" y="81912"/>
                  </a:cubicBezTo>
                  <a:cubicBezTo>
                    <a:pt x="107886" y="82165"/>
                    <a:pt x="107634" y="83276"/>
                    <a:pt x="107520" y="83907"/>
                  </a:cubicBezTo>
                  <a:lnTo>
                    <a:pt x="107495" y="84008"/>
                  </a:lnTo>
                  <a:lnTo>
                    <a:pt x="108341" y="85688"/>
                  </a:lnTo>
                  <a:lnTo>
                    <a:pt x="110197" y="87468"/>
                  </a:lnTo>
                  <a:lnTo>
                    <a:pt x="110197" y="90852"/>
                  </a:lnTo>
                  <a:cubicBezTo>
                    <a:pt x="110046" y="91092"/>
                    <a:pt x="109174" y="91824"/>
                    <a:pt x="108379" y="92430"/>
                  </a:cubicBezTo>
                  <a:lnTo>
                    <a:pt x="107760" y="92115"/>
                  </a:lnTo>
                  <a:lnTo>
                    <a:pt x="106093" y="90360"/>
                  </a:lnTo>
                  <a:lnTo>
                    <a:pt x="104161" y="88541"/>
                  </a:lnTo>
                  <a:lnTo>
                    <a:pt x="103164" y="89829"/>
                  </a:lnTo>
                  <a:lnTo>
                    <a:pt x="102823" y="92203"/>
                  </a:lnTo>
                  <a:lnTo>
                    <a:pt x="103492" y="93756"/>
                  </a:lnTo>
                  <a:lnTo>
                    <a:pt x="104679" y="95398"/>
                  </a:lnTo>
                  <a:lnTo>
                    <a:pt x="106321" y="96648"/>
                  </a:lnTo>
                  <a:lnTo>
                    <a:pt x="106611" y="98239"/>
                  </a:lnTo>
                  <a:lnTo>
                    <a:pt x="107028" y="99602"/>
                  </a:lnTo>
                  <a:lnTo>
                    <a:pt x="105689" y="99047"/>
                  </a:lnTo>
                  <a:lnTo>
                    <a:pt x="104313" y="97254"/>
                  </a:lnTo>
                  <a:lnTo>
                    <a:pt x="103290" y="95082"/>
                  </a:lnTo>
                  <a:lnTo>
                    <a:pt x="101371" y="94072"/>
                  </a:lnTo>
                  <a:lnTo>
                    <a:pt x="101371" y="90056"/>
                  </a:lnTo>
                  <a:lnTo>
                    <a:pt x="99351" y="85725"/>
                  </a:lnTo>
                  <a:lnTo>
                    <a:pt x="97583" y="86773"/>
                  </a:lnTo>
                  <a:lnTo>
                    <a:pt x="97583" y="83756"/>
                  </a:lnTo>
                  <a:lnTo>
                    <a:pt x="95739" y="82897"/>
                  </a:lnTo>
                  <a:lnTo>
                    <a:pt x="94944" y="79690"/>
                  </a:lnTo>
                  <a:lnTo>
                    <a:pt x="91774" y="80422"/>
                  </a:lnTo>
                  <a:lnTo>
                    <a:pt x="90423" y="82278"/>
                  </a:lnTo>
                  <a:lnTo>
                    <a:pt x="87431" y="84980"/>
                  </a:lnTo>
                  <a:lnTo>
                    <a:pt x="85372" y="86773"/>
                  </a:lnTo>
                  <a:lnTo>
                    <a:pt x="84324" y="88503"/>
                  </a:lnTo>
                  <a:lnTo>
                    <a:pt x="84324" y="91546"/>
                  </a:lnTo>
                  <a:lnTo>
                    <a:pt x="82961" y="93706"/>
                  </a:lnTo>
                  <a:lnTo>
                    <a:pt x="82620" y="92456"/>
                  </a:lnTo>
                  <a:lnTo>
                    <a:pt x="81142" y="89084"/>
                  </a:lnTo>
                  <a:lnTo>
                    <a:pt x="79791" y="86180"/>
                  </a:lnTo>
                  <a:lnTo>
                    <a:pt x="79160" y="83465"/>
                  </a:lnTo>
                  <a:lnTo>
                    <a:pt x="78377" y="80359"/>
                  </a:lnTo>
                  <a:lnTo>
                    <a:pt x="76837" y="82152"/>
                  </a:lnTo>
                  <a:lnTo>
                    <a:pt x="75890" y="82000"/>
                  </a:lnTo>
                  <a:lnTo>
                    <a:pt x="74602" y="79803"/>
                  </a:lnTo>
                  <a:lnTo>
                    <a:pt x="71773" y="77745"/>
                  </a:lnTo>
                  <a:lnTo>
                    <a:pt x="68326" y="78175"/>
                  </a:lnTo>
                  <a:lnTo>
                    <a:pt x="65687" y="77770"/>
                  </a:lnTo>
                  <a:lnTo>
                    <a:pt x="63957" y="76849"/>
                  </a:lnTo>
                  <a:lnTo>
                    <a:pt x="62113" y="76710"/>
                  </a:lnTo>
                  <a:lnTo>
                    <a:pt x="60118" y="75624"/>
                  </a:lnTo>
                  <a:lnTo>
                    <a:pt x="56999" y="73086"/>
                  </a:lnTo>
                  <a:lnTo>
                    <a:pt x="55737" y="75232"/>
                  </a:lnTo>
                  <a:lnTo>
                    <a:pt x="57782" y="76912"/>
                  </a:lnTo>
                  <a:lnTo>
                    <a:pt x="59108" y="79349"/>
                  </a:lnTo>
                  <a:lnTo>
                    <a:pt x="61419" y="79235"/>
                  </a:lnTo>
                  <a:lnTo>
                    <a:pt x="63717" y="78541"/>
                  </a:lnTo>
                  <a:lnTo>
                    <a:pt x="64954" y="79879"/>
                  </a:lnTo>
                  <a:lnTo>
                    <a:pt x="66394" y="81306"/>
                  </a:lnTo>
                  <a:lnTo>
                    <a:pt x="65636" y="83187"/>
                  </a:lnTo>
                  <a:lnTo>
                    <a:pt x="64538" y="85208"/>
                  </a:lnTo>
                  <a:lnTo>
                    <a:pt x="60775" y="87140"/>
                  </a:lnTo>
                  <a:lnTo>
                    <a:pt x="57025" y="87973"/>
                  </a:lnTo>
                  <a:lnTo>
                    <a:pt x="53805" y="89425"/>
                  </a:lnTo>
                  <a:lnTo>
                    <a:pt x="53388" y="88263"/>
                  </a:lnTo>
                  <a:lnTo>
                    <a:pt x="52100" y="85132"/>
                  </a:lnTo>
                  <a:lnTo>
                    <a:pt x="50105" y="83554"/>
                  </a:lnTo>
                  <a:lnTo>
                    <a:pt x="49297" y="81230"/>
                  </a:lnTo>
                  <a:lnTo>
                    <a:pt x="47782" y="78831"/>
                  </a:lnTo>
                  <a:lnTo>
                    <a:pt x="45117" y="75169"/>
                  </a:lnTo>
                  <a:lnTo>
                    <a:pt x="43387" y="75801"/>
                  </a:lnTo>
                  <a:lnTo>
                    <a:pt x="44284" y="77341"/>
                  </a:lnTo>
                  <a:lnTo>
                    <a:pt x="45332" y="80182"/>
                  </a:lnTo>
                  <a:lnTo>
                    <a:pt x="46203" y="81382"/>
                  </a:lnTo>
                  <a:lnTo>
                    <a:pt x="48325" y="86281"/>
                  </a:lnTo>
                  <a:lnTo>
                    <a:pt x="49726" y="87241"/>
                  </a:lnTo>
                  <a:lnTo>
                    <a:pt x="51772" y="89198"/>
                  </a:lnTo>
                  <a:lnTo>
                    <a:pt x="52264" y="90271"/>
                  </a:lnTo>
                  <a:lnTo>
                    <a:pt x="53009" y="92506"/>
                  </a:lnTo>
                  <a:lnTo>
                    <a:pt x="54550" y="91736"/>
                  </a:lnTo>
                  <a:lnTo>
                    <a:pt x="58287" y="91218"/>
                  </a:lnTo>
                  <a:lnTo>
                    <a:pt x="59525" y="90612"/>
                  </a:lnTo>
                  <a:lnTo>
                    <a:pt x="59904" y="91837"/>
                  </a:lnTo>
                  <a:cubicBezTo>
                    <a:pt x="59664" y="92443"/>
                    <a:pt x="59070" y="93946"/>
                    <a:pt x="59070" y="94362"/>
                  </a:cubicBezTo>
                  <a:cubicBezTo>
                    <a:pt x="59045" y="94615"/>
                    <a:pt x="58338" y="96016"/>
                    <a:pt x="57681" y="97191"/>
                  </a:cubicBezTo>
                  <a:lnTo>
                    <a:pt x="54487" y="99148"/>
                  </a:lnTo>
                  <a:lnTo>
                    <a:pt x="51784" y="102128"/>
                  </a:lnTo>
                  <a:lnTo>
                    <a:pt x="48855" y="104792"/>
                  </a:lnTo>
                  <a:lnTo>
                    <a:pt x="49474" y="106408"/>
                  </a:lnTo>
                  <a:lnTo>
                    <a:pt x="49411" y="108719"/>
                  </a:lnTo>
                  <a:lnTo>
                    <a:pt x="50257" y="110727"/>
                  </a:lnTo>
                  <a:lnTo>
                    <a:pt x="50257" y="113189"/>
                  </a:lnTo>
                  <a:lnTo>
                    <a:pt x="48767" y="115487"/>
                  </a:lnTo>
                  <a:lnTo>
                    <a:pt x="44587" y="118694"/>
                  </a:lnTo>
                  <a:lnTo>
                    <a:pt x="44587" y="120096"/>
                  </a:lnTo>
                  <a:lnTo>
                    <a:pt x="44297" y="123897"/>
                  </a:lnTo>
                  <a:lnTo>
                    <a:pt x="42845" y="123897"/>
                  </a:lnTo>
                  <a:lnTo>
                    <a:pt x="42175" y="126927"/>
                  </a:lnTo>
                  <a:lnTo>
                    <a:pt x="39713" y="129730"/>
                  </a:lnTo>
                  <a:lnTo>
                    <a:pt x="38084" y="131536"/>
                  </a:lnTo>
                  <a:lnTo>
                    <a:pt x="35647" y="133367"/>
                  </a:lnTo>
                  <a:lnTo>
                    <a:pt x="31404" y="133367"/>
                  </a:lnTo>
                  <a:lnTo>
                    <a:pt x="29776" y="130842"/>
                  </a:lnTo>
                  <a:lnTo>
                    <a:pt x="29371" y="128581"/>
                  </a:lnTo>
                  <a:lnTo>
                    <a:pt x="28210" y="126334"/>
                  </a:lnTo>
                  <a:lnTo>
                    <a:pt x="26278" y="123796"/>
                  </a:lnTo>
                  <a:lnTo>
                    <a:pt x="26278" y="120222"/>
                  </a:lnTo>
                  <a:lnTo>
                    <a:pt x="24384" y="117495"/>
                  </a:lnTo>
                  <a:lnTo>
                    <a:pt x="24384" y="115285"/>
                  </a:lnTo>
                  <a:lnTo>
                    <a:pt x="26278" y="112659"/>
                  </a:lnTo>
                  <a:lnTo>
                    <a:pt x="26278" y="109654"/>
                  </a:lnTo>
                  <a:lnTo>
                    <a:pt x="25672" y="106509"/>
                  </a:lnTo>
                  <a:lnTo>
                    <a:pt x="23563" y="103340"/>
                  </a:lnTo>
                  <a:lnTo>
                    <a:pt x="23992" y="99262"/>
                  </a:lnTo>
                  <a:lnTo>
                    <a:pt x="22679" y="97140"/>
                  </a:lnTo>
                  <a:lnTo>
                    <a:pt x="19838" y="97279"/>
                  </a:lnTo>
                  <a:lnTo>
                    <a:pt x="18916" y="95701"/>
                  </a:lnTo>
                  <a:lnTo>
                    <a:pt x="16353" y="95410"/>
                  </a:lnTo>
                  <a:lnTo>
                    <a:pt x="13600" y="96787"/>
                  </a:lnTo>
                  <a:lnTo>
                    <a:pt x="11113" y="96787"/>
                  </a:lnTo>
                  <a:lnTo>
                    <a:pt x="8486" y="97090"/>
                  </a:lnTo>
                  <a:lnTo>
                    <a:pt x="5570" y="95385"/>
                  </a:lnTo>
                  <a:lnTo>
                    <a:pt x="1453" y="91067"/>
                  </a:lnTo>
                  <a:lnTo>
                    <a:pt x="645" y="87746"/>
                  </a:lnTo>
                  <a:lnTo>
                    <a:pt x="1175" y="84905"/>
                  </a:lnTo>
                  <a:lnTo>
                    <a:pt x="658" y="82518"/>
                  </a:lnTo>
                  <a:lnTo>
                    <a:pt x="1642" y="80132"/>
                  </a:lnTo>
                  <a:lnTo>
                    <a:pt x="4029" y="76306"/>
                  </a:lnTo>
                  <a:lnTo>
                    <a:pt x="6681" y="74386"/>
                  </a:lnTo>
                  <a:lnTo>
                    <a:pt x="7325" y="72353"/>
                  </a:lnTo>
                  <a:lnTo>
                    <a:pt x="9055" y="70523"/>
                  </a:lnTo>
                  <a:lnTo>
                    <a:pt x="10683" y="68894"/>
                  </a:lnTo>
                  <a:lnTo>
                    <a:pt x="11870" y="69487"/>
                  </a:lnTo>
                  <a:lnTo>
                    <a:pt x="16328" y="67858"/>
                  </a:lnTo>
                  <a:lnTo>
                    <a:pt x="20457" y="67871"/>
                  </a:lnTo>
                  <a:lnTo>
                    <a:pt x="22490" y="67543"/>
                  </a:lnTo>
                  <a:lnTo>
                    <a:pt x="23639" y="67795"/>
                  </a:lnTo>
                  <a:lnTo>
                    <a:pt x="24005" y="70560"/>
                  </a:lnTo>
                  <a:lnTo>
                    <a:pt x="26619" y="71116"/>
                  </a:lnTo>
                  <a:lnTo>
                    <a:pt x="29334" y="73338"/>
                  </a:lnTo>
                  <a:lnTo>
                    <a:pt x="31152" y="71747"/>
                  </a:lnTo>
                  <a:lnTo>
                    <a:pt x="32894" y="71457"/>
                  </a:lnTo>
                  <a:lnTo>
                    <a:pt x="38349" y="73035"/>
                  </a:lnTo>
                  <a:lnTo>
                    <a:pt x="41784" y="72505"/>
                  </a:lnTo>
                  <a:lnTo>
                    <a:pt x="44739" y="71154"/>
                  </a:lnTo>
                  <a:lnTo>
                    <a:pt x="45648" y="67719"/>
                  </a:lnTo>
                  <a:lnTo>
                    <a:pt x="44461" y="65989"/>
                  </a:lnTo>
                  <a:lnTo>
                    <a:pt x="41910" y="67442"/>
                  </a:lnTo>
                  <a:lnTo>
                    <a:pt x="39347" y="66785"/>
                  </a:lnTo>
                  <a:lnTo>
                    <a:pt x="37819" y="65762"/>
                  </a:lnTo>
                  <a:lnTo>
                    <a:pt x="38715" y="63590"/>
                  </a:lnTo>
                  <a:lnTo>
                    <a:pt x="40067" y="62820"/>
                  </a:lnTo>
                  <a:lnTo>
                    <a:pt x="42466" y="62227"/>
                  </a:lnTo>
                  <a:lnTo>
                    <a:pt x="45610" y="63073"/>
                  </a:lnTo>
                  <a:lnTo>
                    <a:pt x="50244" y="62075"/>
                  </a:lnTo>
                  <a:lnTo>
                    <a:pt x="47946" y="60345"/>
                  </a:lnTo>
                  <a:lnTo>
                    <a:pt x="45458" y="57782"/>
                  </a:lnTo>
                  <a:lnTo>
                    <a:pt x="46304" y="55206"/>
                  </a:lnTo>
                  <a:lnTo>
                    <a:pt x="43501" y="56999"/>
                  </a:lnTo>
                  <a:lnTo>
                    <a:pt x="43602" y="58312"/>
                  </a:lnTo>
                  <a:lnTo>
                    <a:pt x="42289" y="58312"/>
                  </a:lnTo>
                  <a:lnTo>
                    <a:pt x="41632" y="55938"/>
                  </a:lnTo>
                  <a:lnTo>
                    <a:pt x="39511" y="56469"/>
                  </a:lnTo>
                  <a:lnTo>
                    <a:pt x="37832" y="60042"/>
                  </a:lnTo>
                  <a:lnTo>
                    <a:pt x="37933" y="62265"/>
                  </a:lnTo>
                  <a:lnTo>
                    <a:pt x="36632" y="62530"/>
                  </a:lnTo>
                  <a:lnTo>
                    <a:pt x="35167" y="62757"/>
                  </a:lnTo>
                  <a:lnTo>
                    <a:pt x="33639" y="64398"/>
                  </a:lnTo>
                  <a:lnTo>
                    <a:pt x="34776" y="65750"/>
                  </a:lnTo>
                  <a:lnTo>
                    <a:pt x="33829" y="66659"/>
                  </a:lnTo>
                  <a:lnTo>
                    <a:pt x="32427" y="65585"/>
                  </a:lnTo>
                  <a:lnTo>
                    <a:pt x="30988" y="61886"/>
                  </a:lnTo>
                  <a:lnTo>
                    <a:pt x="28033" y="58893"/>
                  </a:lnTo>
                  <a:lnTo>
                    <a:pt x="25242" y="56974"/>
                  </a:lnTo>
                  <a:lnTo>
                    <a:pt x="24636" y="59146"/>
                  </a:lnTo>
                  <a:lnTo>
                    <a:pt x="27136" y="61595"/>
                  </a:lnTo>
                  <a:lnTo>
                    <a:pt x="29712" y="63085"/>
                  </a:lnTo>
                  <a:lnTo>
                    <a:pt x="29574" y="63401"/>
                  </a:lnTo>
                  <a:lnTo>
                    <a:pt x="28172" y="62921"/>
                  </a:lnTo>
                  <a:lnTo>
                    <a:pt x="28172" y="64967"/>
                  </a:lnTo>
                  <a:lnTo>
                    <a:pt x="27541" y="65333"/>
                  </a:lnTo>
                  <a:lnTo>
                    <a:pt x="27541" y="64537"/>
                  </a:lnTo>
                  <a:lnTo>
                    <a:pt x="26720" y="63148"/>
                  </a:lnTo>
                  <a:lnTo>
                    <a:pt x="25255" y="61785"/>
                  </a:lnTo>
                  <a:lnTo>
                    <a:pt x="23273" y="59575"/>
                  </a:lnTo>
                  <a:lnTo>
                    <a:pt x="21467" y="59575"/>
                  </a:lnTo>
                  <a:lnTo>
                    <a:pt x="20141" y="60295"/>
                  </a:lnTo>
                  <a:lnTo>
                    <a:pt x="17515" y="59600"/>
                  </a:lnTo>
                  <a:lnTo>
                    <a:pt x="17174" y="61557"/>
                  </a:lnTo>
                  <a:lnTo>
                    <a:pt x="16277" y="61949"/>
                  </a:lnTo>
                  <a:lnTo>
                    <a:pt x="15179" y="63919"/>
                  </a:lnTo>
                  <a:lnTo>
                    <a:pt x="13386" y="66507"/>
                  </a:lnTo>
                  <a:lnTo>
                    <a:pt x="11391" y="66406"/>
                  </a:lnTo>
                  <a:lnTo>
                    <a:pt x="10065" y="67176"/>
                  </a:lnTo>
                  <a:lnTo>
                    <a:pt x="9143" y="66381"/>
                  </a:lnTo>
                  <a:lnTo>
                    <a:pt x="6719" y="65649"/>
                  </a:lnTo>
                  <a:lnTo>
                    <a:pt x="6719" y="60610"/>
                  </a:lnTo>
                  <a:lnTo>
                    <a:pt x="8827" y="59499"/>
                  </a:lnTo>
                  <a:lnTo>
                    <a:pt x="12413" y="59954"/>
                  </a:lnTo>
                  <a:lnTo>
                    <a:pt x="14156" y="58148"/>
                  </a:lnTo>
                  <a:lnTo>
                    <a:pt x="13070" y="55825"/>
                  </a:lnTo>
                  <a:lnTo>
                    <a:pt x="12110" y="55320"/>
                  </a:lnTo>
                  <a:lnTo>
                    <a:pt x="13045" y="55168"/>
                  </a:lnTo>
                  <a:lnTo>
                    <a:pt x="14749" y="55168"/>
                  </a:lnTo>
                  <a:lnTo>
                    <a:pt x="16694" y="53186"/>
                  </a:lnTo>
                  <a:lnTo>
                    <a:pt x="17616" y="49840"/>
                  </a:lnTo>
                  <a:lnTo>
                    <a:pt x="20381" y="48691"/>
                  </a:lnTo>
                  <a:lnTo>
                    <a:pt x="20608" y="45913"/>
                  </a:lnTo>
                  <a:lnTo>
                    <a:pt x="21568" y="44764"/>
                  </a:lnTo>
                  <a:lnTo>
                    <a:pt x="22250" y="45559"/>
                  </a:lnTo>
                  <a:lnTo>
                    <a:pt x="21442" y="48211"/>
                  </a:lnTo>
                  <a:lnTo>
                    <a:pt x="25924" y="48211"/>
                  </a:lnTo>
                  <a:lnTo>
                    <a:pt x="29788" y="47504"/>
                  </a:lnTo>
                  <a:lnTo>
                    <a:pt x="30558" y="44915"/>
                  </a:lnTo>
                  <a:lnTo>
                    <a:pt x="31733" y="43539"/>
                  </a:lnTo>
                  <a:lnTo>
                    <a:pt x="32023" y="41910"/>
                  </a:lnTo>
                  <a:lnTo>
                    <a:pt x="34687" y="41821"/>
                  </a:lnTo>
                  <a:lnTo>
                    <a:pt x="37390" y="40129"/>
                  </a:lnTo>
                  <a:lnTo>
                    <a:pt x="35369" y="38841"/>
                  </a:lnTo>
                  <a:lnTo>
                    <a:pt x="32768" y="39599"/>
                  </a:lnTo>
                  <a:lnTo>
                    <a:pt x="31253" y="39422"/>
                  </a:lnTo>
                  <a:lnTo>
                    <a:pt x="30205" y="36303"/>
                  </a:lnTo>
                  <a:lnTo>
                    <a:pt x="33147" y="32604"/>
                  </a:lnTo>
                  <a:lnTo>
                    <a:pt x="31202" y="31215"/>
                  </a:lnTo>
                  <a:lnTo>
                    <a:pt x="29586" y="32591"/>
                  </a:lnTo>
                  <a:lnTo>
                    <a:pt x="28955" y="34372"/>
                  </a:lnTo>
                  <a:lnTo>
                    <a:pt x="27136" y="35874"/>
                  </a:lnTo>
                  <a:lnTo>
                    <a:pt x="26897" y="38425"/>
                  </a:lnTo>
                  <a:lnTo>
                    <a:pt x="28462" y="40723"/>
                  </a:lnTo>
                  <a:cubicBezTo>
                    <a:pt x="28361" y="41241"/>
                    <a:pt x="28071" y="42667"/>
                    <a:pt x="28071" y="42933"/>
                  </a:cubicBezTo>
                  <a:cubicBezTo>
                    <a:pt x="28008" y="43147"/>
                    <a:pt x="27288" y="44233"/>
                    <a:pt x="26619" y="45155"/>
                  </a:cubicBezTo>
                  <a:lnTo>
                    <a:pt x="24131" y="44902"/>
                  </a:lnTo>
                  <a:lnTo>
                    <a:pt x="24308" y="43640"/>
                  </a:lnTo>
                  <a:lnTo>
                    <a:pt x="22553" y="40622"/>
                  </a:lnTo>
                  <a:lnTo>
                    <a:pt x="21076" y="42465"/>
                  </a:lnTo>
                  <a:lnTo>
                    <a:pt x="19687" y="42718"/>
                  </a:lnTo>
                  <a:lnTo>
                    <a:pt x="18740" y="39321"/>
                  </a:lnTo>
                  <a:lnTo>
                    <a:pt x="19510" y="37680"/>
                  </a:lnTo>
                  <a:lnTo>
                    <a:pt x="21985" y="35205"/>
                  </a:lnTo>
                  <a:lnTo>
                    <a:pt x="23386" y="32326"/>
                  </a:lnTo>
                  <a:lnTo>
                    <a:pt x="25874" y="28790"/>
                  </a:lnTo>
                  <a:lnTo>
                    <a:pt x="29712" y="24750"/>
                  </a:lnTo>
                  <a:lnTo>
                    <a:pt x="33021" y="23639"/>
                  </a:lnTo>
                  <a:lnTo>
                    <a:pt x="35294" y="24232"/>
                  </a:lnTo>
                  <a:lnTo>
                    <a:pt x="38008" y="25381"/>
                  </a:lnTo>
                  <a:lnTo>
                    <a:pt x="41481" y="27212"/>
                  </a:lnTo>
                  <a:lnTo>
                    <a:pt x="42188" y="29068"/>
                  </a:lnTo>
                  <a:lnTo>
                    <a:pt x="41039" y="29813"/>
                  </a:lnTo>
                  <a:lnTo>
                    <a:pt x="36556" y="28942"/>
                  </a:lnTo>
                  <a:lnTo>
                    <a:pt x="39284" y="30975"/>
                  </a:lnTo>
                  <a:lnTo>
                    <a:pt x="40976" y="34245"/>
                  </a:lnTo>
                  <a:lnTo>
                    <a:pt x="41910" y="32781"/>
                  </a:lnTo>
                  <a:lnTo>
                    <a:pt x="44436" y="32907"/>
                  </a:lnTo>
                  <a:lnTo>
                    <a:pt x="43135" y="30886"/>
                  </a:lnTo>
                  <a:lnTo>
                    <a:pt x="45181" y="29712"/>
                  </a:lnTo>
                  <a:lnTo>
                    <a:pt x="45471" y="27237"/>
                  </a:lnTo>
                  <a:lnTo>
                    <a:pt x="46191" y="27528"/>
                  </a:lnTo>
                  <a:lnTo>
                    <a:pt x="46809" y="30634"/>
                  </a:lnTo>
                  <a:lnTo>
                    <a:pt x="49082" y="27982"/>
                  </a:lnTo>
                  <a:lnTo>
                    <a:pt x="52971" y="25924"/>
                  </a:lnTo>
                  <a:lnTo>
                    <a:pt x="56330" y="25217"/>
                  </a:lnTo>
                  <a:lnTo>
                    <a:pt x="55648" y="23815"/>
                  </a:lnTo>
                  <a:lnTo>
                    <a:pt x="55863" y="23159"/>
                  </a:lnTo>
                  <a:lnTo>
                    <a:pt x="58224" y="23714"/>
                  </a:lnTo>
                  <a:lnTo>
                    <a:pt x="61596" y="25406"/>
                  </a:lnTo>
                  <a:lnTo>
                    <a:pt x="61596" y="23171"/>
                  </a:lnTo>
                  <a:lnTo>
                    <a:pt x="59449" y="21277"/>
                  </a:lnTo>
                  <a:lnTo>
                    <a:pt x="59500" y="18828"/>
                  </a:lnTo>
                  <a:lnTo>
                    <a:pt x="60245" y="15532"/>
                  </a:lnTo>
                  <a:lnTo>
                    <a:pt x="61457" y="15987"/>
                  </a:lnTo>
                  <a:lnTo>
                    <a:pt x="62252" y="17944"/>
                  </a:lnTo>
                  <a:lnTo>
                    <a:pt x="63300" y="20899"/>
                  </a:lnTo>
                  <a:lnTo>
                    <a:pt x="64614" y="24333"/>
                  </a:lnTo>
                  <a:lnTo>
                    <a:pt x="63464" y="26530"/>
                  </a:lnTo>
                  <a:lnTo>
                    <a:pt x="65813" y="27364"/>
                  </a:lnTo>
                  <a:lnTo>
                    <a:pt x="67114" y="25659"/>
                  </a:lnTo>
                  <a:lnTo>
                    <a:pt x="66470" y="24270"/>
                  </a:lnTo>
                  <a:cubicBezTo>
                    <a:pt x="67215" y="24106"/>
                    <a:pt x="67947" y="23879"/>
                    <a:pt x="68667" y="23601"/>
                  </a:cubicBezTo>
                  <a:lnTo>
                    <a:pt x="69134" y="23386"/>
                  </a:lnTo>
                  <a:lnTo>
                    <a:pt x="67530" y="22060"/>
                  </a:lnTo>
                  <a:lnTo>
                    <a:pt x="65952" y="21770"/>
                  </a:lnTo>
                  <a:lnTo>
                    <a:pt x="64715" y="17982"/>
                  </a:lnTo>
                  <a:lnTo>
                    <a:pt x="65864" y="17211"/>
                  </a:lnTo>
                  <a:lnTo>
                    <a:pt x="66407" y="15696"/>
                  </a:lnTo>
                  <a:lnTo>
                    <a:pt x="69071" y="17275"/>
                  </a:lnTo>
                  <a:lnTo>
                    <a:pt x="70750" y="16252"/>
                  </a:lnTo>
                  <a:lnTo>
                    <a:pt x="68313" y="14964"/>
                  </a:lnTo>
                  <a:lnTo>
                    <a:pt x="67152" y="13726"/>
                  </a:lnTo>
                  <a:lnTo>
                    <a:pt x="70321" y="11946"/>
                  </a:lnTo>
                  <a:lnTo>
                    <a:pt x="69033" y="10683"/>
                  </a:lnTo>
                  <a:lnTo>
                    <a:pt x="70460" y="7943"/>
                  </a:lnTo>
                  <a:lnTo>
                    <a:pt x="73743" y="5481"/>
                  </a:lnTo>
                  <a:lnTo>
                    <a:pt x="74501" y="2968"/>
                  </a:lnTo>
                  <a:lnTo>
                    <a:pt x="75624" y="1554"/>
                  </a:lnTo>
                  <a:lnTo>
                    <a:pt x="77468" y="1554"/>
                  </a:lnTo>
                  <a:lnTo>
                    <a:pt x="78554" y="4206"/>
                  </a:lnTo>
                  <a:lnTo>
                    <a:pt x="80019" y="2097"/>
                  </a:lnTo>
                  <a:lnTo>
                    <a:pt x="81786" y="784"/>
                  </a:lnTo>
                  <a:close/>
                  <a:moveTo>
                    <a:pt x="81786" y="1"/>
                  </a:moveTo>
                  <a:lnTo>
                    <a:pt x="79614" y="1605"/>
                  </a:lnTo>
                  <a:lnTo>
                    <a:pt x="78705" y="2880"/>
                  </a:lnTo>
                  <a:lnTo>
                    <a:pt x="77910" y="910"/>
                  </a:lnTo>
                  <a:lnTo>
                    <a:pt x="75334" y="910"/>
                  </a:lnTo>
                  <a:lnTo>
                    <a:pt x="73983" y="2615"/>
                  </a:lnTo>
                  <a:lnTo>
                    <a:pt x="73213" y="5090"/>
                  </a:lnTo>
                  <a:lnTo>
                    <a:pt x="70043" y="7476"/>
                  </a:lnTo>
                  <a:lnTo>
                    <a:pt x="68263" y="10784"/>
                  </a:lnTo>
                  <a:lnTo>
                    <a:pt x="69286" y="11794"/>
                  </a:lnTo>
                  <a:lnTo>
                    <a:pt x="66154" y="13562"/>
                  </a:lnTo>
                  <a:lnTo>
                    <a:pt x="67897" y="15431"/>
                  </a:lnTo>
                  <a:lnTo>
                    <a:pt x="69475" y="16277"/>
                  </a:lnTo>
                  <a:lnTo>
                    <a:pt x="69071" y="16517"/>
                  </a:lnTo>
                  <a:lnTo>
                    <a:pt x="66066" y="14737"/>
                  </a:lnTo>
                  <a:lnTo>
                    <a:pt x="65346" y="16795"/>
                  </a:lnTo>
                  <a:lnTo>
                    <a:pt x="63970" y="17704"/>
                  </a:lnTo>
                  <a:lnTo>
                    <a:pt x="65472" y="22313"/>
                  </a:lnTo>
                  <a:lnTo>
                    <a:pt x="67253" y="22654"/>
                  </a:lnTo>
                  <a:lnTo>
                    <a:pt x="67934" y="23209"/>
                  </a:lnTo>
                  <a:cubicBezTo>
                    <a:pt x="67290" y="23411"/>
                    <a:pt x="66634" y="23588"/>
                    <a:pt x="65965" y="23727"/>
                  </a:cubicBezTo>
                  <a:lnTo>
                    <a:pt x="65573" y="23803"/>
                  </a:lnTo>
                  <a:lnTo>
                    <a:pt x="66394" y="25571"/>
                  </a:lnTo>
                  <a:lnTo>
                    <a:pt x="65611" y="26606"/>
                  </a:lnTo>
                  <a:lnTo>
                    <a:pt x="64386" y="26177"/>
                  </a:lnTo>
                  <a:lnTo>
                    <a:pt x="65333" y="24371"/>
                  </a:lnTo>
                  <a:lnTo>
                    <a:pt x="63906" y="20671"/>
                  </a:lnTo>
                  <a:lnTo>
                    <a:pt x="62858" y="17717"/>
                  </a:lnTo>
                  <a:lnTo>
                    <a:pt x="61962" y="15482"/>
                  </a:lnTo>
                  <a:lnTo>
                    <a:pt x="59815" y="14686"/>
                  </a:lnTo>
                  <a:lnTo>
                    <a:pt x="58894" y="18714"/>
                  </a:lnTo>
                  <a:lnTo>
                    <a:pt x="58830" y="21555"/>
                  </a:lnTo>
                  <a:lnTo>
                    <a:pt x="60990" y="23449"/>
                  </a:lnTo>
                  <a:lnTo>
                    <a:pt x="60990" y="24371"/>
                  </a:lnTo>
                  <a:lnTo>
                    <a:pt x="58502" y="23121"/>
                  </a:lnTo>
                  <a:lnTo>
                    <a:pt x="55459" y="22401"/>
                  </a:lnTo>
                  <a:lnTo>
                    <a:pt x="54992" y="23853"/>
                  </a:lnTo>
                  <a:lnTo>
                    <a:pt x="55434" y="24762"/>
                  </a:lnTo>
                  <a:lnTo>
                    <a:pt x="52807" y="25305"/>
                  </a:lnTo>
                  <a:lnTo>
                    <a:pt x="48729" y="27439"/>
                  </a:lnTo>
                  <a:lnTo>
                    <a:pt x="47176" y="29232"/>
                  </a:lnTo>
                  <a:lnTo>
                    <a:pt x="46746" y="27073"/>
                  </a:lnTo>
                  <a:lnTo>
                    <a:pt x="44941" y="26316"/>
                  </a:lnTo>
                  <a:lnTo>
                    <a:pt x="44600" y="29321"/>
                  </a:lnTo>
                  <a:lnTo>
                    <a:pt x="42238" y="30672"/>
                  </a:lnTo>
                  <a:lnTo>
                    <a:pt x="43249" y="32212"/>
                  </a:lnTo>
                  <a:lnTo>
                    <a:pt x="41582" y="32137"/>
                  </a:lnTo>
                  <a:lnTo>
                    <a:pt x="41039" y="32983"/>
                  </a:lnTo>
                  <a:lnTo>
                    <a:pt x="39814" y="30634"/>
                  </a:lnTo>
                  <a:lnTo>
                    <a:pt x="39145" y="30078"/>
                  </a:lnTo>
                  <a:lnTo>
                    <a:pt x="41178" y="30482"/>
                  </a:lnTo>
                  <a:lnTo>
                    <a:pt x="42971" y="29321"/>
                  </a:lnTo>
                  <a:lnTo>
                    <a:pt x="41999" y="26770"/>
                  </a:lnTo>
                  <a:lnTo>
                    <a:pt x="38299" y="24813"/>
                  </a:lnTo>
                  <a:lnTo>
                    <a:pt x="35496" y="23639"/>
                  </a:lnTo>
                  <a:lnTo>
                    <a:pt x="32983" y="22982"/>
                  </a:lnTo>
                  <a:lnTo>
                    <a:pt x="29359" y="24194"/>
                  </a:lnTo>
                  <a:lnTo>
                    <a:pt x="25381" y="28386"/>
                  </a:lnTo>
                  <a:lnTo>
                    <a:pt x="22831" y="32010"/>
                  </a:lnTo>
                  <a:lnTo>
                    <a:pt x="21492" y="34801"/>
                  </a:lnTo>
                  <a:lnTo>
                    <a:pt x="19005" y="37276"/>
                  </a:lnTo>
                  <a:lnTo>
                    <a:pt x="18058" y="39258"/>
                  </a:lnTo>
                  <a:lnTo>
                    <a:pt x="19219" y="43438"/>
                  </a:lnTo>
                  <a:lnTo>
                    <a:pt x="21404" y="43046"/>
                  </a:lnTo>
                  <a:lnTo>
                    <a:pt x="22452" y="41733"/>
                  </a:lnTo>
                  <a:lnTo>
                    <a:pt x="23639" y="43766"/>
                  </a:lnTo>
                  <a:lnTo>
                    <a:pt x="23399" y="45458"/>
                  </a:lnTo>
                  <a:lnTo>
                    <a:pt x="26909" y="45824"/>
                  </a:lnTo>
                  <a:lnTo>
                    <a:pt x="27010" y="45673"/>
                  </a:lnTo>
                  <a:cubicBezTo>
                    <a:pt x="28702" y="43387"/>
                    <a:pt x="28702" y="43072"/>
                    <a:pt x="28702" y="42970"/>
                  </a:cubicBezTo>
                  <a:cubicBezTo>
                    <a:pt x="28702" y="42794"/>
                    <a:pt x="28904" y="41683"/>
                    <a:pt x="29106" y="40723"/>
                  </a:cubicBezTo>
                  <a:lnTo>
                    <a:pt x="29144" y="40597"/>
                  </a:lnTo>
                  <a:lnTo>
                    <a:pt x="27566" y="38261"/>
                  </a:lnTo>
                  <a:lnTo>
                    <a:pt x="27743" y="36190"/>
                  </a:lnTo>
                  <a:lnTo>
                    <a:pt x="29498" y="34750"/>
                  </a:lnTo>
                  <a:lnTo>
                    <a:pt x="30129" y="32957"/>
                  </a:lnTo>
                  <a:lnTo>
                    <a:pt x="31240" y="32010"/>
                  </a:lnTo>
                  <a:lnTo>
                    <a:pt x="32238" y="32730"/>
                  </a:lnTo>
                  <a:lnTo>
                    <a:pt x="29510" y="36177"/>
                  </a:lnTo>
                  <a:lnTo>
                    <a:pt x="30773" y="39991"/>
                  </a:lnTo>
                  <a:lnTo>
                    <a:pt x="32831" y="40243"/>
                  </a:lnTo>
                  <a:lnTo>
                    <a:pt x="35281" y="39523"/>
                  </a:lnTo>
                  <a:lnTo>
                    <a:pt x="36203" y="40129"/>
                  </a:lnTo>
                  <a:lnTo>
                    <a:pt x="34498" y="41190"/>
                  </a:lnTo>
                  <a:lnTo>
                    <a:pt x="31493" y="41291"/>
                  </a:lnTo>
                  <a:lnTo>
                    <a:pt x="31139" y="43248"/>
                  </a:lnTo>
                  <a:lnTo>
                    <a:pt x="30041" y="44549"/>
                  </a:lnTo>
                  <a:lnTo>
                    <a:pt x="29296" y="46948"/>
                  </a:lnTo>
                  <a:lnTo>
                    <a:pt x="25861" y="47592"/>
                  </a:lnTo>
                  <a:lnTo>
                    <a:pt x="22288" y="47592"/>
                  </a:lnTo>
                  <a:lnTo>
                    <a:pt x="22957" y="45420"/>
                  </a:lnTo>
                  <a:lnTo>
                    <a:pt x="21543" y="43804"/>
                  </a:lnTo>
                  <a:lnTo>
                    <a:pt x="19990" y="45660"/>
                  </a:lnTo>
                  <a:lnTo>
                    <a:pt x="19775" y="48261"/>
                  </a:lnTo>
                  <a:lnTo>
                    <a:pt x="17085" y="49385"/>
                  </a:lnTo>
                  <a:lnTo>
                    <a:pt x="16113" y="52857"/>
                  </a:lnTo>
                  <a:lnTo>
                    <a:pt x="14484" y="54524"/>
                  </a:lnTo>
                  <a:lnTo>
                    <a:pt x="12982" y="54524"/>
                  </a:lnTo>
                  <a:lnTo>
                    <a:pt x="10178" y="55004"/>
                  </a:lnTo>
                  <a:lnTo>
                    <a:pt x="12590" y="56279"/>
                  </a:lnTo>
                  <a:lnTo>
                    <a:pt x="13398" y="58022"/>
                  </a:lnTo>
                  <a:lnTo>
                    <a:pt x="12186" y="59285"/>
                  </a:lnTo>
                  <a:lnTo>
                    <a:pt x="8714" y="58855"/>
                  </a:lnTo>
                  <a:lnTo>
                    <a:pt x="6100" y="60232"/>
                  </a:lnTo>
                  <a:lnTo>
                    <a:pt x="6100" y="66116"/>
                  </a:lnTo>
                  <a:lnTo>
                    <a:pt x="8777" y="66899"/>
                  </a:lnTo>
                  <a:lnTo>
                    <a:pt x="10002" y="67947"/>
                  </a:lnTo>
                  <a:lnTo>
                    <a:pt x="11555" y="67038"/>
                  </a:lnTo>
                  <a:lnTo>
                    <a:pt x="13714" y="67151"/>
                  </a:lnTo>
                  <a:lnTo>
                    <a:pt x="15709" y="64247"/>
                  </a:lnTo>
                  <a:lnTo>
                    <a:pt x="16719" y="62441"/>
                  </a:lnTo>
                  <a:lnTo>
                    <a:pt x="17729" y="61999"/>
                  </a:lnTo>
                  <a:lnTo>
                    <a:pt x="18020" y="60383"/>
                  </a:lnTo>
                  <a:lnTo>
                    <a:pt x="20229" y="60964"/>
                  </a:lnTo>
                  <a:lnTo>
                    <a:pt x="21631" y="60194"/>
                  </a:lnTo>
                  <a:lnTo>
                    <a:pt x="22982" y="60194"/>
                  </a:lnTo>
                  <a:lnTo>
                    <a:pt x="24800" y="62227"/>
                  </a:lnTo>
                  <a:lnTo>
                    <a:pt x="26202" y="63502"/>
                  </a:lnTo>
                  <a:lnTo>
                    <a:pt x="26909" y="64702"/>
                  </a:lnTo>
                  <a:lnTo>
                    <a:pt x="26909" y="66444"/>
                  </a:lnTo>
                  <a:lnTo>
                    <a:pt x="28803" y="65333"/>
                  </a:lnTo>
                  <a:lnTo>
                    <a:pt x="28803" y="63805"/>
                  </a:lnTo>
                  <a:lnTo>
                    <a:pt x="29927" y="64171"/>
                  </a:lnTo>
                  <a:lnTo>
                    <a:pt x="30521" y="62807"/>
                  </a:lnTo>
                  <a:lnTo>
                    <a:pt x="27553" y="61115"/>
                  </a:lnTo>
                  <a:lnTo>
                    <a:pt x="25343" y="58956"/>
                  </a:lnTo>
                  <a:lnTo>
                    <a:pt x="25609" y="57997"/>
                  </a:lnTo>
                  <a:lnTo>
                    <a:pt x="27629" y="59386"/>
                  </a:lnTo>
                  <a:lnTo>
                    <a:pt x="30432" y="62176"/>
                  </a:lnTo>
                  <a:lnTo>
                    <a:pt x="31910" y="65977"/>
                  </a:lnTo>
                  <a:lnTo>
                    <a:pt x="33879" y="67492"/>
                  </a:lnTo>
                  <a:lnTo>
                    <a:pt x="35660" y="65800"/>
                  </a:lnTo>
                  <a:lnTo>
                    <a:pt x="34498" y="64424"/>
                  </a:lnTo>
                  <a:lnTo>
                    <a:pt x="35496" y="63338"/>
                  </a:lnTo>
                  <a:lnTo>
                    <a:pt x="36758" y="63148"/>
                  </a:lnTo>
                  <a:lnTo>
                    <a:pt x="38602" y="62782"/>
                  </a:lnTo>
                  <a:lnTo>
                    <a:pt x="38488" y="60168"/>
                  </a:lnTo>
                  <a:lnTo>
                    <a:pt x="39966" y="57012"/>
                  </a:lnTo>
                  <a:lnTo>
                    <a:pt x="41203" y="56696"/>
                  </a:lnTo>
                  <a:lnTo>
                    <a:pt x="41809" y="58944"/>
                  </a:lnTo>
                  <a:lnTo>
                    <a:pt x="44284" y="58944"/>
                  </a:lnTo>
                  <a:lnTo>
                    <a:pt x="44158" y="57315"/>
                  </a:lnTo>
                  <a:lnTo>
                    <a:pt x="45155" y="56683"/>
                  </a:lnTo>
                  <a:lnTo>
                    <a:pt x="44739" y="57946"/>
                  </a:lnTo>
                  <a:lnTo>
                    <a:pt x="47529" y="60812"/>
                  </a:lnTo>
                  <a:lnTo>
                    <a:pt x="48767" y="61747"/>
                  </a:lnTo>
                  <a:lnTo>
                    <a:pt x="45635" y="62416"/>
                  </a:lnTo>
                  <a:lnTo>
                    <a:pt x="42478" y="61570"/>
                  </a:lnTo>
                  <a:lnTo>
                    <a:pt x="39877" y="62214"/>
                  </a:lnTo>
                  <a:lnTo>
                    <a:pt x="38223" y="63136"/>
                  </a:lnTo>
                  <a:lnTo>
                    <a:pt x="37036" y="66002"/>
                  </a:lnTo>
                  <a:lnTo>
                    <a:pt x="39044" y="67341"/>
                  </a:lnTo>
                  <a:lnTo>
                    <a:pt x="41999" y="68111"/>
                  </a:lnTo>
                  <a:lnTo>
                    <a:pt x="44284" y="66823"/>
                  </a:lnTo>
                  <a:lnTo>
                    <a:pt x="44979" y="67833"/>
                  </a:lnTo>
                  <a:lnTo>
                    <a:pt x="44208" y="70712"/>
                  </a:lnTo>
                  <a:lnTo>
                    <a:pt x="41658" y="71886"/>
                  </a:lnTo>
                  <a:lnTo>
                    <a:pt x="38400" y="72391"/>
                  </a:lnTo>
                  <a:lnTo>
                    <a:pt x="32932" y="70813"/>
                  </a:lnTo>
                  <a:lnTo>
                    <a:pt x="30887" y="71154"/>
                  </a:lnTo>
                  <a:lnTo>
                    <a:pt x="29334" y="72518"/>
                  </a:lnTo>
                  <a:lnTo>
                    <a:pt x="26922" y="70535"/>
                  </a:lnTo>
                  <a:lnTo>
                    <a:pt x="24586" y="70030"/>
                  </a:lnTo>
                  <a:lnTo>
                    <a:pt x="24207" y="67277"/>
                  </a:lnTo>
                  <a:lnTo>
                    <a:pt x="22515" y="66899"/>
                  </a:lnTo>
                  <a:lnTo>
                    <a:pt x="20406" y="67252"/>
                  </a:lnTo>
                  <a:lnTo>
                    <a:pt x="16227" y="67227"/>
                  </a:lnTo>
                  <a:lnTo>
                    <a:pt x="11908" y="68805"/>
                  </a:lnTo>
                  <a:lnTo>
                    <a:pt x="10570" y="68136"/>
                  </a:lnTo>
                  <a:lnTo>
                    <a:pt x="8613" y="70081"/>
                  </a:lnTo>
                  <a:lnTo>
                    <a:pt x="6782" y="72025"/>
                  </a:lnTo>
                  <a:lnTo>
                    <a:pt x="6163" y="73995"/>
                  </a:lnTo>
                  <a:lnTo>
                    <a:pt x="3612" y="75826"/>
                  </a:lnTo>
                  <a:lnTo>
                    <a:pt x="1087" y="79854"/>
                  </a:lnTo>
                  <a:lnTo>
                    <a:pt x="1" y="82468"/>
                  </a:lnTo>
                  <a:lnTo>
                    <a:pt x="531" y="84917"/>
                  </a:lnTo>
                  <a:lnTo>
                    <a:pt x="14" y="87758"/>
                  </a:lnTo>
                  <a:lnTo>
                    <a:pt x="885" y="91382"/>
                  </a:lnTo>
                  <a:lnTo>
                    <a:pt x="5140" y="95852"/>
                  </a:lnTo>
                  <a:lnTo>
                    <a:pt x="8347" y="97746"/>
                  </a:lnTo>
                  <a:lnTo>
                    <a:pt x="11151" y="97418"/>
                  </a:lnTo>
                  <a:lnTo>
                    <a:pt x="13752" y="97418"/>
                  </a:lnTo>
                  <a:lnTo>
                    <a:pt x="16467" y="96054"/>
                  </a:lnTo>
                  <a:lnTo>
                    <a:pt x="18525" y="96294"/>
                  </a:lnTo>
                  <a:lnTo>
                    <a:pt x="19497" y="97923"/>
                  </a:lnTo>
                  <a:lnTo>
                    <a:pt x="22338" y="97784"/>
                  </a:lnTo>
                  <a:lnTo>
                    <a:pt x="23336" y="99400"/>
                  </a:lnTo>
                  <a:lnTo>
                    <a:pt x="22906" y="103492"/>
                  </a:lnTo>
                  <a:lnTo>
                    <a:pt x="25066" y="106686"/>
                  </a:lnTo>
                  <a:lnTo>
                    <a:pt x="25659" y="109717"/>
                  </a:lnTo>
                  <a:lnTo>
                    <a:pt x="25659" y="112457"/>
                  </a:lnTo>
                  <a:lnTo>
                    <a:pt x="23765" y="115083"/>
                  </a:lnTo>
                  <a:lnTo>
                    <a:pt x="23765" y="117697"/>
                  </a:lnTo>
                  <a:lnTo>
                    <a:pt x="25659" y="120437"/>
                  </a:lnTo>
                  <a:lnTo>
                    <a:pt x="25659" y="124010"/>
                  </a:lnTo>
                  <a:lnTo>
                    <a:pt x="27692" y="126675"/>
                  </a:lnTo>
                  <a:lnTo>
                    <a:pt x="28778" y="128733"/>
                  </a:lnTo>
                  <a:lnTo>
                    <a:pt x="29157" y="130993"/>
                  </a:lnTo>
                  <a:lnTo>
                    <a:pt x="31051" y="133998"/>
                  </a:lnTo>
                  <a:lnTo>
                    <a:pt x="35849" y="133998"/>
                  </a:lnTo>
                  <a:lnTo>
                    <a:pt x="38501" y="132003"/>
                  </a:lnTo>
                  <a:lnTo>
                    <a:pt x="40193" y="130160"/>
                  </a:lnTo>
                  <a:lnTo>
                    <a:pt x="42769" y="127243"/>
                  </a:lnTo>
                  <a:lnTo>
                    <a:pt x="43362" y="124541"/>
                  </a:lnTo>
                  <a:lnTo>
                    <a:pt x="44865" y="124541"/>
                  </a:lnTo>
                  <a:lnTo>
                    <a:pt x="45206" y="120121"/>
                  </a:lnTo>
                  <a:lnTo>
                    <a:pt x="45206" y="119010"/>
                  </a:lnTo>
                  <a:lnTo>
                    <a:pt x="49183" y="115954"/>
                  </a:lnTo>
                  <a:lnTo>
                    <a:pt x="50888" y="113379"/>
                  </a:lnTo>
                  <a:lnTo>
                    <a:pt x="50888" y="110651"/>
                  </a:lnTo>
                  <a:lnTo>
                    <a:pt x="50042" y="108606"/>
                  </a:lnTo>
                  <a:lnTo>
                    <a:pt x="50092" y="106295"/>
                  </a:lnTo>
                  <a:lnTo>
                    <a:pt x="49600" y="104969"/>
                  </a:lnTo>
                  <a:lnTo>
                    <a:pt x="52239" y="102570"/>
                  </a:lnTo>
                  <a:lnTo>
                    <a:pt x="54853" y="99653"/>
                  </a:lnTo>
                  <a:lnTo>
                    <a:pt x="58149" y="97645"/>
                  </a:lnTo>
                  <a:lnTo>
                    <a:pt x="58186" y="97570"/>
                  </a:lnTo>
                  <a:cubicBezTo>
                    <a:pt x="58641" y="96761"/>
                    <a:pt x="59702" y="94817"/>
                    <a:pt x="59702" y="94362"/>
                  </a:cubicBezTo>
                  <a:cubicBezTo>
                    <a:pt x="59702" y="94148"/>
                    <a:pt x="60131" y="92948"/>
                    <a:pt x="60522" y="91963"/>
                  </a:cubicBezTo>
                  <a:lnTo>
                    <a:pt x="60573" y="91862"/>
                  </a:lnTo>
                  <a:lnTo>
                    <a:pt x="59904" y="89716"/>
                  </a:lnTo>
                  <a:lnTo>
                    <a:pt x="58149" y="90587"/>
                  </a:lnTo>
                  <a:lnTo>
                    <a:pt x="54411" y="91117"/>
                  </a:lnTo>
                  <a:lnTo>
                    <a:pt x="53375" y="91610"/>
                  </a:lnTo>
                  <a:lnTo>
                    <a:pt x="52858" y="90031"/>
                  </a:lnTo>
                  <a:lnTo>
                    <a:pt x="52327" y="88870"/>
                  </a:lnTo>
                  <a:lnTo>
                    <a:pt x="50118" y="86748"/>
                  </a:lnTo>
                  <a:lnTo>
                    <a:pt x="48830" y="85852"/>
                  </a:lnTo>
                  <a:lnTo>
                    <a:pt x="46772" y="81104"/>
                  </a:lnTo>
                  <a:lnTo>
                    <a:pt x="45913" y="79917"/>
                  </a:lnTo>
                  <a:lnTo>
                    <a:pt x="44852" y="77076"/>
                  </a:lnTo>
                  <a:lnTo>
                    <a:pt x="44309" y="76142"/>
                  </a:lnTo>
                  <a:lnTo>
                    <a:pt x="44890" y="75927"/>
                  </a:lnTo>
                  <a:lnTo>
                    <a:pt x="47264" y="79185"/>
                  </a:lnTo>
                  <a:lnTo>
                    <a:pt x="48716" y="81470"/>
                  </a:lnTo>
                  <a:lnTo>
                    <a:pt x="49562" y="83945"/>
                  </a:lnTo>
                  <a:lnTo>
                    <a:pt x="51570" y="85523"/>
                  </a:lnTo>
                  <a:lnTo>
                    <a:pt x="52795" y="88478"/>
                  </a:lnTo>
                  <a:lnTo>
                    <a:pt x="53439" y="90271"/>
                  </a:lnTo>
                  <a:lnTo>
                    <a:pt x="57189" y="88579"/>
                  </a:lnTo>
                  <a:lnTo>
                    <a:pt x="60939" y="87746"/>
                  </a:lnTo>
                  <a:lnTo>
                    <a:pt x="65005" y="85675"/>
                  </a:lnTo>
                  <a:lnTo>
                    <a:pt x="66230" y="83453"/>
                  </a:lnTo>
                  <a:lnTo>
                    <a:pt x="67139" y="81154"/>
                  </a:lnTo>
                  <a:lnTo>
                    <a:pt x="65422" y="79437"/>
                  </a:lnTo>
                  <a:lnTo>
                    <a:pt x="63932" y="77821"/>
                  </a:lnTo>
                  <a:lnTo>
                    <a:pt x="61356" y="78616"/>
                  </a:lnTo>
                  <a:lnTo>
                    <a:pt x="59487" y="78705"/>
                  </a:lnTo>
                  <a:lnTo>
                    <a:pt x="58325" y="76571"/>
                  </a:lnTo>
                  <a:lnTo>
                    <a:pt x="56570" y="75094"/>
                  </a:lnTo>
                  <a:lnTo>
                    <a:pt x="57189" y="74045"/>
                  </a:lnTo>
                  <a:lnTo>
                    <a:pt x="59790" y="76154"/>
                  </a:lnTo>
                  <a:lnTo>
                    <a:pt x="61886" y="77303"/>
                  </a:lnTo>
                  <a:lnTo>
                    <a:pt x="63742" y="77442"/>
                  </a:lnTo>
                  <a:lnTo>
                    <a:pt x="65472" y="78364"/>
                  </a:lnTo>
                  <a:lnTo>
                    <a:pt x="68351" y="78818"/>
                  </a:lnTo>
                  <a:lnTo>
                    <a:pt x="71634" y="78414"/>
                  </a:lnTo>
                  <a:lnTo>
                    <a:pt x="74109" y="80195"/>
                  </a:lnTo>
                  <a:lnTo>
                    <a:pt x="75511" y="82569"/>
                  </a:lnTo>
                  <a:lnTo>
                    <a:pt x="77089" y="82834"/>
                  </a:lnTo>
                  <a:lnTo>
                    <a:pt x="78074" y="81697"/>
                  </a:lnTo>
                  <a:lnTo>
                    <a:pt x="78541" y="83617"/>
                  </a:lnTo>
                  <a:lnTo>
                    <a:pt x="79173" y="86357"/>
                  </a:lnTo>
                  <a:lnTo>
                    <a:pt x="80562" y="89349"/>
                  </a:lnTo>
                  <a:lnTo>
                    <a:pt x="82014" y="92670"/>
                  </a:lnTo>
                  <a:lnTo>
                    <a:pt x="82721" y="95246"/>
                  </a:lnTo>
                  <a:lnTo>
                    <a:pt x="84930" y="91723"/>
                  </a:lnTo>
                  <a:lnTo>
                    <a:pt x="84930" y="88668"/>
                  </a:lnTo>
                  <a:lnTo>
                    <a:pt x="85802" y="87215"/>
                  </a:lnTo>
                  <a:lnTo>
                    <a:pt x="87822" y="85460"/>
                  </a:lnTo>
                  <a:lnTo>
                    <a:pt x="90840" y="82720"/>
                  </a:lnTo>
                  <a:lnTo>
                    <a:pt x="92115" y="80990"/>
                  </a:lnTo>
                  <a:lnTo>
                    <a:pt x="94451" y="80447"/>
                  </a:lnTo>
                  <a:lnTo>
                    <a:pt x="95158" y="83339"/>
                  </a:lnTo>
                  <a:lnTo>
                    <a:pt x="96914" y="84160"/>
                  </a:lnTo>
                  <a:lnTo>
                    <a:pt x="96914" y="87885"/>
                  </a:lnTo>
                  <a:lnTo>
                    <a:pt x="99035" y="86622"/>
                  </a:lnTo>
                  <a:lnTo>
                    <a:pt x="100702" y="90132"/>
                  </a:lnTo>
                  <a:lnTo>
                    <a:pt x="100702" y="94451"/>
                  </a:lnTo>
                  <a:lnTo>
                    <a:pt x="102772" y="95549"/>
                  </a:lnTo>
                  <a:lnTo>
                    <a:pt x="103720" y="97557"/>
                  </a:lnTo>
                  <a:lnTo>
                    <a:pt x="105247" y="99565"/>
                  </a:lnTo>
                  <a:lnTo>
                    <a:pt x="107975" y="100701"/>
                  </a:lnTo>
                  <a:lnTo>
                    <a:pt x="107192" y="98100"/>
                  </a:lnTo>
                  <a:lnTo>
                    <a:pt x="106864" y="96294"/>
                  </a:lnTo>
                  <a:lnTo>
                    <a:pt x="105121" y="94994"/>
                  </a:lnTo>
                  <a:lnTo>
                    <a:pt x="104023" y="93478"/>
                  </a:lnTo>
                  <a:lnTo>
                    <a:pt x="103442" y="92127"/>
                  </a:lnTo>
                  <a:lnTo>
                    <a:pt x="103732" y="90082"/>
                  </a:lnTo>
                  <a:lnTo>
                    <a:pt x="104212" y="89476"/>
                  </a:lnTo>
                  <a:lnTo>
                    <a:pt x="105626" y="90801"/>
                  </a:lnTo>
                  <a:lnTo>
                    <a:pt x="107306" y="92595"/>
                  </a:lnTo>
                  <a:lnTo>
                    <a:pt x="108417" y="93163"/>
                  </a:lnTo>
                  <a:lnTo>
                    <a:pt x="108568" y="93049"/>
                  </a:lnTo>
                  <a:cubicBezTo>
                    <a:pt x="110803" y="91382"/>
                    <a:pt x="110803" y="91041"/>
                    <a:pt x="110803" y="90902"/>
                  </a:cubicBezTo>
                  <a:lnTo>
                    <a:pt x="110803" y="87203"/>
                  </a:lnTo>
                  <a:lnTo>
                    <a:pt x="108846" y="85359"/>
                  </a:lnTo>
                  <a:lnTo>
                    <a:pt x="108139" y="83932"/>
                  </a:lnTo>
                  <a:cubicBezTo>
                    <a:pt x="108265" y="83238"/>
                    <a:pt x="108480" y="82556"/>
                    <a:pt x="108581" y="82455"/>
                  </a:cubicBezTo>
                  <a:cubicBezTo>
                    <a:pt x="108758" y="82341"/>
                    <a:pt x="109654" y="82000"/>
                    <a:pt x="110374" y="81748"/>
                  </a:cubicBezTo>
                  <a:lnTo>
                    <a:pt x="110967" y="83099"/>
                  </a:lnTo>
                  <a:lnTo>
                    <a:pt x="113139" y="81521"/>
                  </a:lnTo>
                  <a:lnTo>
                    <a:pt x="117016" y="79589"/>
                  </a:lnTo>
                  <a:lnTo>
                    <a:pt x="118821" y="76293"/>
                  </a:lnTo>
                  <a:lnTo>
                    <a:pt x="119604" y="74083"/>
                  </a:lnTo>
                  <a:lnTo>
                    <a:pt x="119630" y="70232"/>
                  </a:lnTo>
                  <a:lnTo>
                    <a:pt x="118140" y="67227"/>
                  </a:lnTo>
                  <a:lnTo>
                    <a:pt x="116890" y="65649"/>
                  </a:lnTo>
                  <a:lnTo>
                    <a:pt x="118809" y="64348"/>
                  </a:lnTo>
                  <a:lnTo>
                    <a:pt x="119958" y="63451"/>
                  </a:lnTo>
                  <a:lnTo>
                    <a:pt x="117622" y="62719"/>
                  </a:lnTo>
                  <a:lnTo>
                    <a:pt x="116258" y="63212"/>
                  </a:lnTo>
                  <a:lnTo>
                    <a:pt x="115475" y="62340"/>
                  </a:lnTo>
                  <a:lnTo>
                    <a:pt x="115059" y="61772"/>
                  </a:lnTo>
                  <a:lnTo>
                    <a:pt x="116624" y="60863"/>
                  </a:lnTo>
                  <a:lnTo>
                    <a:pt x="117369" y="59373"/>
                  </a:lnTo>
                  <a:lnTo>
                    <a:pt x="117900" y="59638"/>
                  </a:lnTo>
                  <a:lnTo>
                    <a:pt x="117256" y="61974"/>
                  </a:lnTo>
                  <a:lnTo>
                    <a:pt x="119390" y="60901"/>
                  </a:lnTo>
                  <a:lnTo>
                    <a:pt x="120337" y="61684"/>
                  </a:lnTo>
                  <a:lnTo>
                    <a:pt x="121284" y="63350"/>
                  </a:lnTo>
                  <a:lnTo>
                    <a:pt x="122168" y="64424"/>
                  </a:lnTo>
                  <a:lnTo>
                    <a:pt x="122168" y="66015"/>
                  </a:lnTo>
                  <a:lnTo>
                    <a:pt x="123291" y="67151"/>
                  </a:lnTo>
                  <a:lnTo>
                    <a:pt x="125501" y="65383"/>
                  </a:lnTo>
                  <a:lnTo>
                    <a:pt x="124882" y="62782"/>
                  </a:lnTo>
                  <a:lnTo>
                    <a:pt x="123216" y="61078"/>
                  </a:lnTo>
                  <a:lnTo>
                    <a:pt x="122837" y="60295"/>
                  </a:lnTo>
                  <a:lnTo>
                    <a:pt x="124238" y="59095"/>
                  </a:lnTo>
                  <a:lnTo>
                    <a:pt x="124352" y="56254"/>
                  </a:lnTo>
                  <a:lnTo>
                    <a:pt x="125337" y="55433"/>
                  </a:lnTo>
                  <a:lnTo>
                    <a:pt x="126688" y="56229"/>
                  </a:lnTo>
                  <a:lnTo>
                    <a:pt x="128734" y="52693"/>
                  </a:lnTo>
                  <a:lnTo>
                    <a:pt x="130363" y="47693"/>
                  </a:lnTo>
                  <a:lnTo>
                    <a:pt x="129176" y="44359"/>
                  </a:lnTo>
                  <a:lnTo>
                    <a:pt x="128418" y="41329"/>
                  </a:lnTo>
                  <a:lnTo>
                    <a:pt x="126625" y="39650"/>
                  </a:lnTo>
                  <a:lnTo>
                    <a:pt x="124365" y="39006"/>
                  </a:lnTo>
                  <a:lnTo>
                    <a:pt x="123039" y="38501"/>
                  </a:lnTo>
                  <a:lnTo>
                    <a:pt x="122231" y="37844"/>
                  </a:lnTo>
                  <a:lnTo>
                    <a:pt x="124238" y="33816"/>
                  </a:lnTo>
                  <a:lnTo>
                    <a:pt x="125047" y="31152"/>
                  </a:lnTo>
                  <a:lnTo>
                    <a:pt x="127067" y="29939"/>
                  </a:lnTo>
                  <a:lnTo>
                    <a:pt x="130350" y="29939"/>
                  </a:lnTo>
                  <a:lnTo>
                    <a:pt x="135009" y="28677"/>
                  </a:lnTo>
                  <a:lnTo>
                    <a:pt x="132875" y="28677"/>
                  </a:lnTo>
                  <a:lnTo>
                    <a:pt x="132875" y="23841"/>
                  </a:lnTo>
                  <a:lnTo>
                    <a:pt x="135224" y="22793"/>
                  </a:lnTo>
                  <a:lnTo>
                    <a:pt x="136108" y="25091"/>
                  </a:lnTo>
                  <a:lnTo>
                    <a:pt x="137257" y="22490"/>
                  </a:lnTo>
                  <a:lnTo>
                    <a:pt x="137282" y="21025"/>
                  </a:lnTo>
                  <a:lnTo>
                    <a:pt x="138090" y="21479"/>
                  </a:lnTo>
                  <a:lnTo>
                    <a:pt x="137446" y="25129"/>
                  </a:lnTo>
                  <a:lnTo>
                    <a:pt x="136032" y="30912"/>
                  </a:lnTo>
                  <a:lnTo>
                    <a:pt x="136019" y="34447"/>
                  </a:lnTo>
                  <a:lnTo>
                    <a:pt x="139467" y="39220"/>
                  </a:lnTo>
                  <a:lnTo>
                    <a:pt x="140452" y="42491"/>
                  </a:lnTo>
                  <a:lnTo>
                    <a:pt x="140452" y="44486"/>
                  </a:lnTo>
                  <a:lnTo>
                    <a:pt x="142346" y="42907"/>
                  </a:lnTo>
                  <a:lnTo>
                    <a:pt x="142346" y="39460"/>
                  </a:lnTo>
                  <a:lnTo>
                    <a:pt x="143836" y="36051"/>
                  </a:lnTo>
                  <a:lnTo>
                    <a:pt x="143028" y="33273"/>
                  </a:lnTo>
                  <a:lnTo>
                    <a:pt x="142901" y="31682"/>
                  </a:lnTo>
                  <a:lnTo>
                    <a:pt x="142598" y="29447"/>
                  </a:lnTo>
                  <a:lnTo>
                    <a:pt x="140742" y="27982"/>
                  </a:lnTo>
                  <a:lnTo>
                    <a:pt x="140464" y="25356"/>
                  </a:lnTo>
                  <a:lnTo>
                    <a:pt x="142939" y="23740"/>
                  </a:lnTo>
                  <a:lnTo>
                    <a:pt x="145502" y="24093"/>
                  </a:lnTo>
                  <a:lnTo>
                    <a:pt x="145502" y="21189"/>
                  </a:lnTo>
                  <a:lnTo>
                    <a:pt x="146462" y="19611"/>
                  </a:lnTo>
                  <a:lnTo>
                    <a:pt x="148508" y="18588"/>
                  </a:lnTo>
                  <a:lnTo>
                    <a:pt x="149732" y="18588"/>
                  </a:lnTo>
                  <a:lnTo>
                    <a:pt x="148141" y="14231"/>
                  </a:lnTo>
                  <a:lnTo>
                    <a:pt x="145010" y="13070"/>
                  </a:lnTo>
                  <a:lnTo>
                    <a:pt x="145490" y="11214"/>
                  </a:lnTo>
                  <a:lnTo>
                    <a:pt x="145161" y="9105"/>
                  </a:lnTo>
                  <a:lnTo>
                    <a:pt x="145060" y="8562"/>
                  </a:lnTo>
                  <a:lnTo>
                    <a:pt x="146664" y="9395"/>
                  </a:lnTo>
                  <a:lnTo>
                    <a:pt x="148015" y="8360"/>
                  </a:lnTo>
                  <a:lnTo>
                    <a:pt x="149442" y="9307"/>
                  </a:lnTo>
                  <a:lnTo>
                    <a:pt x="150364" y="6542"/>
                  </a:lnTo>
                  <a:lnTo>
                    <a:pt x="149038" y="4774"/>
                  </a:lnTo>
                  <a:lnTo>
                    <a:pt x="148369" y="2223"/>
                  </a:lnTo>
                  <a:lnTo>
                    <a:pt x="144227" y="1605"/>
                  </a:lnTo>
                  <a:lnTo>
                    <a:pt x="144227" y="3120"/>
                  </a:lnTo>
                  <a:lnTo>
                    <a:pt x="143116" y="3082"/>
                  </a:lnTo>
                  <a:lnTo>
                    <a:pt x="142384" y="2185"/>
                  </a:lnTo>
                  <a:lnTo>
                    <a:pt x="134744" y="2185"/>
                  </a:lnTo>
                  <a:lnTo>
                    <a:pt x="130704" y="2564"/>
                  </a:lnTo>
                  <a:lnTo>
                    <a:pt x="133065" y="4875"/>
                  </a:lnTo>
                  <a:lnTo>
                    <a:pt x="131411" y="4888"/>
                  </a:lnTo>
                  <a:lnTo>
                    <a:pt x="130842" y="3486"/>
                  </a:lnTo>
                  <a:lnTo>
                    <a:pt x="127458" y="4989"/>
                  </a:lnTo>
                  <a:lnTo>
                    <a:pt x="124908" y="6605"/>
                  </a:lnTo>
                  <a:lnTo>
                    <a:pt x="123620" y="6605"/>
                  </a:lnTo>
                  <a:lnTo>
                    <a:pt x="122584" y="4420"/>
                  </a:lnTo>
                  <a:lnTo>
                    <a:pt x="119781" y="4016"/>
                  </a:lnTo>
                  <a:lnTo>
                    <a:pt x="117710" y="5178"/>
                  </a:lnTo>
                  <a:lnTo>
                    <a:pt x="114604" y="4143"/>
                  </a:lnTo>
                  <a:lnTo>
                    <a:pt x="112432" y="3259"/>
                  </a:lnTo>
                  <a:lnTo>
                    <a:pt x="108076" y="3574"/>
                  </a:lnTo>
                  <a:lnTo>
                    <a:pt x="106005" y="4900"/>
                  </a:lnTo>
                  <a:lnTo>
                    <a:pt x="107091" y="7842"/>
                  </a:lnTo>
                  <a:lnTo>
                    <a:pt x="105146" y="7842"/>
                  </a:lnTo>
                  <a:lnTo>
                    <a:pt x="103795" y="7729"/>
                  </a:lnTo>
                  <a:lnTo>
                    <a:pt x="101851" y="8714"/>
                  </a:lnTo>
                  <a:lnTo>
                    <a:pt x="102583" y="10039"/>
                  </a:lnTo>
                  <a:lnTo>
                    <a:pt x="102583" y="10039"/>
                  </a:lnTo>
                  <a:lnTo>
                    <a:pt x="101169" y="9623"/>
                  </a:lnTo>
                  <a:lnTo>
                    <a:pt x="100348" y="6744"/>
                  </a:lnTo>
                  <a:lnTo>
                    <a:pt x="97545" y="4370"/>
                  </a:lnTo>
                  <a:lnTo>
                    <a:pt x="93252" y="4963"/>
                  </a:lnTo>
                  <a:lnTo>
                    <a:pt x="94072" y="7628"/>
                  </a:lnTo>
                  <a:lnTo>
                    <a:pt x="91509" y="7539"/>
                  </a:lnTo>
                  <a:lnTo>
                    <a:pt x="90385" y="6074"/>
                  </a:lnTo>
                  <a:lnTo>
                    <a:pt x="87999" y="7337"/>
                  </a:lnTo>
                  <a:lnTo>
                    <a:pt x="86231" y="7893"/>
                  </a:lnTo>
                  <a:lnTo>
                    <a:pt x="84034" y="10544"/>
                  </a:lnTo>
                  <a:lnTo>
                    <a:pt x="83706" y="9282"/>
                  </a:lnTo>
                  <a:lnTo>
                    <a:pt x="85915" y="5923"/>
                  </a:lnTo>
                  <a:lnTo>
                    <a:pt x="85234" y="2526"/>
                  </a:lnTo>
                  <a:lnTo>
                    <a:pt x="81786"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68"/>
            <p:cNvSpPr/>
            <p:nvPr/>
          </p:nvSpPr>
          <p:spPr>
            <a:xfrm>
              <a:off x="4467225" y="3815075"/>
              <a:ext cx="177425" cy="289800"/>
            </a:xfrm>
            <a:custGeom>
              <a:avLst/>
              <a:gdLst/>
              <a:ahLst/>
              <a:cxnLst/>
              <a:rect l="l" t="t" r="r" b="b"/>
              <a:pathLst>
                <a:path w="7097" h="11592" extrusionOk="0">
                  <a:moveTo>
                    <a:pt x="5683" y="0"/>
                  </a:moveTo>
                  <a:lnTo>
                    <a:pt x="4572" y="1339"/>
                  </a:lnTo>
                  <a:lnTo>
                    <a:pt x="2602" y="2513"/>
                  </a:lnTo>
                  <a:lnTo>
                    <a:pt x="1023" y="3271"/>
                  </a:lnTo>
                  <a:lnTo>
                    <a:pt x="1415" y="5809"/>
                  </a:lnTo>
                  <a:lnTo>
                    <a:pt x="1023" y="7362"/>
                  </a:lnTo>
                  <a:lnTo>
                    <a:pt x="1" y="8524"/>
                  </a:lnTo>
                  <a:lnTo>
                    <a:pt x="556" y="10809"/>
                  </a:lnTo>
                  <a:lnTo>
                    <a:pt x="2134" y="11592"/>
                  </a:lnTo>
                  <a:lnTo>
                    <a:pt x="3864" y="9849"/>
                  </a:lnTo>
                  <a:lnTo>
                    <a:pt x="5203" y="6541"/>
                  </a:lnTo>
                  <a:lnTo>
                    <a:pt x="6226" y="3384"/>
                  </a:lnTo>
                  <a:lnTo>
                    <a:pt x="7097" y="1655"/>
                  </a:lnTo>
                  <a:lnTo>
                    <a:pt x="6150"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68"/>
            <p:cNvSpPr/>
            <p:nvPr/>
          </p:nvSpPr>
          <p:spPr>
            <a:xfrm>
              <a:off x="4458375" y="3806875"/>
              <a:ext cx="194800" cy="307475"/>
            </a:xfrm>
            <a:custGeom>
              <a:avLst/>
              <a:gdLst/>
              <a:ahLst/>
              <a:cxnLst/>
              <a:rect l="l" t="t" r="r" b="b"/>
              <a:pathLst>
                <a:path w="7792" h="12299" extrusionOk="0">
                  <a:moveTo>
                    <a:pt x="6327" y="644"/>
                  </a:moveTo>
                  <a:lnTo>
                    <a:pt x="7097" y="1995"/>
                  </a:lnTo>
                  <a:lnTo>
                    <a:pt x="6277" y="3611"/>
                  </a:lnTo>
                  <a:lnTo>
                    <a:pt x="5266" y="6756"/>
                  </a:lnTo>
                  <a:lnTo>
                    <a:pt x="3953" y="10001"/>
                  </a:lnTo>
                  <a:lnTo>
                    <a:pt x="2413" y="11529"/>
                  </a:lnTo>
                  <a:lnTo>
                    <a:pt x="1175" y="10910"/>
                  </a:lnTo>
                  <a:lnTo>
                    <a:pt x="695" y="8940"/>
                  </a:lnTo>
                  <a:lnTo>
                    <a:pt x="1668" y="7829"/>
                  </a:lnTo>
                  <a:lnTo>
                    <a:pt x="2097" y="6149"/>
                  </a:lnTo>
                  <a:lnTo>
                    <a:pt x="1731" y="3776"/>
                  </a:lnTo>
                  <a:lnTo>
                    <a:pt x="3120" y="3119"/>
                  </a:lnTo>
                  <a:lnTo>
                    <a:pt x="5090" y="1932"/>
                  </a:lnTo>
                  <a:lnTo>
                    <a:pt x="6176" y="644"/>
                  </a:lnTo>
                  <a:close/>
                  <a:moveTo>
                    <a:pt x="5873" y="0"/>
                  </a:moveTo>
                  <a:lnTo>
                    <a:pt x="4711" y="1427"/>
                  </a:lnTo>
                  <a:lnTo>
                    <a:pt x="2817" y="2563"/>
                  </a:lnTo>
                  <a:lnTo>
                    <a:pt x="1024" y="3409"/>
                  </a:lnTo>
                  <a:lnTo>
                    <a:pt x="1440" y="6124"/>
                  </a:lnTo>
                  <a:lnTo>
                    <a:pt x="1087" y="7538"/>
                  </a:lnTo>
                  <a:lnTo>
                    <a:pt x="1" y="8776"/>
                  </a:lnTo>
                  <a:lnTo>
                    <a:pt x="632" y="11352"/>
                  </a:lnTo>
                  <a:lnTo>
                    <a:pt x="2552" y="12299"/>
                  </a:lnTo>
                  <a:lnTo>
                    <a:pt x="4420" y="10405"/>
                  </a:lnTo>
                  <a:lnTo>
                    <a:pt x="5847" y="6958"/>
                  </a:lnTo>
                  <a:lnTo>
                    <a:pt x="6845" y="3851"/>
                  </a:lnTo>
                  <a:lnTo>
                    <a:pt x="7792" y="1970"/>
                  </a:lnTo>
                  <a:lnTo>
                    <a:pt x="6681"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68"/>
            <p:cNvSpPr/>
            <p:nvPr/>
          </p:nvSpPr>
          <p:spPr>
            <a:xfrm>
              <a:off x="5304725" y="3312525"/>
              <a:ext cx="45475" cy="78625"/>
            </a:xfrm>
            <a:custGeom>
              <a:avLst/>
              <a:gdLst/>
              <a:ahLst/>
              <a:cxnLst/>
              <a:rect l="l" t="t" r="r" b="b"/>
              <a:pathLst>
                <a:path w="1819" h="3145" extrusionOk="0">
                  <a:moveTo>
                    <a:pt x="480" y="0"/>
                  </a:moveTo>
                  <a:lnTo>
                    <a:pt x="0" y="1654"/>
                  </a:lnTo>
                  <a:lnTo>
                    <a:pt x="480" y="3144"/>
                  </a:lnTo>
                  <a:lnTo>
                    <a:pt x="1503" y="2753"/>
                  </a:lnTo>
                  <a:lnTo>
                    <a:pt x="1818" y="1566"/>
                  </a:lnTo>
                  <a:lnTo>
                    <a:pt x="480"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68"/>
            <p:cNvSpPr/>
            <p:nvPr/>
          </p:nvSpPr>
          <p:spPr>
            <a:xfrm>
              <a:off x="5296500" y="3296100"/>
              <a:ext cx="62525" cy="105475"/>
            </a:xfrm>
            <a:custGeom>
              <a:avLst/>
              <a:gdLst/>
              <a:ahLst/>
              <a:cxnLst/>
              <a:rect l="l" t="t" r="r" b="b"/>
              <a:pathLst>
                <a:path w="2501" h="4219" extrusionOk="0">
                  <a:moveTo>
                    <a:pt x="948" y="1301"/>
                  </a:moveTo>
                  <a:lnTo>
                    <a:pt x="1806" y="2311"/>
                  </a:lnTo>
                  <a:lnTo>
                    <a:pt x="1567" y="3170"/>
                  </a:lnTo>
                  <a:lnTo>
                    <a:pt x="1011" y="3397"/>
                  </a:lnTo>
                  <a:lnTo>
                    <a:pt x="657" y="2299"/>
                  </a:lnTo>
                  <a:lnTo>
                    <a:pt x="948" y="1301"/>
                  </a:lnTo>
                  <a:close/>
                  <a:moveTo>
                    <a:pt x="670" y="1"/>
                  </a:moveTo>
                  <a:lnTo>
                    <a:pt x="1" y="2311"/>
                  </a:lnTo>
                  <a:lnTo>
                    <a:pt x="607" y="4218"/>
                  </a:lnTo>
                  <a:lnTo>
                    <a:pt x="2097" y="3650"/>
                  </a:lnTo>
                  <a:lnTo>
                    <a:pt x="2501" y="2147"/>
                  </a:lnTo>
                  <a:lnTo>
                    <a:pt x="670"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68"/>
            <p:cNvSpPr/>
            <p:nvPr/>
          </p:nvSpPr>
          <p:spPr>
            <a:xfrm>
              <a:off x="5643750" y="3420800"/>
              <a:ext cx="232675" cy="252250"/>
            </a:xfrm>
            <a:custGeom>
              <a:avLst/>
              <a:gdLst/>
              <a:ahLst/>
              <a:cxnLst/>
              <a:rect l="l" t="t" r="r" b="b"/>
              <a:pathLst>
                <a:path w="9307" h="10090" extrusionOk="0">
                  <a:moveTo>
                    <a:pt x="1" y="0"/>
                  </a:moveTo>
                  <a:lnTo>
                    <a:pt x="948" y="1301"/>
                  </a:lnTo>
                  <a:lnTo>
                    <a:pt x="2337" y="1553"/>
                  </a:lnTo>
                  <a:cubicBezTo>
                    <a:pt x="2337" y="1553"/>
                    <a:pt x="3536" y="3852"/>
                    <a:pt x="3688" y="4091"/>
                  </a:cubicBezTo>
                  <a:cubicBezTo>
                    <a:pt x="3852" y="4331"/>
                    <a:pt x="5897" y="8233"/>
                    <a:pt x="5897" y="8233"/>
                  </a:cubicBezTo>
                  <a:lnTo>
                    <a:pt x="7804" y="10089"/>
                  </a:lnTo>
                  <a:lnTo>
                    <a:pt x="8587" y="10089"/>
                  </a:lnTo>
                  <a:lnTo>
                    <a:pt x="9307" y="8119"/>
                  </a:lnTo>
                  <a:lnTo>
                    <a:pt x="7880" y="5039"/>
                  </a:lnTo>
                  <a:lnTo>
                    <a:pt x="4647" y="1882"/>
                  </a:lnTo>
                  <a:lnTo>
                    <a:pt x="3473" y="1061"/>
                  </a:lnTo>
                  <a:lnTo>
                    <a:pt x="1970"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68"/>
            <p:cNvSpPr/>
            <p:nvPr/>
          </p:nvSpPr>
          <p:spPr>
            <a:xfrm>
              <a:off x="5628275" y="3412900"/>
              <a:ext cx="256350" cy="268025"/>
            </a:xfrm>
            <a:custGeom>
              <a:avLst/>
              <a:gdLst/>
              <a:ahLst/>
              <a:cxnLst/>
              <a:rect l="l" t="t" r="r" b="b"/>
              <a:pathLst>
                <a:path w="10254" h="10721" extrusionOk="0">
                  <a:moveTo>
                    <a:pt x="2488" y="632"/>
                  </a:moveTo>
                  <a:lnTo>
                    <a:pt x="5052" y="2438"/>
                  </a:lnTo>
                  <a:lnTo>
                    <a:pt x="8246" y="5544"/>
                  </a:lnTo>
                  <a:lnTo>
                    <a:pt x="9585" y="8448"/>
                  </a:lnTo>
                  <a:lnTo>
                    <a:pt x="9004" y="10090"/>
                  </a:lnTo>
                  <a:lnTo>
                    <a:pt x="8562" y="10090"/>
                  </a:lnTo>
                  <a:lnTo>
                    <a:pt x="6782" y="8360"/>
                  </a:lnTo>
                  <a:cubicBezTo>
                    <a:pt x="6478" y="7792"/>
                    <a:pt x="4723" y="4471"/>
                    <a:pt x="4572" y="4231"/>
                  </a:cubicBezTo>
                  <a:cubicBezTo>
                    <a:pt x="4458" y="4067"/>
                    <a:pt x="3688" y="2614"/>
                    <a:pt x="3233" y="1731"/>
                  </a:cubicBezTo>
                  <a:lnTo>
                    <a:pt x="3158" y="1592"/>
                  </a:lnTo>
                  <a:lnTo>
                    <a:pt x="1743" y="1327"/>
                  </a:lnTo>
                  <a:lnTo>
                    <a:pt x="1238" y="632"/>
                  </a:lnTo>
                  <a:close/>
                  <a:moveTo>
                    <a:pt x="1" y="1"/>
                  </a:moveTo>
                  <a:lnTo>
                    <a:pt x="1390" y="1907"/>
                  </a:lnTo>
                  <a:lnTo>
                    <a:pt x="2741" y="2160"/>
                  </a:lnTo>
                  <a:cubicBezTo>
                    <a:pt x="3019" y="2690"/>
                    <a:pt x="3903" y="4370"/>
                    <a:pt x="4041" y="4584"/>
                  </a:cubicBezTo>
                  <a:cubicBezTo>
                    <a:pt x="4155" y="4748"/>
                    <a:pt x="5430" y="7135"/>
                    <a:pt x="6251" y="8701"/>
                  </a:cubicBezTo>
                  <a:lnTo>
                    <a:pt x="8297" y="10721"/>
                  </a:lnTo>
                  <a:lnTo>
                    <a:pt x="9433" y="10721"/>
                  </a:lnTo>
                  <a:lnTo>
                    <a:pt x="10254" y="8423"/>
                  </a:lnTo>
                  <a:lnTo>
                    <a:pt x="8789" y="5228"/>
                  </a:lnTo>
                  <a:lnTo>
                    <a:pt x="5443" y="1945"/>
                  </a:lnTo>
                  <a:lnTo>
                    <a:pt x="2690"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68"/>
            <p:cNvSpPr/>
            <p:nvPr/>
          </p:nvSpPr>
          <p:spPr>
            <a:xfrm>
              <a:off x="5873550" y="3662925"/>
              <a:ext cx="284775" cy="73250"/>
            </a:xfrm>
            <a:custGeom>
              <a:avLst/>
              <a:gdLst/>
              <a:ahLst/>
              <a:cxnLst/>
              <a:rect l="l" t="t" r="r" b="b"/>
              <a:pathLst>
                <a:path w="11391" h="2930" extrusionOk="0">
                  <a:moveTo>
                    <a:pt x="1150" y="0"/>
                  </a:moveTo>
                  <a:lnTo>
                    <a:pt x="1" y="998"/>
                  </a:lnTo>
                  <a:lnTo>
                    <a:pt x="2324" y="2058"/>
                  </a:lnTo>
                  <a:lnTo>
                    <a:pt x="5696" y="2930"/>
                  </a:lnTo>
                  <a:lnTo>
                    <a:pt x="11391" y="2930"/>
                  </a:lnTo>
                  <a:lnTo>
                    <a:pt x="8082" y="1667"/>
                  </a:lnTo>
                  <a:lnTo>
                    <a:pt x="5708" y="1667"/>
                  </a:lnTo>
                  <a:lnTo>
                    <a:pt x="1150"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68"/>
            <p:cNvSpPr/>
            <p:nvPr/>
          </p:nvSpPr>
          <p:spPr>
            <a:xfrm>
              <a:off x="5859050" y="3654075"/>
              <a:ext cx="342200" cy="90000"/>
            </a:xfrm>
            <a:custGeom>
              <a:avLst/>
              <a:gdLst/>
              <a:ahLst/>
              <a:cxnLst/>
              <a:rect l="l" t="t" r="r" b="b"/>
              <a:pathLst>
                <a:path w="13688" h="3600" extrusionOk="0">
                  <a:moveTo>
                    <a:pt x="1806" y="720"/>
                  </a:moveTo>
                  <a:lnTo>
                    <a:pt x="6187" y="2311"/>
                  </a:lnTo>
                  <a:lnTo>
                    <a:pt x="8599" y="2337"/>
                  </a:lnTo>
                  <a:lnTo>
                    <a:pt x="10266" y="2968"/>
                  </a:lnTo>
                  <a:lnTo>
                    <a:pt x="6314" y="2968"/>
                  </a:lnTo>
                  <a:lnTo>
                    <a:pt x="3043" y="2122"/>
                  </a:lnTo>
                  <a:lnTo>
                    <a:pt x="1174" y="1263"/>
                  </a:lnTo>
                  <a:lnTo>
                    <a:pt x="1806" y="720"/>
                  </a:lnTo>
                  <a:close/>
                  <a:moveTo>
                    <a:pt x="1667" y="1"/>
                  </a:moveTo>
                  <a:lnTo>
                    <a:pt x="0" y="1428"/>
                  </a:lnTo>
                  <a:lnTo>
                    <a:pt x="2829" y="2715"/>
                  </a:lnTo>
                  <a:lnTo>
                    <a:pt x="6200" y="3587"/>
                  </a:lnTo>
                  <a:lnTo>
                    <a:pt x="13688" y="3599"/>
                  </a:lnTo>
                  <a:lnTo>
                    <a:pt x="8763" y="1731"/>
                  </a:lnTo>
                  <a:lnTo>
                    <a:pt x="6352" y="1705"/>
                  </a:lnTo>
                  <a:lnTo>
                    <a:pt x="1667"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68"/>
            <p:cNvSpPr/>
            <p:nvPr/>
          </p:nvSpPr>
          <p:spPr>
            <a:xfrm>
              <a:off x="6185775" y="3706475"/>
              <a:ext cx="137975" cy="31600"/>
            </a:xfrm>
            <a:custGeom>
              <a:avLst/>
              <a:gdLst/>
              <a:ahLst/>
              <a:cxnLst/>
              <a:rect l="l" t="t" r="r" b="b"/>
              <a:pathLst>
                <a:path w="5519" h="1264" extrusionOk="0">
                  <a:moveTo>
                    <a:pt x="3397" y="1"/>
                  </a:moveTo>
                  <a:lnTo>
                    <a:pt x="0" y="556"/>
                  </a:lnTo>
                  <a:lnTo>
                    <a:pt x="1818" y="1263"/>
                  </a:lnTo>
                  <a:lnTo>
                    <a:pt x="5518" y="556"/>
                  </a:lnTo>
                  <a:lnTo>
                    <a:pt x="3397"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68"/>
            <p:cNvSpPr/>
            <p:nvPr/>
          </p:nvSpPr>
          <p:spPr>
            <a:xfrm>
              <a:off x="6156100" y="3698600"/>
              <a:ext cx="203625" cy="47675"/>
            </a:xfrm>
            <a:custGeom>
              <a:avLst/>
              <a:gdLst/>
              <a:ahLst/>
              <a:cxnLst/>
              <a:rect l="l" t="t" r="r" b="b"/>
              <a:pathLst>
                <a:path w="8145" h="1907" extrusionOk="0">
                  <a:moveTo>
                    <a:pt x="4571" y="644"/>
                  </a:moveTo>
                  <a:lnTo>
                    <a:pt x="5278" y="821"/>
                  </a:lnTo>
                  <a:lnTo>
                    <a:pt x="3031" y="1250"/>
                  </a:lnTo>
                  <a:lnTo>
                    <a:pt x="2374" y="998"/>
                  </a:lnTo>
                  <a:lnTo>
                    <a:pt x="4571" y="644"/>
                  </a:lnTo>
                  <a:close/>
                  <a:moveTo>
                    <a:pt x="4596" y="0"/>
                  </a:moveTo>
                  <a:lnTo>
                    <a:pt x="0" y="745"/>
                  </a:lnTo>
                  <a:lnTo>
                    <a:pt x="2968" y="1907"/>
                  </a:lnTo>
                  <a:lnTo>
                    <a:pt x="8145" y="922"/>
                  </a:lnTo>
                  <a:lnTo>
                    <a:pt x="4596"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68"/>
            <p:cNvSpPr/>
            <p:nvPr/>
          </p:nvSpPr>
          <p:spPr>
            <a:xfrm>
              <a:off x="6158300" y="3493725"/>
              <a:ext cx="139875" cy="161950"/>
            </a:xfrm>
            <a:custGeom>
              <a:avLst/>
              <a:gdLst/>
              <a:ahLst/>
              <a:cxnLst/>
              <a:rect l="l" t="t" r="r" b="b"/>
              <a:pathLst>
                <a:path w="5595" h="6478" extrusionOk="0">
                  <a:moveTo>
                    <a:pt x="3864" y="0"/>
                  </a:moveTo>
                  <a:lnTo>
                    <a:pt x="632" y="1579"/>
                  </a:lnTo>
                  <a:lnTo>
                    <a:pt x="1" y="4925"/>
                  </a:lnTo>
                  <a:lnTo>
                    <a:pt x="1099" y="6478"/>
                  </a:lnTo>
                  <a:lnTo>
                    <a:pt x="1730" y="4420"/>
                  </a:lnTo>
                  <a:lnTo>
                    <a:pt x="3473" y="6225"/>
                  </a:lnTo>
                  <a:lnTo>
                    <a:pt x="3473" y="4331"/>
                  </a:lnTo>
                  <a:lnTo>
                    <a:pt x="2678" y="3510"/>
                  </a:lnTo>
                  <a:lnTo>
                    <a:pt x="4104" y="2765"/>
                  </a:lnTo>
                  <a:lnTo>
                    <a:pt x="1895" y="2765"/>
                  </a:lnTo>
                  <a:lnTo>
                    <a:pt x="5594" y="1023"/>
                  </a:lnTo>
                  <a:lnTo>
                    <a:pt x="3864"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68"/>
            <p:cNvSpPr/>
            <p:nvPr/>
          </p:nvSpPr>
          <p:spPr>
            <a:xfrm>
              <a:off x="6149775" y="3484875"/>
              <a:ext cx="165125" cy="188175"/>
            </a:xfrm>
            <a:custGeom>
              <a:avLst/>
              <a:gdLst/>
              <a:ahLst/>
              <a:cxnLst/>
              <a:rect l="l" t="t" r="r" b="b"/>
              <a:pathLst>
                <a:path w="6605" h="7527" extrusionOk="0">
                  <a:moveTo>
                    <a:pt x="4193" y="708"/>
                  </a:moveTo>
                  <a:lnTo>
                    <a:pt x="5266" y="1339"/>
                  </a:lnTo>
                  <a:lnTo>
                    <a:pt x="1023" y="3334"/>
                  </a:lnTo>
                  <a:lnTo>
                    <a:pt x="1023" y="3334"/>
                  </a:lnTo>
                  <a:lnTo>
                    <a:pt x="1251" y="2147"/>
                  </a:lnTo>
                  <a:lnTo>
                    <a:pt x="4193" y="708"/>
                  </a:lnTo>
                  <a:close/>
                  <a:moveTo>
                    <a:pt x="3157" y="3423"/>
                  </a:moveTo>
                  <a:lnTo>
                    <a:pt x="2501" y="3776"/>
                  </a:lnTo>
                  <a:lnTo>
                    <a:pt x="3486" y="4812"/>
                  </a:lnTo>
                  <a:lnTo>
                    <a:pt x="3486" y="5796"/>
                  </a:lnTo>
                  <a:lnTo>
                    <a:pt x="1933" y="4168"/>
                  </a:lnTo>
                  <a:lnTo>
                    <a:pt x="1326" y="6125"/>
                  </a:lnTo>
                  <a:lnTo>
                    <a:pt x="670" y="5203"/>
                  </a:lnTo>
                  <a:lnTo>
                    <a:pt x="1011" y="3423"/>
                  </a:lnTo>
                  <a:close/>
                  <a:moveTo>
                    <a:pt x="4218" y="1"/>
                  </a:moveTo>
                  <a:lnTo>
                    <a:pt x="683" y="1718"/>
                  </a:lnTo>
                  <a:lnTo>
                    <a:pt x="1" y="5354"/>
                  </a:lnTo>
                  <a:lnTo>
                    <a:pt x="1554" y="7526"/>
                  </a:lnTo>
                  <a:lnTo>
                    <a:pt x="2210" y="5392"/>
                  </a:lnTo>
                  <a:lnTo>
                    <a:pt x="4117" y="7375"/>
                  </a:lnTo>
                  <a:lnTo>
                    <a:pt x="4117" y="4572"/>
                  </a:lnTo>
                  <a:lnTo>
                    <a:pt x="3536" y="3953"/>
                  </a:lnTo>
                  <a:lnTo>
                    <a:pt x="5708" y="2804"/>
                  </a:lnTo>
                  <a:lnTo>
                    <a:pt x="3650" y="2804"/>
                  </a:lnTo>
                  <a:lnTo>
                    <a:pt x="6605" y="1415"/>
                  </a:lnTo>
                  <a:lnTo>
                    <a:pt x="4218"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68"/>
            <p:cNvSpPr/>
            <p:nvPr/>
          </p:nvSpPr>
          <p:spPr>
            <a:xfrm>
              <a:off x="5945525" y="3367450"/>
              <a:ext cx="213125" cy="254775"/>
            </a:xfrm>
            <a:custGeom>
              <a:avLst/>
              <a:gdLst/>
              <a:ahLst/>
              <a:cxnLst/>
              <a:rect l="l" t="t" r="r" b="b"/>
              <a:pathLst>
                <a:path w="8525" h="10191" extrusionOk="0">
                  <a:moveTo>
                    <a:pt x="6542" y="0"/>
                  </a:moveTo>
                  <a:lnTo>
                    <a:pt x="3941" y="3119"/>
                  </a:lnTo>
                  <a:lnTo>
                    <a:pt x="2817" y="5291"/>
                  </a:lnTo>
                  <a:lnTo>
                    <a:pt x="935" y="5291"/>
                  </a:lnTo>
                  <a:lnTo>
                    <a:pt x="1" y="6869"/>
                  </a:lnTo>
                  <a:lnTo>
                    <a:pt x="1491" y="9067"/>
                  </a:lnTo>
                  <a:lnTo>
                    <a:pt x="2817" y="9546"/>
                  </a:lnTo>
                  <a:lnTo>
                    <a:pt x="4686" y="9344"/>
                  </a:lnTo>
                  <a:lnTo>
                    <a:pt x="6049" y="10190"/>
                  </a:lnTo>
                  <a:lnTo>
                    <a:pt x="7363" y="6516"/>
                  </a:lnTo>
                  <a:lnTo>
                    <a:pt x="8524" y="4874"/>
                  </a:lnTo>
                  <a:lnTo>
                    <a:pt x="7653" y="3384"/>
                  </a:lnTo>
                  <a:lnTo>
                    <a:pt x="8512" y="2134"/>
                  </a:lnTo>
                  <a:lnTo>
                    <a:pt x="6542"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68"/>
            <p:cNvSpPr/>
            <p:nvPr/>
          </p:nvSpPr>
          <p:spPr>
            <a:xfrm>
              <a:off x="5936075" y="3355775"/>
              <a:ext cx="232350" cy="278450"/>
            </a:xfrm>
            <a:custGeom>
              <a:avLst/>
              <a:gdLst/>
              <a:ahLst/>
              <a:cxnLst/>
              <a:rect l="l" t="t" r="r" b="b"/>
              <a:pathLst>
                <a:path w="9294" h="11138" extrusionOk="0">
                  <a:moveTo>
                    <a:pt x="6932" y="947"/>
                  </a:moveTo>
                  <a:lnTo>
                    <a:pt x="8486" y="2627"/>
                  </a:lnTo>
                  <a:lnTo>
                    <a:pt x="7652" y="3839"/>
                  </a:lnTo>
                  <a:lnTo>
                    <a:pt x="8523" y="5329"/>
                  </a:lnTo>
                  <a:lnTo>
                    <a:pt x="7475" y="6806"/>
                  </a:lnTo>
                  <a:lnTo>
                    <a:pt x="6263" y="10190"/>
                  </a:lnTo>
                  <a:lnTo>
                    <a:pt x="5139" y="9496"/>
                  </a:lnTo>
                  <a:lnTo>
                    <a:pt x="3220" y="9685"/>
                  </a:lnTo>
                  <a:lnTo>
                    <a:pt x="2071" y="9281"/>
                  </a:lnTo>
                  <a:lnTo>
                    <a:pt x="745" y="7324"/>
                  </a:lnTo>
                  <a:lnTo>
                    <a:pt x="1490" y="6074"/>
                  </a:lnTo>
                  <a:lnTo>
                    <a:pt x="3384" y="6074"/>
                  </a:lnTo>
                  <a:lnTo>
                    <a:pt x="4584" y="3763"/>
                  </a:lnTo>
                  <a:lnTo>
                    <a:pt x="6932" y="947"/>
                  </a:lnTo>
                  <a:close/>
                  <a:moveTo>
                    <a:pt x="6907" y="0"/>
                  </a:moveTo>
                  <a:lnTo>
                    <a:pt x="4079" y="3397"/>
                  </a:lnTo>
                  <a:lnTo>
                    <a:pt x="3005" y="5442"/>
                  </a:lnTo>
                  <a:lnTo>
                    <a:pt x="1137" y="5442"/>
                  </a:lnTo>
                  <a:lnTo>
                    <a:pt x="0" y="7336"/>
                  </a:lnTo>
                  <a:lnTo>
                    <a:pt x="1667" y="9799"/>
                  </a:lnTo>
                  <a:lnTo>
                    <a:pt x="3157" y="10329"/>
                  </a:lnTo>
                  <a:lnTo>
                    <a:pt x="4988" y="10140"/>
                  </a:lnTo>
                  <a:lnTo>
                    <a:pt x="6591" y="11137"/>
                  </a:lnTo>
                  <a:lnTo>
                    <a:pt x="8018" y="7147"/>
                  </a:lnTo>
                  <a:lnTo>
                    <a:pt x="9281" y="5379"/>
                  </a:lnTo>
                  <a:lnTo>
                    <a:pt x="8397" y="3877"/>
                  </a:lnTo>
                  <a:lnTo>
                    <a:pt x="9294" y="2576"/>
                  </a:lnTo>
                  <a:lnTo>
                    <a:pt x="6907"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68"/>
            <p:cNvSpPr/>
            <p:nvPr/>
          </p:nvSpPr>
          <p:spPr>
            <a:xfrm>
              <a:off x="6429775" y="3529075"/>
              <a:ext cx="453650" cy="254450"/>
            </a:xfrm>
            <a:custGeom>
              <a:avLst/>
              <a:gdLst/>
              <a:ahLst/>
              <a:cxnLst/>
              <a:rect l="l" t="t" r="r" b="b"/>
              <a:pathLst>
                <a:path w="18146" h="10178" extrusionOk="0">
                  <a:moveTo>
                    <a:pt x="1794" y="0"/>
                  </a:moveTo>
                  <a:lnTo>
                    <a:pt x="1" y="745"/>
                  </a:lnTo>
                  <a:lnTo>
                    <a:pt x="1705" y="2576"/>
                  </a:lnTo>
                  <a:lnTo>
                    <a:pt x="2223" y="4496"/>
                  </a:lnTo>
                  <a:lnTo>
                    <a:pt x="4281" y="4496"/>
                  </a:lnTo>
                  <a:lnTo>
                    <a:pt x="5847" y="5039"/>
                  </a:lnTo>
                  <a:lnTo>
                    <a:pt x="5847" y="6705"/>
                  </a:lnTo>
                  <a:lnTo>
                    <a:pt x="8764" y="8915"/>
                  </a:lnTo>
                  <a:lnTo>
                    <a:pt x="11214" y="8915"/>
                  </a:lnTo>
                  <a:lnTo>
                    <a:pt x="12236" y="7412"/>
                  </a:lnTo>
                  <a:lnTo>
                    <a:pt x="14055" y="8120"/>
                  </a:lnTo>
                  <a:lnTo>
                    <a:pt x="15633" y="10178"/>
                  </a:lnTo>
                  <a:lnTo>
                    <a:pt x="18146" y="10178"/>
                  </a:lnTo>
                  <a:lnTo>
                    <a:pt x="14522" y="5443"/>
                  </a:lnTo>
                  <a:lnTo>
                    <a:pt x="10431" y="3157"/>
                  </a:lnTo>
                  <a:lnTo>
                    <a:pt x="5531" y="1819"/>
                  </a:lnTo>
                  <a:lnTo>
                    <a:pt x="3650" y="2652"/>
                  </a:lnTo>
                  <a:lnTo>
                    <a:pt x="3094" y="733"/>
                  </a:lnTo>
                  <a:lnTo>
                    <a:pt x="1794"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68"/>
            <p:cNvSpPr/>
            <p:nvPr/>
          </p:nvSpPr>
          <p:spPr>
            <a:xfrm>
              <a:off x="6416200" y="3519925"/>
              <a:ext cx="483325" cy="271500"/>
            </a:xfrm>
            <a:custGeom>
              <a:avLst/>
              <a:gdLst/>
              <a:ahLst/>
              <a:cxnLst/>
              <a:rect l="l" t="t" r="r" b="b"/>
              <a:pathLst>
                <a:path w="19333" h="10860" extrusionOk="0">
                  <a:moveTo>
                    <a:pt x="2312" y="707"/>
                  </a:moveTo>
                  <a:lnTo>
                    <a:pt x="3372" y="1313"/>
                  </a:lnTo>
                  <a:lnTo>
                    <a:pt x="3991" y="3447"/>
                  </a:lnTo>
                  <a:lnTo>
                    <a:pt x="6112" y="2513"/>
                  </a:lnTo>
                  <a:lnTo>
                    <a:pt x="10860" y="3814"/>
                  </a:lnTo>
                  <a:lnTo>
                    <a:pt x="14863" y="6061"/>
                  </a:lnTo>
                  <a:lnTo>
                    <a:pt x="18058" y="10228"/>
                  </a:lnTo>
                  <a:lnTo>
                    <a:pt x="16328" y="10228"/>
                  </a:lnTo>
                  <a:lnTo>
                    <a:pt x="14787" y="8233"/>
                  </a:lnTo>
                  <a:lnTo>
                    <a:pt x="12653" y="7400"/>
                  </a:lnTo>
                  <a:lnTo>
                    <a:pt x="11580" y="8965"/>
                  </a:lnTo>
                  <a:lnTo>
                    <a:pt x="9408" y="8965"/>
                  </a:lnTo>
                  <a:lnTo>
                    <a:pt x="6706" y="6920"/>
                  </a:lnTo>
                  <a:lnTo>
                    <a:pt x="6706" y="5177"/>
                  </a:lnTo>
                  <a:lnTo>
                    <a:pt x="4913" y="4571"/>
                  </a:lnTo>
                  <a:lnTo>
                    <a:pt x="3006" y="4546"/>
                  </a:lnTo>
                  <a:lnTo>
                    <a:pt x="2526" y="2778"/>
                  </a:lnTo>
                  <a:lnTo>
                    <a:pt x="1074" y="1225"/>
                  </a:lnTo>
                  <a:lnTo>
                    <a:pt x="2312" y="707"/>
                  </a:lnTo>
                  <a:close/>
                  <a:moveTo>
                    <a:pt x="2362" y="0"/>
                  </a:moveTo>
                  <a:lnTo>
                    <a:pt x="1" y="998"/>
                  </a:lnTo>
                  <a:lnTo>
                    <a:pt x="1958" y="3094"/>
                  </a:lnTo>
                  <a:lnTo>
                    <a:pt x="2526" y="5177"/>
                  </a:lnTo>
                  <a:lnTo>
                    <a:pt x="4761" y="5177"/>
                  </a:lnTo>
                  <a:lnTo>
                    <a:pt x="6074" y="5632"/>
                  </a:lnTo>
                  <a:lnTo>
                    <a:pt x="6074" y="7223"/>
                  </a:lnTo>
                  <a:lnTo>
                    <a:pt x="9206" y="9597"/>
                  </a:lnTo>
                  <a:lnTo>
                    <a:pt x="11921" y="9597"/>
                  </a:lnTo>
                  <a:lnTo>
                    <a:pt x="12906" y="8170"/>
                  </a:lnTo>
                  <a:lnTo>
                    <a:pt x="14396" y="8751"/>
                  </a:lnTo>
                  <a:lnTo>
                    <a:pt x="16025" y="10859"/>
                  </a:lnTo>
                  <a:lnTo>
                    <a:pt x="19333" y="10859"/>
                  </a:lnTo>
                  <a:lnTo>
                    <a:pt x="15317" y="5607"/>
                  </a:lnTo>
                  <a:lnTo>
                    <a:pt x="11125" y="3245"/>
                  </a:lnTo>
                  <a:lnTo>
                    <a:pt x="6049" y="1844"/>
                  </a:lnTo>
                  <a:lnTo>
                    <a:pt x="4395" y="2576"/>
                  </a:lnTo>
                  <a:lnTo>
                    <a:pt x="3903" y="884"/>
                  </a:lnTo>
                  <a:lnTo>
                    <a:pt x="2362"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68"/>
            <p:cNvSpPr/>
            <p:nvPr/>
          </p:nvSpPr>
          <p:spPr>
            <a:xfrm>
              <a:off x="5992575" y="3785400"/>
              <a:ext cx="867500" cy="764650"/>
            </a:xfrm>
            <a:custGeom>
              <a:avLst/>
              <a:gdLst/>
              <a:ahLst/>
              <a:cxnLst/>
              <a:rect l="l" t="t" r="r" b="b"/>
              <a:pathLst>
                <a:path w="34700" h="30586" extrusionOk="0">
                  <a:moveTo>
                    <a:pt x="18082" y="1"/>
                  </a:moveTo>
                  <a:lnTo>
                    <a:pt x="15494" y="2602"/>
                  </a:lnTo>
                  <a:lnTo>
                    <a:pt x="13953" y="3574"/>
                  </a:lnTo>
                  <a:lnTo>
                    <a:pt x="12577" y="3006"/>
                  </a:lnTo>
                  <a:lnTo>
                    <a:pt x="9976" y="5430"/>
                  </a:lnTo>
                  <a:lnTo>
                    <a:pt x="8195" y="7627"/>
                  </a:lnTo>
                  <a:lnTo>
                    <a:pt x="4950" y="9572"/>
                  </a:lnTo>
                  <a:lnTo>
                    <a:pt x="1617" y="10228"/>
                  </a:lnTo>
                  <a:lnTo>
                    <a:pt x="0" y="12779"/>
                  </a:lnTo>
                  <a:lnTo>
                    <a:pt x="0" y="15999"/>
                  </a:lnTo>
                  <a:lnTo>
                    <a:pt x="973" y="20835"/>
                  </a:lnTo>
                  <a:lnTo>
                    <a:pt x="480" y="22704"/>
                  </a:lnTo>
                  <a:lnTo>
                    <a:pt x="1857" y="24244"/>
                  </a:lnTo>
                  <a:lnTo>
                    <a:pt x="5481" y="23424"/>
                  </a:lnTo>
                  <a:lnTo>
                    <a:pt x="9408" y="22211"/>
                  </a:lnTo>
                  <a:lnTo>
                    <a:pt x="12223" y="20999"/>
                  </a:lnTo>
                  <a:lnTo>
                    <a:pt x="16214" y="21365"/>
                  </a:lnTo>
                  <a:lnTo>
                    <a:pt x="18070" y="24964"/>
                  </a:lnTo>
                  <a:lnTo>
                    <a:pt x="20103" y="23184"/>
                  </a:lnTo>
                  <a:lnTo>
                    <a:pt x="20911" y="26833"/>
                  </a:lnTo>
                  <a:cubicBezTo>
                    <a:pt x="20911" y="26833"/>
                    <a:pt x="21719" y="29421"/>
                    <a:pt x="22047" y="29421"/>
                  </a:cubicBezTo>
                  <a:cubicBezTo>
                    <a:pt x="22349" y="29421"/>
                    <a:pt x="23677" y="30586"/>
                    <a:pt x="24015" y="30586"/>
                  </a:cubicBezTo>
                  <a:cubicBezTo>
                    <a:pt x="24045" y="30586"/>
                    <a:pt x="24067" y="30577"/>
                    <a:pt x="24080" y="30558"/>
                  </a:cubicBezTo>
                  <a:cubicBezTo>
                    <a:pt x="24232" y="30318"/>
                    <a:pt x="25621" y="29990"/>
                    <a:pt x="25621" y="29990"/>
                  </a:cubicBezTo>
                  <a:lnTo>
                    <a:pt x="28133" y="30229"/>
                  </a:lnTo>
                  <a:cubicBezTo>
                    <a:pt x="28133" y="30229"/>
                    <a:pt x="30735" y="28045"/>
                    <a:pt x="30735" y="27729"/>
                  </a:cubicBezTo>
                  <a:cubicBezTo>
                    <a:pt x="30735" y="27401"/>
                    <a:pt x="32831" y="23348"/>
                    <a:pt x="32831" y="23348"/>
                  </a:cubicBezTo>
                  <a:lnTo>
                    <a:pt x="34371" y="19699"/>
                  </a:lnTo>
                  <a:lnTo>
                    <a:pt x="34700" y="14193"/>
                  </a:lnTo>
                  <a:lnTo>
                    <a:pt x="31303" y="8107"/>
                  </a:lnTo>
                  <a:lnTo>
                    <a:pt x="30078" y="5114"/>
                  </a:lnTo>
                  <a:lnTo>
                    <a:pt x="29434" y="3081"/>
                  </a:lnTo>
                  <a:lnTo>
                    <a:pt x="27654" y="1"/>
                  </a:lnTo>
                  <a:lnTo>
                    <a:pt x="26025" y="3410"/>
                  </a:lnTo>
                  <a:lnTo>
                    <a:pt x="26113" y="4950"/>
                  </a:lnTo>
                  <a:lnTo>
                    <a:pt x="24333" y="6251"/>
                  </a:lnTo>
                  <a:lnTo>
                    <a:pt x="21971" y="4054"/>
                  </a:lnTo>
                  <a:lnTo>
                    <a:pt x="22224" y="1301"/>
                  </a:lnTo>
                  <a:lnTo>
                    <a:pt x="18082"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68"/>
            <p:cNvSpPr/>
            <p:nvPr/>
          </p:nvSpPr>
          <p:spPr>
            <a:xfrm>
              <a:off x="5985000" y="3768350"/>
              <a:ext cx="883600" cy="789850"/>
            </a:xfrm>
            <a:custGeom>
              <a:avLst/>
              <a:gdLst/>
              <a:ahLst/>
              <a:cxnLst/>
              <a:rect l="l" t="t" r="r" b="b"/>
              <a:pathLst>
                <a:path w="35344" h="31594" extrusionOk="0">
                  <a:moveTo>
                    <a:pt x="18474" y="1049"/>
                  </a:moveTo>
                  <a:lnTo>
                    <a:pt x="22186" y="2210"/>
                  </a:lnTo>
                  <a:lnTo>
                    <a:pt x="21946" y="4862"/>
                  </a:lnTo>
                  <a:lnTo>
                    <a:pt x="24598" y="7337"/>
                  </a:lnTo>
                  <a:lnTo>
                    <a:pt x="26732" y="5784"/>
                  </a:lnTo>
                  <a:lnTo>
                    <a:pt x="26643" y="4155"/>
                  </a:lnTo>
                  <a:lnTo>
                    <a:pt x="27969" y="1364"/>
                  </a:lnTo>
                  <a:lnTo>
                    <a:pt x="29447" y="3890"/>
                  </a:lnTo>
                  <a:lnTo>
                    <a:pt x="30091" y="5910"/>
                  </a:lnTo>
                  <a:lnTo>
                    <a:pt x="31315" y="8941"/>
                  </a:lnTo>
                  <a:lnTo>
                    <a:pt x="34674" y="14938"/>
                  </a:lnTo>
                  <a:lnTo>
                    <a:pt x="34359" y="20305"/>
                  </a:lnTo>
                  <a:lnTo>
                    <a:pt x="32856" y="23891"/>
                  </a:lnTo>
                  <a:cubicBezTo>
                    <a:pt x="31530" y="26442"/>
                    <a:pt x="30810" y="27932"/>
                    <a:pt x="30722" y="28336"/>
                  </a:cubicBezTo>
                  <a:cubicBezTo>
                    <a:pt x="30583" y="28601"/>
                    <a:pt x="29396" y="29687"/>
                    <a:pt x="28335" y="30596"/>
                  </a:cubicBezTo>
                  <a:lnTo>
                    <a:pt x="25898" y="30356"/>
                  </a:lnTo>
                  <a:lnTo>
                    <a:pt x="25848" y="30369"/>
                  </a:lnTo>
                  <a:cubicBezTo>
                    <a:pt x="25052" y="30558"/>
                    <a:pt x="24522" y="30747"/>
                    <a:pt x="24257" y="30937"/>
                  </a:cubicBezTo>
                  <a:cubicBezTo>
                    <a:pt x="23979" y="30773"/>
                    <a:pt x="23714" y="30596"/>
                    <a:pt x="23461" y="30406"/>
                  </a:cubicBezTo>
                  <a:cubicBezTo>
                    <a:pt x="22931" y="30028"/>
                    <a:pt x="22666" y="29851"/>
                    <a:pt x="22464" y="29800"/>
                  </a:cubicBezTo>
                  <a:cubicBezTo>
                    <a:pt x="22262" y="29560"/>
                    <a:pt x="21832" y="28411"/>
                    <a:pt x="21517" y="27439"/>
                  </a:cubicBezTo>
                  <a:lnTo>
                    <a:pt x="20595" y="23272"/>
                  </a:lnTo>
                  <a:lnTo>
                    <a:pt x="18474" y="25141"/>
                  </a:lnTo>
                  <a:lnTo>
                    <a:pt x="16706" y="21744"/>
                  </a:lnTo>
                  <a:lnTo>
                    <a:pt x="12463" y="21353"/>
                  </a:lnTo>
                  <a:lnTo>
                    <a:pt x="9610" y="22590"/>
                  </a:lnTo>
                  <a:lnTo>
                    <a:pt x="5708" y="23803"/>
                  </a:lnTo>
                  <a:lnTo>
                    <a:pt x="2261" y="24573"/>
                  </a:lnTo>
                  <a:lnTo>
                    <a:pt x="1124" y="23297"/>
                  </a:lnTo>
                  <a:lnTo>
                    <a:pt x="1591" y="21530"/>
                  </a:lnTo>
                  <a:lnTo>
                    <a:pt x="619" y="16681"/>
                  </a:lnTo>
                  <a:lnTo>
                    <a:pt x="619" y="13537"/>
                  </a:lnTo>
                  <a:lnTo>
                    <a:pt x="2109" y="11188"/>
                  </a:lnTo>
                  <a:lnTo>
                    <a:pt x="5316" y="10557"/>
                  </a:lnTo>
                  <a:lnTo>
                    <a:pt x="8662" y="8574"/>
                  </a:lnTo>
                  <a:lnTo>
                    <a:pt x="10493" y="6352"/>
                  </a:lnTo>
                  <a:lnTo>
                    <a:pt x="12943" y="4054"/>
                  </a:lnTo>
                  <a:lnTo>
                    <a:pt x="14282" y="4609"/>
                  </a:lnTo>
                  <a:lnTo>
                    <a:pt x="15961" y="3549"/>
                  </a:lnTo>
                  <a:lnTo>
                    <a:pt x="18474" y="1049"/>
                  </a:lnTo>
                  <a:close/>
                  <a:moveTo>
                    <a:pt x="27944" y="1"/>
                  </a:moveTo>
                  <a:lnTo>
                    <a:pt x="26025" y="4016"/>
                  </a:lnTo>
                  <a:lnTo>
                    <a:pt x="26100" y="5468"/>
                  </a:lnTo>
                  <a:lnTo>
                    <a:pt x="24674" y="6516"/>
                  </a:lnTo>
                  <a:lnTo>
                    <a:pt x="22615" y="4609"/>
                  </a:lnTo>
                  <a:lnTo>
                    <a:pt x="22868" y="1756"/>
                  </a:lnTo>
                  <a:lnTo>
                    <a:pt x="18310" y="316"/>
                  </a:lnTo>
                  <a:lnTo>
                    <a:pt x="15607" y="3018"/>
                  </a:lnTo>
                  <a:lnTo>
                    <a:pt x="14231" y="3890"/>
                  </a:lnTo>
                  <a:lnTo>
                    <a:pt x="12817" y="3309"/>
                  </a:lnTo>
                  <a:lnTo>
                    <a:pt x="10039" y="5910"/>
                  </a:lnTo>
                  <a:lnTo>
                    <a:pt x="8296" y="8057"/>
                  </a:lnTo>
                  <a:lnTo>
                    <a:pt x="5152" y="9951"/>
                  </a:lnTo>
                  <a:lnTo>
                    <a:pt x="1743" y="10633"/>
                  </a:lnTo>
                  <a:lnTo>
                    <a:pt x="0" y="13360"/>
                  </a:lnTo>
                  <a:lnTo>
                    <a:pt x="0" y="16744"/>
                  </a:lnTo>
                  <a:lnTo>
                    <a:pt x="947" y="21504"/>
                  </a:lnTo>
                  <a:lnTo>
                    <a:pt x="430" y="23462"/>
                  </a:lnTo>
                  <a:lnTo>
                    <a:pt x="2046" y="25267"/>
                  </a:lnTo>
                  <a:lnTo>
                    <a:pt x="5872" y="24409"/>
                  </a:lnTo>
                  <a:lnTo>
                    <a:pt x="9824" y="23184"/>
                  </a:lnTo>
                  <a:lnTo>
                    <a:pt x="12564" y="21997"/>
                  </a:lnTo>
                  <a:lnTo>
                    <a:pt x="16314" y="22338"/>
                  </a:lnTo>
                  <a:lnTo>
                    <a:pt x="18284" y="26151"/>
                  </a:lnTo>
                  <a:lnTo>
                    <a:pt x="20216" y="24459"/>
                  </a:lnTo>
                  <a:lnTo>
                    <a:pt x="20923" y="27616"/>
                  </a:lnTo>
                  <a:cubicBezTo>
                    <a:pt x="21795" y="30419"/>
                    <a:pt x="22136" y="30419"/>
                    <a:pt x="22325" y="30419"/>
                  </a:cubicBezTo>
                  <a:cubicBezTo>
                    <a:pt x="22590" y="30571"/>
                    <a:pt x="22855" y="30735"/>
                    <a:pt x="23095" y="30924"/>
                  </a:cubicBezTo>
                  <a:cubicBezTo>
                    <a:pt x="23752" y="31391"/>
                    <a:pt x="24067" y="31593"/>
                    <a:pt x="24320" y="31593"/>
                  </a:cubicBezTo>
                  <a:cubicBezTo>
                    <a:pt x="24345" y="31581"/>
                    <a:pt x="24383" y="31581"/>
                    <a:pt x="24421" y="31568"/>
                  </a:cubicBezTo>
                  <a:cubicBezTo>
                    <a:pt x="24509" y="31555"/>
                    <a:pt x="24598" y="31505"/>
                    <a:pt x="24648" y="31429"/>
                  </a:cubicBezTo>
                  <a:cubicBezTo>
                    <a:pt x="24749" y="31341"/>
                    <a:pt x="25355" y="31126"/>
                    <a:pt x="25962" y="30987"/>
                  </a:cubicBezTo>
                  <a:lnTo>
                    <a:pt x="28563" y="31240"/>
                  </a:lnTo>
                  <a:lnTo>
                    <a:pt x="28664" y="31151"/>
                  </a:lnTo>
                  <a:cubicBezTo>
                    <a:pt x="31366" y="28866"/>
                    <a:pt x="31366" y="28550"/>
                    <a:pt x="31366" y="28424"/>
                  </a:cubicBezTo>
                  <a:cubicBezTo>
                    <a:pt x="31416" y="28146"/>
                    <a:pt x="32464" y="26037"/>
                    <a:pt x="33449" y="24143"/>
                  </a:cubicBezTo>
                  <a:lnTo>
                    <a:pt x="34990" y="20494"/>
                  </a:lnTo>
                  <a:lnTo>
                    <a:pt x="35343" y="14787"/>
                  </a:lnTo>
                  <a:lnTo>
                    <a:pt x="31909" y="8663"/>
                  </a:lnTo>
                  <a:lnTo>
                    <a:pt x="30697" y="5683"/>
                  </a:lnTo>
                  <a:lnTo>
                    <a:pt x="30053" y="3662"/>
                  </a:lnTo>
                  <a:lnTo>
                    <a:pt x="27944"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68"/>
            <p:cNvSpPr/>
            <p:nvPr/>
          </p:nvSpPr>
          <p:spPr>
            <a:xfrm>
              <a:off x="6575950" y="4616250"/>
              <a:ext cx="97550" cy="109575"/>
            </a:xfrm>
            <a:custGeom>
              <a:avLst/>
              <a:gdLst/>
              <a:ahLst/>
              <a:cxnLst/>
              <a:rect l="l" t="t" r="r" b="b"/>
              <a:pathLst>
                <a:path w="3902" h="4383" extrusionOk="0">
                  <a:moveTo>
                    <a:pt x="303" y="1"/>
                  </a:moveTo>
                  <a:lnTo>
                    <a:pt x="0" y="430"/>
                  </a:lnTo>
                  <a:lnTo>
                    <a:pt x="0" y="2955"/>
                  </a:lnTo>
                  <a:lnTo>
                    <a:pt x="1326" y="4382"/>
                  </a:lnTo>
                  <a:lnTo>
                    <a:pt x="3498" y="2753"/>
                  </a:lnTo>
                  <a:lnTo>
                    <a:pt x="3902" y="430"/>
                  </a:lnTo>
                  <a:lnTo>
                    <a:pt x="2273" y="1213"/>
                  </a:lnTo>
                  <a:lnTo>
                    <a:pt x="303"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68"/>
            <p:cNvSpPr/>
            <p:nvPr/>
          </p:nvSpPr>
          <p:spPr>
            <a:xfrm>
              <a:off x="6568050" y="4609625"/>
              <a:ext cx="115875" cy="126600"/>
            </a:xfrm>
            <a:custGeom>
              <a:avLst/>
              <a:gdLst/>
              <a:ahLst/>
              <a:cxnLst/>
              <a:rect l="l" t="t" r="r" b="b"/>
              <a:pathLst>
                <a:path w="4635" h="5064" extrusionOk="0">
                  <a:moveTo>
                    <a:pt x="783" y="1"/>
                  </a:moveTo>
                  <a:lnTo>
                    <a:pt x="455" y="531"/>
                  </a:lnTo>
                  <a:lnTo>
                    <a:pt x="2564" y="1844"/>
                  </a:lnTo>
                  <a:lnTo>
                    <a:pt x="3814" y="1251"/>
                  </a:lnTo>
                  <a:lnTo>
                    <a:pt x="3536" y="2842"/>
                  </a:lnTo>
                  <a:lnTo>
                    <a:pt x="1680" y="4218"/>
                  </a:lnTo>
                  <a:lnTo>
                    <a:pt x="632" y="3094"/>
                  </a:lnTo>
                  <a:lnTo>
                    <a:pt x="632" y="695"/>
                  </a:lnTo>
                  <a:lnTo>
                    <a:pt x="0" y="695"/>
                  </a:lnTo>
                  <a:lnTo>
                    <a:pt x="0" y="3347"/>
                  </a:lnTo>
                  <a:lnTo>
                    <a:pt x="1592" y="5064"/>
                  </a:lnTo>
                  <a:lnTo>
                    <a:pt x="4104" y="3208"/>
                  </a:lnTo>
                  <a:lnTo>
                    <a:pt x="4635" y="139"/>
                  </a:lnTo>
                  <a:lnTo>
                    <a:pt x="2602" y="1124"/>
                  </a:lnTo>
                  <a:lnTo>
                    <a:pt x="783"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68"/>
            <p:cNvSpPr/>
            <p:nvPr/>
          </p:nvSpPr>
          <p:spPr>
            <a:xfrm>
              <a:off x="6995150" y="4713800"/>
              <a:ext cx="195750" cy="190700"/>
            </a:xfrm>
            <a:custGeom>
              <a:avLst/>
              <a:gdLst/>
              <a:ahLst/>
              <a:cxnLst/>
              <a:rect l="l" t="t" r="r" b="b"/>
              <a:pathLst>
                <a:path w="7830" h="7628" extrusionOk="0">
                  <a:moveTo>
                    <a:pt x="6883" y="0"/>
                  </a:moveTo>
                  <a:lnTo>
                    <a:pt x="4648" y="1932"/>
                  </a:lnTo>
                  <a:lnTo>
                    <a:pt x="2615" y="2905"/>
                  </a:lnTo>
                  <a:lnTo>
                    <a:pt x="468" y="4660"/>
                  </a:lnTo>
                  <a:lnTo>
                    <a:pt x="1" y="5859"/>
                  </a:lnTo>
                  <a:lnTo>
                    <a:pt x="1958" y="7627"/>
                  </a:lnTo>
                  <a:lnTo>
                    <a:pt x="4471" y="4622"/>
                  </a:lnTo>
                  <a:lnTo>
                    <a:pt x="6921" y="2425"/>
                  </a:lnTo>
                  <a:lnTo>
                    <a:pt x="7830" y="1124"/>
                  </a:lnTo>
                  <a:lnTo>
                    <a:pt x="7830"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68"/>
            <p:cNvSpPr/>
            <p:nvPr/>
          </p:nvSpPr>
          <p:spPr>
            <a:xfrm>
              <a:off x="6985700" y="4705900"/>
              <a:ext cx="213100" cy="209650"/>
            </a:xfrm>
            <a:custGeom>
              <a:avLst/>
              <a:gdLst/>
              <a:ahLst/>
              <a:cxnLst/>
              <a:rect l="l" t="t" r="r" b="b"/>
              <a:pathLst>
                <a:path w="8524" h="8386" extrusionOk="0">
                  <a:moveTo>
                    <a:pt x="7905" y="632"/>
                  </a:moveTo>
                  <a:lnTo>
                    <a:pt x="7905" y="1339"/>
                  </a:lnTo>
                  <a:lnTo>
                    <a:pt x="7071" y="2526"/>
                  </a:lnTo>
                  <a:lnTo>
                    <a:pt x="4609" y="4736"/>
                  </a:lnTo>
                  <a:lnTo>
                    <a:pt x="2311" y="7489"/>
                  </a:lnTo>
                  <a:lnTo>
                    <a:pt x="758" y="6074"/>
                  </a:lnTo>
                  <a:lnTo>
                    <a:pt x="1111" y="5165"/>
                  </a:lnTo>
                  <a:lnTo>
                    <a:pt x="3169" y="3486"/>
                  </a:lnTo>
                  <a:lnTo>
                    <a:pt x="5165" y="2526"/>
                  </a:lnTo>
                  <a:lnTo>
                    <a:pt x="7387" y="632"/>
                  </a:lnTo>
                  <a:close/>
                  <a:moveTo>
                    <a:pt x="7147" y="1"/>
                  </a:moveTo>
                  <a:lnTo>
                    <a:pt x="4836" y="1971"/>
                  </a:lnTo>
                  <a:lnTo>
                    <a:pt x="2854" y="2943"/>
                  </a:lnTo>
                  <a:lnTo>
                    <a:pt x="568" y="4786"/>
                  </a:lnTo>
                  <a:lnTo>
                    <a:pt x="0" y="6251"/>
                  </a:lnTo>
                  <a:lnTo>
                    <a:pt x="2374" y="8385"/>
                  </a:lnTo>
                  <a:lnTo>
                    <a:pt x="5064" y="5165"/>
                  </a:lnTo>
                  <a:lnTo>
                    <a:pt x="7513" y="2981"/>
                  </a:lnTo>
                  <a:lnTo>
                    <a:pt x="8523" y="1541"/>
                  </a:lnTo>
                  <a:lnTo>
                    <a:pt x="8523"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68"/>
            <p:cNvSpPr/>
            <p:nvPr/>
          </p:nvSpPr>
          <p:spPr>
            <a:xfrm>
              <a:off x="7223700" y="4478300"/>
              <a:ext cx="126625" cy="235850"/>
            </a:xfrm>
            <a:custGeom>
              <a:avLst/>
              <a:gdLst/>
              <a:ahLst/>
              <a:cxnLst/>
              <a:rect l="l" t="t" r="r" b="b"/>
              <a:pathLst>
                <a:path w="5065" h="9434" extrusionOk="0">
                  <a:moveTo>
                    <a:pt x="607" y="1"/>
                  </a:moveTo>
                  <a:lnTo>
                    <a:pt x="1099" y="3334"/>
                  </a:lnTo>
                  <a:lnTo>
                    <a:pt x="1175" y="5557"/>
                  </a:lnTo>
                  <a:lnTo>
                    <a:pt x="266" y="5948"/>
                  </a:lnTo>
                  <a:lnTo>
                    <a:pt x="1087" y="7792"/>
                  </a:lnTo>
                  <a:cubicBezTo>
                    <a:pt x="1087" y="7792"/>
                    <a:pt x="1" y="8612"/>
                    <a:pt x="317" y="8827"/>
                  </a:cubicBezTo>
                  <a:cubicBezTo>
                    <a:pt x="569" y="9004"/>
                    <a:pt x="809" y="9206"/>
                    <a:pt x="1036" y="9433"/>
                  </a:cubicBezTo>
                  <a:lnTo>
                    <a:pt x="2640" y="7716"/>
                  </a:lnTo>
                  <a:lnTo>
                    <a:pt x="3448" y="5531"/>
                  </a:lnTo>
                  <a:lnTo>
                    <a:pt x="5064" y="5026"/>
                  </a:lnTo>
                  <a:lnTo>
                    <a:pt x="4092" y="4370"/>
                  </a:lnTo>
                  <a:lnTo>
                    <a:pt x="2791" y="4370"/>
                  </a:lnTo>
                  <a:lnTo>
                    <a:pt x="2665" y="733"/>
                  </a:lnTo>
                  <a:lnTo>
                    <a:pt x="607"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68"/>
            <p:cNvSpPr/>
            <p:nvPr/>
          </p:nvSpPr>
          <p:spPr>
            <a:xfrm>
              <a:off x="7219600" y="4466625"/>
              <a:ext cx="149025" cy="258875"/>
            </a:xfrm>
            <a:custGeom>
              <a:avLst/>
              <a:gdLst/>
              <a:ahLst/>
              <a:cxnLst/>
              <a:rect l="l" t="t" r="r" b="b"/>
              <a:pathLst>
                <a:path w="5961" h="10355" extrusionOk="0">
                  <a:moveTo>
                    <a:pt x="1162" y="948"/>
                  </a:moveTo>
                  <a:lnTo>
                    <a:pt x="2526" y="1427"/>
                  </a:lnTo>
                  <a:lnTo>
                    <a:pt x="2652" y="5152"/>
                  </a:lnTo>
                  <a:lnTo>
                    <a:pt x="4155" y="5152"/>
                  </a:lnTo>
                  <a:lnTo>
                    <a:pt x="4509" y="5392"/>
                  </a:lnTo>
                  <a:lnTo>
                    <a:pt x="3372" y="5733"/>
                  </a:lnTo>
                  <a:lnTo>
                    <a:pt x="2539" y="8019"/>
                  </a:lnTo>
                  <a:lnTo>
                    <a:pt x="1188" y="9458"/>
                  </a:lnTo>
                  <a:cubicBezTo>
                    <a:pt x="1074" y="9344"/>
                    <a:pt x="922" y="9231"/>
                    <a:pt x="784" y="9117"/>
                  </a:cubicBezTo>
                  <a:cubicBezTo>
                    <a:pt x="973" y="8903"/>
                    <a:pt x="1200" y="8701"/>
                    <a:pt x="1440" y="8524"/>
                  </a:cubicBezTo>
                  <a:lnTo>
                    <a:pt x="1642" y="8360"/>
                  </a:lnTo>
                  <a:lnTo>
                    <a:pt x="847" y="6579"/>
                  </a:lnTo>
                  <a:lnTo>
                    <a:pt x="1667" y="6238"/>
                  </a:lnTo>
                  <a:lnTo>
                    <a:pt x="1566" y="3751"/>
                  </a:lnTo>
                  <a:lnTo>
                    <a:pt x="1162" y="948"/>
                  </a:lnTo>
                  <a:close/>
                  <a:moveTo>
                    <a:pt x="380" y="1"/>
                  </a:moveTo>
                  <a:lnTo>
                    <a:pt x="948" y="3814"/>
                  </a:lnTo>
                  <a:lnTo>
                    <a:pt x="1011" y="5822"/>
                  </a:lnTo>
                  <a:lnTo>
                    <a:pt x="1" y="6251"/>
                  </a:lnTo>
                  <a:lnTo>
                    <a:pt x="859" y="8158"/>
                  </a:lnTo>
                  <a:cubicBezTo>
                    <a:pt x="481" y="8473"/>
                    <a:pt x="114" y="8865"/>
                    <a:pt x="114" y="9193"/>
                  </a:cubicBezTo>
                  <a:cubicBezTo>
                    <a:pt x="114" y="9332"/>
                    <a:pt x="190" y="9471"/>
                    <a:pt x="304" y="9559"/>
                  </a:cubicBezTo>
                  <a:cubicBezTo>
                    <a:pt x="544" y="9723"/>
                    <a:pt x="771" y="9913"/>
                    <a:pt x="973" y="10127"/>
                  </a:cubicBezTo>
                  <a:lnTo>
                    <a:pt x="1200" y="10355"/>
                  </a:lnTo>
                  <a:lnTo>
                    <a:pt x="3044" y="8397"/>
                  </a:lnTo>
                  <a:lnTo>
                    <a:pt x="3852" y="6251"/>
                  </a:lnTo>
                  <a:lnTo>
                    <a:pt x="5961" y="5607"/>
                  </a:lnTo>
                  <a:lnTo>
                    <a:pt x="4357" y="4521"/>
                  </a:lnTo>
                  <a:lnTo>
                    <a:pt x="3258" y="4521"/>
                  </a:lnTo>
                  <a:lnTo>
                    <a:pt x="3132" y="973"/>
                  </a:lnTo>
                  <a:lnTo>
                    <a:pt x="380"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68"/>
            <p:cNvSpPr/>
            <p:nvPr/>
          </p:nvSpPr>
          <p:spPr>
            <a:xfrm>
              <a:off x="6134625" y="2921400"/>
              <a:ext cx="43275" cy="96300"/>
            </a:xfrm>
            <a:custGeom>
              <a:avLst/>
              <a:gdLst/>
              <a:ahLst/>
              <a:cxnLst/>
              <a:rect l="l" t="t" r="r" b="b"/>
              <a:pathLst>
                <a:path w="1731" h="3852" extrusionOk="0">
                  <a:moveTo>
                    <a:pt x="1415" y="0"/>
                  </a:moveTo>
                  <a:lnTo>
                    <a:pt x="1" y="682"/>
                  </a:lnTo>
                  <a:lnTo>
                    <a:pt x="1" y="2627"/>
                  </a:lnTo>
                  <a:lnTo>
                    <a:pt x="1415" y="3852"/>
                  </a:lnTo>
                  <a:lnTo>
                    <a:pt x="1730" y="1920"/>
                  </a:lnTo>
                  <a:lnTo>
                    <a:pt x="1415"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68"/>
            <p:cNvSpPr/>
            <p:nvPr/>
          </p:nvSpPr>
          <p:spPr>
            <a:xfrm>
              <a:off x="6126725" y="2909725"/>
              <a:ext cx="59375" cy="122825"/>
            </a:xfrm>
            <a:custGeom>
              <a:avLst/>
              <a:gdLst/>
              <a:ahLst/>
              <a:cxnLst/>
              <a:rect l="l" t="t" r="r" b="b"/>
              <a:pathLst>
                <a:path w="2375" h="4913" extrusionOk="0">
                  <a:moveTo>
                    <a:pt x="1491" y="935"/>
                  </a:moveTo>
                  <a:lnTo>
                    <a:pt x="1731" y="2387"/>
                  </a:lnTo>
                  <a:lnTo>
                    <a:pt x="1516" y="3713"/>
                  </a:lnTo>
                  <a:lnTo>
                    <a:pt x="632" y="2955"/>
                  </a:lnTo>
                  <a:lnTo>
                    <a:pt x="632" y="1351"/>
                  </a:lnTo>
                  <a:lnTo>
                    <a:pt x="1491" y="935"/>
                  </a:lnTo>
                  <a:close/>
                  <a:moveTo>
                    <a:pt x="1983" y="0"/>
                  </a:moveTo>
                  <a:lnTo>
                    <a:pt x="1" y="960"/>
                  </a:lnTo>
                  <a:lnTo>
                    <a:pt x="1" y="3245"/>
                  </a:lnTo>
                  <a:lnTo>
                    <a:pt x="1958" y="4912"/>
                  </a:lnTo>
                  <a:lnTo>
                    <a:pt x="2375" y="2387"/>
                  </a:lnTo>
                  <a:lnTo>
                    <a:pt x="1983"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68"/>
            <p:cNvSpPr/>
            <p:nvPr/>
          </p:nvSpPr>
          <p:spPr>
            <a:xfrm>
              <a:off x="5917450" y="3060600"/>
              <a:ext cx="65350" cy="60650"/>
            </a:xfrm>
            <a:custGeom>
              <a:avLst/>
              <a:gdLst/>
              <a:ahLst/>
              <a:cxnLst/>
              <a:rect l="l" t="t" r="r" b="b"/>
              <a:pathLst>
                <a:path w="2614" h="2426" extrusionOk="0">
                  <a:moveTo>
                    <a:pt x="1099" y="1"/>
                  </a:moveTo>
                  <a:lnTo>
                    <a:pt x="0" y="1175"/>
                  </a:lnTo>
                  <a:lnTo>
                    <a:pt x="568" y="2425"/>
                  </a:lnTo>
                  <a:lnTo>
                    <a:pt x="1440" y="2425"/>
                  </a:lnTo>
                  <a:lnTo>
                    <a:pt x="2614" y="708"/>
                  </a:lnTo>
                  <a:lnTo>
                    <a:pt x="1099"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68"/>
            <p:cNvSpPr/>
            <p:nvPr/>
          </p:nvSpPr>
          <p:spPr>
            <a:xfrm>
              <a:off x="5908275" y="3050825"/>
              <a:ext cx="86225" cy="78325"/>
            </a:xfrm>
            <a:custGeom>
              <a:avLst/>
              <a:gdLst/>
              <a:ahLst/>
              <a:cxnLst/>
              <a:rect l="l" t="t" r="r" b="b"/>
              <a:pathLst>
                <a:path w="3449" h="3133" extrusionOk="0">
                  <a:moveTo>
                    <a:pt x="1541" y="771"/>
                  </a:moveTo>
                  <a:lnTo>
                    <a:pt x="2514" y="1225"/>
                  </a:lnTo>
                  <a:lnTo>
                    <a:pt x="1630" y="2501"/>
                  </a:lnTo>
                  <a:lnTo>
                    <a:pt x="1137" y="2501"/>
                  </a:lnTo>
                  <a:lnTo>
                    <a:pt x="746" y="1617"/>
                  </a:lnTo>
                  <a:lnTo>
                    <a:pt x="1541" y="771"/>
                  </a:lnTo>
                  <a:close/>
                  <a:moveTo>
                    <a:pt x="1390" y="1"/>
                  </a:moveTo>
                  <a:lnTo>
                    <a:pt x="1" y="1503"/>
                  </a:lnTo>
                  <a:lnTo>
                    <a:pt x="733" y="3132"/>
                  </a:lnTo>
                  <a:lnTo>
                    <a:pt x="1971" y="3132"/>
                  </a:lnTo>
                  <a:lnTo>
                    <a:pt x="3448" y="960"/>
                  </a:lnTo>
                  <a:lnTo>
                    <a:pt x="1390"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68"/>
            <p:cNvSpPr/>
            <p:nvPr/>
          </p:nvSpPr>
          <p:spPr>
            <a:xfrm>
              <a:off x="6168100" y="3083025"/>
              <a:ext cx="108300" cy="173650"/>
            </a:xfrm>
            <a:custGeom>
              <a:avLst/>
              <a:gdLst/>
              <a:ahLst/>
              <a:cxnLst/>
              <a:rect l="l" t="t" r="r" b="b"/>
              <a:pathLst>
                <a:path w="4332" h="6946" extrusionOk="0">
                  <a:moveTo>
                    <a:pt x="1578" y="0"/>
                  </a:moveTo>
                  <a:lnTo>
                    <a:pt x="707" y="1440"/>
                  </a:lnTo>
                  <a:lnTo>
                    <a:pt x="0" y="3132"/>
                  </a:lnTo>
                  <a:lnTo>
                    <a:pt x="783" y="5897"/>
                  </a:lnTo>
                  <a:lnTo>
                    <a:pt x="2399" y="5405"/>
                  </a:lnTo>
                  <a:lnTo>
                    <a:pt x="3472" y="6945"/>
                  </a:lnTo>
                  <a:lnTo>
                    <a:pt x="4331" y="5241"/>
                  </a:lnTo>
                  <a:lnTo>
                    <a:pt x="3472" y="3789"/>
                  </a:lnTo>
                  <a:lnTo>
                    <a:pt x="1818" y="2564"/>
                  </a:lnTo>
                  <a:lnTo>
                    <a:pt x="2399" y="1352"/>
                  </a:lnTo>
                  <a:lnTo>
                    <a:pt x="1578"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68"/>
            <p:cNvSpPr/>
            <p:nvPr/>
          </p:nvSpPr>
          <p:spPr>
            <a:xfrm>
              <a:off x="6159575" y="3067875"/>
              <a:ext cx="125650" cy="204275"/>
            </a:xfrm>
            <a:custGeom>
              <a:avLst/>
              <a:gdLst/>
              <a:ahLst/>
              <a:cxnLst/>
              <a:rect l="l" t="t" r="r" b="b"/>
              <a:pathLst>
                <a:path w="5026" h="8171" extrusionOk="0">
                  <a:moveTo>
                    <a:pt x="1932" y="1213"/>
                  </a:moveTo>
                  <a:lnTo>
                    <a:pt x="2399" y="1970"/>
                  </a:lnTo>
                  <a:lnTo>
                    <a:pt x="1768" y="3271"/>
                  </a:lnTo>
                  <a:lnTo>
                    <a:pt x="3574" y="4609"/>
                  </a:lnTo>
                  <a:lnTo>
                    <a:pt x="4319" y="5872"/>
                  </a:lnTo>
                  <a:lnTo>
                    <a:pt x="3763" y="6933"/>
                  </a:lnTo>
                  <a:lnTo>
                    <a:pt x="2866" y="5645"/>
                  </a:lnTo>
                  <a:lnTo>
                    <a:pt x="1351" y="6099"/>
                  </a:lnTo>
                  <a:lnTo>
                    <a:pt x="682" y="3763"/>
                  </a:lnTo>
                  <a:lnTo>
                    <a:pt x="1326" y="2197"/>
                  </a:lnTo>
                  <a:lnTo>
                    <a:pt x="1932" y="1213"/>
                  </a:lnTo>
                  <a:close/>
                  <a:moveTo>
                    <a:pt x="1907" y="0"/>
                  </a:moveTo>
                  <a:lnTo>
                    <a:pt x="758" y="1920"/>
                  </a:lnTo>
                  <a:lnTo>
                    <a:pt x="0" y="3725"/>
                  </a:lnTo>
                  <a:lnTo>
                    <a:pt x="909" y="6895"/>
                  </a:lnTo>
                  <a:lnTo>
                    <a:pt x="2614" y="6377"/>
                  </a:lnTo>
                  <a:lnTo>
                    <a:pt x="3851" y="8170"/>
                  </a:lnTo>
                  <a:lnTo>
                    <a:pt x="5026" y="5834"/>
                  </a:lnTo>
                  <a:lnTo>
                    <a:pt x="4079" y="4230"/>
                  </a:lnTo>
                  <a:lnTo>
                    <a:pt x="2551" y="3081"/>
                  </a:lnTo>
                  <a:lnTo>
                    <a:pt x="3094" y="1945"/>
                  </a:lnTo>
                  <a:lnTo>
                    <a:pt x="1907"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68"/>
            <p:cNvSpPr/>
            <p:nvPr/>
          </p:nvSpPr>
          <p:spPr>
            <a:xfrm>
              <a:off x="6241950" y="3244650"/>
              <a:ext cx="111475" cy="160375"/>
            </a:xfrm>
            <a:custGeom>
              <a:avLst/>
              <a:gdLst/>
              <a:ahLst/>
              <a:cxnLst/>
              <a:rect l="l" t="t" r="r" b="b"/>
              <a:pathLst>
                <a:path w="4459" h="6415" extrusionOk="0">
                  <a:moveTo>
                    <a:pt x="2248" y="0"/>
                  </a:moveTo>
                  <a:lnTo>
                    <a:pt x="1781" y="1693"/>
                  </a:lnTo>
                  <a:lnTo>
                    <a:pt x="2021" y="3069"/>
                  </a:lnTo>
                  <a:lnTo>
                    <a:pt x="518" y="3965"/>
                  </a:lnTo>
                  <a:lnTo>
                    <a:pt x="1" y="4281"/>
                  </a:lnTo>
                  <a:lnTo>
                    <a:pt x="1377" y="4912"/>
                  </a:lnTo>
                  <a:lnTo>
                    <a:pt x="2842" y="6415"/>
                  </a:lnTo>
                  <a:lnTo>
                    <a:pt x="4458" y="4912"/>
                  </a:lnTo>
                  <a:lnTo>
                    <a:pt x="3271" y="3208"/>
                  </a:lnTo>
                  <a:lnTo>
                    <a:pt x="3650" y="1541"/>
                  </a:lnTo>
                  <a:lnTo>
                    <a:pt x="2248"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68"/>
            <p:cNvSpPr/>
            <p:nvPr/>
          </p:nvSpPr>
          <p:spPr>
            <a:xfrm>
              <a:off x="6225225" y="3228550"/>
              <a:ext cx="138600" cy="187525"/>
            </a:xfrm>
            <a:custGeom>
              <a:avLst/>
              <a:gdLst/>
              <a:ahLst/>
              <a:cxnLst/>
              <a:rect l="l" t="t" r="r" b="b"/>
              <a:pathLst>
                <a:path w="5544" h="7501" extrusionOk="0">
                  <a:moveTo>
                    <a:pt x="3082" y="1276"/>
                  </a:moveTo>
                  <a:lnTo>
                    <a:pt x="3978" y="2273"/>
                  </a:lnTo>
                  <a:lnTo>
                    <a:pt x="3612" y="3915"/>
                  </a:lnTo>
                  <a:lnTo>
                    <a:pt x="4723" y="5519"/>
                  </a:lnTo>
                  <a:lnTo>
                    <a:pt x="3523" y="6617"/>
                  </a:lnTo>
                  <a:lnTo>
                    <a:pt x="2286" y="5342"/>
                  </a:lnTo>
                  <a:lnTo>
                    <a:pt x="1339" y="4887"/>
                  </a:lnTo>
                  <a:lnTo>
                    <a:pt x="3044" y="3877"/>
                  </a:lnTo>
                  <a:lnTo>
                    <a:pt x="2791" y="2362"/>
                  </a:lnTo>
                  <a:lnTo>
                    <a:pt x="3082" y="1276"/>
                  </a:lnTo>
                  <a:close/>
                  <a:moveTo>
                    <a:pt x="2766" y="1"/>
                  </a:moveTo>
                  <a:lnTo>
                    <a:pt x="2134" y="2324"/>
                  </a:lnTo>
                  <a:lnTo>
                    <a:pt x="2337" y="3549"/>
                  </a:lnTo>
                  <a:lnTo>
                    <a:pt x="1023" y="4344"/>
                  </a:lnTo>
                  <a:lnTo>
                    <a:pt x="1" y="4976"/>
                  </a:lnTo>
                  <a:lnTo>
                    <a:pt x="1857" y="5822"/>
                  </a:lnTo>
                  <a:lnTo>
                    <a:pt x="3498" y="7501"/>
                  </a:lnTo>
                  <a:lnTo>
                    <a:pt x="5544" y="5607"/>
                  </a:lnTo>
                  <a:lnTo>
                    <a:pt x="4281" y="3776"/>
                  </a:lnTo>
                  <a:lnTo>
                    <a:pt x="4660" y="2084"/>
                  </a:lnTo>
                  <a:lnTo>
                    <a:pt x="2766"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68"/>
            <p:cNvSpPr/>
            <p:nvPr/>
          </p:nvSpPr>
          <p:spPr>
            <a:xfrm>
              <a:off x="6323400" y="2434950"/>
              <a:ext cx="220375" cy="347575"/>
            </a:xfrm>
            <a:custGeom>
              <a:avLst/>
              <a:gdLst/>
              <a:ahLst/>
              <a:cxnLst/>
              <a:rect l="l" t="t" r="r" b="b"/>
              <a:pathLst>
                <a:path w="8815" h="13903" extrusionOk="0">
                  <a:moveTo>
                    <a:pt x="7766" y="0"/>
                  </a:moveTo>
                  <a:lnTo>
                    <a:pt x="6718" y="392"/>
                  </a:lnTo>
                  <a:lnTo>
                    <a:pt x="6301" y="2235"/>
                  </a:lnTo>
                  <a:lnTo>
                    <a:pt x="6150" y="4836"/>
                  </a:lnTo>
                  <a:lnTo>
                    <a:pt x="4433" y="5960"/>
                  </a:lnTo>
                  <a:lnTo>
                    <a:pt x="3877" y="7337"/>
                  </a:lnTo>
                  <a:lnTo>
                    <a:pt x="2248" y="7425"/>
                  </a:lnTo>
                  <a:lnTo>
                    <a:pt x="847" y="9104"/>
                  </a:lnTo>
                  <a:lnTo>
                    <a:pt x="1" y="10367"/>
                  </a:lnTo>
                  <a:lnTo>
                    <a:pt x="1187" y="12640"/>
                  </a:lnTo>
                  <a:lnTo>
                    <a:pt x="1932" y="13903"/>
                  </a:lnTo>
                  <a:lnTo>
                    <a:pt x="2652" y="11478"/>
                  </a:lnTo>
                  <a:lnTo>
                    <a:pt x="2248" y="10304"/>
                  </a:lnTo>
                  <a:lnTo>
                    <a:pt x="4256" y="9799"/>
                  </a:lnTo>
                  <a:lnTo>
                    <a:pt x="6011" y="9799"/>
                  </a:lnTo>
                  <a:lnTo>
                    <a:pt x="8814" y="7576"/>
                  </a:lnTo>
                  <a:lnTo>
                    <a:pt x="8499" y="4660"/>
                  </a:lnTo>
                  <a:lnTo>
                    <a:pt x="8814" y="2639"/>
                  </a:lnTo>
                  <a:lnTo>
                    <a:pt x="7766"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68"/>
            <p:cNvSpPr/>
            <p:nvPr/>
          </p:nvSpPr>
          <p:spPr>
            <a:xfrm>
              <a:off x="6314250" y="2424850"/>
              <a:ext cx="238050" cy="377575"/>
            </a:xfrm>
            <a:custGeom>
              <a:avLst/>
              <a:gdLst/>
              <a:ahLst/>
              <a:cxnLst/>
              <a:rect l="l" t="t" r="r" b="b"/>
              <a:pathLst>
                <a:path w="9522" h="15103" extrusionOk="0">
                  <a:moveTo>
                    <a:pt x="7955" y="808"/>
                  </a:moveTo>
                  <a:lnTo>
                    <a:pt x="8852" y="3069"/>
                  </a:lnTo>
                  <a:lnTo>
                    <a:pt x="8536" y="5051"/>
                  </a:lnTo>
                  <a:lnTo>
                    <a:pt x="8852" y="7842"/>
                  </a:lnTo>
                  <a:lnTo>
                    <a:pt x="6263" y="9887"/>
                  </a:lnTo>
                  <a:lnTo>
                    <a:pt x="4622" y="9887"/>
                  </a:lnTo>
                  <a:lnTo>
                    <a:pt x="2210" y="10493"/>
                  </a:lnTo>
                  <a:lnTo>
                    <a:pt x="2690" y="11895"/>
                  </a:lnTo>
                  <a:lnTo>
                    <a:pt x="2197" y="13536"/>
                  </a:lnTo>
                  <a:lnTo>
                    <a:pt x="1844" y="12905"/>
                  </a:lnTo>
                  <a:lnTo>
                    <a:pt x="733" y="10784"/>
                  </a:lnTo>
                  <a:lnTo>
                    <a:pt x="1478" y="9710"/>
                  </a:lnTo>
                  <a:lnTo>
                    <a:pt x="2778" y="8132"/>
                  </a:lnTo>
                  <a:lnTo>
                    <a:pt x="4470" y="8044"/>
                  </a:lnTo>
                  <a:lnTo>
                    <a:pt x="5064" y="6579"/>
                  </a:lnTo>
                  <a:lnTo>
                    <a:pt x="6819" y="5417"/>
                  </a:lnTo>
                  <a:lnTo>
                    <a:pt x="6983" y="2715"/>
                  </a:lnTo>
                  <a:lnTo>
                    <a:pt x="7349" y="1036"/>
                  </a:lnTo>
                  <a:lnTo>
                    <a:pt x="7955" y="808"/>
                  </a:lnTo>
                  <a:close/>
                  <a:moveTo>
                    <a:pt x="8309" y="0"/>
                  </a:moveTo>
                  <a:lnTo>
                    <a:pt x="6806" y="556"/>
                  </a:lnTo>
                  <a:lnTo>
                    <a:pt x="6364" y="2627"/>
                  </a:lnTo>
                  <a:lnTo>
                    <a:pt x="6200" y="5064"/>
                  </a:lnTo>
                  <a:lnTo>
                    <a:pt x="4546" y="6162"/>
                  </a:lnTo>
                  <a:lnTo>
                    <a:pt x="4028" y="7450"/>
                  </a:lnTo>
                  <a:lnTo>
                    <a:pt x="2463" y="7526"/>
                  </a:lnTo>
                  <a:lnTo>
                    <a:pt x="973" y="9319"/>
                  </a:lnTo>
                  <a:lnTo>
                    <a:pt x="0" y="10758"/>
                  </a:lnTo>
                  <a:lnTo>
                    <a:pt x="1276" y="13208"/>
                  </a:lnTo>
                  <a:lnTo>
                    <a:pt x="2387" y="15102"/>
                  </a:lnTo>
                  <a:lnTo>
                    <a:pt x="3347" y="11870"/>
                  </a:lnTo>
                  <a:lnTo>
                    <a:pt x="3031" y="10923"/>
                  </a:lnTo>
                  <a:lnTo>
                    <a:pt x="4660" y="10506"/>
                  </a:lnTo>
                  <a:lnTo>
                    <a:pt x="6491" y="10506"/>
                  </a:lnTo>
                  <a:lnTo>
                    <a:pt x="9521" y="8119"/>
                  </a:lnTo>
                  <a:lnTo>
                    <a:pt x="9180" y="5076"/>
                  </a:lnTo>
                  <a:lnTo>
                    <a:pt x="9509" y="3005"/>
                  </a:lnTo>
                  <a:lnTo>
                    <a:pt x="8309"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68"/>
            <p:cNvSpPr/>
            <p:nvPr/>
          </p:nvSpPr>
          <p:spPr>
            <a:xfrm>
              <a:off x="6470500" y="2285950"/>
              <a:ext cx="89675" cy="141450"/>
            </a:xfrm>
            <a:custGeom>
              <a:avLst/>
              <a:gdLst/>
              <a:ahLst/>
              <a:cxnLst/>
              <a:rect l="l" t="t" r="r" b="b"/>
              <a:pathLst>
                <a:path w="3587" h="5658" extrusionOk="0">
                  <a:moveTo>
                    <a:pt x="266" y="0"/>
                  </a:moveTo>
                  <a:lnTo>
                    <a:pt x="1" y="897"/>
                  </a:lnTo>
                  <a:lnTo>
                    <a:pt x="380" y="2677"/>
                  </a:lnTo>
                  <a:lnTo>
                    <a:pt x="76" y="3940"/>
                  </a:lnTo>
                  <a:lnTo>
                    <a:pt x="342" y="5657"/>
                  </a:lnTo>
                  <a:lnTo>
                    <a:pt x="2021" y="5657"/>
                  </a:lnTo>
                  <a:lnTo>
                    <a:pt x="1554" y="3801"/>
                  </a:lnTo>
                  <a:lnTo>
                    <a:pt x="1554" y="3801"/>
                  </a:lnTo>
                  <a:lnTo>
                    <a:pt x="2943" y="4420"/>
                  </a:lnTo>
                  <a:lnTo>
                    <a:pt x="3587" y="2677"/>
                  </a:lnTo>
                  <a:lnTo>
                    <a:pt x="3587" y="1566"/>
                  </a:lnTo>
                  <a:lnTo>
                    <a:pt x="1832" y="821"/>
                  </a:lnTo>
                  <a:lnTo>
                    <a:pt x="266"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68"/>
            <p:cNvSpPr/>
            <p:nvPr/>
          </p:nvSpPr>
          <p:spPr>
            <a:xfrm>
              <a:off x="6462300" y="2274900"/>
              <a:ext cx="105775" cy="160375"/>
            </a:xfrm>
            <a:custGeom>
              <a:avLst/>
              <a:gdLst/>
              <a:ahLst/>
              <a:cxnLst/>
              <a:rect l="l" t="t" r="r" b="b"/>
              <a:pathLst>
                <a:path w="4231" h="6415" extrusionOk="0">
                  <a:moveTo>
                    <a:pt x="783" y="897"/>
                  </a:moveTo>
                  <a:lnTo>
                    <a:pt x="2033" y="1541"/>
                  </a:lnTo>
                  <a:lnTo>
                    <a:pt x="3599" y="2210"/>
                  </a:lnTo>
                  <a:lnTo>
                    <a:pt x="3599" y="3069"/>
                  </a:lnTo>
                  <a:lnTo>
                    <a:pt x="3094" y="4432"/>
                  </a:lnTo>
                  <a:lnTo>
                    <a:pt x="1427" y="3700"/>
                  </a:lnTo>
                  <a:lnTo>
                    <a:pt x="1945" y="5784"/>
                  </a:lnTo>
                  <a:lnTo>
                    <a:pt x="935" y="5784"/>
                  </a:lnTo>
                  <a:lnTo>
                    <a:pt x="733" y="4395"/>
                  </a:lnTo>
                  <a:lnTo>
                    <a:pt x="1036" y="3119"/>
                  </a:lnTo>
                  <a:lnTo>
                    <a:pt x="657" y="1352"/>
                  </a:lnTo>
                  <a:lnTo>
                    <a:pt x="783" y="897"/>
                  </a:lnTo>
                  <a:close/>
                  <a:moveTo>
                    <a:pt x="392" y="0"/>
                  </a:moveTo>
                  <a:lnTo>
                    <a:pt x="0" y="1326"/>
                  </a:lnTo>
                  <a:lnTo>
                    <a:pt x="379" y="3119"/>
                  </a:lnTo>
                  <a:lnTo>
                    <a:pt x="89" y="4369"/>
                  </a:lnTo>
                  <a:lnTo>
                    <a:pt x="404" y="6415"/>
                  </a:lnTo>
                  <a:lnTo>
                    <a:pt x="2753" y="6415"/>
                  </a:lnTo>
                  <a:lnTo>
                    <a:pt x="2336" y="4799"/>
                  </a:lnTo>
                  <a:lnTo>
                    <a:pt x="2336" y="4799"/>
                  </a:lnTo>
                  <a:lnTo>
                    <a:pt x="3448" y="5291"/>
                  </a:lnTo>
                  <a:lnTo>
                    <a:pt x="4205" y="3233"/>
                  </a:lnTo>
                  <a:lnTo>
                    <a:pt x="4230" y="1793"/>
                  </a:lnTo>
                  <a:lnTo>
                    <a:pt x="2299" y="985"/>
                  </a:lnTo>
                  <a:lnTo>
                    <a:pt x="392"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68"/>
            <p:cNvSpPr/>
            <p:nvPr/>
          </p:nvSpPr>
          <p:spPr>
            <a:xfrm>
              <a:off x="6378950" y="1950375"/>
              <a:ext cx="126300" cy="303725"/>
            </a:xfrm>
            <a:custGeom>
              <a:avLst/>
              <a:gdLst/>
              <a:ahLst/>
              <a:cxnLst/>
              <a:rect l="l" t="t" r="r" b="b"/>
              <a:pathLst>
                <a:path w="5052" h="12149" extrusionOk="0">
                  <a:moveTo>
                    <a:pt x="708" y="1"/>
                  </a:moveTo>
                  <a:lnTo>
                    <a:pt x="1" y="1365"/>
                  </a:lnTo>
                  <a:lnTo>
                    <a:pt x="1428" y="5456"/>
                  </a:lnTo>
                  <a:lnTo>
                    <a:pt x="2211" y="7021"/>
                  </a:lnTo>
                  <a:lnTo>
                    <a:pt x="2211" y="8676"/>
                  </a:lnTo>
                  <a:lnTo>
                    <a:pt x="3271" y="12148"/>
                  </a:lnTo>
                  <a:lnTo>
                    <a:pt x="5052" y="12148"/>
                  </a:lnTo>
                  <a:lnTo>
                    <a:pt x="4168" y="8878"/>
                  </a:lnTo>
                  <a:lnTo>
                    <a:pt x="5052" y="8398"/>
                  </a:lnTo>
                  <a:lnTo>
                    <a:pt x="3360" y="5317"/>
                  </a:lnTo>
                  <a:lnTo>
                    <a:pt x="2185" y="2198"/>
                  </a:lnTo>
                  <a:lnTo>
                    <a:pt x="708"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68"/>
            <p:cNvSpPr/>
            <p:nvPr/>
          </p:nvSpPr>
          <p:spPr>
            <a:xfrm>
              <a:off x="6370425" y="1934925"/>
              <a:ext cx="145575" cy="327050"/>
            </a:xfrm>
            <a:custGeom>
              <a:avLst/>
              <a:gdLst/>
              <a:ahLst/>
              <a:cxnLst/>
              <a:rect l="l" t="t" r="r" b="b"/>
              <a:pathLst>
                <a:path w="5823" h="13082" extrusionOk="0">
                  <a:moveTo>
                    <a:pt x="1074" y="1238"/>
                  </a:moveTo>
                  <a:lnTo>
                    <a:pt x="2249" y="2968"/>
                  </a:lnTo>
                  <a:lnTo>
                    <a:pt x="3423" y="6086"/>
                  </a:lnTo>
                  <a:lnTo>
                    <a:pt x="4963" y="8890"/>
                  </a:lnTo>
                  <a:lnTo>
                    <a:pt x="4143" y="9344"/>
                  </a:lnTo>
                  <a:lnTo>
                    <a:pt x="4976" y="12450"/>
                  </a:lnTo>
                  <a:lnTo>
                    <a:pt x="3852" y="12450"/>
                  </a:lnTo>
                  <a:lnTo>
                    <a:pt x="2867" y="9243"/>
                  </a:lnTo>
                  <a:lnTo>
                    <a:pt x="2867" y="7564"/>
                  </a:lnTo>
                  <a:lnTo>
                    <a:pt x="2072" y="5960"/>
                  </a:lnTo>
                  <a:lnTo>
                    <a:pt x="683" y="2008"/>
                  </a:lnTo>
                  <a:lnTo>
                    <a:pt x="1074" y="1238"/>
                  </a:lnTo>
                  <a:close/>
                  <a:moveTo>
                    <a:pt x="998" y="0"/>
                  </a:moveTo>
                  <a:lnTo>
                    <a:pt x="1" y="1957"/>
                  </a:lnTo>
                  <a:lnTo>
                    <a:pt x="1491" y="6213"/>
                  </a:lnTo>
                  <a:lnTo>
                    <a:pt x="2236" y="7715"/>
                  </a:lnTo>
                  <a:lnTo>
                    <a:pt x="2236" y="9294"/>
                  </a:lnTo>
                  <a:lnTo>
                    <a:pt x="3385" y="13082"/>
                  </a:lnTo>
                  <a:lnTo>
                    <a:pt x="5797" y="13082"/>
                  </a:lnTo>
                  <a:lnTo>
                    <a:pt x="4875" y="9660"/>
                  </a:lnTo>
                  <a:lnTo>
                    <a:pt x="5822" y="9142"/>
                  </a:lnTo>
                  <a:lnTo>
                    <a:pt x="3991" y="5834"/>
                  </a:lnTo>
                  <a:lnTo>
                    <a:pt x="2829" y="2715"/>
                  </a:lnTo>
                  <a:lnTo>
                    <a:pt x="998"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68"/>
            <p:cNvSpPr/>
            <p:nvPr/>
          </p:nvSpPr>
          <p:spPr>
            <a:xfrm>
              <a:off x="5626075" y="893825"/>
              <a:ext cx="145875" cy="113350"/>
            </a:xfrm>
            <a:custGeom>
              <a:avLst/>
              <a:gdLst/>
              <a:ahLst/>
              <a:cxnLst/>
              <a:rect l="l" t="t" r="r" b="b"/>
              <a:pathLst>
                <a:path w="5835" h="4534" extrusionOk="0">
                  <a:moveTo>
                    <a:pt x="4142" y="0"/>
                  </a:moveTo>
                  <a:lnTo>
                    <a:pt x="2362" y="796"/>
                  </a:lnTo>
                  <a:lnTo>
                    <a:pt x="480" y="796"/>
                  </a:lnTo>
                  <a:lnTo>
                    <a:pt x="0" y="2425"/>
                  </a:lnTo>
                  <a:lnTo>
                    <a:pt x="2362" y="4533"/>
                  </a:lnTo>
                  <a:lnTo>
                    <a:pt x="4458" y="3334"/>
                  </a:lnTo>
                  <a:lnTo>
                    <a:pt x="5834" y="2273"/>
                  </a:lnTo>
                  <a:lnTo>
                    <a:pt x="5834" y="480"/>
                  </a:lnTo>
                  <a:lnTo>
                    <a:pt x="4142"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68"/>
            <p:cNvSpPr/>
            <p:nvPr/>
          </p:nvSpPr>
          <p:spPr>
            <a:xfrm>
              <a:off x="5617225" y="885625"/>
              <a:ext cx="162600" cy="131025"/>
            </a:xfrm>
            <a:custGeom>
              <a:avLst/>
              <a:gdLst/>
              <a:ahLst/>
              <a:cxnLst/>
              <a:rect l="l" t="t" r="r" b="b"/>
              <a:pathLst>
                <a:path w="6504" h="5241" extrusionOk="0">
                  <a:moveTo>
                    <a:pt x="4521" y="657"/>
                  </a:moveTo>
                  <a:lnTo>
                    <a:pt x="5872" y="1048"/>
                  </a:lnTo>
                  <a:lnTo>
                    <a:pt x="5872" y="2437"/>
                  </a:lnTo>
                  <a:lnTo>
                    <a:pt x="4660" y="3371"/>
                  </a:lnTo>
                  <a:lnTo>
                    <a:pt x="2766" y="4470"/>
                  </a:lnTo>
                  <a:lnTo>
                    <a:pt x="708" y="2652"/>
                  </a:lnTo>
                  <a:lnTo>
                    <a:pt x="1074" y="1452"/>
                  </a:lnTo>
                  <a:lnTo>
                    <a:pt x="2728" y="1452"/>
                  </a:lnTo>
                  <a:lnTo>
                    <a:pt x="4521" y="657"/>
                  </a:lnTo>
                  <a:close/>
                  <a:moveTo>
                    <a:pt x="4471" y="0"/>
                  </a:moveTo>
                  <a:lnTo>
                    <a:pt x="2653" y="821"/>
                  </a:lnTo>
                  <a:lnTo>
                    <a:pt x="607" y="821"/>
                  </a:lnTo>
                  <a:lnTo>
                    <a:pt x="1" y="2854"/>
                  </a:lnTo>
                  <a:lnTo>
                    <a:pt x="2678" y="5240"/>
                  </a:lnTo>
                  <a:lnTo>
                    <a:pt x="5001" y="3902"/>
                  </a:lnTo>
                  <a:lnTo>
                    <a:pt x="6504" y="2753"/>
                  </a:lnTo>
                  <a:lnTo>
                    <a:pt x="6504" y="581"/>
                  </a:lnTo>
                  <a:lnTo>
                    <a:pt x="4471"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68"/>
            <p:cNvSpPr/>
            <p:nvPr/>
          </p:nvSpPr>
          <p:spPr>
            <a:xfrm>
              <a:off x="5828725" y="897925"/>
              <a:ext cx="80850" cy="36650"/>
            </a:xfrm>
            <a:custGeom>
              <a:avLst/>
              <a:gdLst/>
              <a:ahLst/>
              <a:cxnLst/>
              <a:rect l="l" t="t" r="r" b="b"/>
              <a:pathLst>
                <a:path w="3234" h="1466" extrusionOk="0">
                  <a:moveTo>
                    <a:pt x="1" y="1"/>
                  </a:moveTo>
                  <a:lnTo>
                    <a:pt x="885" y="1465"/>
                  </a:lnTo>
                  <a:lnTo>
                    <a:pt x="3233" y="733"/>
                  </a:lnTo>
                  <a:lnTo>
                    <a:pt x="2350"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68"/>
            <p:cNvSpPr/>
            <p:nvPr/>
          </p:nvSpPr>
          <p:spPr>
            <a:xfrm>
              <a:off x="5814525" y="890350"/>
              <a:ext cx="111475" cy="53700"/>
            </a:xfrm>
            <a:custGeom>
              <a:avLst/>
              <a:gdLst/>
              <a:ahLst/>
              <a:cxnLst/>
              <a:rect l="l" t="t" r="r" b="b"/>
              <a:pathLst>
                <a:path w="4459" h="2148" extrusionOk="0">
                  <a:moveTo>
                    <a:pt x="2804" y="632"/>
                  </a:moveTo>
                  <a:lnTo>
                    <a:pt x="3157" y="922"/>
                  </a:lnTo>
                  <a:lnTo>
                    <a:pt x="1604" y="1402"/>
                  </a:lnTo>
                  <a:lnTo>
                    <a:pt x="1125" y="632"/>
                  </a:lnTo>
                  <a:close/>
                  <a:moveTo>
                    <a:pt x="1" y="0"/>
                  </a:moveTo>
                  <a:lnTo>
                    <a:pt x="1314" y="2147"/>
                  </a:lnTo>
                  <a:lnTo>
                    <a:pt x="4458" y="1175"/>
                  </a:lnTo>
                  <a:lnTo>
                    <a:pt x="3031"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68"/>
            <p:cNvSpPr/>
            <p:nvPr/>
          </p:nvSpPr>
          <p:spPr>
            <a:xfrm>
              <a:off x="5765925" y="1013475"/>
              <a:ext cx="80825" cy="48625"/>
            </a:xfrm>
            <a:custGeom>
              <a:avLst/>
              <a:gdLst/>
              <a:ahLst/>
              <a:cxnLst/>
              <a:rect l="l" t="t" r="r" b="b"/>
              <a:pathLst>
                <a:path w="3233" h="1945" extrusionOk="0">
                  <a:moveTo>
                    <a:pt x="0" y="0"/>
                  </a:moveTo>
                  <a:lnTo>
                    <a:pt x="871" y="1945"/>
                  </a:lnTo>
                  <a:lnTo>
                    <a:pt x="3233" y="972"/>
                  </a:lnTo>
                  <a:lnTo>
                    <a:pt x="1616" y="164"/>
                  </a:lnTo>
                  <a:lnTo>
                    <a:pt x="0"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68"/>
            <p:cNvSpPr/>
            <p:nvPr/>
          </p:nvSpPr>
          <p:spPr>
            <a:xfrm>
              <a:off x="5752975" y="1004300"/>
              <a:ext cx="113025" cy="68225"/>
            </a:xfrm>
            <a:custGeom>
              <a:avLst/>
              <a:gdLst/>
              <a:ahLst/>
              <a:cxnLst/>
              <a:rect l="l" t="t" r="r" b="b"/>
              <a:pathLst>
                <a:path w="4521" h="2729" extrusionOk="0">
                  <a:moveTo>
                    <a:pt x="1023" y="733"/>
                  </a:moveTo>
                  <a:lnTo>
                    <a:pt x="2046" y="847"/>
                  </a:lnTo>
                  <a:lnTo>
                    <a:pt x="2993" y="1314"/>
                  </a:lnTo>
                  <a:lnTo>
                    <a:pt x="1554" y="1908"/>
                  </a:lnTo>
                  <a:lnTo>
                    <a:pt x="1023" y="733"/>
                  </a:lnTo>
                  <a:close/>
                  <a:moveTo>
                    <a:pt x="0" y="1"/>
                  </a:moveTo>
                  <a:lnTo>
                    <a:pt x="1225" y="2728"/>
                  </a:lnTo>
                  <a:lnTo>
                    <a:pt x="4521" y="1365"/>
                  </a:lnTo>
                  <a:lnTo>
                    <a:pt x="2273" y="253"/>
                  </a:lnTo>
                  <a:lnTo>
                    <a:pt x="0"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68"/>
            <p:cNvSpPr/>
            <p:nvPr/>
          </p:nvSpPr>
          <p:spPr>
            <a:xfrm>
              <a:off x="4952100" y="890350"/>
              <a:ext cx="78950" cy="112725"/>
            </a:xfrm>
            <a:custGeom>
              <a:avLst/>
              <a:gdLst/>
              <a:ahLst/>
              <a:cxnLst/>
              <a:rect l="l" t="t" r="r" b="b"/>
              <a:pathLst>
                <a:path w="3158" h="4509" extrusionOk="0">
                  <a:moveTo>
                    <a:pt x="1" y="0"/>
                  </a:moveTo>
                  <a:lnTo>
                    <a:pt x="1" y="1882"/>
                  </a:lnTo>
                  <a:lnTo>
                    <a:pt x="960" y="4508"/>
                  </a:lnTo>
                  <a:lnTo>
                    <a:pt x="3157" y="2576"/>
                  </a:lnTo>
                  <a:lnTo>
                    <a:pt x="3157" y="1251"/>
                  </a:lnTo>
                  <a:lnTo>
                    <a:pt x="1"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68"/>
            <p:cNvSpPr/>
            <p:nvPr/>
          </p:nvSpPr>
          <p:spPr>
            <a:xfrm>
              <a:off x="4944200" y="878675"/>
              <a:ext cx="94750" cy="137975"/>
            </a:xfrm>
            <a:custGeom>
              <a:avLst/>
              <a:gdLst/>
              <a:ahLst/>
              <a:cxnLst/>
              <a:rect l="l" t="t" r="r" b="b"/>
              <a:pathLst>
                <a:path w="3790" h="5519" extrusionOk="0">
                  <a:moveTo>
                    <a:pt x="620" y="922"/>
                  </a:moveTo>
                  <a:lnTo>
                    <a:pt x="3145" y="1932"/>
                  </a:lnTo>
                  <a:lnTo>
                    <a:pt x="3145" y="2892"/>
                  </a:lnTo>
                  <a:lnTo>
                    <a:pt x="1415" y="4432"/>
                  </a:lnTo>
                  <a:lnTo>
                    <a:pt x="632" y="2298"/>
                  </a:lnTo>
                  <a:lnTo>
                    <a:pt x="620" y="922"/>
                  </a:lnTo>
                  <a:close/>
                  <a:moveTo>
                    <a:pt x="1" y="0"/>
                  </a:moveTo>
                  <a:lnTo>
                    <a:pt x="1" y="2349"/>
                  </a:lnTo>
                  <a:lnTo>
                    <a:pt x="1137" y="5518"/>
                  </a:lnTo>
                  <a:lnTo>
                    <a:pt x="3789" y="3182"/>
                  </a:lnTo>
                  <a:lnTo>
                    <a:pt x="3789" y="1503"/>
                  </a:lnTo>
                  <a:lnTo>
                    <a:pt x="1"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68"/>
            <p:cNvSpPr/>
            <p:nvPr/>
          </p:nvSpPr>
          <p:spPr>
            <a:xfrm>
              <a:off x="4770275" y="799125"/>
              <a:ext cx="164800" cy="161950"/>
            </a:xfrm>
            <a:custGeom>
              <a:avLst/>
              <a:gdLst/>
              <a:ahLst/>
              <a:cxnLst/>
              <a:rect l="l" t="t" r="r" b="b"/>
              <a:pathLst>
                <a:path w="6592" h="6478" extrusionOk="0">
                  <a:moveTo>
                    <a:pt x="1049" y="0"/>
                  </a:moveTo>
                  <a:lnTo>
                    <a:pt x="0" y="1856"/>
                  </a:lnTo>
                  <a:lnTo>
                    <a:pt x="948" y="4546"/>
                  </a:lnTo>
                  <a:lnTo>
                    <a:pt x="2539" y="6478"/>
                  </a:lnTo>
                  <a:lnTo>
                    <a:pt x="5064" y="6478"/>
                  </a:lnTo>
                  <a:lnTo>
                    <a:pt x="6592" y="6213"/>
                  </a:lnTo>
                  <a:lnTo>
                    <a:pt x="5695" y="3801"/>
                  </a:lnTo>
                  <a:lnTo>
                    <a:pt x="3296" y="2500"/>
                  </a:lnTo>
                  <a:lnTo>
                    <a:pt x="1049"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68"/>
            <p:cNvSpPr/>
            <p:nvPr/>
          </p:nvSpPr>
          <p:spPr>
            <a:xfrm>
              <a:off x="4761750" y="785550"/>
              <a:ext cx="184075" cy="183425"/>
            </a:xfrm>
            <a:custGeom>
              <a:avLst/>
              <a:gdLst/>
              <a:ahLst/>
              <a:cxnLst/>
              <a:rect l="l" t="t" r="r" b="b"/>
              <a:pathLst>
                <a:path w="7363" h="7337" extrusionOk="0">
                  <a:moveTo>
                    <a:pt x="1453" y="1074"/>
                  </a:moveTo>
                  <a:lnTo>
                    <a:pt x="3410" y="3245"/>
                  </a:lnTo>
                  <a:lnTo>
                    <a:pt x="5784" y="4559"/>
                  </a:lnTo>
                  <a:lnTo>
                    <a:pt x="6503" y="6516"/>
                  </a:lnTo>
                  <a:lnTo>
                    <a:pt x="5405" y="6705"/>
                  </a:lnTo>
                  <a:lnTo>
                    <a:pt x="3031" y="6705"/>
                  </a:lnTo>
                  <a:lnTo>
                    <a:pt x="1566" y="4937"/>
                  </a:lnTo>
                  <a:lnTo>
                    <a:pt x="695" y="2425"/>
                  </a:lnTo>
                  <a:lnTo>
                    <a:pt x="1453" y="1074"/>
                  </a:lnTo>
                  <a:close/>
                  <a:moveTo>
                    <a:pt x="1326" y="0"/>
                  </a:moveTo>
                  <a:lnTo>
                    <a:pt x="1" y="2374"/>
                  </a:lnTo>
                  <a:lnTo>
                    <a:pt x="985" y="5203"/>
                  </a:lnTo>
                  <a:lnTo>
                    <a:pt x="2728" y="7337"/>
                  </a:lnTo>
                  <a:lnTo>
                    <a:pt x="5468" y="7337"/>
                  </a:lnTo>
                  <a:lnTo>
                    <a:pt x="7362" y="7008"/>
                  </a:lnTo>
                  <a:lnTo>
                    <a:pt x="6289" y="4129"/>
                  </a:lnTo>
                  <a:lnTo>
                    <a:pt x="3839" y="2791"/>
                  </a:lnTo>
                  <a:lnTo>
                    <a:pt x="1326"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68"/>
            <p:cNvSpPr/>
            <p:nvPr/>
          </p:nvSpPr>
          <p:spPr>
            <a:xfrm>
              <a:off x="4392100" y="1174150"/>
              <a:ext cx="165750" cy="386075"/>
            </a:xfrm>
            <a:custGeom>
              <a:avLst/>
              <a:gdLst/>
              <a:ahLst/>
              <a:cxnLst/>
              <a:rect l="l" t="t" r="r" b="b"/>
              <a:pathLst>
                <a:path w="6630" h="15443" extrusionOk="0">
                  <a:moveTo>
                    <a:pt x="6629" y="0"/>
                  </a:moveTo>
                  <a:lnTo>
                    <a:pt x="4521" y="1036"/>
                  </a:lnTo>
                  <a:lnTo>
                    <a:pt x="2261" y="3056"/>
                  </a:lnTo>
                  <a:lnTo>
                    <a:pt x="0" y="6301"/>
                  </a:lnTo>
                  <a:lnTo>
                    <a:pt x="354" y="10594"/>
                  </a:lnTo>
                  <a:lnTo>
                    <a:pt x="51" y="12652"/>
                  </a:lnTo>
                  <a:lnTo>
                    <a:pt x="1288" y="15443"/>
                  </a:lnTo>
                  <a:lnTo>
                    <a:pt x="4357" y="15443"/>
                  </a:lnTo>
                  <a:lnTo>
                    <a:pt x="2425" y="11731"/>
                  </a:lnTo>
                  <a:lnTo>
                    <a:pt x="2955" y="7033"/>
                  </a:lnTo>
                  <a:lnTo>
                    <a:pt x="4634" y="4154"/>
                  </a:lnTo>
                  <a:lnTo>
                    <a:pt x="6629" y="1844"/>
                  </a:lnTo>
                  <a:lnTo>
                    <a:pt x="6629"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68"/>
            <p:cNvSpPr/>
            <p:nvPr/>
          </p:nvSpPr>
          <p:spPr>
            <a:xfrm>
              <a:off x="4383875" y="1161200"/>
              <a:ext cx="181875" cy="406925"/>
            </a:xfrm>
            <a:custGeom>
              <a:avLst/>
              <a:gdLst/>
              <a:ahLst/>
              <a:cxnLst/>
              <a:rect l="l" t="t" r="r" b="b"/>
              <a:pathLst>
                <a:path w="7275" h="16277" extrusionOk="0">
                  <a:moveTo>
                    <a:pt x="6643" y="1023"/>
                  </a:moveTo>
                  <a:lnTo>
                    <a:pt x="6643" y="2248"/>
                  </a:lnTo>
                  <a:lnTo>
                    <a:pt x="4686" y="4508"/>
                  </a:lnTo>
                  <a:lnTo>
                    <a:pt x="3006" y="7387"/>
                  </a:lnTo>
                  <a:lnTo>
                    <a:pt x="2425" y="12299"/>
                  </a:lnTo>
                  <a:lnTo>
                    <a:pt x="4168" y="15645"/>
                  </a:lnTo>
                  <a:lnTo>
                    <a:pt x="1819" y="15645"/>
                  </a:lnTo>
                  <a:lnTo>
                    <a:pt x="708" y="13120"/>
                  </a:lnTo>
                  <a:lnTo>
                    <a:pt x="999" y="11125"/>
                  </a:lnTo>
                  <a:lnTo>
                    <a:pt x="645" y="6895"/>
                  </a:lnTo>
                  <a:lnTo>
                    <a:pt x="2829" y="3789"/>
                  </a:lnTo>
                  <a:lnTo>
                    <a:pt x="5039" y="1806"/>
                  </a:lnTo>
                  <a:lnTo>
                    <a:pt x="6643" y="1023"/>
                  </a:lnTo>
                  <a:close/>
                  <a:moveTo>
                    <a:pt x="7274" y="0"/>
                  </a:moveTo>
                  <a:lnTo>
                    <a:pt x="4723" y="1263"/>
                  </a:lnTo>
                  <a:lnTo>
                    <a:pt x="2387" y="3347"/>
                  </a:lnTo>
                  <a:lnTo>
                    <a:pt x="1" y="6731"/>
                  </a:lnTo>
                  <a:lnTo>
                    <a:pt x="380" y="11112"/>
                  </a:lnTo>
                  <a:lnTo>
                    <a:pt x="64" y="13221"/>
                  </a:lnTo>
                  <a:lnTo>
                    <a:pt x="1415" y="16277"/>
                  </a:lnTo>
                  <a:lnTo>
                    <a:pt x="5203" y="16277"/>
                  </a:lnTo>
                  <a:lnTo>
                    <a:pt x="3069" y="12185"/>
                  </a:lnTo>
                  <a:lnTo>
                    <a:pt x="3587" y="7652"/>
                  </a:lnTo>
                  <a:lnTo>
                    <a:pt x="5203" y="4874"/>
                  </a:lnTo>
                  <a:lnTo>
                    <a:pt x="7274" y="2475"/>
                  </a:lnTo>
                  <a:lnTo>
                    <a:pt x="7274"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68"/>
            <p:cNvSpPr/>
            <p:nvPr/>
          </p:nvSpPr>
          <p:spPr>
            <a:xfrm>
              <a:off x="3327950" y="2153675"/>
              <a:ext cx="78950" cy="116200"/>
            </a:xfrm>
            <a:custGeom>
              <a:avLst/>
              <a:gdLst/>
              <a:ahLst/>
              <a:cxnLst/>
              <a:rect l="l" t="t" r="r" b="b"/>
              <a:pathLst>
                <a:path w="3158" h="4648" extrusionOk="0">
                  <a:moveTo>
                    <a:pt x="1288" y="1"/>
                  </a:moveTo>
                  <a:lnTo>
                    <a:pt x="1" y="1655"/>
                  </a:lnTo>
                  <a:lnTo>
                    <a:pt x="1" y="3069"/>
                  </a:lnTo>
                  <a:lnTo>
                    <a:pt x="1" y="3700"/>
                  </a:lnTo>
                  <a:lnTo>
                    <a:pt x="884" y="4647"/>
                  </a:lnTo>
                  <a:lnTo>
                    <a:pt x="2677" y="3915"/>
                  </a:lnTo>
                  <a:lnTo>
                    <a:pt x="3157" y="1731"/>
                  </a:lnTo>
                  <a:lnTo>
                    <a:pt x="3157" y="544"/>
                  </a:lnTo>
                  <a:lnTo>
                    <a:pt x="1288"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68"/>
            <p:cNvSpPr/>
            <p:nvPr/>
          </p:nvSpPr>
          <p:spPr>
            <a:xfrm>
              <a:off x="3320050" y="2144525"/>
              <a:ext cx="94725" cy="134825"/>
            </a:xfrm>
            <a:custGeom>
              <a:avLst/>
              <a:gdLst/>
              <a:ahLst/>
              <a:cxnLst/>
              <a:rect l="l" t="t" r="r" b="b"/>
              <a:pathLst>
                <a:path w="3789" h="5393" extrusionOk="0">
                  <a:moveTo>
                    <a:pt x="1718" y="720"/>
                  </a:moveTo>
                  <a:lnTo>
                    <a:pt x="3158" y="1150"/>
                  </a:lnTo>
                  <a:lnTo>
                    <a:pt x="3158" y="2059"/>
                  </a:lnTo>
                  <a:lnTo>
                    <a:pt x="2728" y="4054"/>
                  </a:lnTo>
                  <a:lnTo>
                    <a:pt x="1289" y="4647"/>
                  </a:lnTo>
                  <a:lnTo>
                    <a:pt x="632" y="3953"/>
                  </a:lnTo>
                  <a:lnTo>
                    <a:pt x="632" y="2122"/>
                  </a:lnTo>
                  <a:lnTo>
                    <a:pt x="1718" y="720"/>
                  </a:lnTo>
                  <a:close/>
                  <a:moveTo>
                    <a:pt x="1491" y="0"/>
                  </a:moveTo>
                  <a:lnTo>
                    <a:pt x="1" y="1907"/>
                  </a:lnTo>
                  <a:lnTo>
                    <a:pt x="1" y="4193"/>
                  </a:lnTo>
                  <a:lnTo>
                    <a:pt x="1125" y="5392"/>
                  </a:lnTo>
                  <a:lnTo>
                    <a:pt x="3271" y="4508"/>
                  </a:lnTo>
                  <a:lnTo>
                    <a:pt x="3789" y="2160"/>
                  </a:lnTo>
                  <a:lnTo>
                    <a:pt x="3789" y="682"/>
                  </a:lnTo>
                  <a:lnTo>
                    <a:pt x="1491"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68"/>
            <p:cNvSpPr/>
            <p:nvPr/>
          </p:nvSpPr>
          <p:spPr>
            <a:xfrm>
              <a:off x="3404025" y="2057075"/>
              <a:ext cx="144925" cy="252250"/>
            </a:xfrm>
            <a:custGeom>
              <a:avLst/>
              <a:gdLst/>
              <a:ahLst/>
              <a:cxnLst/>
              <a:rect l="l" t="t" r="r" b="b"/>
              <a:pathLst>
                <a:path w="5797" h="10090" extrusionOk="0">
                  <a:moveTo>
                    <a:pt x="2602" y="1"/>
                  </a:moveTo>
                  <a:lnTo>
                    <a:pt x="834" y="443"/>
                  </a:lnTo>
                  <a:lnTo>
                    <a:pt x="1" y="1680"/>
                  </a:lnTo>
                  <a:lnTo>
                    <a:pt x="2097" y="4408"/>
                  </a:lnTo>
                  <a:lnTo>
                    <a:pt x="2311" y="6201"/>
                  </a:lnTo>
                  <a:lnTo>
                    <a:pt x="746" y="7703"/>
                  </a:lnTo>
                  <a:lnTo>
                    <a:pt x="746" y="10090"/>
                  </a:lnTo>
                  <a:lnTo>
                    <a:pt x="5796" y="9155"/>
                  </a:lnTo>
                  <a:lnTo>
                    <a:pt x="5796" y="7564"/>
                  </a:lnTo>
                  <a:lnTo>
                    <a:pt x="4837" y="5266"/>
                  </a:lnTo>
                  <a:lnTo>
                    <a:pt x="2728" y="2753"/>
                  </a:lnTo>
                  <a:lnTo>
                    <a:pt x="3700" y="1213"/>
                  </a:lnTo>
                  <a:lnTo>
                    <a:pt x="2602"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68"/>
            <p:cNvSpPr/>
            <p:nvPr/>
          </p:nvSpPr>
          <p:spPr>
            <a:xfrm>
              <a:off x="3394250" y="2048250"/>
              <a:ext cx="162600" cy="270550"/>
            </a:xfrm>
            <a:custGeom>
              <a:avLst/>
              <a:gdLst/>
              <a:ahLst/>
              <a:cxnLst/>
              <a:rect l="l" t="t" r="r" b="b"/>
              <a:pathLst>
                <a:path w="6504" h="10822" extrusionOk="0">
                  <a:moveTo>
                    <a:pt x="2879" y="707"/>
                  </a:moveTo>
                  <a:lnTo>
                    <a:pt x="3687" y="1604"/>
                  </a:lnTo>
                  <a:lnTo>
                    <a:pt x="2728" y="3132"/>
                  </a:lnTo>
                  <a:lnTo>
                    <a:pt x="4950" y="5783"/>
                  </a:lnTo>
                  <a:lnTo>
                    <a:pt x="5872" y="7980"/>
                  </a:lnTo>
                  <a:lnTo>
                    <a:pt x="5872" y="9243"/>
                  </a:lnTo>
                  <a:lnTo>
                    <a:pt x="1452" y="10064"/>
                  </a:lnTo>
                  <a:lnTo>
                    <a:pt x="1452" y="8195"/>
                  </a:lnTo>
                  <a:lnTo>
                    <a:pt x="3031" y="6667"/>
                  </a:lnTo>
                  <a:lnTo>
                    <a:pt x="2791" y="4634"/>
                  </a:lnTo>
                  <a:lnTo>
                    <a:pt x="783" y="2008"/>
                  </a:lnTo>
                  <a:lnTo>
                    <a:pt x="1414" y="1061"/>
                  </a:lnTo>
                  <a:lnTo>
                    <a:pt x="2879" y="707"/>
                  </a:lnTo>
                  <a:close/>
                  <a:moveTo>
                    <a:pt x="3094" y="0"/>
                  </a:moveTo>
                  <a:lnTo>
                    <a:pt x="1023" y="505"/>
                  </a:lnTo>
                  <a:lnTo>
                    <a:pt x="0" y="2046"/>
                  </a:lnTo>
                  <a:lnTo>
                    <a:pt x="2172" y="4887"/>
                  </a:lnTo>
                  <a:lnTo>
                    <a:pt x="2361" y="6440"/>
                  </a:lnTo>
                  <a:lnTo>
                    <a:pt x="821" y="7917"/>
                  </a:lnTo>
                  <a:lnTo>
                    <a:pt x="821" y="10822"/>
                  </a:lnTo>
                  <a:lnTo>
                    <a:pt x="6503" y="9774"/>
                  </a:lnTo>
                  <a:lnTo>
                    <a:pt x="6503" y="7917"/>
                  </a:lnTo>
                  <a:lnTo>
                    <a:pt x="5506" y="5493"/>
                  </a:lnTo>
                  <a:lnTo>
                    <a:pt x="3498" y="3094"/>
                  </a:lnTo>
                  <a:lnTo>
                    <a:pt x="4470" y="1541"/>
                  </a:lnTo>
                  <a:lnTo>
                    <a:pt x="3094"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68"/>
            <p:cNvSpPr/>
            <p:nvPr/>
          </p:nvSpPr>
          <p:spPr>
            <a:xfrm>
              <a:off x="3658775" y="1084500"/>
              <a:ext cx="236775" cy="215300"/>
            </a:xfrm>
            <a:custGeom>
              <a:avLst/>
              <a:gdLst/>
              <a:ahLst/>
              <a:cxnLst/>
              <a:rect l="l" t="t" r="r" b="b"/>
              <a:pathLst>
                <a:path w="9471" h="8612" extrusionOk="0">
                  <a:moveTo>
                    <a:pt x="3498" y="0"/>
                  </a:moveTo>
                  <a:lnTo>
                    <a:pt x="1907" y="972"/>
                  </a:lnTo>
                  <a:lnTo>
                    <a:pt x="1907" y="1692"/>
                  </a:lnTo>
                  <a:lnTo>
                    <a:pt x="1" y="2273"/>
                  </a:lnTo>
                  <a:lnTo>
                    <a:pt x="2173" y="5026"/>
                  </a:lnTo>
                  <a:lnTo>
                    <a:pt x="3801" y="6162"/>
                  </a:lnTo>
                  <a:lnTo>
                    <a:pt x="3271" y="6970"/>
                  </a:lnTo>
                  <a:lnTo>
                    <a:pt x="5254" y="8612"/>
                  </a:lnTo>
                  <a:lnTo>
                    <a:pt x="6327" y="4028"/>
                  </a:lnTo>
                  <a:lnTo>
                    <a:pt x="7488" y="5278"/>
                  </a:lnTo>
                  <a:lnTo>
                    <a:pt x="7122" y="7046"/>
                  </a:lnTo>
                  <a:lnTo>
                    <a:pt x="8537" y="7046"/>
                  </a:lnTo>
                  <a:lnTo>
                    <a:pt x="9471" y="5177"/>
                  </a:lnTo>
                  <a:lnTo>
                    <a:pt x="6150" y="2513"/>
                  </a:lnTo>
                  <a:lnTo>
                    <a:pt x="3498"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68"/>
            <p:cNvSpPr/>
            <p:nvPr/>
          </p:nvSpPr>
          <p:spPr>
            <a:xfrm>
              <a:off x="3645200" y="1074400"/>
              <a:ext cx="260450" cy="239600"/>
            </a:xfrm>
            <a:custGeom>
              <a:avLst/>
              <a:gdLst/>
              <a:ahLst/>
              <a:cxnLst/>
              <a:rect l="l" t="t" r="r" b="b"/>
              <a:pathLst>
                <a:path w="10418" h="9584" extrusionOk="0">
                  <a:moveTo>
                    <a:pt x="4003" y="796"/>
                  </a:moveTo>
                  <a:lnTo>
                    <a:pt x="6491" y="3157"/>
                  </a:lnTo>
                  <a:lnTo>
                    <a:pt x="9610" y="5670"/>
                  </a:lnTo>
                  <a:lnTo>
                    <a:pt x="8878" y="7134"/>
                  </a:lnTo>
                  <a:lnTo>
                    <a:pt x="8057" y="7134"/>
                  </a:lnTo>
                  <a:lnTo>
                    <a:pt x="8372" y="5581"/>
                  </a:lnTo>
                  <a:lnTo>
                    <a:pt x="6693" y="3788"/>
                  </a:lnTo>
                  <a:lnTo>
                    <a:pt x="5607" y="8460"/>
                  </a:lnTo>
                  <a:lnTo>
                    <a:pt x="4231" y="7324"/>
                  </a:lnTo>
                  <a:lnTo>
                    <a:pt x="4774" y="6478"/>
                  </a:lnTo>
                  <a:lnTo>
                    <a:pt x="2943" y="5202"/>
                  </a:lnTo>
                  <a:lnTo>
                    <a:pt x="1074" y="2841"/>
                  </a:lnTo>
                  <a:lnTo>
                    <a:pt x="2779" y="2323"/>
                  </a:lnTo>
                  <a:lnTo>
                    <a:pt x="2779" y="1553"/>
                  </a:lnTo>
                  <a:lnTo>
                    <a:pt x="4003" y="796"/>
                  </a:lnTo>
                  <a:close/>
                  <a:moveTo>
                    <a:pt x="4092" y="0"/>
                  </a:moveTo>
                  <a:lnTo>
                    <a:pt x="2147" y="1200"/>
                  </a:lnTo>
                  <a:lnTo>
                    <a:pt x="2147" y="1856"/>
                  </a:lnTo>
                  <a:lnTo>
                    <a:pt x="1" y="2513"/>
                  </a:lnTo>
                  <a:lnTo>
                    <a:pt x="2476" y="5632"/>
                  </a:lnTo>
                  <a:lnTo>
                    <a:pt x="3915" y="6654"/>
                  </a:lnTo>
                  <a:lnTo>
                    <a:pt x="3397" y="7437"/>
                  </a:lnTo>
                  <a:lnTo>
                    <a:pt x="5986" y="9584"/>
                  </a:lnTo>
                  <a:lnTo>
                    <a:pt x="7047" y="5076"/>
                  </a:lnTo>
                  <a:lnTo>
                    <a:pt x="7691" y="5771"/>
                  </a:lnTo>
                  <a:lnTo>
                    <a:pt x="7274" y="7778"/>
                  </a:lnTo>
                  <a:lnTo>
                    <a:pt x="9269" y="7778"/>
                  </a:lnTo>
                  <a:lnTo>
                    <a:pt x="10418" y="5505"/>
                  </a:lnTo>
                  <a:lnTo>
                    <a:pt x="6908" y="2690"/>
                  </a:lnTo>
                  <a:lnTo>
                    <a:pt x="4092"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68"/>
            <p:cNvSpPr/>
            <p:nvPr/>
          </p:nvSpPr>
          <p:spPr>
            <a:xfrm>
              <a:off x="3780950" y="1045975"/>
              <a:ext cx="134825" cy="91250"/>
            </a:xfrm>
            <a:custGeom>
              <a:avLst/>
              <a:gdLst/>
              <a:ahLst/>
              <a:cxnLst/>
              <a:rect l="l" t="t" r="r" b="b"/>
              <a:pathLst>
                <a:path w="5393" h="3650" extrusionOk="0">
                  <a:moveTo>
                    <a:pt x="1175" y="1"/>
                  </a:moveTo>
                  <a:lnTo>
                    <a:pt x="0" y="1137"/>
                  </a:lnTo>
                  <a:lnTo>
                    <a:pt x="2235" y="2842"/>
                  </a:lnTo>
                  <a:lnTo>
                    <a:pt x="3612" y="3650"/>
                  </a:lnTo>
                  <a:lnTo>
                    <a:pt x="5392" y="1819"/>
                  </a:lnTo>
                  <a:lnTo>
                    <a:pt x="4584" y="329"/>
                  </a:lnTo>
                  <a:lnTo>
                    <a:pt x="3208" y="1"/>
                  </a:lnTo>
                  <a:lnTo>
                    <a:pt x="2703" y="1137"/>
                  </a:lnTo>
                  <a:lnTo>
                    <a:pt x="1175"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68"/>
            <p:cNvSpPr/>
            <p:nvPr/>
          </p:nvSpPr>
          <p:spPr>
            <a:xfrm>
              <a:off x="3768950" y="1035550"/>
              <a:ext cx="156600" cy="111475"/>
            </a:xfrm>
            <a:custGeom>
              <a:avLst/>
              <a:gdLst/>
              <a:ahLst/>
              <a:cxnLst/>
              <a:rect l="l" t="t" r="r" b="b"/>
              <a:pathLst>
                <a:path w="6264" h="4459" extrusionOk="0">
                  <a:moveTo>
                    <a:pt x="3864" y="784"/>
                  </a:moveTo>
                  <a:lnTo>
                    <a:pt x="4849" y="1011"/>
                  </a:lnTo>
                  <a:lnTo>
                    <a:pt x="5481" y="2185"/>
                  </a:lnTo>
                  <a:lnTo>
                    <a:pt x="4041" y="3663"/>
                  </a:lnTo>
                  <a:lnTo>
                    <a:pt x="2905" y="3006"/>
                  </a:lnTo>
                  <a:lnTo>
                    <a:pt x="960" y="1529"/>
                  </a:lnTo>
                  <a:lnTo>
                    <a:pt x="1680" y="834"/>
                  </a:lnTo>
                  <a:lnTo>
                    <a:pt x="3309" y="2046"/>
                  </a:lnTo>
                  <a:lnTo>
                    <a:pt x="3864" y="784"/>
                  </a:lnTo>
                  <a:close/>
                  <a:moveTo>
                    <a:pt x="1629" y="1"/>
                  </a:moveTo>
                  <a:lnTo>
                    <a:pt x="0" y="1579"/>
                  </a:lnTo>
                  <a:lnTo>
                    <a:pt x="2564" y="3524"/>
                  </a:lnTo>
                  <a:lnTo>
                    <a:pt x="4142" y="4458"/>
                  </a:lnTo>
                  <a:lnTo>
                    <a:pt x="6264" y="2299"/>
                  </a:lnTo>
                  <a:lnTo>
                    <a:pt x="5279" y="468"/>
                  </a:lnTo>
                  <a:lnTo>
                    <a:pt x="3511" y="51"/>
                  </a:lnTo>
                  <a:lnTo>
                    <a:pt x="3056" y="1062"/>
                  </a:lnTo>
                  <a:lnTo>
                    <a:pt x="1629"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68"/>
            <p:cNvSpPr/>
            <p:nvPr/>
          </p:nvSpPr>
          <p:spPr>
            <a:xfrm>
              <a:off x="3098775" y="1751200"/>
              <a:ext cx="166375" cy="133550"/>
            </a:xfrm>
            <a:custGeom>
              <a:avLst/>
              <a:gdLst/>
              <a:ahLst/>
              <a:cxnLst/>
              <a:rect l="l" t="t" r="r" b="b"/>
              <a:pathLst>
                <a:path w="6655" h="5342" extrusionOk="0">
                  <a:moveTo>
                    <a:pt x="5619" y="0"/>
                  </a:moveTo>
                  <a:lnTo>
                    <a:pt x="4205" y="985"/>
                  </a:lnTo>
                  <a:lnTo>
                    <a:pt x="2475" y="1869"/>
                  </a:lnTo>
                  <a:lnTo>
                    <a:pt x="1288" y="404"/>
                  </a:lnTo>
                  <a:lnTo>
                    <a:pt x="0" y="1856"/>
                  </a:lnTo>
                  <a:lnTo>
                    <a:pt x="341" y="2829"/>
                  </a:lnTo>
                  <a:lnTo>
                    <a:pt x="341" y="4028"/>
                  </a:lnTo>
                  <a:lnTo>
                    <a:pt x="2766" y="5341"/>
                  </a:lnTo>
                  <a:lnTo>
                    <a:pt x="4963" y="4369"/>
                  </a:lnTo>
                  <a:lnTo>
                    <a:pt x="6655" y="2854"/>
                  </a:lnTo>
                  <a:lnTo>
                    <a:pt x="6655" y="1515"/>
                  </a:lnTo>
                  <a:lnTo>
                    <a:pt x="5619"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68"/>
            <p:cNvSpPr/>
            <p:nvPr/>
          </p:nvSpPr>
          <p:spPr>
            <a:xfrm>
              <a:off x="3089925" y="1740150"/>
              <a:ext cx="182800" cy="153450"/>
            </a:xfrm>
            <a:custGeom>
              <a:avLst/>
              <a:gdLst/>
              <a:ahLst/>
              <a:cxnLst/>
              <a:rect l="l" t="t" r="r" b="b"/>
              <a:pathLst>
                <a:path w="7312" h="6138" extrusionOk="0">
                  <a:moveTo>
                    <a:pt x="5885" y="884"/>
                  </a:moveTo>
                  <a:lnTo>
                    <a:pt x="6693" y="2046"/>
                  </a:lnTo>
                  <a:lnTo>
                    <a:pt x="6693" y="3157"/>
                  </a:lnTo>
                  <a:lnTo>
                    <a:pt x="5140" y="4546"/>
                  </a:lnTo>
                  <a:lnTo>
                    <a:pt x="3132" y="5443"/>
                  </a:lnTo>
                  <a:lnTo>
                    <a:pt x="1011" y="4281"/>
                  </a:lnTo>
                  <a:lnTo>
                    <a:pt x="1011" y="3271"/>
                  </a:lnTo>
                  <a:lnTo>
                    <a:pt x="708" y="2374"/>
                  </a:lnTo>
                  <a:lnTo>
                    <a:pt x="1630" y="1339"/>
                  </a:lnTo>
                  <a:lnTo>
                    <a:pt x="2741" y="2715"/>
                  </a:lnTo>
                  <a:lnTo>
                    <a:pt x="4698" y="1705"/>
                  </a:lnTo>
                  <a:lnTo>
                    <a:pt x="5885" y="884"/>
                  </a:lnTo>
                  <a:close/>
                  <a:moveTo>
                    <a:pt x="6049" y="0"/>
                  </a:moveTo>
                  <a:lnTo>
                    <a:pt x="4395" y="1162"/>
                  </a:lnTo>
                  <a:lnTo>
                    <a:pt x="2918" y="1920"/>
                  </a:lnTo>
                  <a:lnTo>
                    <a:pt x="1655" y="366"/>
                  </a:lnTo>
                  <a:lnTo>
                    <a:pt x="1" y="2235"/>
                  </a:lnTo>
                  <a:lnTo>
                    <a:pt x="380" y="3334"/>
                  </a:lnTo>
                  <a:lnTo>
                    <a:pt x="380" y="4660"/>
                  </a:lnTo>
                  <a:lnTo>
                    <a:pt x="3094" y="6137"/>
                  </a:lnTo>
                  <a:lnTo>
                    <a:pt x="5443" y="5102"/>
                  </a:lnTo>
                  <a:lnTo>
                    <a:pt x="7312" y="3435"/>
                  </a:lnTo>
                  <a:lnTo>
                    <a:pt x="7312" y="1856"/>
                  </a:lnTo>
                  <a:lnTo>
                    <a:pt x="6049"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68"/>
            <p:cNvSpPr/>
            <p:nvPr/>
          </p:nvSpPr>
          <p:spPr>
            <a:xfrm>
              <a:off x="3793250" y="2636350"/>
              <a:ext cx="57175" cy="35700"/>
            </a:xfrm>
            <a:custGeom>
              <a:avLst/>
              <a:gdLst/>
              <a:ahLst/>
              <a:cxnLst/>
              <a:rect l="l" t="t" r="r" b="b"/>
              <a:pathLst>
                <a:path w="2287" h="1428" extrusionOk="0">
                  <a:moveTo>
                    <a:pt x="1743" y="0"/>
                  </a:moveTo>
                  <a:lnTo>
                    <a:pt x="1" y="480"/>
                  </a:lnTo>
                  <a:lnTo>
                    <a:pt x="2286" y="1427"/>
                  </a:lnTo>
                  <a:lnTo>
                    <a:pt x="2286" y="1427"/>
                  </a:lnTo>
                  <a:lnTo>
                    <a:pt x="1743"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68"/>
            <p:cNvSpPr/>
            <p:nvPr/>
          </p:nvSpPr>
          <p:spPr>
            <a:xfrm>
              <a:off x="3768950" y="2626875"/>
              <a:ext cx="95675" cy="59375"/>
            </a:xfrm>
            <a:custGeom>
              <a:avLst/>
              <a:gdLst/>
              <a:ahLst/>
              <a:cxnLst/>
              <a:rect l="l" t="t" r="r" b="b"/>
              <a:pathLst>
                <a:path w="3827" h="2375" extrusionOk="0">
                  <a:moveTo>
                    <a:pt x="2526" y="758"/>
                  </a:moveTo>
                  <a:lnTo>
                    <a:pt x="2703" y="1238"/>
                  </a:lnTo>
                  <a:lnTo>
                    <a:pt x="1958" y="922"/>
                  </a:lnTo>
                  <a:lnTo>
                    <a:pt x="2526" y="758"/>
                  </a:lnTo>
                  <a:close/>
                  <a:moveTo>
                    <a:pt x="2905" y="0"/>
                  </a:moveTo>
                  <a:lnTo>
                    <a:pt x="0" y="796"/>
                  </a:lnTo>
                  <a:lnTo>
                    <a:pt x="3826" y="2374"/>
                  </a:lnTo>
                  <a:lnTo>
                    <a:pt x="2905"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68"/>
            <p:cNvSpPr/>
            <p:nvPr/>
          </p:nvSpPr>
          <p:spPr>
            <a:xfrm>
              <a:off x="3702975" y="2517025"/>
              <a:ext cx="43275" cy="68200"/>
            </a:xfrm>
            <a:custGeom>
              <a:avLst/>
              <a:gdLst/>
              <a:ahLst/>
              <a:cxnLst/>
              <a:rect l="l" t="t" r="r" b="b"/>
              <a:pathLst>
                <a:path w="1731" h="2728" extrusionOk="0">
                  <a:moveTo>
                    <a:pt x="733" y="0"/>
                  </a:moveTo>
                  <a:cubicBezTo>
                    <a:pt x="493" y="164"/>
                    <a:pt x="0" y="1288"/>
                    <a:pt x="0" y="1288"/>
                  </a:cubicBezTo>
                  <a:lnTo>
                    <a:pt x="695" y="2728"/>
                  </a:lnTo>
                  <a:lnTo>
                    <a:pt x="1730" y="2728"/>
                  </a:lnTo>
                  <a:lnTo>
                    <a:pt x="733"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68"/>
            <p:cNvSpPr/>
            <p:nvPr/>
          </p:nvSpPr>
          <p:spPr>
            <a:xfrm>
              <a:off x="3694450" y="2505025"/>
              <a:ext cx="62850" cy="88100"/>
            </a:xfrm>
            <a:custGeom>
              <a:avLst/>
              <a:gdLst/>
              <a:ahLst/>
              <a:cxnLst/>
              <a:rect l="l" t="t" r="r" b="b"/>
              <a:pathLst>
                <a:path w="2514" h="3524" extrusionOk="0">
                  <a:moveTo>
                    <a:pt x="973" y="1162"/>
                  </a:moveTo>
                  <a:lnTo>
                    <a:pt x="1604" y="2892"/>
                  </a:lnTo>
                  <a:lnTo>
                    <a:pt x="1225" y="2892"/>
                  </a:lnTo>
                  <a:lnTo>
                    <a:pt x="682" y="1756"/>
                  </a:lnTo>
                  <a:cubicBezTo>
                    <a:pt x="771" y="1554"/>
                    <a:pt x="884" y="1352"/>
                    <a:pt x="973" y="1162"/>
                  </a:cubicBezTo>
                  <a:close/>
                  <a:moveTo>
                    <a:pt x="1238" y="0"/>
                  </a:moveTo>
                  <a:lnTo>
                    <a:pt x="897" y="215"/>
                  </a:lnTo>
                  <a:cubicBezTo>
                    <a:pt x="619" y="405"/>
                    <a:pt x="253" y="1187"/>
                    <a:pt x="51" y="1642"/>
                  </a:cubicBezTo>
                  <a:lnTo>
                    <a:pt x="1" y="1768"/>
                  </a:lnTo>
                  <a:lnTo>
                    <a:pt x="834" y="3523"/>
                  </a:lnTo>
                  <a:lnTo>
                    <a:pt x="2513" y="3523"/>
                  </a:lnTo>
                  <a:lnTo>
                    <a:pt x="1238"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68"/>
            <p:cNvSpPr/>
            <p:nvPr/>
          </p:nvSpPr>
          <p:spPr>
            <a:xfrm>
              <a:off x="3696975" y="2570375"/>
              <a:ext cx="25275" cy="78000"/>
            </a:xfrm>
            <a:custGeom>
              <a:avLst/>
              <a:gdLst/>
              <a:ahLst/>
              <a:cxnLst/>
              <a:rect l="l" t="t" r="r" b="b"/>
              <a:pathLst>
                <a:path w="1011" h="3120" extrusionOk="0">
                  <a:moveTo>
                    <a:pt x="455" y="0"/>
                  </a:moveTo>
                  <a:lnTo>
                    <a:pt x="1" y="1402"/>
                  </a:lnTo>
                  <a:lnTo>
                    <a:pt x="581" y="3119"/>
                  </a:lnTo>
                  <a:lnTo>
                    <a:pt x="1011" y="3119"/>
                  </a:lnTo>
                  <a:lnTo>
                    <a:pt x="1011" y="278"/>
                  </a:lnTo>
                  <a:lnTo>
                    <a:pt x="455"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68"/>
            <p:cNvSpPr/>
            <p:nvPr/>
          </p:nvSpPr>
          <p:spPr>
            <a:xfrm>
              <a:off x="3688775" y="2563750"/>
              <a:ext cx="43275" cy="92500"/>
            </a:xfrm>
            <a:custGeom>
              <a:avLst/>
              <a:gdLst/>
              <a:ahLst/>
              <a:cxnLst/>
              <a:rect l="l" t="t" r="r" b="b"/>
              <a:pathLst>
                <a:path w="1731" h="3700" extrusionOk="0">
                  <a:moveTo>
                    <a:pt x="1023" y="846"/>
                  </a:moveTo>
                  <a:lnTo>
                    <a:pt x="1074" y="871"/>
                  </a:lnTo>
                  <a:lnTo>
                    <a:pt x="1074" y="2765"/>
                  </a:lnTo>
                  <a:lnTo>
                    <a:pt x="695" y="1755"/>
                  </a:lnTo>
                  <a:lnTo>
                    <a:pt x="1023" y="846"/>
                  </a:lnTo>
                  <a:close/>
                  <a:moveTo>
                    <a:pt x="632" y="0"/>
                  </a:moveTo>
                  <a:lnTo>
                    <a:pt x="0" y="1755"/>
                  </a:lnTo>
                  <a:lnTo>
                    <a:pt x="720" y="3700"/>
                  </a:lnTo>
                  <a:lnTo>
                    <a:pt x="1730" y="3700"/>
                  </a:lnTo>
                  <a:lnTo>
                    <a:pt x="1730" y="493"/>
                  </a:lnTo>
                  <a:lnTo>
                    <a:pt x="632"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68"/>
            <p:cNvSpPr/>
            <p:nvPr/>
          </p:nvSpPr>
          <p:spPr>
            <a:xfrm>
              <a:off x="4360850" y="1623350"/>
              <a:ext cx="47375" cy="27475"/>
            </a:xfrm>
            <a:custGeom>
              <a:avLst/>
              <a:gdLst/>
              <a:ahLst/>
              <a:cxnLst/>
              <a:rect l="l" t="t" r="r" b="b"/>
              <a:pathLst>
                <a:path w="1895" h="1099" extrusionOk="0">
                  <a:moveTo>
                    <a:pt x="0" y="0"/>
                  </a:moveTo>
                  <a:lnTo>
                    <a:pt x="556" y="1099"/>
                  </a:lnTo>
                  <a:lnTo>
                    <a:pt x="1326" y="947"/>
                  </a:lnTo>
                  <a:lnTo>
                    <a:pt x="1894"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68"/>
            <p:cNvSpPr/>
            <p:nvPr/>
          </p:nvSpPr>
          <p:spPr>
            <a:xfrm>
              <a:off x="4347900" y="1615450"/>
              <a:ext cx="74200" cy="44550"/>
            </a:xfrm>
            <a:custGeom>
              <a:avLst/>
              <a:gdLst/>
              <a:ahLst/>
              <a:cxnLst/>
              <a:rect l="l" t="t" r="r" b="b"/>
              <a:pathLst>
                <a:path w="2968" h="1782" extrusionOk="0">
                  <a:moveTo>
                    <a:pt x="1857" y="632"/>
                  </a:moveTo>
                  <a:lnTo>
                    <a:pt x="1642" y="973"/>
                  </a:lnTo>
                  <a:lnTo>
                    <a:pt x="1238" y="1061"/>
                  </a:lnTo>
                  <a:lnTo>
                    <a:pt x="1023" y="632"/>
                  </a:lnTo>
                  <a:close/>
                  <a:moveTo>
                    <a:pt x="0" y="1"/>
                  </a:moveTo>
                  <a:lnTo>
                    <a:pt x="897" y="1781"/>
                  </a:lnTo>
                  <a:lnTo>
                    <a:pt x="2046" y="1541"/>
                  </a:lnTo>
                  <a:lnTo>
                    <a:pt x="2968"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68"/>
            <p:cNvSpPr/>
            <p:nvPr/>
          </p:nvSpPr>
          <p:spPr>
            <a:xfrm>
              <a:off x="2445000" y="785850"/>
              <a:ext cx="922425" cy="1196450"/>
            </a:xfrm>
            <a:custGeom>
              <a:avLst/>
              <a:gdLst/>
              <a:ahLst/>
              <a:cxnLst/>
              <a:rect l="l" t="t" r="r" b="b"/>
              <a:pathLst>
                <a:path w="36897" h="47858" extrusionOk="0">
                  <a:moveTo>
                    <a:pt x="27288" y="1"/>
                  </a:moveTo>
                  <a:lnTo>
                    <a:pt x="21921" y="2324"/>
                  </a:lnTo>
                  <a:lnTo>
                    <a:pt x="20027" y="2375"/>
                  </a:lnTo>
                  <a:lnTo>
                    <a:pt x="19396" y="4067"/>
                  </a:lnTo>
                  <a:lnTo>
                    <a:pt x="20179" y="6378"/>
                  </a:lnTo>
                  <a:lnTo>
                    <a:pt x="18600" y="6378"/>
                  </a:lnTo>
                  <a:lnTo>
                    <a:pt x="18285" y="4016"/>
                  </a:lnTo>
                  <a:lnTo>
                    <a:pt x="17262" y="3625"/>
                  </a:lnTo>
                  <a:lnTo>
                    <a:pt x="16782" y="5203"/>
                  </a:lnTo>
                  <a:lnTo>
                    <a:pt x="15620" y="4850"/>
                  </a:lnTo>
                  <a:lnTo>
                    <a:pt x="15305" y="3006"/>
                  </a:lnTo>
                  <a:lnTo>
                    <a:pt x="13411" y="3322"/>
                  </a:lnTo>
                  <a:lnTo>
                    <a:pt x="11277" y="4105"/>
                  </a:lnTo>
                  <a:lnTo>
                    <a:pt x="9698" y="5683"/>
                  </a:lnTo>
                  <a:lnTo>
                    <a:pt x="7489" y="6163"/>
                  </a:lnTo>
                  <a:lnTo>
                    <a:pt x="6150" y="7893"/>
                  </a:lnTo>
                  <a:lnTo>
                    <a:pt x="6933" y="9080"/>
                  </a:lnTo>
                  <a:lnTo>
                    <a:pt x="5355" y="10418"/>
                  </a:lnTo>
                  <a:lnTo>
                    <a:pt x="2678" y="11529"/>
                  </a:lnTo>
                  <a:lnTo>
                    <a:pt x="784" y="11883"/>
                  </a:lnTo>
                  <a:lnTo>
                    <a:pt x="1251" y="13575"/>
                  </a:lnTo>
                  <a:lnTo>
                    <a:pt x="2678" y="13726"/>
                  </a:lnTo>
                  <a:lnTo>
                    <a:pt x="3069" y="14598"/>
                  </a:lnTo>
                  <a:lnTo>
                    <a:pt x="1" y="14838"/>
                  </a:lnTo>
                  <a:lnTo>
                    <a:pt x="1" y="16176"/>
                  </a:lnTo>
                  <a:lnTo>
                    <a:pt x="1731" y="17363"/>
                  </a:lnTo>
                  <a:cubicBezTo>
                    <a:pt x="1731" y="17363"/>
                    <a:pt x="1944" y="16942"/>
                    <a:pt x="2599" y="16942"/>
                  </a:cubicBezTo>
                  <a:cubicBezTo>
                    <a:pt x="2926" y="16942"/>
                    <a:pt x="3364" y="17047"/>
                    <a:pt x="3940" y="17363"/>
                  </a:cubicBezTo>
                  <a:cubicBezTo>
                    <a:pt x="5683" y="18310"/>
                    <a:pt x="5759" y="18310"/>
                    <a:pt x="5759" y="18310"/>
                  </a:cubicBezTo>
                  <a:lnTo>
                    <a:pt x="7337" y="21378"/>
                  </a:lnTo>
                  <a:lnTo>
                    <a:pt x="6946" y="25331"/>
                  </a:lnTo>
                  <a:lnTo>
                    <a:pt x="6946" y="29434"/>
                  </a:lnTo>
                  <a:lnTo>
                    <a:pt x="8436" y="29902"/>
                  </a:lnTo>
                  <a:lnTo>
                    <a:pt x="7615" y="31164"/>
                  </a:lnTo>
                  <a:lnTo>
                    <a:pt x="5683" y="30849"/>
                  </a:lnTo>
                  <a:lnTo>
                    <a:pt x="5683" y="33223"/>
                  </a:lnTo>
                  <a:lnTo>
                    <a:pt x="7173" y="34321"/>
                  </a:lnTo>
                  <a:lnTo>
                    <a:pt x="6074" y="36695"/>
                  </a:lnTo>
                  <a:lnTo>
                    <a:pt x="6541" y="40546"/>
                  </a:lnTo>
                  <a:lnTo>
                    <a:pt x="7135" y="43463"/>
                  </a:lnTo>
                  <a:lnTo>
                    <a:pt x="7627" y="46153"/>
                  </a:lnTo>
                  <a:lnTo>
                    <a:pt x="9218" y="45913"/>
                  </a:lnTo>
                  <a:lnTo>
                    <a:pt x="10885" y="47857"/>
                  </a:lnTo>
                  <a:lnTo>
                    <a:pt x="12186" y="45647"/>
                  </a:lnTo>
                  <a:lnTo>
                    <a:pt x="13310" y="42175"/>
                  </a:lnTo>
                  <a:lnTo>
                    <a:pt x="14812" y="39776"/>
                  </a:lnTo>
                  <a:lnTo>
                    <a:pt x="16946" y="39195"/>
                  </a:lnTo>
                  <a:lnTo>
                    <a:pt x="20103" y="37857"/>
                  </a:lnTo>
                  <a:lnTo>
                    <a:pt x="21770" y="35798"/>
                  </a:lnTo>
                  <a:lnTo>
                    <a:pt x="24762" y="35407"/>
                  </a:lnTo>
                  <a:lnTo>
                    <a:pt x="28462" y="33071"/>
                  </a:lnTo>
                  <a:lnTo>
                    <a:pt x="26480" y="32869"/>
                  </a:lnTo>
                  <a:lnTo>
                    <a:pt x="25545" y="32869"/>
                  </a:lnTo>
                  <a:lnTo>
                    <a:pt x="26480" y="30659"/>
                  </a:lnTo>
                  <a:lnTo>
                    <a:pt x="28462" y="32478"/>
                  </a:lnTo>
                  <a:lnTo>
                    <a:pt x="29232" y="30735"/>
                  </a:lnTo>
                  <a:lnTo>
                    <a:pt x="28538" y="28487"/>
                  </a:lnTo>
                  <a:lnTo>
                    <a:pt x="28538" y="28487"/>
                  </a:lnTo>
                  <a:cubicBezTo>
                    <a:pt x="28538" y="28487"/>
                    <a:pt x="28571" y="28497"/>
                    <a:pt x="28628" y="28497"/>
                  </a:cubicBezTo>
                  <a:cubicBezTo>
                    <a:pt x="28850" y="28497"/>
                    <a:pt x="29441" y="28361"/>
                    <a:pt x="29952" y="27048"/>
                  </a:cubicBezTo>
                  <a:cubicBezTo>
                    <a:pt x="30176" y="26473"/>
                    <a:pt x="30217" y="26354"/>
                    <a:pt x="30211" y="26354"/>
                  </a:cubicBezTo>
                  <a:lnTo>
                    <a:pt x="30211" y="26354"/>
                  </a:lnTo>
                  <a:cubicBezTo>
                    <a:pt x="30207" y="26354"/>
                    <a:pt x="30180" y="26414"/>
                    <a:pt x="30178" y="26414"/>
                  </a:cubicBezTo>
                  <a:cubicBezTo>
                    <a:pt x="30175" y="26414"/>
                    <a:pt x="30241" y="26250"/>
                    <a:pt x="30596" y="25381"/>
                  </a:cubicBezTo>
                  <a:cubicBezTo>
                    <a:pt x="31467" y="23260"/>
                    <a:pt x="31455" y="23247"/>
                    <a:pt x="31455" y="23247"/>
                  </a:cubicBezTo>
                  <a:cubicBezTo>
                    <a:pt x="31455" y="23247"/>
                    <a:pt x="32086" y="23007"/>
                    <a:pt x="31455" y="21593"/>
                  </a:cubicBezTo>
                  <a:cubicBezTo>
                    <a:pt x="30823" y="20179"/>
                    <a:pt x="29876" y="20722"/>
                    <a:pt x="30823" y="20166"/>
                  </a:cubicBezTo>
                  <a:lnTo>
                    <a:pt x="31770" y="19623"/>
                  </a:lnTo>
                  <a:lnTo>
                    <a:pt x="32642" y="19068"/>
                  </a:lnTo>
                  <a:lnTo>
                    <a:pt x="32250" y="16694"/>
                  </a:lnTo>
                  <a:lnTo>
                    <a:pt x="32642" y="14042"/>
                  </a:lnTo>
                  <a:lnTo>
                    <a:pt x="34611" y="11858"/>
                  </a:lnTo>
                  <a:lnTo>
                    <a:pt x="36354" y="9762"/>
                  </a:lnTo>
                  <a:lnTo>
                    <a:pt x="36897" y="8032"/>
                  </a:lnTo>
                  <a:lnTo>
                    <a:pt x="34851" y="7085"/>
                  </a:lnTo>
                  <a:lnTo>
                    <a:pt x="32566" y="7943"/>
                  </a:lnTo>
                  <a:lnTo>
                    <a:pt x="30280" y="10090"/>
                  </a:lnTo>
                  <a:lnTo>
                    <a:pt x="31770" y="7451"/>
                  </a:lnTo>
                  <a:lnTo>
                    <a:pt x="31859" y="7009"/>
                  </a:lnTo>
                  <a:lnTo>
                    <a:pt x="27439" y="7009"/>
                  </a:lnTo>
                  <a:lnTo>
                    <a:pt x="27351" y="5986"/>
                  </a:lnTo>
                  <a:lnTo>
                    <a:pt x="29232" y="5759"/>
                  </a:lnTo>
                  <a:lnTo>
                    <a:pt x="31859" y="5759"/>
                  </a:lnTo>
                  <a:lnTo>
                    <a:pt x="31543" y="3625"/>
                  </a:lnTo>
                  <a:lnTo>
                    <a:pt x="30672" y="1655"/>
                  </a:lnTo>
                  <a:lnTo>
                    <a:pt x="27288"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68"/>
            <p:cNvSpPr/>
            <p:nvPr/>
          </p:nvSpPr>
          <p:spPr>
            <a:xfrm>
              <a:off x="2437100" y="777350"/>
              <a:ext cx="939800" cy="1218525"/>
            </a:xfrm>
            <a:custGeom>
              <a:avLst/>
              <a:gdLst/>
              <a:ahLst/>
              <a:cxnLst/>
              <a:rect l="l" t="t" r="r" b="b"/>
              <a:pathLst>
                <a:path w="37592" h="48741" extrusionOk="0">
                  <a:moveTo>
                    <a:pt x="26909" y="31530"/>
                  </a:moveTo>
                  <a:lnTo>
                    <a:pt x="28601" y="33070"/>
                  </a:lnTo>
                  <a:lnTo>
                    <a:pt x="26796" y="32893"/>
                  </a:lnTo>
                  <a:lnTo>
                    <a:pt x="26341" y="32893"/>
                  </a:lnTo>
                  <a:lnTo>
                    <a:pt x="26909" y="31530"/>
                  </a:lnTo>
                  <a:close/>
                  <a:moveTo>
                    <a:pt x="27591" y="682"/>
                  </a:moveTo>
                  <a:lnTo>
                    <a:pt x="30748" y="2222"/>
                  </a:lnTo>
                  <a:lnTo>
                    <a:pt x="31543" y="4053"/>
                  </a:lnTo>
                  <a:lnTo>
                    <a:pt x="31809" y="5783"/>
                  </a:lnTo>
                  <a:lnTo>
                    <a:pt x="29498" y="5783"/>
                  </a:lnTo>
                  <a:lnTo>
                    <a:pt x="27339" y="6048"/>
                  </a:lnTo>
                  <a:lnTo>
                    <a:pt x="27465" y="7665"/>
                  </a:lnTo>
                  <a:lnTo>
                    <a:pt x="31796" y="7665"/>
                  </a:lnTo>
                  <a:lnTo>
                    <a:pt x="29321" y="12059"/>
                  </a:lnTo>
                  <a:lnTo>
                    <a:pt x="33046" y="8574"/>
                  </a:lnTo>
                  <a:lnTo>
                    <a:pt x="35155" y="7778"/>
                  </a:lnTo>
                  <a:lnTo>
                    <a:pt x="36834" y="8548"/>
                  </a:lnTo>
                  <a:lnTo>
                    <a:pt x="36380" y="9963"/>
                  </a:lnTo>
                  <a:lnTo>
                    <a:pt x="34700" y="11996"/>
                  </a:lnTo>
                  <a:lnTo>
                    <a:pt x="32667" y="14256"/>
                  </a:lnTo>
                  <a:lnTo>
                    <a:pt x="32250" y="17059"/>
                  </a:lnTo>
                  <a:lnTo>
                    <a:pt x="32617" y="19269"/>
                  </a:lnTo>
                  <a:lnTo>
                    <a:pt x="31935" y="19698"/>
                  </a:lnTo>
                  <a:cubicBezTo>
                    <a:pt x="31922" y="19711"/>
                    <a:pt x="31834" y="19761"/>
                    <a:pt x="30988" y="20254"/>
                  </a:cubicBezTo>
                  <a:cubicBezTo>
                    <a:pt x="30584" y="20494"/>
                    <a:pt x="30432" y="20582"/>
                    <a:pt x="30432" y="20809"/>
                  </a:cubicBezTo>
                  <a:cubicBezTo>
                    <a:pt x="30445" y="20986"/>
                    <a:pt x="30558" y="21125"/>
                    <a:pt x="30710" y="21188"/>
                  </a:cubicBezTo>
                  <a:cubicBezTo>
                    <a:pt x="30887" y="21289"/>
                    <a:pt x="31215" y="21466"/>
                    <a:pt x="31480" y="22072"/>
                  </a:cubicBezTo>
                  <a:cubicBezTo>
                    <a:pt x="31872" y="22943"/>
                    <a:pt x="31733" y="23259"/>
                    <a:pt x="31657" y="23309"/>
                  </a:cubicBezTo>
                  <a:lnTo>
                    <a:pt x="31455" y="23385"/>
                  </a:lnTo>
                  <a:lnTo>
                    <a:pt x="31455" y="23537"/>
                  </a:lnTo>
                  <a:cubicBezTo>
                    <a:pt x="31404" y="23676"/>
                    <a:pt x="31228" y="24118"/>
                    <a:pt x="30609" y="25620"/>
                  </a:cubicBezTo>
                  <a:cubicBezTo>
                    <a:pt x="30432" y="26062"/>
                    <a:pt x="30319" y="26353"/>
                    <a:pt x="30243" y="26555"/>
                  </a:cubicBezTo>
                  <a:lnTo>
                    <a:pt x="30218" y="26618"/>
                  </a:lnTo>
                  <a:cubicBezTo>
                    <a:pt x="30218" y="26618"/>
                    <a:pt x="30218" y="26630"/>
                    <a:pt x="30218" y="26630"/>
                  </a:cubicBezTo>
                  <a:cubicBezTo>
                    <a:pt x="30205" y="26681"/>
                    <a:pt x="30154" y="26832"/>
                    <a:pt x="29978" y="27287"/>
                  </a:cubicBezTo>
                  <a:cubicBezTo>
                    <a:pt x="29498" y="28499"/>
                    <a:pt x="29018" y="28537"/>
                    <a:pt x="28955" y="28537"/>
                  </a:cubicBezTo>
                  <a:lnTo>
                    <a:pt x="28399" y="28373"/>
                  </a:lnTo>
                  <a:lnTo>
                    <a:pt x="28399" y="28373"/>
                  </a:lnTo>
                  <a:lnTo>
                    <a:pt x="29220" y="31062"/>
                  </a:lnTo>
                  <a:lnTo>
                    <a:pt x="28677" y="32287"/>
                  </a:lnTo>
                  <a:lnTo>
                    <a:pt x="26682" y="30469"/>
                  </a:lnTo>
                  <a:lnTo>
                    <a:pt x="25394" y="33525"/>
                  </a:lnTo>
                  <a:lnTo>
                    <a:pt x="26758" y="33525"/>
                  </a:lnTo>
                  <a:lnTo>
                    <a:pt x="27844" y="33626"/>
                  </a:lnTo>
                  <a:lnTo>
                    <a:pt x="24977" y="35431"/>
                  </a:lnTo>
                  <a:lnTo>
                    <a:pt x="21922" y="35835"/>
                  </a:lnTo>
                  <a:lnTo>
                    <a:pt x="20230" y="37931"/>
                  </a:lnTo>
                  <a:lnTo>
                    <a:pt x="17199" y="39232"/>
                  </a:lnTo>
                  <a:lnTo>
                    <a:pt x="14939" y="39838"/>
                  </a:lnTo>
                  <a:lnTo>
                    <a:pt x="13360" y="42351"/>
                  </a:lnTo>
                  <a:lnTo>
                    <a:pt x="12211" y="45861"/>
                  </a:lnTo>
                  <a:lnTo>
                    <a:pt x="11163" y="47654"/>
                  </a:lnTo>
                  <a:lnTo>
                    <a:pt x="9661" y="45874"/>
                  </a:lnTo>
                  <a:lnTo>
                    <a:pt x="8209" y="46101"/>
                  </a:lnTo>
                  <a:lnTo>
                    <a:pt x="7767" y="43715"/>
                  </a:lnTo>
                  <a:lnTo>
                    <a:pt x="7173" y="40823"/>
                  </a:lnTo>
                  <a:lnTo>
                    <a:pt x="6719" y="37048"/>
                  </a:lnTo>
                  <a:lnTo>
                    <a:pt x="7893" y="34535"/>
                  </a:lnTo>
                  <a:lnTo>
                    <a:pt x="6315" y="33373"/>
                  </a:lnTo>
                  <a:lnTo>
                    <a:pt x="6315" y="31542"/>
                  </a:lnTo>
                  <a:lnTo>
                    <a:pt x="8082" y="31833"/>
                  </a:lnTo>
                  <a:lnTo>
                    <a:pt x="9244" y="30040"/>
                  </a:lnTo>
                  <a:lnTo>
                    <a:pt x="7577" y="29509"/>
                  </a:lnTo>
                  <a:lnTo>
                    <a:pt x="7577" y="25671"/>
                  </a:lnTo>
                  <a:lnTo>
                    <a:pt x="7981" y="21643"/>
                  </a:lnTo>
                  <a:lnTo>
                    <a:pt x="6277" y="18309"/>
                  </a:lnTo>
                  <a:lnTo>
                    <a:pt x="6125" y="18309"/>
                  </a:lnTo>
                  <a:cubicBezTo>
                    <a:pt x="6024" y="18271"/>
                    <a:pt x="5645" y="18082"/>
                    <a:pt x="4408" y="17413"/>
                  </a:cubicBezTo>
                  <a:cubicBezTo>
                    <a:pt x="3845" y="17104"/>
                    <a:pt x="3347" y="16952"/>
                    <a:pt x="2915" y="16952"/>
                  </a:cubicBezTo>
                  <a:cubicBezTo>
                    <a:pt x="2746" y="16952"/>
                    <a:pt x="2587" y="16975"/>
                    <a:pt x="2438" y="17021"/>
                  </a:cubicBezTo>
                  <a:cubicBezTo>
                    <a:pt x="2274" y="17072"/>
                    <a:pt x="2122" y="17147"/>
                    <a:pt x="1983" y="17261"/>
                  </a:cubicBezTo>
                  <a:lnTo>
                    <a:pt x="620" y="16339"/>
                  </a:lnTo>
                  <a:lnTo>
                    <a:pt x="620" y="15455"/>
                  </a:lnTo>
                  <a:lnTo>
                    <a:pt x="3852" y="15203"/>
                  </a:lnTo>
                  <a:lnTo>
                    <a:pt x="3208" y="13763"/>
                  </a:lnTo>
                  <a:lnTo>
                    <a:pt x="1819" y="13612"/>
                  </a:lnTo>
                  <a:lnTo>
                    <a:pt x="1504" y="12450"/>
                  </a:lnTo>
                  <a:lnTo>
                    <a:pt x="3057" y="12160"/>
                  </a:lnTo>
                  <a:lnTo>
                    <a:pt x="5797" y="11036"/>
                  </a:lnTo>
                  <a:lnTo>
                    <a:pt x="7678" y="9470"/>
                  </a:lnTo>
                  <a:lnTo>
                    <a:pt x="6857" y="8233"/>
                  </a:lnTo>
                  <a:lnTo>
                    <a:pt x="7994" y="6781"/>
                  </a:lnTo>
                  <a:lnTo>
                    <a:pt x="10178" y="6301"/>
                  </a:lnTo>
                  <a:lnTo>
                    <a:pt x="11769" y="4710"/>
                  </a:lnTo>
                  <a:lnTo>
                    <a:pt x="13777" y="3965"/>
                  </a:lnTo>
                  <a:lnTo>
                    <a:pt x="15355" y="3712"/>
                  </a:lnTo>
                  <a:lnTo>
                    <a:pt x="15646" y="5430"/>
                  </a:lnTo>
                  <a:lnTo>
                    <a:pt x="17325" y="5935"/>
                  </a:lnTo>
                  <a:lnTo>
                    <a:pt x="17792" y="4382"/>
                  </a:lnTo>
                  <a:lnTo>
                    <a:pt x="18323" y="4584"/>
                  </a:lnTo>
                  <a:lnTo>
                    <a:pt x="18651" y="7033"/>
                  </a:lnTo>
                  <a:lnTo>
                    <a:pt x="20949" y="7033"/>
                  </a:lnTo>
                  <a:lnTo>
                    <a:pt x="20053" y="4407"/>
                  </a:lnTo>
                  <a:lnTo>
                    <a:pt x="20570" y="3031"/>
                  </a:lnTo>
                  <a:lnTo>
                    <a:pt x="22250" y="2980"/>
                  </a:lnTo>
                  <a:lnTo>
                    <a:pt x="27591" y="682"/>
                  </a:lnTo>
                  <a:close/>
                  <a:moveTo>
                    <a:pt x="27604" y="0"/>
                  </a:moveTo>
                  <a:lnTo>
                    <a:pt x="22161" y="2361"/>
                  </a:lnTo>
                  <a:lnTo>
                    <a:pt x="20116" y="2424"/>
                  </a:lnTo>
                  <a:lnTo>
                    <a:pt x="19371" y="4407"/>
                  </a:lnTo>
                  <a:lnTo>
                    <a:pt x="20053" y="6415"/>
                  </a:lnTo>
                  <a:lnTo>
                    <a:pt x="19194" y="6415"/>
                  </a:lnTo>
                  <a:lnTo>
                    <a:pt x="18891" y="4142"/>
                  </a:lnTo>
                  <a:lnTo>
                    <a:pt x="17376" y="3548"/>
                  </a:lnTo>
                  <a:lnTo>
                    <a:pt x="16896" y="5152"/>
                  </a:lnTo>
                  <a:lnTo>
                    <a:pt x="16214" y="4937"/>
                  </a:lnTo>
                  <a:lnTo>
                    <a:pt x="15861" y="2993"/>
                  </a:lnTo>
                  <a:lnTo>
                    <a:pt x="13600" y="3359"/>
                  </a:lnTo>
                  <a:lnTo>
                    <a:pt x="11479" y="4154"/>
                  </a:lnTo>
                  <a:lnTo>
                    <a:pt x="9850" y="5733"/>
                  </a:lnTo>
                  <a:lnTo>
                    <a:pt x="7628" y="6200"/>
                  </a:lnTo>
                  <a:lnTo>
                    <a:pt x="6075" y="8208"/>
                  </a:lnTo>
                  <a:lnTo>
                    <a:pt x="6832" y="9344"/>
                  </a:lnTo>
                  <a:lnTo>
                    <a:pt x="5506" y="10480"/>
                  </a:lnTo>
                  <a:lnTo>
                    <a:pt x="2905" y="11541"/>
                  </a:lnTo>
                  <a:lnTo>
                    <a:pt x="708" y="11958"/>
                  </a:lnTo>
                  <a:lnTo>
                    <a:pt x="1339" y="14193"/>
                  </a:lnTo>
                  <a:lnTo>
                    <a:pt x="2792" y="14344"/>
                  </a:lnTo>
                  <a:lnTo>
                    <a:pt x="2918" y="14635"/>
                  </a:lnTo>
                  <a:lnTo>
                    <a:pt x="1" y="14862"/>
                  </a:lnTo>
                  <a:lnTo>
                    <a:pt x="1" y="16655"/>
                  </a:lnTo>
                  <a:lnTo>
                    <a:pt x="2173" y="18132"/>
                  </a:lnTo>
                  <a:lnTo>
                    <a:pt x="2337" y="17817"/>
                  </a:lnTo>
                  <a:cubicBezTo>
                    <a:pt x="2400" y="17716"/>
                    <a:pt x="2514" y="17640"/>
                    <a:pt x="2627" y="17615"/>
                  </a:cubicBezTo>
                  <a:cubicBezTo>
                    <a:pt x="2703" y="17592"/>
                    <a:pt x="2796" y="17576"/>
                    <a:pt x="2911" y="17576"/>
                  </a:cubicBezTo>
                  <a:cubicBezTo>
                    <a:pt x="3180" y="17576"/>
                    <a:pt x="3565" y="17663"/>
                    <a:pt x="4105" y="17956"/>
                  </a:cubicBezTo>
                  <a:cubicBezTo>
                    <a:pt x="5153" y="18536"/>
                    <a:pt x="5620" y="18764"/>
                    <a:pt x="5847" y="18865"/>
                  </a:cubicBezTo>
                  <a:lnTo>
                    <a:pt x="7325" y="21756"/>
                  </a:lnTo>
                  <a:lnTo>
                    <a:pt x="6933" y="25645"/>
                  </a:lnTo>
                  <a:lnTo>
                    <a:pt x="6933" y="29976"/>
                  </a:lnTo>
                  <a:lnTo>
                    <a:pt x="8259" y="30393"/>
                  </a:lnTo>
                  <a:lnTo>
                    <a:pt x="7767" y="31138"/>
                  </a:lnTo>
                  <a:lnTo>
                    <a:pt x="5671" y="30785"/>
                  </a:lnTo>
                  <a:lnTo>
                    <a:pt x="5671" y="33689"/>
                  </a:lnTo>
                  <a:lnTo>
                    <a:pt x="7097" y="34737"/>
                  </a:lnTo>
                  <a:lnTo>
                    <a:pt x="6062" y="36947"/>
                  </a:lnTo>
                  <a:lnTo>
                    <a:pt x="6554" y="40924"/>
                  </a:lnTo>
                  <a:lnTo>
                    <a:pt x="7148" y="43828"/>
                  </a:lnTo>
                  <a:lnTo>
                    <a:pt x="7691" y="46808"/>
                  </a:lnTo>
                  <a:lnTo>
                    <a:pt x="9408" y="46556"/>
                  </a:lnTo>
                  <a:lnTo>
                    <a:pt x="11252" y="48740"/>
                  </a:lnTo>
                  <a:lnTo>
                    <a:pt x="12780" y="46152"/>
                  </a:lnTo>
                  <a:lnTo>
                    <a:pt x="13916" y="42654"/>
                  </a:lnTo>
                  <a:lnTo>
                    <a:pt x="15343" y="40381"/>
                  </a:lnTo>
                  <a:lnTo>
                    <a:pt x="17388" y="39826"/>
                  </a:lnTo>
                  <a:lnTo>
                    <a:pt x="20621" y="38449"/>
                  </a:lnTo>
                  <a:lnTo>
                    <a:pt x="22250" y="36429"/>
                  </a:lnTo>
                  <a:lnTo>
                    <a:pt x="25116" y="36050"/>
                  </a:lnTo>
                  <a:lnTo>
                    <a:pt x="29738" y="33184"/>
                  </a:lnTo>
                  <a:lnTo>
                    <a:pt x="29005" y="33108"/>
                  </a:lnTo>
                  <a:lnTo>
                    <a:pt x="29877" y="31100"/>
                  </a:lnTo>
                  <a:lnTo>
                    <a:pt x="29270" y="29105"/>
                  </a:lnTo>
                  <a:cubicBezTo>
                    <a:pt x="29637" y="28979"/>
                    <a:pt x="30142" y="28600"/>
                    <a:pt x="30558" y="27514"/>
                  </a:cubicBezTo>
                  <a:cubicBezTo>
                    <a:pt x="30659" y="27274"/>
                    <a:pt x="30748" y="27022"/>
                    <a:pt x="30824" y="26782"/>
                  </a:cubicBezTo>
                  <a:lnTo>
                    <a:pt x="31202" y="25847"/>
                  </a:lnTo>
                  <a:cubicBezTo>
                    <a:pt x="31720" y="24585"/>
                    <a:pt x="31935" y="24054"/>
                    <a:pt x="32036" y="23815"/>
                  </a:cubicBezTo>
                  <a:cubicBezTo>
                    <a:pt x="32149" y="23726"/>
                    <a:pt x="32238" y="23600"/>
                    <a:pt x="32288" y="23474"/>
                  </a:cubicBezTo>
                  <a:cubicBezTo>
                    <a:pt x="32452" y="23070"/>
                    <a:pt x="32389" y="22514"/>
                    <a:pt x="32074" y="21807"/>
                  </a:cubicBezTo>
                  <a:cubicBezTo>
                    <a:pt x="31910" y="21403"/>
                    <a:pt x="31644" y="21062"/>
                    <a:pt x="31303" y="20797"/>
                  </a:cubicBezTo>
                  <a:cubicBezTo>
                    <a:pt x="31834" y="20494"/>
                    <a:pt x="32112" y="20329"/>
                    <a:pt x="32250" y="20228"/>
                  </a:cubicBezTo>
                  <a:lnTo>
                    <a:pt x="32263" y="20241"/>
                  </a:lnTo>
                  <a:lnTo>
                    <a:pt x="33311" y="19572"/>
                  </a:lnTo>
                  <a:lnTo>
                    <a:pt x="32894" y="17046"/>
                  </a:lnTo>
                  <a:lnTo>
                    <a:pt x="33261" y="14534"/>
                  </a:lnTo>
                  <a:lnTo>
                    <a:pt x="35167" y="12412"/>
                  </a:lnTo>
                  <a:lnTo>
                    <a:pt x="36897" y="10329"/>
                  </a:lnTo>
                  <a:lnTo>
                    <a:pt x="37592" y="8220"/>
                  </a:lnTo>
                  <a:lnTo>
                    <a:pt x="35167" y="7096"/>
                  </a:lnTo>
                  <a:lnTo>
                    <a:pt x="32756" y="8018"/>
                  </a:lnTo>
                  <a:lnTo>
                    <a:pt x="31872" y="8801"/>
                  </a:lnTo>
                  <a:lnTo>
                    <a:pt x="32364" y="7942"/>
                  </a:lnTo>
                  <a:lnTo>
                    <a:pt x="32541" y="7046"/>
                  </a:lnTo>
                  <a:lnTo>
                    <a:pt x="28046" y="7046"/>
                  </a:lnTo>
                  <a:lnTo>
                    <a:pt x="28008" y="6604"/>
                  </a:lnTo>
                  <a:lnTo>
                    <a:pt x="29536" y="6415"/>
                  </a:lnTo>
                  <a:lnTo>
                    <a:pt x="32541" y="6415"/>
                  </a:lnTo>
                  <a:lnTo>
                    <a:pt x="32162" y="3927"/>
                  </a:lnTo>
                  <a:lnTo>
                    <a:pt x="31228" y="1768"/>
                  </a:lnTo>
                  <a:lnTo>
                    <a:pt x="27604"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68"/>
            <p:cNvSpPr/>
            <p:nvPr/>
          </p:nvSpPr>
          <p:spPr>
            <a:xfrm>
              <a:off x="2067150" y="740400"/>
              <a:ext cx="667350" cy="530050"/>
            </a:xfrm>
            <a:custGeom>
              <a:avLst/>
              <a:gdLst/>
              <a:ahLst/>
              <a:cxnLst/>
              <a:rect l="l" t="t" r="r" b="b"/>
              <a:pathLst>
                <a:path w="26694" h="21202" extrusionOk="0">
                  <a:moveTo>
                    <a:pt x="19218" y="1"/>
                  </a:moveTo>
                  <a:lnTo>
                    <a:pt x="14635" y="556"/>
                  </a:lnTo>
                  <a:lnTo>
                    <a:pt x="11415" y="1895"/>
                  </a:lnTo>
                  <a:lnTo>
                    <a:pt x="10228" y="3157"/>
                  </a:lnTo>
                  <a:lnTo>
                    <a:pt x="12122" y="5165"/>
                  </a:lnTo>
                  <a:lnTo>
                    <a:pt x="14016" y="6100"/>
                  </a:lnTo>
                  <a:lnTo>
                    <a:pt x="11099" y="6163"/>
                  </a:lnTo>
                  <a:lnTo>
                    <a:pt x="9041" y="4660"/>
                  </a:lnTo>
                  <a:lnTo>
                    <a:pt x="8814" y="2766"/>
                  </a:lnTo>
                  <a:lnTo>
                    <a:pt x="7627" y="2286"/>
                  </a:lnTo>
                  <a:lnTo>
                    <a:pt x="5190" y="6706"/>
                  </a:lnTo>
                  <a:lnTo>
                    <a:pt x="4786" y="9711"/>
                  </a:lnTo>
                  <a:lnTo>
                    <a:pt x="5733" y="11756"/>
                  </a:lnTo>
                  <a:lnTo>
                    <a:pt x="7627" y="12236"/>
                  </a:lnTo>
                  <a:lnTo>
                    <a:pt x="8650" y="13688"/>
                  </a:lnTo>
                  <a:lnTo>
                    <a:pt x="6288" y="13082"/>
                  </a:lnTo>
                  <a:lnTo>
                    <a:pt x="5101" y="14509"/>
                  </a:lnTo>
                  <a:lnTo>
                    <a:pt x="2816" y="14509"/>
                  </a:lnTo>
                  <a:lnTo>
                    <a:pt x="1642" y="14004"/>
                  </a:lnTo>
                  <a:lnTo>
                    <a:pt x="417" y="12741"/>
                  </a:lnTo>
                  <a:cubicBezTo>
                    <a:pt x="177" y="12905"/>
                    <a:pt x="0" y="14332"/>
                    <a:pt x="0" y="14332"/>
                  </a:cubicBezTo>
                  <a:lnTo>
                    <a:pt x="1212" y="15822"/>
                  </a:lnTo>
                  <a:lnTo>
                    <a:pt x="631" y="18007"/>
                  </a:lnTo>
                  <a:lnTo>
                    <a:pt x="51" y="19459"/>
                  </a:lnTo>
                  <a:lnTo>
                    <a:pt x="3914" y="20494"/>
                  </a:lnTo>
                  <a:lnTo>
                    <a:pt x="6566" y="21201"/>
                  </a:lnTo>
                  <a:lnTo>
                    <a:pt x="7551" y="20810"/>
                  </a:lnTo>
                  <a:lnTo>
                    <a:pt x="7551" y="19232"/>
                  </a:lnTo>
                  <a:lnTo>
                    <a:pt x="5809" y="18689"/>
                  </a:lnTo>
                  <a:lnTo>
                    <a:pt x="3927" y="18032"/>
                  </a:lnTo>
                  <a:lnTo>
                    <a:pt x="3296" y="16403"/>
                  </a:lnTo>
                  <a:lnTo>
                    <a:pt x="4748" y="16138"/>
                  </a:lnTo>
                  <a:lnTo>
                    <a:pt x="7071" y="17653"/>
                  </a:lnTo>
                  <a:lnTo>
                    <a:pt x="9129" y="17653"/>
                  </a:lnTo>
                  <a:lnTo>
                    <a:pt x="11024" y="18348"/>
                  </a:lnTo>
                  <a:lnTo>
                    <a:pt x="11806" y="15140"/>
                  </a:lnTo>
                  <a:lnTo>
                    <a:pt x="13625" y="13398"/>
                  </a:lnTo>
                  <a:lnTo>
                    <a:pt x="15115" y="12224"/>
                  </a:lnTo>
                  <a:lnTo>
                    <a:pt x="15115" y="10405"/>
                  </a:lnTo>
                  <a:lnTo>
                    <a:pt x="18587" y="9231"/>
                  </a:lnTo>
                  <a:lnTo>
                    <a:pt x="21277" y="7728"/>
                  </a:lnTo>
                  <a:lnTo>
                    <a:pt x="23322" y="5986"/>
                  </a:lnTo>
                  <a:lnTo>
                    <a:pt x="25494" y="5216"/>
                  </a:lnTo>
                  <a:lnTo>
                    <a:pt x="26694" y="3322"/>
                  </a:lnTo>
                  <a:lnTo>
                    <a:pt x="25671" y="1390"/>
                  </a:lnTo>
                  <a:lnTo>
                    <a:pt x="22767"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68"/>
            <p:cNvSpPr/>
            <p:nvPr/>
          </p:nvSpPr>
          <p:spPr>
            <a:xfrm>
              <a:off x="2057975" y="732525"/>
              <a:ext cx="685375" cy="546450"/>
            </a:xfrm>
            <a:custGeom>
              <a:avLst/>
              <a:gdLst/>
              <a:ahLst/>
              <a:cxnLst/>
              <a:rect l="l" t="t" r="r" b="b"/>
              <a:pathLst>
                <a:path w="27415" h="21858" extrusionOk="0">
                  <a:moveTo>
                    <a:pt x="23058" y="631"/>
                  </a:moveTo>
                  <a:lnTo>
                    <a:pt x="25811" y="1919"/>
                  </a:lnTo>
                  <a:lnTo>
                    <a:pt x="26682" y="3599"/>
                  </a:lnTo>
                  <a:lnTo>
                    <a:pt x="25646" y="5240"/>
                  </a:lnTo>
                  <a:lnTo>
                    <a:pt x="23576" y="5998"/>
                  </a:lnTo>
                  <a:lnTo>
                    <a:pt x="21480" y="7753"/>
                  </a:lnTo>
                  <a:lnTo>
                    <a:pt x="18853" y="9230"/>
                  </a:lnTo>
                  <a:lnTo>
                    <a:pt x="15166" y="10493"/>
                  </a:lnTo>
                  <a:lnTo>
                    <a:pt x="15166" y="12387"/>
                  </a:lnTo>
                  <a:lnTo>
                    <a:pt x="13764" y="13486"/>
                  </a:lnTo>
                  <a:lnTo>
                    <a:pt x="11883" y="15291"/>
                  </a:lnTo>
                  <a:lnTo>
                    <a:pt x="11163" y="18246"/>
                  </a:lnTo>
                  <a:lnTo>
                    <a:pt x="9597" y="17678"/>
                  </a:lnTo>
                  <a:lnTo>
                    <a:pt x="7539" y="17665"/>
                  </a:lnTo>
                  <a:lnTo>
                    <a:pt x="5191" y="16125"/>
                  </a:lnTo>
                  <a:lnTo>
                    <a:pt x="3233" y="16478"/>
                  </a:lnTo>
                  <a:lnTo>
                    <a:pt x="4067" y="18600"/>
                  </a:lnTo>
                  <a:lnTo>
                    <a:pt x="6087" y="19307"/>
                  </a:lnTo>
                  <a:lnTo>
                    <a:pt x="7602" y="19786"/>
                  </a:lnTo>
                  <a:lnTo>
                    <a:pt x="7602" y="20910"/>
                  </a:lnTo>
                  <a:lnTo>
                    <a:pt x="6921" y="21188"/>
                  </a:lnTo>
                  <a:lnTo>
                    <a:pt x="847" y="19559"/>
                  </a:lnTo>
                  <a:lnTo>
                    <a:pt x="1301" y="18398"/>
                  </a:lnTo>
                  <a:lnTo>
                    <a:pt x="1920" y="16062"/>
                  </a:lnTo>
                  <a:lnTo>
                    <a:pt x="695" y="14559"/>
                  </a:lnTo>
                  <a:cubicBezTo>
                    <a:pt x="733" y="14243"/>
                    <a:pt x="796" y="13915"/>
                    <a:pt x="872" y="13612"/>
                  </a:cubicBezTo>
                  <a:lnTo>
                    <a:pt x="1769" y="14534"/>
                  </a:lnTo>
                  <a:lnTo>
                    <a:pt x="3057" y="15114"/>
                  </a:lnTo>
                  <a:lnTo>
                    <a:pt x="5620" y="15140"/>
                  </a:lnTo>
                  <a:lnTo>
                    <a:pt x="6769" y="13751"/>
                  </a:lnTo>
                  <a:lnTo>
                    <a:pt x="9762" y="14521"/>
                  </a:lnTo>
                  <a:lnTo>
                    <a:pt x="8183" y="12261"/>
                  </a:lnTo>
                  <a:lnTo>
                    <a:pt x="6327" y="11794"/>
                  </a:lnTo>
                  <a:lnTo>
                    <a:pt x="5481" y="9963"/>
                  </a:lnTo>
                  <a:lnTo>
                    <a:pt x="5860" y="7122"/>
                  </a:lnTo>
                  <a:lnTo>
                    <a:pt x="8133" y="3005"/>
                  </a:lnTo>
                  <a:lnTo>
                    <a:pt x="8890" y="3296"/>
                  </a:lnTo>
                  <a:lnTo>
                    <a:pt x="9130" y="5152"/>
                  </a:lnTo>
                  <a:lnTo>
                    <a:pt x="11365" y="6793"/>
                  </a:lnTo>
                  <a:lnTo>
                    <a:pt x="15684" y="6692"/>
                  </a:lnTo>
                  <a:lnTo>
                    <a:pt x="12678" y="5228"/>
                  </a:lnTo>
                  <a:lnTo>
                    <a:pt x="11024" y="3472"/>
                  </a:lnTo>
                  <a:lnTo>
                    <a:pt x="11971" y="2475"/>
                  </a:lnTo>
                  <a:lnTo>
                    <a:pt x="15090" y="1174"/>
                  </a:lnTo>
                  <a:lnTo>
                    <a:pt x="19585" y="631"/>
                  </a:lnTo>
                  <a:close/>
                  <a:moveTo>
                    <a:pt x="19548" y="0"/>
                  </a:moveTo>
                  <a:lnTo>
                    <a:pt x="14977" y="556"/>
                  </a:lnTo>
                  <a:lnTo>
                    <a:pt x="11656" y="1919"/>
                  </a:lnTo>
                  <a:lnTo>
                    <a:pt x="10166" y="3472"/>
                  </a:lnTo>
                  <a:lnTo>
                    <a:pt x="12262" y="5695"/>
                  </a:lnTo>
                  <a:lnTo>
                    <a:pt x="13083" y="6124"/>
                  </a:lnTo>
                  <a:lnTo>
                    <a:pt x="11567" y="6162"/>
                  </a:lnTo>
                  <a:lnTo>
                    <a:pt x="9724" y="4798"/>
                  </a:lnTo>
                  <a:lnTo>
                    <a:pt x="9471" y="2854"/>
                  </a:lnTo>
                  <a:lnTo>
                    <a:pt x="7868" y="2210"/>
                  </a:lnTo>
                  <a:lnTo>
                    <a:pt x="5279" y="6869"/>
                  </a:lnTo>
                  <a:lnTo>
                    <a:pt x="4837" y="10064"/>
                  </a:lnTo>
                  <a:lnTo>
                    <a:pt x="5885" y="12337"/>
                  </a:lnTo>
                  <a:lnTo>
                    <a:pt x="7804" y="12816"/>
                  </a:lnTo>
                  <a:lnTo>
                    <a:pt x="8272" y="13486"/>
                  </a:lnTo>
                  <a:lnTo>
                    <a:pt x="6542" y="13044"/>
                  </a:lnTo>
                  <a:lnTo>
                    <a:pt x="5330" y="14508"/>
                  </a:lnTo>
                  <a:lnTo>
                    <a:pt x="3259" y="14508"/>
                  </a:lnTo>
                  <a:lnTo>
                    <a:pt x="2185" y="14054"/>
                  </a:lnTo>
                  <a:lnTo>
                    <a:pt x="822" y="12652"/>
                  </a:lnTo>
                  <a:lnTo>
                    <a:pt x="607" y="12791"/>
                  </a:lnTo>
                  <a:cubicBezTo>
                    <a:pt x="519" y="12854"/>
                    <a:pt x="253" y="13031"/>
                    <a:pt x="51" y="14609"/>
                  </a:cubicBezTo>
                  <a:lnTo>
                    <a:pt x="39" y="14748"/>
                  </a:lnTo>
                  <a:lnTo>
                    <a:pt x="1238" y="16213"/>
                  </a:lnTo>
                  <a:lnTo>
                    <a:pt x="708" y="18208"/>
                  </a:lnTo>
                  <a:lnTo>
                    <a:pt x="1" y="19989"/>
                  </a:lnTo>
                  <a:lnTo>
                    <a:pt x="6946" y="21857"/>
                  </a:lnTo>
                  <a:lnTo>
                    <a:pt x="8234" y="21340"/>
                  </a:lnTo>
                  <a:lnTo>
                    <a:pt x="8234" y="19319"/>
                  </a:lnTo>
                  <a:lnTo>
                    <a:pt x="6289" y="18701"/>
                  </a:lnTo>
                  <a:lnTo>
                    <a:pt x="4547" y="18094"/>
                  </a:lnTo>
                  <a:lnTo>
                    <a:pt x="4092" y="16958"/>
                  </a:lnTo>
                  <a:lnTo>
                    <a:pt x="5052" y="16781"/>
                  </a:lnTo>
                  <a:lnTo>
                    <a:pt x="7350" y="18284"/>
                  </a:lnTo>
                  <a:lnTo>
                    <a:pt x="9433" y="18284"/>
                  </a:lnTo>
                  <a:lnTo>
                    <a:pt x="11605" y="19079"/>
                  </a:lnTo>
                  <a:lnTo>
                    <a:pt x="12464" y="15620"/>
                  </a:lnTo>
                  <a:lnTo>
                    <a:pt x="14181" y="13953"/>
                  </a:lnTo>
                  <a:lnTo>
                    <a:pt x="15797" y="12690"/>
                  </a:lnTo>
                  <a:lnTo>
                    <a:pt x="15797" y="10948"/>
                  </a:lnTo>
                  <a:lnTo>
                    <a:pt x="19106" y="9811"/>
                  </a:lnTo>
                  <a:lnTo>
                    <a:pt x="21833" y="8283"/>
                  </a:lnTo>
                  <a:lnTo>
                    <a:pt x="23853" y="6579"/>
                  </a:lnTo>
                  <a:lnTo>
                    <a:pt x="26063" y="5783"/>
                  </a:lnTo>
                  <a:lnTo>
                    <a:pt x="27414" y="3637"/>
                  </a:lnTo>
                  <a:lnTo>
                    <a:pt x="26265" y="1452"/>
                  </a:lnTo>
                  <a:lnTo>
                    <a:pt x="23209"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68"/>
            <p:cNvSpPr/>
            <p:nvPr/>
          </p:nvSpPr>
          <p:spPr>
            <a:xfrm>
              <a:off x="2007475" y="1152350"/>
              <a:ext cx="49275" cy="59075"/>
            </a:xfrm>
            <a:custGeom>
              <a:avLst/>
              <a:gdLst/>
              <a:ahLst/>
              <a:cxnLst/>
              <a:rect l="l" t="t" r="r" b="b"/>
              <a:pathLst>
                <a:path w="1971" h="2363" extrusionOk="0">
                  <a:moveTo>
                    <a:pt x="1339" y="1"/>
                  </a:moveTo>
                  <a:cubicBezTo>
                    <a:pt x="1023" y="241"/>
                    <a:pt x="1" y="1554"/>
                    <a:pt x="1" y="1554"/>
                  </a:cubicBezTo>
                  <a:lnTo>
                    <a:pt x="1339" y="2362"/>
                  </a:lnTo>
                  <a:lnTo>
                    <a:pt x="1970" y="1188"/>
                  </a:lnTo>
                  <a:lnTo>
                    <a:pt x="1339"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68"/>
            <p:cNvSpPr/>
            <p:nvPr/>
          </p:nvSpPr>
          <p:spPr>
            <a:xfrm>
              <a:off x="1995800" y="1140375"/>
              <a:ext cx="70100" cy="82100"/>
            </a:xfrm>
            <a:custGeom>
              <a:avLst/>
              <a:gdLst/>
              <a:ahLst/>
              <a:cxnLst/>
              <a:rect l="l" t="t" r="r" b="b"/>
              <a:pathLst>
                <a:path w="2804" h="3284" extrusionOk="0">
                  <a:moveTo>
                    <a:pt x="1730" y="998"/>
                  </a:moveTo>
                  <a:lnTo>
                    <a:pt x="2084" y="1667"/>
                  </a:lnTo>
                  <a:lnTo>
                    <a:pt x="1692" y="2399"/>
                  </a:lnTo>
                  <a:lnTo>
                    <a:pt x="935" y="1945"/>
                  </a:lnTo>
                  <a:cubicBezTo>
                    <a:pt x="1200" y="1629"/>
                    <a:pt x="1516" y="1250"/>
                    <a:pt x="1730" y="998"/>
                  </a:cubicBezTo>
                  <a:close/>
                  <a:moveTo>
                    <a:pt x="1920" y="0"/>
                  </a:moveTo>
                  <a:lnTo>
                    <a:pt x="1617" y="227"/>
                  </a:lnTo>
                  <a:cubicBezTo>
                    <a:pt x="1288" y="480"/>
                    <a:pt x="392" y="1616"/>
                    <a:pt x="228" y="1844"/>
                  </a:cubicBezTo>
                  <a:lnTo>
                    <a:pt x="0" y="2121"/>
                  </a:lnTo>
                  <a:lnTo>
                    <a:pt x="1932" y="3283"/>
                  </a:lnTo>
                  <a:lnTo>
                    <a:pt x="2804" y="1654"/>
                  </a:lnTo>
                  <a:lnTo>
                    <a:pt x="1920"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68"/>
            <p:cNvSpPr/>
            <p:nvPr/>
          </p:nvSpPr>
          <p:spPr>
            <a:xfrm>
              <a:off x="2092700" y="954125"/>
              <a:ext cx="54950" cy="101675"/>
            </a:xfrm>
            <a:custGeom>
              <a:avLst/>
              <a:gdLst/>
              <a:ahLst/>
              <a:cxnLst/>
              <a:rect l="l" t="t" r="r" b="b"/>
              <a:pathLst>
                <a:path w="2198" h="4067" extrusionOk="0">
                  <a:moveTo>
                    <a:pt x="1125" y="0"/>
                  </a:moveTo>
                  <a:lnTo>
                    <a:pt x="1" y="2096"/>
                  </a:lnTo>
                  <a:lnTo>
                    <a:pt x="455" y="4066"/>
                  </a:lnTo>
                  <a:lnTo>
                    <a:pt x="847" y="4066"/>
                  </a:lnTo>
                  <a:lnTo>
                    <a:pt x="847" y="2488"/>
                  </a:lnTo>
                  <a:lnTo>
                    <a:pt x="2198" y="1717"/>
                  </a:lnTo>
                  <a:lnTo>
                    <a:pt x="1125"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68"/>
            <p:cNvSpPr/>
            <p:nvPr/>
          </p:nvSpPr>
          <p:spPr>
            <a:xfrm>
              <a:off x="2084500" y="938325"/>
              <a:ext cx="73900" cy="125350"/>
            </a:xfrm>
            <a:custGeom>
              <a:avLst/>
              <a:gdLst/>
              <a:ahLst/>
              <a:cxnLst/>
              <a:rect l="l" t="t" r="r" b="b"/>
              <a:pathLst>
                <a:path w="2956" h="5014" extrusionOk="0">
                  <a:moveTo>
                    <a:pt x="1478" y="1263"/>
                  </a:moveTo>
                  <a:lnTo>
                    <a:pt x="2084" y="2236"/>
                  </a:lnTo>
                  <a:lnTo>
                    <a:pt x="859" y="2943"/>
                  </a:lnTo>
                  <a:lnTo>
                    <a:pt x="859" y="3637"/>
                  </a:lnTo>
                  <a:lnTo>
                    <a:pt x="670" y="2779"/>
                  </a:lnTo>
                  <a:lnTo>
                    <a:pt x="1478" y="1263"/>
                  </a:lnTo>
                  <a:close/>
                  <a:moveTo>
                    <a:pt x="1440" y="1"/>
                  </a:moveTo>
                  <a:lnTo>
                    <a:pt x="1" y="2690"/>
                  </a:lnTo>
                  <a:lnTo>
                    <a:pt x="531" y="5014"/>
                  </a:lnTo>
                  <a:lnTo>
                    <a:pt x="1491" y="5014"/>
                  </a:lnTo>
                  <a:lnTo>
                    <a:pt x="1491" y="3296"/>
                  </a:lnTo>
                  <a:lnTo>
                    <a:pt x="2955" y="2463"/>
                  </a:lnTo>
                  <a:lnTo>
                    <a:pt x="1440"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68"/>
            <p:cNvSpPr/>
            <p:nvPr/>
          </p:nvSpPr>
          <p:spPr>
            <a:xfrm>
              <a:off x="1999575" y="874575"/>
              <a:ext cx="83050" cy="141750"/>
            </a:xfrm>
            <a:custGeom>
              <a:avLst/>
              <a:gdLst/>
              <a:ahLst/>
              <a:cxnLst/>
              <a:rect l="l" t="t" r="r" b="b"/>
              <a:pathLst>
                <a:path w="3322" h="5670" extrusionOk="0">
                  <a:moveTo>
                    <a:pt x="796" y="0"/>
                  </a:moveTo>
                  <a:lnTo>
                    <a:pt x="796" y="1882"/>
                  </a:lnTo>
                  <a:lnTo>
                    <a:pt x="1" y="2601"/>
                  </a:lnTo>
                  <a:lnTo>
                    <a:pt x="1264" y="4407"/>
                  </a:lnTo>
                  <a:lnTo>
                    <a:pt x="1617" y="5670"/>
                  </a:lnTo>
                  <a:lnTo>
                    <a:pt x="3322" y="2286"/>
                  </a:lnTo>
                  <a:lnTo>
                    <a:pt x="3322" y="631"/>
                  </a:lnTo>
                  <a:lnTo>
                    <a:pt x="796"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68"/>
            <p:cNvSpPr/>
            <p:nvPr/>
          </p:nvSpPr>
          <p:spPr>
            <a:xfrm>
              <a:off x="1989175" y="864475"/>
              <a:ext cx="101025" cy="173625"/>
            </a:xfrm>
            <a:custGeom>
              <a:avLst/>
              <a:gdLst/>
              <a:ahLst/>
              <a:cxnLst/>
              <a:rect l="l" t="t" r="r" b="b"/>
              <a:pathLst>
                <a:path w="4041" h="6945" extrusionOk="0">
                  <a:moveTo>
                    <a:pt x="1528" y="808"/>
                  </a:moveTo>
                  <a:lnTo>
                    <a:pt x="3422" y="1275"/>
                  </a:lnTo>
                  <a:lnTo>
                    <a:pt x="3422" y="2614"/>
                  </a:lnTo>
                  <a:lnTo>
                    <a:pt x="2109" y="5202"/>
                  </a:lnTo>
                  <a:lnTo>
                    <a:pt x="1970" y="4735"/>
                  </a:lnTo>
                  <a:lnTo>
                    <a:pt x="834" y="3043"/>
                  </a:lnTo>
                  <a:lnTo>
                    <a:pt x="1528" y="2437"/>
                  </a:lnTo>
                  <a:lnTo>
                    <a:pt x="1528" y="808"/>
                  </a:lnTo>
                  <a:close/>
                  <a:moveTo>
                    <a:pt x="884" y="0"/>
                  </a:moveTo>
                  <a:lnTo>
                    <a:pt x="884" y="2147"/>
                  </a:lnTo>
                  <a:lnTo>
                    <a:pt x="0" y="2955"/>
                  </a:lnTo>
                  <a:lnTo>
                    <a:pt x="1389" y="4950"/>
                  </a:lnTo>
                  <a:lnTo>
                    <a:pt x="1932" y="6945"/>
                  </a:lnTo>
                  <a:lnTo>
                    <a:pt x="4041" y="2765"/>
                  </a:lnTo>
                  <a:lnTo>
                    <a:pt x="4041" y="783"/>
                  </a:lnTo>
                  <a:lnTo>
                    <a:pt x="884"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68"/>
            <p:cNvSpPr/>
            <p:nvPr/>
          </p:nvSpPr>
          <p:spPr>
            <a:xfrm>
              <a:off x="1924775" y="1047875"/>
              <a:ext cx="106400" cy="104500"/>
            </a:xfrm>
            <a:custGeom>
              <a:avLst/>
              <a:gdLst/>
              <a:ahLst/>
              <a:cxnLst/>
              <a:rect l="l" t="t" r="r" b="b"/>
              <a:pathLst>
                <a:path w="4256" h="4180" extrusionOk="0">
                  <a:moveTo>
                    <a:pt x="0" y="0"/>
                  </a:moveTo>
                  <a:lnTo>
                    <a:pt x="0" y="1894"/>
                  </a:lnTo>
                  <a:lnTo>
                    <a:pt x="1263" y="2690"/>
                  </a:lnTo>
                  <a:lnTo>
                    <a:pt x="947" y="4180"/>
                  </a:lnTo>
                  <a:cubicBezTo>
                    <a:pt x="947" y="4180"/>
                    <a:pt x="2481" y="3571"/>
                    <a:pt x="2595" y="3571"/>
                  </a:cubicBezTo>
                  <a:cubicBezTo>
                    <a:pt x="2599" y="3571"/>
                    <a:pt x="2601" y="3572"/>
                    <a:pt x="2601" y="3574"/>
                  </a:cubicBezTo>
                  <a:cubicBezTo>
                    <a:pt x="2601" y="3574"/>
                    <a:pt x="2602" y="3575"/>
                    <a:pt x="2602" y="3575"/>
                  </a:cubicBezTo>
                  <a:cubicBezTo>
                    <a:pt x="2638" y="3575"/>
                    <a:pt x="4256" y="1389"/>
                    <a:pt x="4256" y="1389"/>
                  </a:cubicBezTo>
                  <a:lnTo>
                    <a:pt x="3296" y="0"/>
                  </a:lnTo>
                  <a:lnTo>
                    <a:pt x="2147" y="796"/>
                  </a:lnTo>
                  <a:lnTo>
                    <a:pt x="0"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68"/>
            <p:cNvSpPr/>
            <p:nvPr/>
          </p:nvSpPr>
          <p:spPr>
            <a:xfrm>
              <a:off x="1916875" y="1036500"/>
              <a:ext cx="124100" cy="128500"/>
            </a:xfrm>
            <a:custGeom>
              <a:avLst/>
              <a:gdLst/>
              <a:ahLst/>
              <a:cxnLst/>
              <a:rect l="l" t="t" r="r" b="b"/>
              <a:pathLst>
                <a:path w="4964" h="5140" extrusionOk="0">
                  <a:moveTo>
                    <a:pt x="3524" y="897"/>
                  </a:moveTo>
                  <a:lnTo>
                    <a:pt x="4180" y="1844"/>
                  </a:lnTo>
                  <a:cubicBezTo>
                    <a:pt x="3675" y="2526"/>
                    <a:pt x="2968" y="3473"/>
                    <a:pt x="2753" y="3738"/>
                  </a:cubicBezTo>
                  <a:cubicBezTo>
                    <a:pt x="2577" y="3789"/>
                    <a:pt x="2261" y="3903"/>
                    <a:pt x="1693" y="4130"/>
                  </a:cubicBezTo>
                  <a:lnTo>
                    <a:pt x="1933" y="2981"/>
                  </a:lnTo>
                  <a:lnTo>
                    <a:pt x="632" y="2173"/>
                  </a:lnTo>
                  <a:lnTo>
                    <a:pt x="632" y="910"/>
                  </a:lnTo>
                  <a:lnTo>
                    <a:pt x="2501" y="1604"/>
                  </a:lnTo>
                  <a:lnTo>
                    <a:pt x="3524" y="897"/>
                  </a:lnTo>
                  <a:close/>
                  <a:moveTo>
                    <a:pt x="1" y="1"/>
                  </a:moveTo>
                  <a:lnTo>
                    <a:pt x="1" y="2526"/>
                  </a:lnTo>
                  <a:lnTo>
                    <a:pt x="1225" y="3284"/>
                  </a:lnTo>
                  <a:lnTo>
                    <a:pt x="834" y="5140"/>
                  </a:lnTo>
                  <a:lnTo>
                    <a:pt x="1377" y="4925"/>
                  </a:lnTo>
                  <a:cubicBezTo>
                    <a:pt x="1996" y="4685"/>
                    <a:pt x="2690" y="4420"/>
                    <a:pt x="2905" y="4344"/>
                  </a:cubicBezTo>
                  <a:cubicBezTo>
                    <a:pt x="2916" y="4347"/>
                    <a:pt x="2927" y="4348"/>
                    <a:pt x="2938" y="4348"/>
                  </a:cubicBezTo>
                  <a:cubicBezTo>
                    <a:pt x="3130" y="4348"/>
                    <a:pt x="3368" y="4002"/>
                    <a:pt x="4824" y="2021"/>
                  </a:cubicBezTo>
                  <a:lnTo>
                    <a:pt x="4963" y="1832"/>
                  </a:lnTo>
                  <a:lnTo>
                    <a:pt x="3688" y="13"/>
                  </a:lnTo>
                  <a:lnTo>
                    <a:pt x="2412" y="885"/>
                  </a:lnTo>
                  <a:lnTo>
                    <a:pt x="1"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68"/>
            <p:cNvSpPr/>
            <p:nvPr/>
          </p:nvSpPr>
          <p:spPr>
            <a:xfrm>
              <a:off x="1706650" y="1016300"/>
              <a:ext cx="192575" cy="136400"/>
            </a:xfrm>
            <a:custGeom>
              <a:avLst/>
              <a:gdLst/>
              <a:ahLst/>
              <a:cxnLst/>
              <a:rect l="l" t="t" r="r" b="b"/>
              <a:pathLst>
                <a:path w="7703" h="5456" extrusionOk="0">
                  <a:moveTo>
                    <a:pt x="2412" y="1"/>
                  </a:moveTo>
                  <a:lnTo>
                    <a:pt x="1616" y="518"/>
                  </a:lnTo>
                  <a:cubicBezTo>
                    <a:pt x="1376" y="594"/>
                    <a:pt x="0" y="2147"/>
                    <a:pt x="0" y="2147"/>
                  </a:cubicBezTo>
                  <a:lnTo>
                    <a:pt x="859" y="4029"/>
                  </a:lnTo>
                  <a:lnTo>
                    <a:pt x="1692" y="5456"/>
                  </a:lnTo>
                  <a:lnTo>
                    <a:pt x="4142" y="4849"/>
                  </a:lnTo>
                  <a:lnTo>
                    <a:pt x="5253" y="4269"/>
                  </a:lnTo>
                  <a:lnTo>
                    <a:pt x="7387" y="4837"/>
                  </a:lnTo>
                  <a:lnTo>
                    <a:pt x="7703" y="2652"/>
                  </a:lnTo>
                  <a:lnTo>
                    <a:pt x="6907" y="480"/>
                  </a:lnTo>
                  <a:lnTo>
                    <a:pt x="5013" y="1819"/>
                  </a:lnTo>
                  <a:lnTo>
                    <a:pt x="4520" y="2968"/>
                  </a:lnTo>
                  <a:lnTo>
                    <a:pt x="3043" y="2652"/>
                  </a:lnTo>
                  <a:lnTo>
                    <a:pt x="3043" y="1263"/>
                  </a:lnTo>
                  <a:lnTo>
                    <a:pt x="2412"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68"/>
            <p:cNvSpPr/>
            <p:nvPr/>
          </p:nvSpPr>
          <p:spPr>
            <a:xfrm>
              <a:off x="1697800" y="1004950"/>
              <a:ext cx="209625" cy="156600"/>
            </a:xfrm>
            <a:custGeom>
              <a:avLst/>
              <a:gdLst/>
              <a:ahLst/>
              <a:cxnLst/>
              <a:rect l="l" t="t" r="r" b="b"/>
              <a:pathLst>
                <a:path w="8385" h="6264" extrusionOk="0">
                  <a:moveTo>
                    <a:pt x="2652" y="909"/>
                  </a:moveTo>
                  <a:lnTo>
                    <a:pt x="3094" y="1793"/>
                  </a:lnTo>
                  <a:lnTo>
                    <a:pt x="3094" y="3359"/>
                  </a:lnTo>
                  <a:lnTo>
                    <a:pt x="5064" y="3788"/>
                  </a:lnTo>
                  <a:lnTo>
                    <a:pt x="5632" y="2475"/>
                  </a:lnTo>
                  <a:lnTo>
                    <a:pt x="7122" y="1427"/>
                  </a:lnTo>
                  <a:lnTo>
                    <a:pt x="7728" y="3132"/>
                  </a:lnTo>
                  <a:lnTo>
                    <a:pt x="7476" y="4887"/>
                  </a:lnTo>
                  <a:lnTo>
                    <a:pt x="5582" y="4382"/>
                  </a:lnTo>
                  <a:lnTo>
                    <a:pt x="4395" y="5000"/>
                  </a:lnTo>
                  <a:lnTo>
                    <a:pt x="2210" y="5531"/>
                  </a:lnTo>
                  <a:lnTo>
                    <a:pt x="1503" y="4356"/>
                  </a:lnTo>
                  <a:lnTo>
                    <a:pt x="733" y="2664"/>
                  </a:lnTo>
                  <a:cubicBezTo>
                    <a:pt x="1288" y="2033"/>
                    <a:pt x="1920" y="1364"/>
                    <a:pt x="2084" y="1263"/>
                  </a:cubicBezTo>
                  <a:lnTo>
                    <a:pt x="2652" y="909"/>
                  </a:lnTo>
                  <a:close/>
                  <a:moveTo>
                    <a:pt x="2917" y="0"/>
                  </a:moveTo>
                  <a:lnTo>
                    <a:pt x="1831" y="682"/>
                  </a:lnTo>
                  <a:cubicBezTo>
                    <a:pt x="1705" y="745"/>
                    <a:pt x="1352" y="1010"/>
                    <a:pt x="139" y="2387"/>
                  </a:cubicBezTo>
                  <a:lnTo>
                    <a:pt x="0" y="2551"/>
                  </a:lnTo>
                  <a:lnTo>
                    <a:pt x="947" y="4647"/>
                  </a:lnTo>
                  <a:lnTo>
                    <a:pt x="1907" y="6263"/>
                  </a:lnTo>
                  <a:lnTo>
                    <a:pt x="4584" y="5606"/>
                  </a:lnTo>
                  <a:lnTo>
                    <a:pt x="5645" y="5051"/>
                  </a:lnTo>
                  <a:lnTo>
                    <a:pt x="8006" y="5682"/>
                  </a:lnTo>
                  <a:lnTo>
                    <a:pt x="8385" y="3068"/>
                  </a:lnTo>
                  <a:lnTo>
                    <a:pt x="7438" y="429"/>
                  </a:lnTo>
                  <a:lnTo>
                    <a:pt x="5127" y="2058"/>
                  </a:lnTo>
                  <a:lnTo>
                    <a:pt x="4710" y="3043"/>
                  </a:lnTo>
                  <a:lnTo>
                    <a:pt x="3738" y="2841"/>
                  </a:lnTo>
                  <a:lnTo>
                    <a:pt x="3738" y="1642"/>
                  </a:lnTo>
                  <a:lnTo>
                    <a:pt x="2917"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68"/>
            <p:cNvSpPr/>
            <p:nvPr/>
          </p:nvSpPr>
          <p:spPr>
            <a:xfrm>
              <a:off x="1640975" y="919700"/>
              <a:ext cx="161975" cy="96625"/>
            </a:xfrm>
            <a:custGeom>
              <a:avLst/>
              <a:gdLst/>
              <a:ahLst/>
              <a:cxnLst/>
              <a:rect l="l" t="t" r="r" b="b"/>
              <a:pathLst>
                <a:path w="6479" h="3865" extrusionOk="0">
                  <a:moveTo>
                    <a:pt x="5203" y="1"/>
                  </a:moveTo>
                  <a:lnTo>
                    <a:pt x="3549" y="632"/>
                  </a:lnTo>
                  <a:lnTo>
                    <a:pt x="783" y="1819"/>
                  </a:lnTo>
                  <a:lnTo>
                    <a:pt x="1" y="3334"/>
                  </a:lnTo>
                  <a:lnTo>
                    <a:pt x="1579" y="3865"/>
                  </a:lnTo>
                  <a:lnTo>
                    <a:pt x="3157" y="3334"/>
                  </a:lnTo>
                  <a:lnTo>
                    <a:pt x="4572" y="3094"/>
                  </a:lnTo>
                  <a:lnTo>
                    <a:pt x="5759" y="1933"/>
                  </a:lnTo>
                  <a:lnTo>
                    <a:pt x="6478" y="708"/>
                  </a:lnTo>
                  <a:lnTo>
                    <a:pt x="5203"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68"/>
            <p:cNvSpPr/>
            <p:nvPr/>
          </p:nvSpPr>
          <p:spPr>
            <a:xfrm>
              <a:off x="1629625" y="910875"/>
              <a:ext cx="184375" cy="113650"/>
            </a:xfrm>
            <a:custGeom>
              <a:avLst/>
              <a:gdLst/>
              <a:ahLst/>
              <a:cxnLst/>
              <a:rect l="l" t="t" r="r" b="b"/>
              <a:pathLst>
                <a:path w="7375" h="4546" extrusionOk="0">
                  <a:moveTo>
                    <a:pt x="5632" y="707"/>
                  </a:moveTo>
                  <a:lnTo>
                    <a:pt x="6503" y="1175"/>
                  </a:lnTo>
                  <a:lnTo>
                    <a:pt x="5960" y="2084"/>
                  </a:lnTo>
                  <a:lnTo>
                    <a:pt x="4874" y="3144"/>
                  </a:lnTo>
                  <a:lnTo>
                    <a:pt x="3561" y="3372"/>
                  </a:lnTo>
                  <a:lnTo>
                    <a:pt x="2033" y="3877"/>
                  </a:lnTo>
                  <a:lnTo>
                    <a:pt x="909" y="3511"/>
                  </a:lnTo>
                  <a:lnTo>
                    <a:pt x="1477" y="2412"/>
                  </a:lnTo>
                  <a:lnTo>
                    <a:pt x="4116" y="1276"/>
                  </a:lnTo>
                  <a:lnTo>
                    <a:pt x="5632" y="707"/>
                  </a:lnTo>
                  <a:close/>
                  <a:moveTo>
                    <a:pt x="5682" y="0"/>
                  </a:moveTo>
                  <a:lnTo>
                    <a:pt x="3877" y="695"/>
                  </a:lnTo>
                  <a:lnTo>
                    <a:pt x="1010" y="1920"/>
                  </a:lnTo>
                  <a:lnTo>
                    <a:pt x="0" y="3877"/>
                  </a:lnTo>
                  <a:lnTo>
                    <a:pt x="2033" y="4546"/>
                  </a:lnTo>
                  <a:lnTo>
                    <a:pt x="3687" y="4003"/>
                  </a:lnTo>
                  <a:lnTo>
                    <a:pt x="5177" y="3750"/>
                  </a:lnTo>
                  <a:lnTo>
                    <a:pt x="6427" y="2513"/>
                  </a:lnTo>
                  <a:lnTo>
                    <a:pt x="7374" y="947"/>
                  </a:lnTo>
                  <a:lnTo>
                    <a:pt x="5682"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68"/>
            <p:cNvSpPr/>
            <p:nvPr/>
          </p:nvSpPr>
          <p:spPr>
            <a:xfrm>
              <a:off x="1843950" y="961050"/>
              <a:ext cx="72950" cy="40125"/>
            </a:xfrm>
            <a:custGeom>
              <a:avLst/>
              <a:gdLst/>
              <a:ahLst/>
              <a:cxnLst/>
              <a:rect l="l" t="t" r="r" b="b"/>
              <a:pathLst>
                <a:path w="2918" h="1605" extrusionOk="0">
                  <a:moveTo>
                    <a:pt x="392" y="1"/>
                  </a:moveTo>
                  <a:lnTo>
                    <a:pt x="1" y="594"/>
                  </a:lnTo>
                  <a:lnTo>
                    <a:pt x="1024" y="1605"/>
                  </a:lnTo>
                  <a:lnTo>
                    <a:pt x="2211" y="670"/>
                  </a:lnTo>
                  <a:lnTo>
                    <a:pt x="2918"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68"/>
            <p:cNvSpPr/>
            <p:nvPr/>
          </p:nvSpPr>
          <p:spPr>
            <a:xfrm>
              <a:off x="1833850" y="953475"/>
              <a:ext cx="102950" cy="58125"/>
            </a:xfrm>
            <a:custGeom>
              <a:avLst/>
              <a:gdLst/>
              <a:ahLst/>
              <a:cxnLst/>
              <a:rect l="l" t="t" r="r" b="b"/>
              <a:pathLst>
                <a:path w="4118" h="2325" extrusionOk="0">
                  <a:moveTo>
                    <a:pt x="2526" y="632"/>
                  </a:moveTo>
                  <a:lnTo>
                    <a:pt x="1453" y="1491"/>
                  </a:lnTo>
                  <a:lnTo>
                    <a:pt x="809" y="860"/>
                  </a:lnTo>
                  <a:lnTo>
                    <a:pt x="973" y="632"/>
                  </a:lnTo>
                  <a:close/>
                  <a:moveTo>
                    <a:pt x="632" y="1"/>
                  </a:moveTo>
                  <a:lnTo>
                    <a:pt x="1" y="948"/>
                  </a:lnTo>
                  <a:lnTo>
                    <a:pt x="1402" y="2324"/>
                  </a:lnTo>
                  <a:lnTo>
                    <a:pt x="2829" y="1213"/>
                  </a:lnTo>
                  <a:lnTo>
                    <a:pt x="4117"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68"/>
            <p:cNvSpPr/>
            <p:nvPr/>
          </p:nvSpPr>
          <p:spPr>
            <a:xfrm>
              <a:off x="1900150" y="882450"/>
              <a:ext cx="40425" cy="51500"/>
            </a:xfrm>
            <a:custGeom>
              <a:avLst/>
              <a:gdLst/>
              <a:ahLst/>
              <a:cxnLst/>
              <a:rect l="l" t="t" r="r" b="b"/>
              <a:pathLst>
                <a:path w="1617" h="2060" extrusionOk="0">
                  <a:moveTo>
                    <a:pt x="354" y="1"/>
                  </a:moveTo>
                  <a:lnTo>
                    <a:pt x="0" y="708"/>
                  </a:lnTo>
                  <a:lnTo>
                    <a:pt x="695" y="1137"/>
                  </a:lnTo>
                  <a:lnTo>
                    <a:pt x="1351" y="2059"/>
                  </a:lnTo>
                  <a:lnTo>
                    <a:pt x="1617" y="1339"/>
                  </a:lnTo>
                  <a:lnTo>
                    <a:pt x="1617" y="316"/>
                  </a:lnTo>
                  <a:lnTo>
                    <a:pt x="354"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68"/>
            <p:cNvSpPr/>
            <p:nvPr/>
          </p:nvSpPr>
          <p:spPr>
            <a:xfrm>
              <a:off x="1889725" y="873000"/>
              <a:ext cx="58750" cy="77975"/>
            </a:xfrm>
            <a:custGeom>
              <a:avLst/>
              <a:gdLst/>
              <a:ahLst/>
              <a:cxnLst/>
              <a:rect l="l" t="t" r="r" b="b"/>
              <a:pathLst>
                <a:path w="2350" h="3119" extrusionOk="0">
                  <a:moveTo>
                    <a:pt x="948" y="745"/>
                  </a:moveTo>
                  <a:lnTo>
                    <a:pt x="1718" y="934"/>
                  </a:lnTo>
                  <a:lnTo>
                    <a:pt x="1718" y="1654"/>
                  </a:lnTo>
                  <a:lnTo>
                    <a:pt x="1680" y="1768"/>
                  </a:lnTo>
                  <a:lnTo>
                    <a:pt x="1364" y="1326"/>
                  </a:lnTo>
                  <a:lnTo>
                    <a:pt x="821" y="972"/>
                  </a:lnTo>
                  <a:lnTo>
                    <a:pt x="948" y="745"/>
                  </a:lnTo>
                  <a:close/>
                  <a:moveTo>
                    <a:pt x="607" y="0"/>
                  </a:moveTo>
                  <a:lnTo>
                    <a:pt x="1" y="1200"/>
                  </a:lnTo>
                  <a:lnTo>
                    <a:pt x="885" y="1755"/>
                  </a:lnTo>
                  <a:lnTo>
                    <a:pt x="1857" y="3119"/>
                  </a:lnTo>
                  <a:lnTo>
                    <a:pt x="2324" y="1818"/>
                  </a:lnTo>
                  <a:lnTo>
                    <a:pt x="2349" y="442"/>
                  </a:lnTo>
                  <a:lnTo>
                    <a:pt x="607"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68"/>
            <p:cNvSpPr/>
            <p:nvPr/>
          </p:nvSpPr>
          <p:spPr>
            <a:xfrm>
              <a:off x="1439900" y="1099950"/>
              <a:ext cx="185325" cy="192275"/>
            </a:xfrm>
            <a:custGeom>
              <a:avLst/>
              <a:gdLst/>
              <a:ahLst/>
              <a:cxnLst/>
              <a:rect l="l" t="t" r="r" b="b"/>
              <a:pathLst>
                <a:path w="7413" h="7691" extrusionOk="0">
                  <a:moveTo>
                    <a:pt x="5682" y="1"/>
                  </a:moveTo>
                  <a:lnTo>
                    <a:pt x="3826" y="354"/>
                  </a:lnTo>
                  <a:cubicBezTo>
                    <a:pt x="3586" y="544"/>
                    <a:pt x="2374" y="834"/>
                    <a:pt x="2374" y="834"/>
                  </a:cubicBezTo>
                  <a:lnTo>
                    <a:pt x="2374" y="2337"/>
                  </a:lnTo>
                  <a:lnTo>
                    <a:pt x="1111" y="3991"/>
                  </a:lnTo>
                  <a:lnTo>
                    <a:pt x="0" y="4900"/>
                  </a:lnTo>
                  <a:lnTo>
                    <a:pt x="632" y="7691"/>
                  </a:lnTo>
                  <a:lnTo>
                    <a:pt x="2058" y="7691"/>
                  </a:lnTo>
                  <a:lnTo>
                    <a:pt x="4293" y="5254"/>
                  </a:lnTo>
                  <a:lnTo>
                    <a:pt x="5834" y="4622"/>
                  </a:lnTo>
                  <a:lnTo>
                    <a:pt x="7412" y="3650"/>
                  </a:lnTo>
                  <a:lnTo>
                    <a:pt x="7412" y="1705"/>
                  </a:lnTo>
                  <a:lnTo>
                    <a:pt x="6238" y="910"/>
                  </a:lnTo>
                  <a:lnTo>
                    <a:pt x="5682"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68"/>
            <p:cNvSpPr/>
            <p:nvPr/>
          </p:nvSpPr>
          <p:spPr>
            <a:xfrm>
              <a:off x="1431375" y="1091425"/>
              <a:ext cx="201725" cy="208700"/>
            </a:xfrm>
            <a:custGeom>
              <a:avLst/>
              <a:gdLst/>
              <a:ahLst/>
              <a:cxnLst/>
              <a:rect l="l" t="t" r="r" b="b"/>
              <a:pathLst>
                <a:path w="8069" h="8348" extrusionOk="0">
                  <a:moveTo>
                    <a:pt x="5859" y="708"/>
                  </a:moveTo>
                  <a:lnTo>
                    <a:pt x="6301" y="1428"/>
                  </a:lnTo>
                  <a:lnTo>
                    <a:pt x="7438" y="2223"/>
                  </a:lnTo>
                  <a:lnTo>
                    <a:pt x="7438" y="3814"/>
                  </a:lnTo>
                  <a:lnTo>
                    <a:pt x="6049" y="4673"/>
                  </a:lnTo>
                  <a:lnTo>
                    <a:pt x="4521" y="5304"/>
                  </a:lnTo>
                  <a:lnTo>
                    <a:pt x="2260" y="7716"/>
                  </a:lnTo>
                  <a:lnTo>
                    <a:pt x="1225" y="7716"/>
                  </a:lnTo>
                  <a:lnTo>
                    <a:pt x="695" y="5367"/>
                  </a:lnTo>
                  <a:lnTo>
                    <a:pt x="1642" y="4584"/>
                  </a:lnTo>
                  <a:lnTo>
                    <a:pt x="3018" y="2791"/>
                  </a:lnTo>
                  <a:lnTo>
                    <a:pt x="3018" y="1428"/>
                  </a:lnTo>
                  <a:cubicBezTo>
                    <a:pt x="3422" y="1327"/>
                    <a:pt x="4003" y="1163"/>
                    <a:pt x="4281" y="998"/>
                  </a:cubicBezTo>
                  <a:lnTo>
                    <a:pt x="5859" y="708"/>
                  </a:lnTo>
                  <a:close/>
                  <a:moveTo>
                    <a:pt x="6175" y="1"/>
                  </a:moveTo>
                  <a:lnTo>
                    <a:pt x="4117" y="380"/>
                  </a:lnTo>
                  <a:lnTo>
                    <a:pt x="4028" y="405"/>
                  </a:lnTo>
                  <a:lnTo>
                    <a:pt x="3965" y="443"/>
                  </a:lnTo>
                  <a:cubicBezTo>
                    <a:pt x="3851" y="544"/>
                    <a:pt x="3182" y="733"/>
                    <a:pt x="2639" y="872"/>
                  </a:cubicBezTo>
                  <a:lnTo>
                    <a:pt x="2399" y="923"/>
                  </a:lnTo>
                  <a:lnTo>
                    <a:pt x="2399" y="2564"/>
                  </a:lnTo>
                  <a:lnTo>
                    <a:pt x="1225" y="4105"/>
                  </a:lnTo>
                  <a:lnTo>
                    <a:pt x="0" y="5115"/>
                  </a:lnTo>
                  <a:lnTo>
                    <a:pt x="733" y="8347"/>
                  </a:lnTo>
                  <a:lnTo>
                    <a:pt x="2538" y="8347"/>
                  </a:lnTo>
                  <a:lnTo>
                    <a:pt x="4836" y="5847"/>
                  </a:lnTo>
                  <a:lnTo>
                    <a:pt x="6352" y="5228"/>
                  </a:lnTo>
                  <a:lnTo>
                    <a:pt x="8069" y="4168"/>
                  </a:lnTo>
                  <a:lnTo>
                    <a:pt x="8069" y="1870"/>
                  </a:lnTo>
                  <a:lnTo>
                    <a:pt x="6806" y="1024"/>
                  </a:lnTo>
                  <a:lnTo>
                    <a:pt x="6175"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68"/>
            <p:cNvSpPr/>
            <p:nvPr/>
          </p:nvSpPr>
          <p:spPr>
            <a:xfrm>
              <a:off x="1514700" y="1211400"/>
              <a:ext cx="329275" cy="270225"/>
            </a:xfrm>
            <a:custGeom>
              <a:avLst/>
              <a:gdLst/>
              <a:ahLst/>
              <a:cxnLst/>
              <a:rect l="l" t="t" r="r" b="b"/>
              <a:pathLst>
                <a:path w="13171" h="10809" extrusionOk="0">
                  <a:moveTo>
                    <a:pt x="12072" y="0"/>
                  </a:moveTo>
                  <a:lnTo>
                    <a:pt x="9623" y="480"/>
                  </a:lnTo>
                  <a:lnTo>
                    <a:pt x="8676" y="4180"/>
                  </a:lnTo>
                  <a:lnTo>
                    <a:pt x="7678" y="3536"/>
                  </a:lnTo>
                  <a:lnTo>
                    <a:pt x="8297" y="1503"/>
                  </a:lnTo>
                  <a:lnTo>
                    <a:pt x="4925" y="707"/>
                  </a:lnTo>
                  <a:lnTo>
                    <a:pt x="1440" y="1818"/>
                  </a:lnTo>
                  <a:lnTo>
                    <a:pt x="1074" y="2993"/>
                  </a:lnTo>
                  <a:lnTo>
                    <a:pt x="2791" y="3574"/>
                  </a:lnTo>
                  <a:lnTo>
                    <a:pt x="1" y="3940"/>
                  </a:lnTo>
                  <a:lnTo>
                    <a:pt x="1" y="6389"/>
                  </a:lnTo>
                  <a:lnTo>
                    <a:pt x="2842" y="6389"/>
                  </a:lnTo>
                  <a:lnTo>
                    <a:pt x="3549" y="6781"/>
                  </a:lnTo>
                  <a:lnTo>
                    <a:pt x="632" y="7021"/>
                  </a:lnTo>
                  <a:lnTo>
                    <a:pt x="1503" y="8637"/>
                  </a:lnTo>
                  <a:lnTo>
                    <a:pt x="1819" y="10177"/>
                  </a:lnTo>
                  <a:lnTo>
                    <a:pt x="4736" y="10177"/>
                  </a:lnTo>
                  <a:lnTo>
                    <a:pt x="6706" y="9142"/>
                  </a:lnTo>
                  <a:lnTo>
                    <a:pt x="8751" y="10809"/>
                  </a:lnTo>
                  <a:lnTo>
                    <a:pt x="10570" y="10089"/>
                  </a:lnTo>
                  <a:lnTo>
                    <a:pt x="11529" y="8789"/>
                  </a:lnTo>
                  <a:lnTo>
                    <a:pt x="10102" y="5695"/>
                  </a:lnTo>
                  <a:lnTo>
                    <a:pt x="11201" y="2614"/>
                  </a:lnTo>
                  <a:lnTo>
                    <a:pt x="13171" y="1111"/>
                  </a:lnTo>
                  <a:lnTo>
                    <a:pt x="12072"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68"/>
            <p:cNvSpPr/>
            <p:nvPr/>
          </p:nvSpPr>
          <p:spPr>
            <a:xfrm>
              <a:off x="1506825" y="1202875"/>
              <a:ext cx="349150" cy="287600"/>
            </a:xfrm>
            <a:custGeom>
              <a:avLst/>
              <a:gdLst/>
              <a:ahLst/>
              <a:cxnLst/>
              <a:rect l="l" t="t" r="r" b="b"/>
              <a:pathLst>
                <a:path w="13966" h="11504" extrusionOk="0">
                  <a:moveTo>
                    <a:pt x="12274" y="682"/>
                  </a:moveTo>
                  <a:lnTo>
                    <a:pt x="13006" y="1414"/>
                  </a:lnTo>
                  <a:lnTo>
                    <a:pt x="11238" y="2766"/>
                  </a:lnTo>
                  <a:lnTo>
                    <a:pt x="10064" y="6061"/>
                  </a:lnTo>
                  <a:lnTo>
                    <a:pt x="11478" y="9092"/>
                  </a:lnTo>
                  <a:lnTo>
                    <a:pt x="10683" y="10178"/>
                  </a:lnTo>
                  <a:lnTo>
                    <a:pt x="9129" y="10784"/>
                  </a:lnTo>
                  <a:lnTo>
                    <a:pt x="7059" y="9117"/>
                  </a:lnTo>
                  <a:lnTo>
                    <a:pt x="4975" y="10203"/>
                  </a:lnTo>
                  <a:lnTo>
                    <a:pt x="2399" y="10203"/>
                  </a:lnTo>
                  <a:lnTo>
                    <a:pt x="2134" y="8915"/>
                  </a:lnTo>
                  <a:lnTo>
                    <a:pt x="1465" y="7640"/>
                  </a:lnTo>
                  <a:lnTo>
                    <a:pt x="4937" y="7349"/>
                  </a:lnTo>
                  <a:lnTo>
                    <a:pt x="3245" y="6415"/>
                  </a:lnTo>
                  <a:lnTo>
                    <a:pt x="644" y="6415"/>
                  </a:lnTo>
                  <a:lnTo>
                    <a:pt x="644" y="4559"/>
                  </a:lnTo>
                  <a:lnTo>
                    <a:pt x="4495" y="4053"/>
                  </a:lnTo>
                  <a:lnTo>
                    <a:pt x="1781" y="3132"/>
                  </a:lnTo>
                  <a:lnTo>
                    <a:pt x="2008" y="2399"/>
                  </a:lnTo>
                  <a:lnTo>
                    <a:pt x="5253" y="1377"/>
                  </a:lnTo>
                  <a:lnTo>
                    <a:pt x="8208" y="2071"/>
                  </a:lnTo>
                  <a:lnTo>
                    <a:pt x="7627" y="4003"/>
                  </a:lnTo>
                  <a:lnTo>
                    <a:pt x="9193" y="5026"/>
                  </a:lnTo>
                  <a:lnTo>
                    <a:pt x="10190" y="1086"/>
                  </a:lnTo>
                  <a:lnTo>
                    <a:pt x="12274" y="682"/>
                  </a:lnTo>
                  <a:close/>
                  <a:moveTo>
                    <a:pt x="12488" y="0"/>
                  </a:moveTo>
                  <a:lnTo>
                    <a:pt x="9685" y="543"/>
                  </a:lnTo>
                  <a:lnTo>
                    <a:pt x="8801" y="4016"/>
                  </a:lnTo>
                  <a:lnTo>
                    <a:pt x="8372" y="3738"/>
                  </a:lnTo>
                  <a:lnTo>
                    <a:pt x="9003" y="1616"/>
                  </a:lnTo>
                  <a:lnTo>
                    <a:pt x="5228" y="733"/>
                  </a:lnTo>
                  <a:lnTo>
                    <a:pt x="1503" y="1907"/>
                  </a:lnTo>
                  <a:lnTo>
                    <a:pt x="998" y="3536"/>
                  </a:lnTo>
                  <a:lnTo>
                    <a:pt x="1717" y="3788"/>
                  </a:lnTo>
                  <a:lnTo>
                    <a:pt x="0" y="4003"/>
                  </a:lnTo>
                  <a:lnTo>
                    <a:pt x="0" y="7046"/>
                  </a:lnTo>
                  <a:lnTo>
                    <a:pt x="1010" y="7046"/>
                  </a:lnTo>
                  <a:lnTo>
                    <a:pt x="442" y="7097"/>
                  </a:lnTo>
                  <a:lnTo>
                    <a:pt x="1515" y="9079"/>
                  </a:lnTo>
                  <a:lnTo>
                    <a:pt x="1882" y="10834"/>
                  </a:lnTo>
                  <a:lnTo>
                    <a:pt x="5127" y="10834"/>
                  </a:lnTo>
                  <a:lnTo>
                    <a:pt x="6983" y="9862"/>
                  </a:lnTo>
                  <a:lnTo>
                    <a:pt x="9016" y="11503"/>
                  </a:lnTo>
                  <a:lnTo>
                    <a:pt x="11087" y="10708"/>
                  </a:lnTo>
                  <a:lnTo>
                    <a:pt x="12210" y="9167"/>
                  </a:lnTo>
                  <a:lnTo>
                    <a:pt x="10758" y="6023"/>
                  </a:lnTo>
                  <a:lnTo>
                    <a:pt x="11781" y="3144"/>
                  </a:lnTo>
                  <a:lnTo>
                    <a:pt x="13966" y="1490"/>
                  </a:lnTo>
                  <a:lnTo>
                    <a:pt x="12488"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68"/>
            <p:cNvSpPr/>
            <p:nvPr/>
          </p:nvSpPr>
          <p:spPr>
            <a:xfrm>
              <a:off x="1843950" y="1219275"/>
              <a:ext cx="96625" cy="163875"/>
            </a:xfrm>
            <a:custGeom>
              <a:avLst/>
              <a:gdLst/>
              <a:ahLst/>
              <a:cxnLst/>
              <a:rect l="l" t="t" r="r" b="b"/>
              <a:pathLst>
                <a:path w="3865" h="6555" extrusionOk="0">
                  <a:moveTo>
                    <a:pt x="2602" y="1"/>
                  </a:moveTo>
                  <a:lnTo>
                    <a:pt x="2046" y="1339"/>
                  </a:lnTo>
                  <a:lnTo>
                    <a:pt x="1466" y="3334"/>
                  </a:lnTo>
                  <a:lnTo>
                    <a:pt x="1024" y="1642"/>
                  </a:lnTo>
                  <a:lnTo>
                    <a:pt x="1" y="3246"/>
                  </a:lnTo>
                  <a:lnTo>
                    <a:pt x="392" y="5026"/>
                  </a:lnTo>
                  <a:lnTo>
                    <a:pt x="1024" y="6554"/>
                  </a:lnTo>
                  <a:lnTo>
                    <a:pt x="3057" y="5014"/>
                  </a:lnTo>
                  <a:lnTo>
                    <a:pt x="3865" y="3221"/>
                  </a:lnTo>
                  <a:lnTo>
                    <a:pt x="3865" y="1339"/>
                  </a:lnTo>
                  <a:lnTo>
                    <a:pt x="2602"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68"/>
            <p:cNvSpPr/>
            <p:nvPr/>
          </p:nvSpPr>
          <p:spPr>
            <a:xfrm>
              <a:off x="1835425" y="1205075"/>
              <a:ext cx="113050" cy="190700"/>
            </a:xfrm>
            <a:custGeom>
              <a:avLst/>
              <a:gdLst/>
              <a:ahLst/>
              <a:cxnLst/>
              <a:rect l="l" t="t" r="r" b="b"/>
              <a:pathLst>
                <a:path w="4522" h="7628" extrusionOk="0">
                  <a:moveTo>
                    <a:pt x="3044" y="1150"/>
                  </a:moveTo>
                  <a:lnTo>
                    <a:pt x="3890" y="2034"/>
                  </a:lnTo>
                  <a:lnTo>
                    <a:pt x="3890" y="3726"/>
                  </a:lnTo>
                  <a:lnTo>
                    <a:pt x="3145" y="5380"/>
                  </a:lnTo>
                  <a:lnTo>
                    <a:pt x="1503" y="6630"/>
                  </a:lnTo>
                  <a:lnTo>
                    <a:pt x="1049" y="5519"/>
                  </a:lnTo>
                  <a:lnTo>
                    <a:pt x="683" y="3877"/>
                  </a:lnTo>
                  <a:lnTo>
                    <a:pt x="1238" y="2981"/>
                  </a:lnTo>
                  <a:lnTo>
                    <a:pt x="1781" y="5089"/>
                  </a:lnTo>
                  <a:lnTo>
                    <a:pt x="2678" y="2034"/>
                  </a:lnTo>
                  <a:lnTo>
                    <a:pt x="3044" y="1150"/>
                  </a:lnTo>
                  <a:close/>
                  <a:moveTo>
                    <a:pt x="2842" y="1"/>
                  </a:moveTo>
                  <a:lnTo>
                    <a:pt x="2084" y="1819"/>
                  </a:lnTo>
                  <a:lnTo>
                    <a:pt x="1819" y="2715"/>
                  </a:lnTo>
                  <a:lnTo>
                    <a:pt x="1491" y="1427"/>
                  </a:lnTo>
                  <a:lnTo>
                    <a:pt x="1" y="3763"/>
                  </a:lnTo>
                  <a:lnTo>
                    <a:pt x="443" y="5708"/>
                  </a:lnTo>
                  <a:lnTo>
                    <a:pt x="1238" y="7627"/>
                  </a:lnTo>
                  <a:lnTo>
                    <a:pt x="3650" y="5784"/>
                  </a:lnTo>
                  <a:lnTo>
                    <a:pt x="4496" y="3915"/>
                  </a:lnTo>
                  <a:lnTo>
                    <a:pt x="4521" y="1781"/>
                  </a:lnTo>
                  <a:lnTo>
                    <a:pt x="2842"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68"/>
            <p:cNvSpPr/>
            <p:nvPr/>
          </p:nvSpPr>
          <p:spPr>
            <a:xfrm>
              <a:off x="1794700" y="1458875"/>
              <a:ext cx="74850" cy="69800"/>
            </a:xfrm>
            <a:custGeom>
              <a:avLst/>
              <a:gdLst/>
              <a:ahLst/>
              <a:cxnLst/>
              <a:rect l="l" t="t" r="r" b="b"/>
              <a:pathLst>
                <a:path w="2994" h="2792" extrusionOk="0">
                  <a:moveTo>
                    <a:pt x="1971" y="1"/>
                  </a:moveTo>
                  <a:lnTo>
                    <a:pt x="872" y="847"/>
                  </a:lnTo>
                  <a:lnTo>
                    <a:pt x="1" y="1465"/>
                  </a:lnTo>
                  <a:lnTo>
                    <a:pt x="1504" y="2791"/>
                  </a:lnTo>
                  <a:lnTo>
                    <a:pt x="2994" y="2791"/>
                  </a:lnTo>
                  <a:lnTo>
                    <a:pt x="1971"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68"/>
            <p:cNvSpPr/>
            <p:nvPr/>
          </p:nvSpPr>
          <p:spPr>
            <a:xfrm>
              <a:off x="1782075" y="1445925"/>
              <a:ext cx="98850" cy="90625"/>
            </a:xfrm>
            <a:custGeom>
              <a:avLst/>
              <a:gdLst/>
              <a:ahLst/>
              <a:cxnLst/>
              <a:rect l="l" t="t" r="r" b="b"/>
              <a:pathLst>
                <a:path w="3954" h="3625" extrusionOk="0">
                  <a:moveTo>
                    <a:pt x="2324" y="1024"/>
                  </a:moveTo>
                  <a:lnTo>
                    <a:pt x="3057" y="2994"/>
                  </a:lnTo>
                  <a:lnTo>
                    <a:pt x="2122" y="2994"/>
                  </a:lnTo>
                  <a:lnTo>
                    <a:pt x="1011" y="2009"/>
                  </a:lnTo>
                  <a:lnTo>
                    <a:pt x="2324" y="1024"/>
                  </a:lnTo>
                  <a:close/>
                  <a:moveTo>
                    <a:pt x="2627" y="1"/>
                  </a:moveTo>
                  <a:lnTo>
                    <a:pt x="1188" y="1112"/>
                  </a:lnTo>
                  <a:lnTo>
                    <a:pt x="1" y="1958"/>
                  </a:lnTo>
                  <a:lnTo>
                    <a:pt x="1882" y="3625"/>
                  </a:lnTo>
                  <a:lnTo>
                    <a:pt x="3953" y="3625"/>
                  </a:lnTo>
                  <a:lnTo>
                    <a:pt x="2627"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68"/>
            <p:cNvSpPr/>
            <p:nvPr/>
          </p:nvSpPr>
          <p:spPr>
            <a:xfrm>
              <a:off x="241275" y="1079650"/>
              <a:ext cx="2559200" cy="3887025"/>
            </a:xfrm>
            <a:custGeom>
              <a:avLst/>
              <a:gdLst/>
              <a:ahLst/>
              <a:cxnLst/>
              <a:rect l="l" t="t" r="r" b="b"/>
              <a:pathLst>
                <a:path w="102368" h="155481" extrusionOk="0">
                  <a:moveTo>
                    <a:pt x="22033" y="0"/>
                  </a:moveTo>
                  <a:cubicBezTo>
                    <a:pt x="21541" y="0"/>
                    <a:pt x="20848" y="207"/>
                    <a:pt x="19875" y="825"/>
                  </a:cubicBezTo>
                  <a:cubicBezTo>
                    <a:pt x="16958" y="2669"/>
                    <a:pt x="16718" y="2669"/>
                    <a:pt x="16718" y="2669"/>
                  </a:cubicBezTo>
                  <a:lnTo>
                    <a:pt x="14357" y="4096"/>
                  </a:lnTo>
                  <a:lnTo>
                    <a:pt x="14357" y="5043"/>
                  </a:lnTo>
                  <a:lnTo>
                    <a:pt x="15304" y="8351"/>
                  </a:lnTo>
                  <a:lnTo>
                    <a:pt x="15532" y="10056"/>
                  </a:lnTo>
                  <a:lnTo>
                    <a:pt x="13423" y="9450"/>
                  </a:lnTo>
                  <a:lnTo>
                    <a:pt x="12665" y="8869"/>
                  </a:lnTo>
                  <a:lnTo>
                    <a:pt x="10051" y="10043"/>
                  </a:lnTo>
                  <a:lnTo>
                    <a:pt x="9319" y="11584"/>
                  </a:lnTo>
                  <a:lnTo>
                    <a:pt x="9319" y="12606"/>
                  </a:lnTo>
                  <a:lnTo>
                    <a:pt x="11920" y="12998"/>
                  </a:lnTo>
                  <a:lnTo>
                    <a:pt x="13890" y="12846"/>
                  </a:lnTo>
                  <a:lnTo>
                    <a:pt x="13890" y="12846"/>
                  </a:lnTo>
                  <a:lnTo>
                    <a:pt x="12236" y="14854"/>
                  </a:lnTo>
                  <a:lnTo>
                    <a:pt x="9281" y="15447"/>
                  </a:lnTo>
                  <a:lnTo>
                    <a:pt x="7324" y="17884"/>
                  </a:lnTo>
                  <a:lnTo>
                    <a:pt x="5922" y="20094"/>
                  </a:lnTo>
                  <a:lnTo>
                    <a:pt x="6478" y="22228"/>
                  </a:lnTo>
                  <a:lnTo>
                    <a:pt x="7665" y="23491"/>
                  </a:lnTo>
                  <a:lnTo>
                    <a:pt x="9559" y="25069"/>
                  </a:lnTo>
                  <a:cubicBezTo>
                    <a:pt x="9559" y="25069"/>
                    <a:pt x="8448" y="26534"/>
                    <a:pt x="8372" y="26862"/>
                  </a:cubicBezTo>
                  <a:cubicBezTo>
                    <a:pt x="8296" y="27191"/>
                    <a:pt x="2841" y="30196"/>
                    <a:pt x="2841" y="30196"/>
                  </a:cubicBezTo>
                  <a:lnTo>
                    <a:pt x="0" y="31610"/>
                  </a:lnTo>
                  <a:lnTo>
                    <a:pt x="0" y="31610"/>
                  </a:lnTo>
                  <a:lnTo>
                    <a:pt x="4344" y="30903"/>
                  </a:lnTo>
                  <a:lnTo>
                    <a:pt x="10178" y="28529"/>
                  </a:lnTo>
                  <a:lnTo>
                    <a:pt x="12476" y="25852"/>
                  </a:lnTo>
                  <a:lnTo>
                    <a:pt x="14446" y="24110"/>
                  </a:lnTo>
                  <a:lnTo>
                    <a:pt x="16883" y="22380"/>
                  </a:lnTo>
                  <a:lnTo>
                    <a:pt x="15393" y="25132"/>
                  </a:lnTo>
                  <a:lnTo>
                    <a:pt x="17287" y="24741"/>
                  </a:lnTo>
                  <a:cubicBezTo>
                    <a:pt x="17287" y="24741"/>
                    <a:pt x="19648" y="24034"/>
                    <a:pt x="19812" y="23794"/>
                  </a:cubicBezTo>
                  <a:cubicBezTo>
                    <a:pt x="19818" y="23784"/>
                    <a:pt x="19832" y="23779"/>
                    <a:pt x="19854" y="23779"/>
                  </a:cubicBezTo>
                  <a:cubicBezTo>
                    <a:pt x="20342" y="23779"/>
                    <a:pt x="24610" y="26319"/>
                    <a:pt x="24610" y="26319"/>
                  </a:cubicBezTo>
                  <a:lnTo>
                    <a:pt x="26113" y="29085"/>
                  </a:lnTo>
                  <a:lnTo>
                    <a:pt x="26820" y="33100"/>
                  </a:lnTo>
                  <a:lnTo>
                    <a:pt x="26189" y="36105"/>
                  </a:lnTo>
                  <a:lnTo>
                    <a:pt x="25633" y="38151"/>
                  </a:lnTo>
                  <a:lnTo>
                    <a:pt x="26429" y="40045"/>
                  </a:lnTo>
                  <a:lnTo>
                    <a:pt x="27376" y="37040"/>
                  </a:lnTo>
                  <a:lnTo>
                    <a:pt x="28474" y="36105"/>
                  </a:lnTo>
                  <a:lnTo>
                    <a:pt x="29194" y="40512"/>
                  </a:lnTo>
                  <a:lnTo>
                    <a:pt x="30457" y="43505"/>
                  </a:lnTo>
                  <a:lnTo>
                    <a:pt x="28083" y="42015"/>
                  </a:lnTo>
                  <a:lnTo>
                    <a:pt x="27856" y="43505"/>
                  </a:lnTo>
                  <a:lnTo>
                    <a:pt x="29585" y="47293"/>
                  </a:lnTo>
                  <a:lnTo>
                    <a:pt x="29346" y="49894"/>
                  </a:lnTo>
                  <a:lnTo>
                    <a:pt x="28083" y="52419"/>
                  </a:lnTo>
                  <a:lnTo>
                    <a:pt x="27616" y="56763"/>
                  </a:lnTo>
                  <a:lnTo>
                    <a:pt x="27931" y="61258"/>
                  </a:lnTo>
                  <a:lnTo>
                    <a:pt x="29661" y="64011"/>
                  </a:lnTo>
                  <a:lnTo>
                    <a:pt x="31404" y="65198"/>
                  </a:lnTo>
                  <a:lnTo>
                    <a:pt x="32666" y="68670"/>
                  </a:lnTo>
                  <a:lnTo>
                    <a:pt x="33538" y="71713"/>
                  </a:lnTo>
                  <a:lnTo>
                    <a:pt x="34081" y="73708"/>
                  </a:lnTo>
                  <a:lnTo>
                    <a:pt x="36631" y="76398"/>
                  </a:lnTo>
                  <a:lnTo>
                    <a:pt x="36631" y="76398"/>
                  </a:lnTo>
                  <a:lnTo>
                    <a:pt x="36050" y="73241"/>
                  </a:lnTo>
                  <a:lnTo>
                    <a:pt x="34560" y="71347"/>
                  </a:lnTo>
                  <a:lnTo>
                    <a:pt x="33929" y="66852"/>
                  </a:lnTo>
                  <a:lnTo>
                    <a:pt x="35343" y="68506"/>
                  </a:lnTo>
                  <a:lnTo>
                    <a:pt x="36215" y="71713"/>
                  </a:lnTo>
                  <a:lnTo>
                    <a:pt x="38424" y="73784"/>
                  </a:lnTo>
                  <a:lnTo>
                    <a:pt x="40470" y="77332"/>
                  </a:lnTo>
                  <a:lnTo>
                    <a:pt x="40634" y="79618"/>
                  </a:lnTo>
                  <a:lnTo>
                    <a:pt x="42288" y="81436"/>
                  </a:lnTo>
                  <a:lnTo>
                    <a:pt x="46241" y="82623"/>
                  </a:lnTo>
                  <a:lnTo>
                    <a:pt x="49082" y="84113"/>
                  </a:lnTo>
                  <a:lnTo>
                    <a:pt x="49940" y="83557"/>
                  </a:lnTo>
                  <a:lnTo>
                    <a:pt x="52541" y="85616"/>
                  </a:lnTo>
                  <a:lnTo>
                    <a:pt x="55458" y="86247"/>
                  </a:lnTo>
                  <a:lnTo>
                    <a:pt x="57428" y="88457"/>
                  </a:lnTo>
                  <a:lnTo>
                    <a:pt x="58855" y="90035"/>
                  </a:lnTo>
                  <a:lnTo>
                    <a:pt x="61380" y="91373"/>
                  </a:lnTo>
                  <a:lnTo>
                    <a:pt x="62643" y="90275"/>
                  </a:lnTo>
                  <a:lnTo>
                    <a:pt x="64221" y="92081"/>
                  </a:lnTo>
                  <a:lnTo>
                    <a:pt x="63906" y="95553"/>
                  </a:lnTo>
                  <a:lnTo>
                    <a:pt x="62378" y="97346"/>
                  </a:lnTo>
                  <a:lnTo>
                    <a:pt x="61595" y="99644"/>
                  </a:lnTo>
                  <a:lnTo>
                    <a:pt x="61355" y="101854"/>
                  </a:lnTo>
                  <a:lnTo>
                    <a:pt x="60875" y="103028"/>
                  </a:lnTo>
                  <a:lnTo>
                    <a:pt x="63325" y="105629"/>
                  </a:lnTo>
                  <a:lnTo>
                    <a:pt x="65459" y="108862"/>
                  </a:lnTo>
                  <a:lnTo>
                    <a:pt x="67580" y="112170"/>
                  </a:lnTo>
                  <a:lnTo>
                    <a:pt x="69550" y="113281"/>
                  </a:lnTo>
                  <a:lnTo>
                    <a:pt x="70813" y="115011"/>
                  </a:lnTo>
                  <a:lnTo>
                    <a:pt x="71293" y="119746"/>
                  </a:lnTo>
                  <a:lnTo>
                    <a:pt x="71532" y="123610"/>
                  </a:lnTo>
                  <a:lnTo>
                    <a:pt x="71293" y="127562"/>
                  </a:lnTo>
                  <a:lnTo>
                    <a:pt x="71444" y="129608"/>
                  </a:lnTo>
                  <a:lnTo>
                    <a:pt x="70661" y="132765"/>
                  </a:lnTo>
                  <a:lnTo>
                    <a:pt x="70585" y="135214"/>
                  </a:lnTo>
                  <a:lnTo>
                    <a:pt x="70813" y="138220"/>
                  </a:lnTo>
                  <a:lnTo>
                    <a:pt x="72151" y="139167"/>
                  </a:lnTo>
                  <a:lnTo>
                    <a:pt x="70346" y="143334"/>
                  </a:lnTo>
                  <a:lnTo>
                    <a:pt x="71684" y="145392"/>
                  </a:lnTo>
                  <a:lnTo>
                    <a:pt x="72000" y="147210"/>
                  </a:lnTo>
                  <a:lnTo>
                    <a:pt x="73225" y="150998"/>
                  </a:lnTo>
                  <a:lnTo>
                    <a:pt x="75548" y="154344"/>
                  </a:lnTo>
                  <a:lnTo>
                    <a:pt x="77278" y="155481"/>
                  </a:lnTo>
                  <a:lnTo>
                    <a:pt x="80283" y="155481"/>
                  </a:lnTo>
                  <a:lnTo>
                    <a:pt x="81546" y="153991"/>
                  </a:lnTo>
                  <a:lnTo>
                    <a:pt x="78313" y="152248"/>
                  </a:lnTo>
                  <a:lnTo>
                    <a:pt x="77126" y="149331"/>
                  </a:lnTo>
                  <a:cubicBezTo>
                    <a:pt x="77126" y="149331"/>
                    <a:pt x="75864" y="148826"/>
                    <a:pt x="77050" y="147399"/>
                  </a:cubicBezTo>
                  <a:cubicBezTo>
                    <a:pt x="78237" y="145985"/>
                    <a:pt x="78237" y="145960"/>
                    <a:pt x="78237" y="145960"/>
                  </a:cubicBezTo>
                  <a:lnTo>
                    <a:pt x="78553" y="144925"/>
                  </a:lnTo>
                  <a:lnTo>
                    <a:pt x="76899" y="143738"/>
                  </a:lnTo>
                  <a:lnTo>
                    <a:pt x="77758" y="142083"/>
                  </a:lnTo>
                  <a:lnTo>
                    <a:pt x="78553" y="141528"/>
                  </a:lnTo>
                  <a:lnTo>
                    <a:pt x="78945" y="139318"/>
                  </a:lnTo>
                  <a:lnTo>
                    <a:pt x="78389" y="138055"/>
                  </a:lnTo>
                  <a:lnTo>
                    <a:pt x="78465" y="136957"/>
                  </a:lnTo>
                  <a:lnTo>
                    <a:pt x="79892" y="137108"/>
                  </a:lnTo>
                  <a:lnTo>
                    <a:pt x="79967" y="135530"/>
                  </a:lnTo>
                  <a:lnTo>
                    <a:pt x="79967" y="134962"/>
                  </a:lnTo>
                  <a:lnTo>
                    <a:pt x="81861" y="134406"/>
                  </a:lnTo>
                  <a:lnTo>
                    <a:pt x="83755" y="133926"/>
                  </a:lnTo>
                  <a:lnTo>
                    <a:pt x="83755" y="131805"/>
                  </a:lnTo>
                  <a:lnTo>
                    <a:pt x="83604" y="130542"/>
                  </a:lnTo>
                  <a:lnTo>
                    <a:pt x="83516" y="129595"/>
                  </a:lnTo>
                  <a:lnTo>
                    <a:pt x="86205" y="130063"/>
                  </a:lnTo>
                  <a:lnTo>
                    <a:pt x="87821" y="128484"/>
                  </a:lnTo>
                  <a:lnTo>
                    <a:pt x="89261" y="126047"/>
                  </a:lnTo>
                  <a:lnTo>
                    <a:pt x="90612" y="124065"/>
                  </a:lnTo>
                  <a:lnTo>
                    <a:pt x="91079" y="121312"/>
                  </a:lnTo>
                  <a:lnTo>
                    <a:pt x="93605" y="119570"/>
                  </a:lnTo>
                  <a:lnTo>
                    <a:pt x="96294" y="118155"/>
                  </a:lnTo>
                  <a:lnTo>
                    <a:pt x="97633" y="117360"/>
                  </a:lnTo>
                  <a:lnTo>
                    <a:pt x="98188" y="113572"/>
                  </a:lnTo>
                  <a:lnTo>
                    <a:pt x="99047" y="110415"/>
                  </a:lnTo>
                  <a:lnTo>
                    <a:pt x="99451" y="108445"/>
                  </a:lnTo>
                  <a:lnTo>
                    <a:pt x="101257" y="106160"/>
                  </a:lnTo>
                  <a:lnTo>
                    <a:pt x="102368" y="104190"/>
                  </a:lnTo>
                  <a:lnTo>
                    <a:pt x="101332" y="102296"/>
                  </a:lnTo>
                  <a:cubicBezTo>
                    <a:pt x="101332" y="102296"/>
                    <a:pt x="101888" y="102220"/>
                    <a:pt x="98655" y="100957"/>
                  </a:cubicBezTo>
                  <a:lnTo>
                    <a:pt x="95423" y="99695"/>
                  </a:lnTo>
                  <a:lnTo>
                    <a:pt x="93529" y="99379"/>
                  </a:lnTo>
                  <a:lnTo>
                    <a:pt x="91471" y="98596"/>
                  </a:lnTo>
                  <a:lnTo>
                    <a:pt x="89185" y="97649"/>
                  </a:lnTo>
                  <a:lnTo>
                    <a:pt x="88011" y="94884"/>
                  </a:lnTo>
                  <a:lnTo>
                    <a:pt x="86508" y="92750"/>
                  </a:lnTo>
                  <a:lnTo>
                    <a:pt x="83124" y="91651"/>
                  </a:lnTo>
                  <a:lnTo>
                    <a:pt x="80914" y="91411"/>
                  </a:lnTo>
                  <a:lnTo>
                    <a:pt x="78616" y="89202"/>
                  </a:lnTo>
                  <a:lnTo>
                    <a:pt x="76571" y="88015"/>
                  </a:lnTo>
                  <a:lnTo>
                    <a:pt x="74121" y="87787"/>
                  </a:lnTo>
                  <a:lnTo>
                    <a:pt x="71596" y="87156"/>
                  </a:lnTo>
                  <a:lnTo>
                    <a:pt x="68755" y="87232"/>
                  </a:lnTo>
                  <a:cubicBezTo>
                    <a:pt x="68755" y="87232"/>
                    <a:pt x="65522" y="88179"/>
                    <a:pt x="65446" y="88495"/>
                  </a:cubicBezTo>
                  <a:cubicBezTo>
                    <a:pt x="65358" y="88810"/>
                    <a:pt x="64903" y="90174"/>
                    <a:pt x="64903" y="90174"/>
                  </a:cubicBezTo>
                  <a:lnTo>
                    <a:pt x="63325" y="88911"/>
                  </a:lnTo>
                  <a:lnTo>
                    <a:pt x="61595" y="89467"/>
                  </a:lnTo>
                  <a:lnTo>
                    <a:pt x="59852" y="88596"/>
                  </a:lnTo>
                  <a:lnTo>
                    <a:pt x="58590" y="85994"/>
                  </a:lnTo>
                  <a:lnTo>
                    <a:pt x="59385" y="83949"/>
                  </a:lnTo>
                  <a:lnTo>
                    <a:pt x="57491" y="83317"/>
                  </a:lnTo>
                  <a:lnTo>
                    <a:pt x="54966" y="83002"/>
                  </a:lnTo>
                  <a:lnTo>
                    <a:pt x="55673" y="81032"/>
                  </a:lnTo>
                  <a:lnTo>
                    <a:pt x="56380" y="79643"/>
                  </a:lnTo>
                  <a:lnTo>
                    <a:pt x="56532" y="78507"/>
                  </a:lnTo>
                  <a:lnTo>
                    <a:pt x="53779" y="78507"/>
                  </a:lnTo>
                  <a:lnTo>
                    <a:pt x="52592" y="80476"/>
                  </a:lnTo>
                  <a:lnTo>
                    <a:pt x="49915" y="81423"/>
                  </a:lnTo>
                  <a:lnTo>
                    <a:pt x="47933" y="78747"/>
                  </a:lnTo>
                  <a:lnTo>
                    <a:pt x="47541" y="75160"/>
                  </a:lnTo>
                  <a:lnTo>
                    <a:pt x="48412" y="72218"/>
                  </a:lnTo>
                  <a:lnTo>
                    <a:pt x="51165" y="70173"/>
                  </a:lnTo>
                  <a:lnTo>
                    <a:pt x="54095" y="69769"/>
                  </a:lnTo>
                  <a:lnTo>
                    <a:pt x="55433" y="70880"/>
                  </a:lnTo>
                  <a:lnTo>
                    <a:pt x="56064" y="69693"/>
                  </a:lnTo>
                  <a:lnTo>
                    <a:pt x="58198" y="69693"/>
                  </a:lnTo>
                  <a:lnTo>
                    <a:pt x="60964" y="70552"/>
                  </a:lnTo>
                  <a:lnTo>
                    <a:pt x="61191" y="72521"/>
                  </a:lnTo>
                  <a:lnTo>
                    <a:pt x="62529" y="74567"/>
                  </a:lnTo>
                  <a:lnTo>
                    <a:pt x="62933" y="72484"/>
                  </a:lnTo>
                  <a:lnTo>
                    <a:pt x="62769" y="68759"/>
                  </a:lnTo>
                  <a:lnTo>
                    <a:pt x="63805" y="66852"/>
                  </a:lnTo>
                  <a:lnTo>
                    <a:pt x="66797" y="64806"/>
                  </a:lnTo>
                  <a:lnTo>
                    <a:pt x="68300" y="62281"/>
                  </a:lnTo>
                  <a:lnTo>
                    <a:pt x="69083" y="60248"/>
                  </a:lnTo>
                  <a:lnTo>
                    <a:pt x="71684" y="57697"/>
                  </a:lnTo>
                  <a:lnTo>
                    <a:pt x="73338" y="57697"/>
                  </a:lnTo>
                  <a:lnTo>
                    <a:pt x="74197" y="55412"/>
                  </a:lnTo>
                  <a:lnTo>
                    <a:pt x="76722" y="53758"/>
                  </a:lnTo>
                  <a:lnTo>
                    <a:pt x="77833" y="55488"/>
                  </a:lnTo>
                  <a:lnTo>
                    <a:pt x="79879" y="54187"/>
                  </a:lnTo>
                  <a:lnTo>
                    <a:pt x="83351" y="52748"/>
                  </a:lnTo>
                  <a:lnTo>
                    <a:pt x="82569" y="51876"/>
                  </a:lnTo>
                  <a:lnTo>
                    <a:pt x="79412" y="52104"/>
                  </a:lnTo>
                  <a:lnTo>
                    <a:pt x="78692" y="50525"/>
                  </a:lnTo>
                  <a:lnTo>
                    <a:pt x="78692" y="49187"/>
                  </a:lnTo>
                  <a:lnTo>
                    <a:pt x="77833" y="48707"/>
                  </a:lnTo>
                  <a:lnTo>
                    <a:pt x="76091" y="49502"/>
                  </a:lnTo>
                  <a:lnTo>
                    <a:pt x="78540" y="48240"/>
                  </a:lnTo>
                  <a:lnTo>
                    <a:pt x="80902" y="48240"/>
                  </a:lnTo>
                  <a:lnTo>
                    <a:pt x="83111" y="48391"/>
                  </a:lnTo>
                  <a:lnTo>
                    <a:pt x="85725" y="46901"/>
                  </a:lnTo>
                  <a:cubicBezTo>
                    <a:pt x="85725" y="46901"/>
                    <a:pt x="87619" y="45474"/>
                    <a:pt x="87695" y="45361"/>
                  </a:cubicBezTo>
                  <a:cubicBezTo>
                    <a:pt x="87771" y="45247"/>
                    <a:pt x="86041" y="42204"/>
                    <a:pt x="86041" y="42204"/>
                  </a:cubicBezTo>
                  <a:lnTo>
                    <a:pt x="83983" y="40297"/>
                  </a:lnTo>
                  <a:lnTo>
                    <a:pt x="83591" y="38151"/>
                  </a:lnTo>
                  <a:lnTo>
                    <a:pt x="83111" y="33820"/>
                  </a:lnTo>
                  <a:lnTo>
                    <a:pt x="81066" y="36105"/>
                  </a:lnTo>
                  <a:lnTo>
                    <a:pt x="79172" y="35701"/>
                  </a:lnTo>
                  <a:lnTo>
                    <a:pt x="78856" y="33656"/>
                  </a:lnTo>
                  <a:lnTo>
                    <a:pt x="79639" y="32203"/>
                  </a:lnTo>
                  <a:lnTo>
                    <a:pt x="77909" y="31724"/>
                  </a:lnTo>
                  <a:lnTo>
                    <a:pt x="76798" y="30575"/>
                  </a:lnTo>
                  <a:lnTo>
                    <a:pt x="73957" y="30575"/>
                  </a:lnTo>
                  <a:lnTo>
                    <a:pt x="73098" y="30650"/>
                  </a:lnTo>
                  <a:lnTo>
                    <a:pt x="73010" y="33491"/>
                  </a:lnTo>
                  <a:lnTo>
                    <a:pt x="71671" y="34918"/>
                  </a:lnTo>
                  <a:lnTo>
                    <a:pt x="72467" y="36156"/>
                  </a:lnTo>
                  <a:lnTo>
                    <a:pt x="72694" y="38479"/>
                  </a:lnTo>
                  <a:lnTo>
                    <a:pt x="70573" y="40285"/>
                  </a:lnTo>
                  <a:lnTo>
                    <a:pt x="68603" y="40979"/>
                  </a:lnTo>
                  <a:lnTo>
                    <a:pt x="68603" y="44136"/>
                  </a:lnTo>
                  <a:lnTo>
                    <a:pt x="67340" y="44767"/>
                  </a:lnTo>
                  <a:lnTo>
                    <a:pt x="65913" y="42962"/>
                  </a:lnTo>
                  <a:lnTo>
                    <a:pt x="66545" y="40196"/>
                  </a:lnTo>
                  <a:lnTo>
                    <a:pt x="64386" y="39098"/>
                  </a:lnTo>
                  <a:lnTo>
                    <a:pt x="62113" y="37747"/>
                  </a:lnTo>
                  <a:lnTo>
                    <a:pt x="61115" y="36888"/>
                  </a:lnTo>
                  <a:lnTo>
                    <a:pt x="60092" y="36888"/>
                  </a:lnTo>
                  <a:lnTo>
                    <a:pt x="59852" y="34123"/>
                  </a:lnTo>
                  <a:lnTo>
                    <a:pt x="60244" y="31686"/>
                  </a:lnTo>
                  <a:lnTo>
                    <a:pt x="61088" y="29679"/>
                  </a:lnTo>
                  <a:lnTo>
                    <a:pt x="61088" y="29679"/>
                  </a:lnTo>
                  <a:cubicBezTo>
                    <a:pt x="61170" y="29674"/>
                    <a:pt x="61518" y="29543"/>
                    <a:pt x="62694" y="28958"/>
                  </a:cubicBezTo>
                  <a:cubicBezTo>
                    <a:pt x="63454" y="28578"/>
                    <a:pt x="63639" y="28510"/>
                    <a:pt x="63679" y="28510"/>
                  </a:cubicBezTo>
                  <a:cubicBezTo>
                    <a:pt x="63702" y="28510"/>
                    <a:pt x="63680" y="28531"/>
                    <a:pt x="63688" y="28531"/>
                  </a:cubicBezTo>
                  <a:cubicBezTo>
                    <a:pt x="63704" y="28531"/>
                    <a:pt x="63843" y="28444"/>
                    <a:pt x="64739" y="27910"/>
                  </a:cubicBezTo>
                  <a:cubicBezTo>
                    <a:pt x="66873" y="26648"/>
                    <a:pt x="66873" y="26648"/>
                    <a:pt x="66873" y="26648"/>
                  </a:cubicBezTo>
                  <a:lnTo>
                    <a:pt x="68451" y="25145"/>
                  </a:lnTo>
                  <a:lnTo>
                    <a:pt x="69714" y="23870"/>
                  </a:lnTo>
                  <a:lnTo>
                    <a:pt x="70585" y="23642"/>
                  </a:lnTo>
                  <a:lnTo>
                    <a:pt x="73969" y="23642"/>
                  </a:lnTo>
                  <a:lnTo>
                    <a:pt x="74121" y="21597"/>
                  </a:lnTo>
                  <a:lnTo>
                    <a:pt x="75144" y="19779"/>
                  </a:lnTo>
                  <a:lnTo>
                    <a:pt x="74677" y="18049"/>
                  </a:lnTo>
                  <a:lnTo>
                    <a:pt x="73035" y="16660"/>
                  </a:lnTo>
                  <a:lnTo>
                    <a:pt x="71987" y="18693"/>
                  </a:lnTo>
                  <a:lnTo>
                    <a:pt x="70371" y="19943"/>
                  </a:lnTo>
                  <a:lnTo>
                    <a:pt x="69234" y="20726"/>
                  </a:lnTo>
                  <a:lnTo>
                    <a:pt x="69234" y="18276"/>
                  </a:lnTo>
                  <a:lnTo>
                    <a:pt x="69487" y="17013"/>
                  </a:lnTo>
                  <a:lnTo>
                    <a:pt x="69487" y="17013"/>
                  </a:lnTo>
                  <a:lnTo>
                    <a:pt x="68439" y="17960"/>
                  </a:lnTo>
                  <a:lnTo>
                    <a:pt x="67403" y="15599"/>
                  </a:lnTo>
                  <a:lnTo>
                    <a:pt x="68565" y="14336"/>
                  </a:lnTo>
                  <a:lnTo>
                    <a:pt x="69373" y="12594"/>
                  </a:lnTo>
                  <a:lnTo>
                    <a:pt x="70636" y="9841"/>
                  </a:lnTo>
                  <a:lnTo>
                    <a:pt x="71633" y="9450"/>
                  </a:lnTo>
                  <a:lnTo>
                    <a:pt x="73401" y="7783"/>
                  </a:lnTo>
                  <a:lnTo>
                    <a:pt x="72618" y="7379"/>
                  </a:lnTo>
                  <a:lnTo>
                    <a:pt x="71633" y="7240"/>
                  </a:lnTo>
                  <a:lnTo>
                    <a:pt x="69234" y="7240"/>
                  </a:lnTo>
                  <a:lnTo>
                    <a:pt x="69234" y="9450"/>
                  </a:lnTo>
                  <a:lnTo>
                    <a:pt x="67164" y="12152"/>
                  </a:lnTo>
                  <a:lnTo>
                    <a:pt x="65408" y="14854"/>
                  </a:lnTo>
                  <a:lnTo>
                    <a:pt x="66280" y="16091"/>
                  </a:lnTo>
                  <a:lnTo>
                    <a:pt x="65926" y="18516"/>
                  </a:lnTo>
                  <a:lnTo>
                    <a:pt x="62921" y="20094"/>
                  </a:lnTo>
                  <a:lnTo>
                    <a:pt x="62921" y="18276"/>
                  </a:lnTo>
                  <a:lnTo>
                    <a:pt x="61191" y="18124"/>
                  </a:lnTo>
                  <a:lnTo>
                    <a:pt x="59701" y="19299"/>
                  </a:lnTo>
                  <a:lnTo>
                    <a:pt x="57845" y="16698"/>
                  </a:lnTo>
                  <a:lnTo>
                    <a:pt x="55673" y="16698"/>
                  </a:lnTo>
                  <a:lnTo>
                    <a:pt x="54966" y="18049"/>
                  </a:lnTo>
                  <a:lnTo>
                    <a:pt x="54259" y="19071"/>
                  </a:lnTo>
                  <a:lnTo>
                    <a:pt x="53223" y="16786"/>
                  </a:lnTo>
                  <a:cubicBezTo>
                    <a:pt x="53223" y="16786"/>
                    <a:pt x="52623" y="16998"/>
                    <a:pt x="52038" y="16998"/>
                  </a:cubicBezTo>
                  <a:cubicBezTo>
                    <a:pt x="51500" y="16998"/>
                    <a:pt x="50974" y="16819"/>
                    <a:pt x="50938" y="16129"/>
                  </a:cubicBezTo>
                  <a:cubicBezTo>
                    <a:pt x="50862" y="14690"/>
                    <a:pt x="50862" y="14677"/>
                    <a:pt x="50862" y="14677"/>
                  </a:cubicBezTo>
                  <a:lnTo>
                    <a:pt x="47629" y="11672"/>
                  </a:lnTo>
                  <a:lnTo>
                    <a:pt x="46594" y="10952"/>
                  </a:lnTo>
                  <a:lnTo>
                    <a:pt x="44788" y="11268"/>
                  </a:lnTo>
                  <a:lnTo>
                    <a:pt x="43993" y="8869"/>
                  </a:lnTo>
                  <a:lnTo>
                    <a:pt x="42579" y="8427"/>
                  </a:lnTo>
                  <a:lnTo>
                    <a:pt x="39030" y="8869"/>
                  </a:lnTo>
                  <a:lnTo>
                    <a:pt x="36972" y="8427"/>
                  </a:lnTo>
                  <a:lnTo>
                    <a:pt x="34295" y="6141"/>
                  </a:lnTo>
                  <a:lnTo>
                    <a:pt x="30747" y="4462"/>
                  </a:lnTo>
                  <a:lnTo>
                    <a:pt x="28159" y="1962"/>
                  </a:lnTo>
                  <a:lnTo>
                    <a:pt x="26037" y="194"/>
                  </a:lnTo>
                  <a:lnTo>
                    <a:pt x="23196" y="825"/>
                  </a:lnTo>
                  <a:cubicBezTo>
                    <a:pt x="23196" y="825"/>
                    <a:pt x="23017" y="0"/>
                    <a:pt x="22033" y="0"/>
                  </a:cubicBez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68"/>
            <p:cNvSpPr/>
            <p:nvPr/>
          </p:nvSpPr>
          <p:spPr>
            <a:xfrm>
              <a:off x="238125" y="1071925"/>
              <a:ext cx="2568675" cy="3902025"/>
            </a:xfrm>
            <a:custGeom>
              <a:avLst/>
              <a:gdLst/>
              <a:ahLst/>
              <a:cxnLst/>
              <a:rect l="l" t="t" r="r" b="b"/>
              <a:pathLst>
                <a:path w="102747" h="156081" extrusionOk="0">
                  <a:moveTo>
                    <a:pt x="61468" y="29836"/>
                  </a:moveTo>
                  <a:cubicBezTo>
                    <a:pt x="61506" y="29899"/>
                    <a:pt x="61519" y="29962"/>
                    <a:pt x="61506" y="30025"/>
                  </a:cubicBezTo>
                  <a:lnTo>
                    <a:pt x="61342" y="29899"/>
                  </a:lnTo>
                  <a:lnTo>
                    <a:pt x="61468" y="29836"/>
                  </a:lnTo>
                  <a:close/>
                  <a:moveTo>
                    <a:pt x="101181" y="102504"/>
                  </a:moveTo>
                  <a:lnTo>
                    <a:pt x="101282" y="102542"/>
                  </a:lnTo>
                  <a:lnTo>
                    <a:pt x="101193" y="102718"/>
                  </a:lnTo>
                  <a:cubicBezTo>
                    <a:pt x="101155" y="102655"/>
                    <a:pt x="101143" y="102567"/>
                    <a:pt x="101181" y="102504"/>
                  </a:cubicBezTo>
                  <a:close/>
                  <a:moveTo>
                    <a:pt x="22159" y="618"/>
                  </a:moveTo>
                  <a:cubicBezTo>
                    <a:pt x="22328" y="618"/>
                    <a:pt x="22461" y="648"/>
                    <a:pt x="22565" y="692"/>
                  </a:cubicBezTo>
                  <a:cubicBezTo>
                    <a:pt x="22779" y="781"/>
                    <a:pt x="22943" y="970"/>
                    <a:pt x="23019" y="1198"/>
                  </a:cubicBezTo>
                  <a:lnTo>
                    <a:pt x="23385" y="1437"/>
                  </a:lnTo>
                  <a:lnTo>
                    <a:pt x="26075" y="844"/>
                  </a:lnTo>
                  <a:lnTo>
                    <a:pt x="28057" y="2498"/>
                  </a:lnTo>
                  <a:lnTo>
                    <a:pt x="30658" y="4998"/>
                  </a:lnTo>
                  <a:lnTo>
                    <a:pt x="34257" y="6716"/>
                  </a:lnTo>
                  <a:lnTo>
                    <a:pt x="36909" y="8976"/>
                  </a:lnTo>
                  <a:lnTo>
                    <a:pt x="37048" y="9052"/>
                  </a:lnTo>
                  <a:lnTo>
                    <a:pt x="39093" y="9481"/>
                  </a:lnTo>
                  <a:lnTo>
                    <a:pt x="39207" y="9481"/>
                  </a:lnTo>
                  <a:lnTo>
                    <a:pt x="42679" y="9052"/>
                  </a:lnTo>
                  <a:lnTo>
                    <a:pt x="43879" y="9430"/>
                  </a:lnTo>
                  <a:lnTo>
                    <a:pt x="44624" y="11678"/>
                  </a:lnTo>
                  <a:lnTo>
                    <a:pt x="44978" y="11893"/>
                  </a:lnTo>
                  <a:lnTo>
                    <a:pt x="46657" y="11590"/>
                  </a:lnTo>
                  <a:lnTo>
                    <a:pt x="47541" y="12208"/>
                  </a:lnTo>
                  <a:lnTo>
                    <a:pt x="50685" y="15125"/>
                  </a:lnTo>
                  <a:cubicBezTo>
                    <a:pt x="50698" y="15302"/>
                    <a:pt x="50710" y="15668"/>
                    <a:pt x="50761" y="16464"/>
                  </a:cubicBezTo>
                  <a:cubicBezTo>
                    <a:pt x="50761" y="16830"/>
                    <a:pt x="50937" y="17183"/>
                    <a:pt x="51253" y="17385"/>
                  </a:cubicBezTo>
                  <a:cubicBezTo>
                    <a:pt x="51517" y="17561"/>
                    <a:pt x="51851" y="17620"/>
                    <a:pt x="52180" y="17620"/>
                  </a:cubicBezTo>
                  <a:cubicBezTo>
                    <a:pt x="52561" y="17620"/>
                    <a:pt x="52935" y="17541"/>
                    <a:pt x="53185" y="17474"/>
                  </a:cubicBezTo>
                  <a:lnTo>
                    <a:pt x="54094" y="19507"/>
                  </a:lnTo>
                  <a:lnTo>
                    <a:pt x="54637" y="19557"/>
                  </a:lnTo>
                  <a:lnTo>
                    <a:pt x="55370" y="18497"/>
                  </a:lnTo>
                  <a:lnTo>
                    <a:pt x="55988" y="17322"/>
                  </a:lnTo>
                  <a:lnTo>
                    <a:pt x="57807" y="17322"/>
                  </a:lnTo>
                  <a:lnTo>
                    <a:pt x="59562" y="19784"/>
                  </a:lnTo>
                  <a:lnTo>
                    <a:pt x="60016" y="19848"/>
                  </a:lnTo>
                  <a:lnTo>
                    <a:pt x="61418" y="18762"/>
                  </a:lnTo>
                  <a:lnTo>
                    <a:pt x="62744" y="18875"/>
                  </a:lnTo>
                  <a:lnTo>
                    <a:pt x="62744" y="20403"/>
                  </a:lnTo>
                  <a:lnTo>
                    <a:pt x="63198" y="20681"/>
                  </a:lnTo>
                  <a:lnTo>
                    <a:pt x="66204" y="19103"/>
                  </a:lnTo>
                  <a:lnTo>
                    <a:pt x="66355" y="18875"/>
                  </a:lnTo>
                  <a:lnTo>
                    <a:pt x="66709" y="16451"/>
                  </a:lnTo>
                  <a:lnTo>
                    <a:pt x="66658" y="16224"/>
                  </a:lnTo>
                  <a:lnTo>
                    <a:pt x="65913" y="15150"/>
                  </a:lnTo>
                  <a:lnTo>
                    <a:pt x="67542" y="12650"/>
                  </a:lnTo>
                  <a:lnTo>
                    <a:pt x="69613" y="9961"/>
                  </a:lnTo>
                  <a:lnTo>
                    <a:pt x="69676" y="9771"/>
                  </a:lnTo>
                  <a:lnTo>
                    <a:pt x="69676" y="7877"/>
                  </a:lnTo>
                  <a:lnTo>
                    <a:pt x="71709" y="7877"/>
                  </a:lnTo>
                  <a:lnTo>
                    <a:pt x="72631" y="8004"/>
                  </a:lnTo>
                  <a:lnTo>
                    <a:pt x="72984" y="8180"/>
                  </a:lnTo>
                  <a:lnTo>
                    <a:pt x="71570" y="9493"/>
                  </a:lnTo>
                  <a:lnTo>
                    <a:pt x="70636" y="9872"/>
                  </a:lnTo>
                  <a:lnTo>
                    <a:pt x="70472" y="10024"/>
                  </a:lnTo>
                  <a:lnTo>
                    <a:pt x="68413" y="14469"/>
                  </a:lnTo>
                  <a:lnTo>
                    <a:pt x="67290" y="15693"/>
                  </a:lnTo>
                  <a:lnTo>
                    <a:pt x="67226" y="16034"/>
                  </a:lnTo>
                  <a:lnTo>
                    <a:pt x="68274" y="18408"/>
                  </a:lnTo>
                  <a:lnTo>
                    <a:pt x="68780" y="18509"/>
                  </a:lnTo>
                  <a:lnTo>
                    <a:pt x="69108" y="18206"/>
                  </a:lnTo>
                  <a:lnTo>
                    <a:pt x="69108" y="18206"/>
                  </a:lnTo>
                  <a:lnTo>
                    <a:pt x="69045" y="18522"/>
                  </a:lnTo>
                  <a:lnTo>
                    <a:pt x="69045" y="21035"/>
                  </a:lnTo>
                  <a:lnTo>
                    <a:pt x="69537" y="21287"/>
                  </a:lnTo>
                  <a:lnTo>
                    <a:pt x="70686" y="20504"/>
                  </a:lnTo>
                  <a:lnTo>
                    <a:pt x="72315" y="19254"/>
                  </a:lnTo>
                  <a:lnTo>
                    <a:pt x="73262" y="17474"/>
                  </a:lnTo>
                  <a:lnTo>
                    <a:pt x="74525" y="18534"/>
                  </a:lnTo>
                  <a:lnTo>
                    <a:pt x="74929" y="20050"/>
                  </a:lnTo>
                  <a:lnTo>
                    <a:pt x="73982" y="21742"/>
                  </a:lnTo>
                  <a:lnTo>
                    <a:pt x="73805" y="23636"/>
                  </a:lnTo>
                  <a:lnTo>
                    <a:pt x="70699" y="23636"/>
                  </a:lnTo>
                  <a:lnTo>
                    <a:pt x="69752" y="23863"/>
                  </a:lnTo>
                  <a:lnTo>
                    <a:pt x="69613" y="23951"/>
                  </a:lnTo>
                  <a:lnTo>
                    <a:pt x="68350" y="25227"/>
                  </a:lnTo>
                  <a:lnTo>
                    <a:pt x="66797" y="26704"/>
                  </a:lnTo>
                  <a:cubicBezTo>
                    <a:pt x="66721" y="26755"/>
                    <a:pt x="66368" y="26982"/>
                    <a:pt x="64701" y="27954"/>
                  </a:cubicBezTo>
                  <a:lnTo>
                    <a:pt x="64171" y="28270"/>
                  </a:lnTo>
                  <a:lnTo>
                    <a:pt x="63779" y="28510"/>
                  </a:lnTo>
                  <a:cubicBezTo>
                    <a:pt x="63602" y="28535"/>
                    <a:pt x="63299" y="28674"/>
                    <a:pt x="62668" y="28990"/>
                  </a:cubicBezTo>
                  <a:cubicBezTo>
                    <a:pt x="61443" y="29608"/>
                    <a:pt x="61216" y="29684"/>
                    <a:pt x="61178" y="29684"/>
                  </a:cubicBezTo>
                  <a:lnTo>
                    <a:pt x="61178" y="29785"/>
                  </a:lnTo>
                  <a:lnTo>
                    <a:pt x="61039" y="29684"/>
                  </a:lnTo>
                  <a:cubicBezTo>
                    <a:pt x="60938" y="29747"/>
                    <a:pt x="60875" y="29861"/>
                    <a:pt x="60862" y="29974"/>
                  </a:cubicBezTo>
                  <a:lnTo>
                    <a:pt x="60079" y="31868"/>
                  </a:lnTo>
                  <a:lnTo>
                    <a:pt x="59663" y="34381"/>
                  </a:lnTo>
                  <a:lnTo>
                    <a:pt x="59663" y="34457"/>
                  </a:lnTo>
                  <a:lnTo>
                    <a:pt x="59890" y="37222"/>
                  </a:lnTo>
                  <a:lnTo>
                    <a:pt x="60206" y="37500"/>
                  </a:lnTo>
                  <a:lnTo>
                    <a:pt x="61115" y="37500"/>
                  </a:lnTo>
                  <a:lnTo>
                    <a:pt x="62075" y="38321"/>
                  </a:lnTo>
                  <a:lnTo>
                    <a:pt x="64360" y="39685"/>
                  </a:lnTo>
                  <a:lnTo>
                    <a:pt x="66317" y="40669"/>
                  </a:lnTo>
                  <a:lnTo>
                    <a:pt x="65736" y="43195"/>
                  </a:lnTo>
                  <a:lnTo>
                    <a:pt x="65800" y="43460"/>
                  </a:lnTo>
                  <a:lnTo>
                    <a:pt x="67214" y="45278"/>
                  </a:lnTo>
                  <a:lnTo>
                    <a:pt x="67605" y="45354"/>
                  </a:lnTo>
                  <a:lnTo>
                    <a:pt x="68868" y="44723"/>
                  </a:lnTo>
                  <a:lnTo>
                    <a:pt x="69045" y="44445"/>
                  </a:lnTo>
                  <a:lnTo>
                    <a:pt x="69045" y="41516"/>
                  </a:lnTo>
                  <a:lnTo>
                    <a:pt x="70800" y="40884"/>
                  </a:lnTo>
                  <a:lnTo>
                    <a:pt x="73035" y="39028"/>
                  </a:lnTo>
                  <a:lnTo>
                    <a:pt x="73136" y="38750"/>
                  </a:lnTo>
                  <a:lnTo>
                    <a:pt x="72909" y="36414"/>
                  </a:lnTo>
                  <a:lnTo>
                    <a:pt x="72858" y="36275"/>
                  </a:lnTo>
                  <a:lnTo>
                    <a:pt x="72201" y="35253"/>
                  </a:lnTo>
                  <a:lnTo>
                    <a:pt x="73376" y="34015"/>
                  </a:lnTo>
                  <a:lnTo>
                    <a:pt x="73464" y="33800"/>
                  </a:lnTo>
                  <a:lnTo>
                    <a:pt x="73527" y="31250"/>
                  </a:lnTo>
                  <a:lnTo>
                    <a:pt x="74095" y="31199"/>
                  </a:lnTo>
                  <a:lnTo>
                    <a:pt x="76798" y="31199"/>
                  </a:lnTo>
                  <a:lnTo>
                    <a:pt x="77808" y="32247"/>
                  </a:lnTo>
                  <a:lnTo>
                    <a:pt x="77947" y="32323"/>
                  </a:lnTo>
                  <a:lnTo>
                    <a:pt x="79298" y="32702"/>
                  </a:lnTo>
                  <a:lnTo>
                    <a:pt x="78704" y="33813"/>
                  </a:lnTo>
                  <a:lnTo>
                    <a:pt x="78666" y="34015"/>
                  </a:lnTo>
                  <a:lnTo>
                    <a:pt x="78982" y="36061"/>
                  </a:lnTo>
                  <a:lnTo>
                    <a:pt x="79235" y="36326"/>
                  </a:lnTo>
                  <a:lnTo>
                    <a:pt x="81129" y="36730"/>
                  </a:lnTo>
                  <a:lnTo>
                    <a:pt x="81419" y="36629"/>
                  </a:lnTo>
                  <a:lnTo>
                    <a:pt x="82998" y="34861"/>
                  </a:lnTo>
                  <a:lnTo>
                    <a:pt x="83402" y="38523"/>
                  </a:lnTo>
                  <a:lnTo>
                    <a:pt x="83793" y="40657"/>
                  </a:lnTo>
                  <a:lnTo>
                    <a:pt x="83894" y="40834"/>
                  </a:lnTo>
                  <a:lnTo>
                    <a:pt x="85902" y="42715"/>
                  </a:lnTo>
                  <a:cubicBezTo>
                    <a:pt x="86558" y="43864"/>
                    <a:pt x="87253" y="45127"/>
                    <a:pt x="87455" y="45569"/>
                  </a:cubicBezTo>
                  <a:cubicBezTo>
                    <a:pt x="87152" y="45821"/>
                    <a:pt x="86369" y="46415"/>
                    <a:pt x="85687" y="46932"/>
                  </a:cubicBezTo>
                  <a:lnTo>
                    <a:pt x="83162" y="48385"/>
                  </a:lnTo>
                  <a:lnTo>
                    <a:pt x="81028" y="48220"/>
                  </a:lnTo>
                  <a:lnTo>
                    <a:pt x="78654" y="48220"/>
                  </a:lnTo>
                  <a:lnTo>
                    <a:pt x="78515" y="48258"/>
                  </a:lnTo>
                  <a:lnTo>
                    <a:pt x="76065" y="49521"/>
                  </a:lnTo>
                  <a:lnTo>
                    <a:pt x="76343" y="50089"/>
                  </a:lnTo>
                  <a:lnTo>
                    <a:pt x="77934" y="49369"/>
                  </a:lnTo>
                  <a:lnTo>
                    <a:pt x="78502" y="49685"/>
                  </a:lnTo>
                  <a:lnTo>
                    <a:pt x="78502" y="50834"/>
                  </a:lnTo>
                  <a:lnTo>
                    <a:pt x="79235" y="52539"/>
                  </a:lnTo>
                  <a:lnTo>
                    <a:pt x="79550" y="52728"/>
                  </a:lnTo>
                  <a:lnTo>
                    <a:pt x="82556" y="52514"/>
                  </a:lnTo>
                  <a:lnTo>
                    <a:pt x="82934" y="52930"/>
                  </a:lnTo>
                  <a:lnTo>
                    <a:pt x="79828" y="54231"/>
                  </a:lnTo>
                  <a:lnTo>
                    <a:pt x="78048" y="55355"/>
                  </a:lnTo>
                  <a:lnTo>
                    <a:pt x="77113" y="53890"/>
                  </a:lnTo>
                  <a:lnTo>
                    <a:pt x="76671" y="53802"/>
                  </a:lnTo>
                  <a:lnTo>
                    <a:pt x="74146" y="55456"/>
                  </a:lnTo>
                  <a:lnTo>
                    <a:pt x="74032" y="55607"/>
                  </a:lnTo>
                  <a:lnTo>
                    <a:pt x="73237" y="57691"/>
                  </a:lnTo>
                  <a:lnTo>
                    <a:pt x="71797" y="57691"/>
                  </a:lnTo>
                  <a:lnTo>
                    <a:pt x="71583" y="57779"/>
                  </a:lnTo>
                  <a:lnTo>
                    <a:pt x="68982" y="60330"/>
                  </a:lnTo>
                  <a:lnTo>
                    <a:pt x="68136" y="62426"/>
                  </a:lnTo>
                  <a:lnTo>
                    <a:pt x="66671" y="64888"/>
                  </a:lnTo>
                  <a:lnTo>
                    <a:pt x="63741" y="66908"/>
                  </a:lnTo>
                  <a:lnTo>
                    <a:pt x="63640" y="67009"/>
                  </a:lnTo>
                  <a:lnTo>
                    <a:pt x="62618" y="68916"/>
                  </a:lnTo>
                  <a:lnTo>
                    <a:pt x="62580" y="69068"/>
                  </a:lnTo>
                  <a:lnTo>
                    <a:pt x="62731" y="72767"/>
                  </a:lnTo>
                  <a:lnTo>
                    <a:pt x="62491" y="74043"/>
                  </a:lnTo>
                  <a:lnTo>
                    <a:pt x="61620" y="72717"/>
                  </a:lnTo>
                  <a:lnTo>
                    <a:pt x="61393" y="70823"/>
                  </a:lnTo>
                  <a:lnTo>
                    <a:pt x="61178" y="70558"/>
                  </a:lnTo>
                  <a:lnTo>
                    <a:pt x="58413" y="69686"/>
                  </a:lnTo>
                  <a:lnTo>
                    <a:pt x="56190" y="69674"/>
                  </a:lnTo>
                  <a:lnTo>
                    <a:pt x="55913" y="69838"/>
                  </a:lnTo>
                  <a:lnTo>
                    <a:pt x="55471" y="70684"/>
                  </a:lnTo>
                  <a:lnTo>
                    <a:pt x="54423" y="69838"/>
                  </a:lnTo>
                  <a:lnTo>
                    <a:pt x="54183" y="69762"/>
                  </a:lnTo>
                  <a:lnTo>
                    <a:pt x="51266" y="70166"/>
                  </a:lnTo>
                  <a:lnTo>
                    <a:pt x="51114" y="70229"/>
                  </a:lnTo>
                  <a:lnTo>
                    <a:pt x="48362" y="72287"/>
                  </a:lnTo>
                  <a:lnTo>
                    <a:pt x="48248" y="72452"/>
                  </a:lnTo>
                  <a:lnTo>
                    <a:pt x="47377" y="75381"/>
                  </a:lnTo>
                  <a:lnTo>
                    <a:pt x="47377" y="75507"/>
                  </a:lnTo>
                  <a:lnTo>
                    <a:pt x="47768" y="79093"/>
                  </a:lnTo>
                  <a:lnTo>
                    <a:pt x="47819" y="79245"/>
                  </a:lnTo>
                  <a:lnTo>
                    <a:pt x="49801" y="81934"/>
                  </a:lnTo>
                  <a:lnTo>
                    <a:pt x="50155" y="82048"/>
                  </a:lnTo>
                  <a:lnTo>
                    <a:pt x="52832" y="81101"/>
                  </a:lnTo>
                  <a:lnTo>
                    <a:pt x="52996" y="80962"/>
                  </a:lnTo>
                  <a:lnTo>
                    <a:pt x="54082" y="79144"/>
                  </a:lnTo>
                  <a:lnTo>
                    <a:pt x="56304" y="79144"/>
                  </a:lnTo>
                  <a:lnTo>
                    <a:pt x="56203" y="79876"/>
                  </a:lnTo>
                  <a:lnTo>
                    <a:pt x="55496" y="81240"/>
                  </a:lnTo>
                  <a:lnTo>
                    <a:pt x="54789" y="83210"/>
                  </a:lnTo>
                  <a:lnTo>
                    <a:pt x="55054" y="83639"/>
                  </a:lnTo>
                  <a:lnTo>
                    <a:pt x="57516" y="83930"/>
                  </a:lnTo>
                  <a:lnTo>
                    <a:pt x="59095" y="84460"/>
                  </a:lnTo>
                  <a:lnTo>
                    <a:pt x="58413" y="86202"/>
                  </a:lnTo>
                  <a:lnTo>
                    <a:pt x="58425" y="86455"/>
                  </a:lnTo>
                  <a:lnTo>
                    <a:pt x="59688" y="89056"/>
                  </a:lnTo>
                  <a:lnTo>
                    <a:pt x="59840" y="89195"/>
                  </a:lnTo>
                  <a:lnTo>
                    <a:pt x="61569" y="90066"/>
                  </a:lnTo>
                  <a:lnTo>
                    <a:pt x="61809" y="90079"/>
                  </a:lnTo>
                  <a:lnTo>
                    <a:pt x="63388" y="89586"/>
                  </a:lnTo>
                  <a:lnTo>
                    <a:pt x="64827" y="90735"/>
                  </a:lnTo>
                  <a:lnTo>
                    <a:pt x="65320" y="90597"/>
                  </a:lnTo>
                  <a:cubicBezTo>
                    <a:pt x="65345" y="90546"/>
                    <a:pt x="65749" y="89397"/>
                    <a:pt x="65863" y="88980"/>
                  </a:cubicBezTo>
                  <a:cubicBezTo>
                    <a:pt x="66166" y="88766"/>
                    <a:pt x="67656" y="88261"/>
                    <a:pt x="68944" y="87882"/>
                  </a:cubicBezTo>
                  <a:lnTo>
                    <a:pt x="71696" y="87806"/>
                  </a:lnTo>
                  <a:lnTo>
                    <a:pt x="74222" y="88437"/>
                  </a:lnTo>
                  <a:lnTo>
                    <a:pt x="76596" y="88665"/>
                  </a:lnTo>
                  <a:lnTo>
                    <a:pt x="78553" y="89788"/>
                  </a:lnTo>
                  <a:lnTo>
                    <a:pt x="80813" y="91973"/>
                  </a:lnTo>
                  <a:lnTo>
                    <a:pt x="81002" y="92061"/>
                  </a:lnTo>
                  <a:lnTo>
                    <a:pt x="83174" y="92289"/>
                  </a:lnTo>
                  <a:lnTo>
                    <a:pt x="86432" y="93362"/>
                  </a:lnTo>
                  <a:lnTo>
                    <a:pt x="87846" y="95370"/>
                  </a:lnTo>
                  <a:lnTo>
                    <a:pt x="89021" y="98097"/>
                  </a:lnTo>
                  <a:lnTo>
                    <a:pt x="89185" y="98274"/>
                  </a:lnTo>
                  <a:lnTo>
                    <a:pt x="91470" y="99221"/>
                  </a:lnTo>
                  <a:lnTo>
                    <a:pt x="93529" y="100016"/>
                  </a:lnTo>
                  <a:lnTo>
                    <a:pt x="95448" y="100345"/>
                  </a:lnTo>
                  <a:lnTo>
                    <a:pt x="98655" y="101595"/>
                  </a:lnTo>
                  <a:cubicBezTo>
                    <a:pt x="100625" y="102365"/>
                    <a:pt x="101092" y="102655"/>
                    <a:pt x="101193" y="102731"/>
                  </a:cubicBezTo>
                  <a:lnTo>
                    <a:pt x="101168" y="102782"/>
                  </a:lnTo>
                  <a:lnTo>
                    <a:pt x="102115" y="104524"/>
                  </a:lnTo>
                  <a:lnTo>
                    <a:pt x="101130" y="106305"/>
                  </a:lnTo>
                  <a:lnTo>
                    <a:pt x="99312" y="108590"/>
                  </a:lnTo>
                  <a:lnTo>
                    <a:pt x="99249" y="108716"/>
                  </a:lnTo>
                  <a:lnTo>
                    <a:pt x="98857" y="110673"/>
                  </a:lnTo>
                  <a:lnTo>
                    <a:pt x="97986" y="113855"/>
                  </a:lnTo>
                  <a:lnTo>
                    <a:pt x="97456" y="117492"/>
                  </a:lnTo>
                  <a:lnTo>
                    <a:pt x="96256" y="118199"/>
                  </a:lnTo>
                  <a:lnTo>
                    <a:pt x="93541" y="119639"/>
                  </a:lnTo>
                  <a:lnTo>
                    <a:pt x="91016" y="121369"/>
                  </a:lnTo>
                  <a:lnTo>
                    <a:pt x="90889" y="121583"/>
                  </a:lnTo>
                  <a:lnTo>
                    <a:pt x="90422" y="124260"/>
                  </a:lnTo>
                  <a:lnTo>
                    <a:pt x="89096" y="126192"/>
                  </a:lnTo>
                  <a:lnTo>
                    <a:pt x="87682" y="128604"/>
                  </a:lnTo>
                  <a:lnTo>
                    <a:pt x="86205" y="130031"/>
                  </a:lnTo>
                  <a:lnTo>
                    <a:pt x="83679" y="129589"/>
                  </a:lnTo>
                  <a:lnTo>
                    <a:pt x="83313" y="129930"/>
                  </a:lnTo>
                  <a:lnTo>
                    <a:pt x="83389" y="130889"/>
                  </a:lnTo>
                  <a:lnTo>
                    <a:pt x="83553" y="132114"/>
                  </a:lnTo>
                  <a:lnTo>
                    <a:pt x="83553" y="134008"/>
                  </a:lnTo>
                  <a:lnTo>
                    <a:pt x="81886" y="134412"/>
                  </a:lnTo>
                  <a:lnTo>
                    <a:pt x="79992" y="134968"/>
                  </a:lnTo>
                  <a:lnTo>
                    <a:pt x="79765" y="135271"/>
                  </a:lnTo>
                  <a:lnTo>
                    <a:pt x="79765" y="135801"/>
                  </a:lnTo>
                  <a:lnTo>
                    <a:pt x="79702" y="137039"/>
                  </a:lnTo>
                  <a:lnTo>
                    <a:pt x="78616" y="136912"/>
                  </a:lnTo>
                  <a:lnTo>
                    <a:pt x="78262" y="137215"/>
                  </a:lnTo>
                  <a:lnTo>
                    <a:pt x="78187" y="138314"/>
                  </a:lnTo>
                  <a:lnTo>
                    <a:pt x="78212" y="138465"/>
                  </a:lnTo>
                  <a:lnTo>
                    <a:pt x="78730" y="139640"/>
                  </a:lnTo>
                  <a:lnTo>
                    <a:pt x="78376" y="141622"/>
                  </a:lnTo>
                  <a:lnTo>
                    <a:pt x="77694" y="142102"/>
                  </a:lnTo>
                  <a:lnTo>
                    <a:pt x="77593" y="142216"/>
                  </a:lnTo>
                  <a:lnTo>
                    <a:pt x="76722" y="143882"/>
                  </a:lnTo>
                  <a:lnTo>
                    <a:pt x="76823" y="144274"/>
                  </a:lnTo>
                  <a:lnTo>
                    <a:pt x="78300" y="145335"/>
                  </a:lnTo>
                  <a:lnTo>
                    <a:pt x="78060" y="146105"/>
                  </a:lnTo>
                  <a:cubicBezTo>
                    <a:pt x="77997" y="146181"/>
                    <a:pt x="77757" y="146484"/>
                    <a:pt x="76924" y="147481"/>
                  </a:cubicBezTo>
                  <a:cubicBezTo>
                    <a:pt x="76444" y="148062"/>
                    <a:pt x="76255" y="148592"/>
                    <a:pt x="76381" y="149059"/>
                  </a:cubicBezTo>
                  <a:cubicBezTo>
                    <a:pt x="76469" y="149388"/>
                    <a:pt x="76697" y="149678"/>
                    <a:pt x="77000" y="149842"/>
                  </a:cubicBezTo>
                  <a:lnTo>
                    <a:pt x="78136" y="152646"/>
                  </a:lnTo>
                  <a:lnTo>
                    <a:pt x="78275" y="152810"/>
                  </a:lnTo>
                  <a:lnTo>
                    <a:pt x="81167" y="154363"/>
                  </a:lnTo>
                  <a:lnTo>
                    <a:pt x="80245" y="155449"/>
                  </a:lnTo>
                  <a:lnTo>
                    <a:pt x="77492" y="155449"/>
                  </a:lnTo>
                  <a:lnTo>
                    <a:pt x="75889" y="154401"/>
                  </a:lnTo>
                  <a:lnTo>
                    <a:pt x="73628" y="151130"/>
                  </a:lnTo>
                  <a:lnTo>
                    <a:pt x="72429" y="147443"/>
                  </a:lnTo>
                  <a:lnTo>
                    <a:pt x="72113" y="145625"/>
                  </a:lnTo>
                  <a:lnTo>
                    <a:pt x="70825" y="143605"/>
                  </a:lnTo>
                  <a:lnTo>
                    <a:pt x="72568" y="139577"/>
                  </a:lnTo>
                  <a:lnTo>
                    <a:pt x="72454" y="139198"/>
                  </a:lnTo>
                  <a:lnTo>
                    <a:pt x="71242" y="138327"/>
                  </a:lnTo>
                  <a:lnTo>
                    <a:pt x="71014" y="135523"/>
                  </a:lnTo>
                  <a:lnTo>
                    <a:pt x="71090" y="133112"/>
                  </a:lnTo>
                  <a:lnTo>
                    <a:pt x="71873" y="129993"/>
                  </a:lnTo>
                  <a:lnTo>
                    <a:pt x="71886" y="129892"/>
                  </a:lnTo>
                  <a:lnTo>
                    <a:pt x="71722" y="127884"/>
                  </a:lnTo>
                  <a:lnTo>
                    <a:pt x="71962" y="123907"/>
                  </a:lnTo>
                  <a:lnTo>
                    <a:pt x="71722" y="120030"/>
                  </a:lnTo>
                  <a:lnTo>
                    <a:pt x="71242" y="115295"/>
                  </a:lnTo>
                  <a:lnTo>
                    <a:pt x="71191" y="115131"/>
                  </a:lnTo>
                  <a:lnTo>
                    <a:pt x="69929" y="113401"/>
                  </a:lnTo>
                  <a:lnTo>
                    <a:pt x="67921" y="112252"/>
                  </a:lnTo>
                  <a:lnTo>
                    <a:pt x="65837" y="109007"/>
                  </a:lnTo>
                  <a:lnTo>
                    <a:pt x="63678" y="105724"/>
                  </a:lnTo>
                  <a:lnTo>
                    <a:pt x="61367" y="103274"/>
                  </a:lnTo>
                  <a:lnTo>
                    <a:pt x="61772" y="102277"/>
                  </a:lnTo>
                  <a:lnTo>
                    <a:pt x="62024" y="100029"/>
                  </a:lnTo>
                  <a:lnTo>
                    <a:pt x="62782" y="97832"/>
                  </a:lnTo>
                  <a:lnTo>
                    <a:pt x="64246" y="96051"/>
                  </a:lnTo>
                  <a:lnTo>
                    <a:pt x="64322" y="95887"/>
                  </a:lnTo>
                  <a:lnTo>
                    <a:pt x="64638" y="92415"/>
                  </a:lnTo>
                  <a:lnTo>
                    <a:pt x="64562" y="92175"/>
                  </a:lnTo>
                  <a:lnTo>
                    <a:pt x="62971" y="90369"/>
                  </a:lnTo>
                  <a:lnTo>
                    <a:pt x="62529" y="90344"/>
                  </a:lnTo>
                  <a:lnTo>
                    <a:pt x="61431" y="91304"/>
                  </a:lnTo>
                  <a:lnTo>
                    <a:pt x="59145" y="90091"/>
                  </a:lnTo>
                  <a:lnTo>
                    <a:pt x="55799" y="86341"/>
                  </a:lnTo>
                  <a:lnTo>
                    <a:pt x="55622" y="86253"/>
                  </a:lnTo>
                  <a:lnTo>
                    <a:pt x="52781" y="85634"/>
                  </a:lnTo>
                  <a:lnTo>
                    <a:pt x="50243" y="83626"/>
                  </a:lnTo>
                  <a:lnTo>
                    <a:pt x="49877" y="83614"/>
                  </a:lnTo>
                  <a:lnTo>
                    <a:pt x="49157" y="84068"/>
                  </a:lnTo>
                  <a:lnTo>
                    <a:pt x="46430" y="82629"/>
                  </a:lnTo>
                  <a:lnTo>
                    <a:pt x="42566" y="81467"/>
                  </a:lnTo>
                  <a:lnTo>
                    <a:pt x="41051" y="79801"/>
                  </a:lnTo>
                  <a:lnTo>
                    <a:pt x="40899" y="77629"/>
                  </a:lnTo>
                  <a:lnTo>
                    <a:pt x="40861" y="77490"/>
                  </a:lnTo>
                  <a:lnTo>
                    <a:pt x="38803" y="73942"/>
                  </a:lnTo>
                  <a:lnTo>
                    <a:pt x="36606" y="71858"/>
                  </a:lnTo>
                  <a:lnTo>
                    <a:pt x="35760" y="68739"/>
                  </a:lnTo>
                  <a:lnTo>
                    <a:pt x="34282" y="66959"/>
                  </a:lnTo>
                  <a:lnTo>
                    <a:pt x="33727" y="67199"/>
                  </a:lnTo>
                  <a:lnTo>
                    <a:pt x="34358" y="71694"/>
                  </a:lnTo>
                  <a:lnTo>
                    <a:pt x="34421" y="71858"/>
                  </a:lnTo>
                  <a:lnTo>
                    <a:pt x="35873" y="73689"/>
                  </a:lnTo>
                  <a:lnTo>
                    <a:pt x="36240" y="75722"/>
                  </a:lnTo>
                  <a:lnTo>
                    <a:pt x="36240" y="75722"/>
                  </a:lnTo>
                  <a:lnTo>
                    <a:pt x="34484" y="73866"/>
                  </a:lnTo>
                  <a:lnTo>
                    <a:pt x="33070" y="68878"/>
                  </a:lnTo>
                  <a:lnTo>
                    <a:pt x="31808" y="65406"/>
                  </a:lnTo>
                  <a:lnTo>
                    <a:pt x="31694" y="65242"/>
                  </a:lnTo>
                  <a:lnTo>
                    <a:pt x="30014" y="64093"/>
                  </a:lnTo>
                  <a:lnTo>
                    <a:pt x="28360" y="61454"/>
                  </a:lnTo>
                  <a:lnTo>
                    <a:pt x="28045" y="57097"/>
                  </a:lnTo>
                  <a:lnTo>
                    <a:pt x="28512" y="52817"/>
                  </a:lnTo>
                  <a:lnTo>
                    <a:pt x="29749" y="50354"/>
                  </a:lnTo>
                  <a:lnTo>
                    <a:pt x="30014" y="47627"/>
                  </a:lnTo>
                  <a:lnTo>
                    <a:pt x="29989" y="47475"/>
                  </a:lnTo>
                  <a:lnTo>
                    <a:pt x="28310" y="43776"/>
                  </a:lnTo>
                  <a:lnTo>
                    <a:pt x="28449" y="42841"/>
                  </a:lnTo>
                  <a:lnTo>
                    <a:pt x="30419" y="44079"/>
                  </a:lnTo>
                  <a:lnTo>
                    <a:pt x="30873" y="43700"/>
                  </a:lnTo>
                  <a:lnTo>
                    <a:pt x="29623" y="40733"/>
                  </a:lnTo>
                  <a:lnTo>
                    <a:pt x="28916" y="36364"/>
                  </a:lnTo>
                  <a:lnTo>
                    <a:pt x="28411" y="36174"/>
                  </a:lnTo>
                  <a:lnTo>
                    <a:pt x="27300" y="37109"/>
                  </a:lnTo>
                  <a:lnTo>
                    <a:pt x="27211" y="37260"/>
                  </a:lnTo>
                  <a:lnTo>
                    <a:pt x="26517" y="39432"/>
                  </a:lnTo>
                  <a:lnTo>
                    <a:pt x="26100" y="38435"/>
                  </a:lnTo>
                  <a:lnTo>
                    <a:pt x="26630" y="36477"/>
                  </a:lnTo>
                  <a:lnTo>
                    <a:pt x="27262" y="33472"/>
                  </a:lnTo>
                  <a:lnTo>
                    <a:pt x="27262" y="33358"/>
                  </a:lnTo>
                  <a:lnTo>
                    <a:pt x="26555" y="29330"/>
                  </a:lnTo>
                  <a:lnTo>
                    <a:pt x="25027" y="26477"/>
                  </a:lnTo>
                  <a:lnTo>
                    <a:pt x="24901" y="26363"/>
                  </a:lnTo>
                  <a:cubicBezTo>
                    <a:pt x="21319" y="24236"/>
                    <a:pt x="20275" y="23768"/>
                    <a:pt x="19914" y="23768"/>
                  </a:cubicBezTo>
                  <a:cubicBezTo>
                    <a:pt x="19779" y="23768"/>
                    <a:pt x="19739" y="23832"/>
                    <a:pt x="19698" y="23901"/>
                  </a:cubicBezTo>
                  <a:cubicBezTo>
                    <a:pt x="19521" y="24040"/>
                    <a:pt x="18322" y="24444"/>
                    <a:pt x="17337" y="24747"/>
                  </a:cubicBezTo>
                  <a:lnTo>
                    <a:pt x="16112" y="24999"/>
                  </a:lnTo>
                  <a:lnTo>
                    <a:pt x="17299" y="22840"/>
                  </a:lnTo>
                  <a:lnTo>
                    <a:pt x="16832" y="22436"/>
                  </a:lnTo>
                  <a:lnTo>
                    <a:pt x="14370" y="24191"/>
                  </a:lnTo>
                  <a:lnTo>
                    <a:pt x="12362" y="25959"/>
                  </a:lnTo>
                  <a:lnTo>
                    <a:pt x="10127" y="28573"/>
                  </a:lnTo>
                  <a:lnTo>
                    <a:pt x="4394" y="30896"/>
                  </a:lnTo>
                  <a:lnTo>
                    <a:pt x="2134" y="31262"/>
                  </a:lnTo>
                  <a:lnTo>
                    <a:pt x="3132" y="30770"/>
                  </a:lnTo>
                  <a:cubicBezTo>
                    <a:pt x="8687" y="27702"/>
                    <a:pt x="8763" y="27399"/>
                    <a:pt x="8801" y="27247"/>
                  </a:cubicBezTo>
                  <a:cubicBezTo>
                    <a:pt x="8852" y="27058"/>
                    <a:pt x="9432" y="26224"/>
                    <a:pt x="9937" y="25555"/>
                  </a:cubicBezTo>
                  <a:lnTo>
                    <a:pt x="9887" y="25126"/>
                  </a:lnTo>
                  <a:lnTo>
                    <a:pt x="8018" y="23573"/>
                  </a:lnTo>
                  <a:lnTo>
                    <a:pt x="6882" y="22373"/>
                  </a:lnTo>
                  <a:lnTo>
                    <a:pt x="6389" y="20454"/>
                  </a:lnTo>
                  <a:lnTo>
                    <a:pt x="7702" y="18396"/>
                  </a:lnTo>
                  <a:lnTo>
                    <a:pt x="9584" y="16034"/>
                  </a:lnTo>
                  <a:lnTo>
                    <a:pt x="12425" y="15466"/>
                  </a:lnTo>
                  <a:lnTo>
                    <a:pt x="12602" y="15365"/>
                  </a:lnTo>
                  <a:lnTo>
                    <a:pt x="14256" y="13332"/>
                  </a:lnTo>
                  <a:lnTo>
                    <a:pt x="13991" y="12814"/>
                  </a:lnTo>
                  <a:lnTo>
                    <a:pt x="12059" y="12979"/>
                  </a:lnTo>
                  <a:lnTo>
                    <a:pt x="9761" y="12625"/>
                  </a:lnTo>
                  <a:lnTo>
                    <a:pt x="9761" y="11943"/>
                  </a:lnTo>
                  <a:lnTo>
                    <a:pt x="10405" y="10579"/>
                  </a:lnTo>
                  <a:lnTo>
                    <a:pt x="12753" y="9531"/>
                  </a:lnTo>
                  <a:lnTo>
                    <a:pt x="13347" y="9999"/>
                  </a:lnTo>
                  <a:lnTo>
                    <a:pt x="15582" y="10655"/>
                  </a:lnTo>
                  <a:lnTo>
                    <a:pt x="15986" y="10302"/>
                  </a:lnTo>
                  <a:lnTo>
                    <a:pt x="15733" y="8572"/>
                  </a:lnTo>
                  <a:lnTo>
                    <a:pt x="14799" y="5301"/>
                  </a:lnTo>
                  <a:lnTo>
                    <a:pt x="14799" y="4582"/>
                  </a:lnTo>
                  <a:lnTo>
                    <a:pt x="16996" y="3268"/>
                  </a:lnTo>
                  <a:cubicBezTo>
                    <a:pt x="17249" y="3167"/>
                    <a:pt x="17943" y="2814"/>
                    <a:pt x="20178" y="1387"/>
                  </a:cubicBezTo>
                  <a:cubicBezTo>
                    <a:pt x="21117" y="797"/>
                    <a:pt x="21746" y="618"/>
                    <a:pt x="22159" y="618"/>
                  </a:cubicBezTo>
                  <a:close/>
                  <a:moveTo>
                    <a:pt x="22164" y="0"/>
                  </a:moveTo>
                  <a:cubicBezTo>
                    <a:pt x="21532" y="0"/>
                    <a:pt x="20754" y="291"/>
                    <a:pt x="19837" y="869"/>
                  </a:cubicBezTo>
                  <a:cubicBezTo>
                    <a:pt x="17274" y="2498"/>
                    <a:pt x="16819" y="2675"/>
                    <a:pt x="16781" y="2688"/>
                  </a:cubicBezTo>
                  <a:lnTo>
                    <a:pt x="14332" y="4127"/>
                  </a:lnTo>
                  <a:lnTo>
                    <a:pt x="14180" y="4392"/>
                  </a:lnTo>
                  <a:lnTo>
                    <a:pt x="14180" y="5339"/>
                  </a:lnTo>
                  <a:lnTo>
                    <a:pt x="15127" y="8698"/>
                  </a:lnTo>
                  <a:lnTo>
                    <a:pt x="15291" y="9923"/>
                  </a:lnTo>
                  <a:lnTo>
                    <a:pt x="13688" y="9468"/>
                  </a:lnTo>
                  <a:lnTo>
                    <a:pt x="12993" y="8925"/>
                  </a:lnTo>
                  <a:lnTo>
                    <a:pt x="12665" y="8875"/>
                  </a:lnTo>
                  <a:lnTo>
                    <a:pt x="10051" y="10062"/>
                  </a:lnTo>
                  <a:lnTo>
                    <a:pt x="9887" y="10213"/>
                  </a:lnTo>
                  <a:lnTo>
                    <a:pt x="9155" y="11754"/>
                  </a:lnTo>
                  <a:lnTo>
                    <a:pt x="9129" y="12915"/>
                  </a:lnTo>
                  <a:lnTo>
                    <a:pt x="9395" y="13231"/>
                  </a:lnTo>
                  <a:lnTo>
                    <a:pt x="11983" y="13623"/>
                  </a:lnTo>
                  <a:lnTo>
                    <a:pt x="12059" y="13623"/>
                  </a:lnTo>
                  <a:lnTo>
                    <a:pt x="13284" y="13521"/>
                  </a:lnTo>
                  <a:lnTo>
                    <a:pt x="12185" y="14873"/>
                  </a:lnTo>
                  <a:lnTo>
                    <a:pt x="9344" y="15441"/>
                  </a:lnTo>
                  <a:lnTo>
                    <a:pt x="9155" y="15554"/>
                  </a:lnTo>
                  <a:lnTo>
                    <a:pt x="7185" y="18029"/>
                  </a:lnTo>
                  <a:lnTo>
                    <a:pt x="5771" y="20239"/>
                  </a:lnTo>
                  <a:lnTo>
                    <a:pt x="5733" y="20479"/>
                  </a:lnTo>
                  <a:lnTo>
                    <a:pt x="6288" y="22613"/>
                  </a:lnTo>
                  <a:lnTo>
                    <a:pt x="6364" y="22752"/>
                  </a:lnTo>
                  <a:lnTo>
                    <a:pt x="7576" y="24040"/>
                  </a:lnTo>
                  <a:lnTo>
                    <a:pt x="9243" y="25416"/>
                  </a:lnTo>
                  <a:cubicBezTo>
                    <a:pt x="8877" y="25909"/>
                    <a:pt x="8334" y="26679"/>
                    <a:pt x="8208" y="27032"/>
                  </a:cubicBezTo>
                  <a:cubicBezTo>
                    <a:pt x="7841" y="27386"/>
                    <a:pt x="4874" y="29091"/>
                    <a:pt x="2841" y="30214"/>
                  </a:cubicBezTo>
                  <a:lnTo>
                    <a:pt x="0" y="31629"/>
                  </a:lnTo>
                  <a:lnTo>
                    <a:pt x="189" y="32222"/>
                  </a:lnTo>
                  <a:lnTo>
                    <a:pt x="4533" y="31515"/>
                  </a:lnTo>
                  <a:lnTo>
                    <a:pt x="10430" y="29128"/>
                  </a:lnTo>
                  <a:lnTo>
                    <a:pt x="10556" y="29040"/>
                  </a:lnTo>
                  <a:lnTo>
                    <a:pt x="12804" y="26388"/>
                  </a:lnTo>
                  <a:lnTo>
                    <a:pt x="14748" y="24684"/>
                  </a:lnTo>
                  <a:lnTo>
                    <a:pt x="16087" y="23737"/>
                  </a:lnTo>
                  <a:lnTo>
                    <a:pt x="15241" y="25302"/>
                  </a:lnTo>
                  <a:lnTo>
                    <a:pt x="15582" y="25757"/>
                  </a:lnTo>
                  <a:lnTo>
                    <a:pt x="17488" y="25366"/>
                  </a:lnTo>
                  <a:cubicBezTo>
                    <a:pt x="19180" y="24861"/>
                    <a:pt x="19787" y="24595"/>
                    <a:pt x="20026" y="24431"/>
                  </a:cubicBezTo>
                  <a:cubicBezTo>
                    <a:pt x="20544" y="24595"/>
                    <a:pt x="22628" y="25757"/>
                    <a:pt x="24496" y="26868"/>
                  </a:cubicBezTo>
                  <a:lnTo>
                    <a:pt x="25936" y="29507"/>
                  </a:lnTo>
                  <a:lnTo>
                    <a:pt x="26618" y="33409"/>
                  </a:lnTo>
                  <a:lnTo>
                    <a:pt x="26012" y="36338"/>
                  </a:lnTo>
                  <a:lnTo>
                    <a:pt x="25456" y="38384"/>
                  </a:lnTo>
                  <a:lnTo>
                    <a:pt x="25469" y="38586"/>
                  </a:lnTo>
                  <a:lnTo>
                    <a:pt x="26264" y="40480"/>
                  </a:lnTo>
                  <a:lnTo>
                    <a:pt x="26858" y="40455"/>
                  </a:lnTo>
                  <a:lnTo>
                    <a:pt x="27767" y="37538"/>
                  </a:lnTo>
                  <a:lnTo>
                    <a:pt x="28373" y="37033"/>
                  </a:lnTo>
                  <a:lnTo>
                    <a:pt x="29004" y="40884"/>
                  </a:lnTo>
                  <a:lnTo>
                    <a:pt x="29888" y="43018"/>
                  </a:lnTo>
                  <a:lnTo>
                    <a:pt x="28360" y="42058"/>
                  </a:lnTo>
                  <a:lnTo>
                    <a:pt x="27893" y="42273"/>
                  </a:lnTo>
                  <a:lnTo>
                    <a:pt x="27653" y="43763"/>
                  </a:lnTo>
                  <a:lnTo>
                    <a:pt x="27678" y="43953"/>
                  </a:lnTo>
                  <a:lnTo>
                    <a:pt x="29383" y="47652"/>
                  </a:lnTo>
                  <a:lnTo>
                    <a:pt x="29156" y="50114"/>
                  </a:lnTo>
                  <a:lnTo>
                    <a:pt x="27918" y="52589"/>
                  </a:lnTo>
                  <a:lnTo>
                    <a:pt x="27413" y="57085"/>
                  </a:lnTo>
                  <a:lnTo>
                    <a:pt x="27729" y="61580"/>
                  </a:lnTo>
                  <a:lnTo>
                    <a:pt x="27779" y="61719"/>
                  </a:lnTo>
                  <a:lnTo>
                    <a:pt x="29522" y="64484"/>
                  </a:lnTo>
                  <a:lnTo>
                    <a:pt x="31252" y="65696"/>
                  </a:lnTo>
                  <a:lnTo>
                    <a:pt x="32464" y="69030"/>
                  </a:lnTo>
                  <a:lnTo>
                    <a:pt x="33891" y="74080"/>
                  </a:lnTo>
                  <a:lnTo>
                    <a:pt x="33967" y="74219"/>
                  </a:lnTo>
                  <a:lnTo>
                    <a:pt x="36505" y="76896"/>
                  </a:lnTo>
                  <a:lnTo>
                    <a:pt x="37048" y="76631"/>
                  </a:lnTo>
                  <a:lnTo>
                    <a:pt x="36467" y="73474"/>
                  </a:lnTo>
                  <a:lnTo>
                    <a:pt x="36404" y="73335"/>
                  </a:lnTo>
                  <a:lnTo>
                    <a:pt x="34964" y="71505"/>
                  </a:lnTo>
                  <a:lnTo>
                    <a:pt x="34484" y="68171"/>
                  </a:lnTo>
                  <a:lnTo>
                    <a:pt x="34484" y="68171"/>
                  </a:lnTo>
                  <a:lnTo>
                    <a:pt x="35166" y="68954"/>
                  </a:lnTo>
                  <a:lnTo>
                    <a:pt x="36012" y="72098"/>
                  </a:lnTo>
                  <a:lnTo>
                    <a:pt x="36101" y="72237"/>
                  </a:lnTo>
                  <a:lnTo>
                    <a:pt x="38273" y="74295"/>
                  </a:lnTo>
                  <a:lnTo>
                    <a:pt x="40268" y="77730"/>
                  </a:lnTo>
                  <a:lnTo>
                    <a:pt x="40419" y="79939"/>
                  </a:lnTo>
                  <a:lnTo>
                    <a:pt x="40508" y="80141"/>
                  </a:lnTo>
                  <a:lnTo>
                    <a:pt x="42162" y="81947"/>
                  </a:lnTo>
                  <a:lnTo>
                    <a:pt x="42301" y="82035"/>
                  </a:lnTo>
                  <a:lnTo>
                    <a:pt x="46202" y="83197"/>
                  </a:lnTo>
                  <a:lnTo>
                    <a:pt x="49043" y="84700"/>
                  </a:lnTo>
                  <a:lnTo>
                    <a:pt x="49359" y="84687"/>
                  </a:lnTo>
                  <a:lnTo>
                    <a:pt x="50028" y="84245"/>
                  </a:lnTo>
                  <a:lnTo>
                    <a:pt x="52453" y="86165"/>
                  </a:lnTo>
                  <a:lnTo>
                    <a:pt x="52592" y="86228"/>
                  </a:lnTo>
                  <a:lnTo>
                    <a:pt x="55407" y="86834"/>
                  </a:lnTo>
                  <a:lnTo>
                    <a:pt x="58716" y="90546"/>
                  </a:lnTo>
                  <a:lnTo>
                    <a:pt x="61330" y="91960"/>
                  </a:lnTo>
                  <a:lnTo>
                    <a:pt x="61683" y="91910"/>
                  </a:lnTo>
                  <a:lnTo>
                    <a:pt x="62706" y="91013"/>
                  </a:lnTo>
                  <a:lnTo>
                    <a:pt x="63994" y="92491"/>
                  </a:lnTo>
                  <a:lnTo>
                    <a:pt x="63691" y="95723"/>
                  </a:lnTo>
                  <a:lnTo>
                    <a:pt x="62251" y="97466"/>
                  </a:lnTo>
                  <a:lnTo>
                    <a:pt x="61405" y="99840"/>
                  </a:lnTo>
                  <a:lnTo>
                    <a:pt x="61165" y="102074"/>
                  </a:lnTo>
                  <a:lnTo>
                    <a:pt x="60711" y="103224"/>
                  </a:lnTo>
                  <a:lnTo>
                    <a:pt x="60774" y="103552"/>
                  </a:lnTo>
                  <a:lnTo>
                    <a:pt x="63186" y="106115"/>
                  </a:lnTo>
                  <a:lnTo>
                    <a:pt x="65320" y="109335"/>
                  </a:lnTo>
                  <a:lnTo>
                    <a:pt x="67441" y="112656"/>
                  </a:lnTo>
                  <a:lnTo>
                    <a:pt x="67555" y="112757"/>
                  </a:lnTo>
                  <a:lnTo>
                    <a:pt x="69461" y="113818"/>
                  </a:lnTo>
                  <a:lnTo>
                    <a:pt x="70623" y="115421"/>
                  </a:lnTo>
                  <a:lnTo>
                    <a:pt x="71090" y="120055"/>
                  </a:lnTo>
                  <a:lnTo>
                    <a:pt x="71330" y="123881"/>
                  </a:lnTo>
                  <a:lnTo>
                    <a:pt x="71090" y="127871"/>
                  </a:lnTo>
                  <a:lnTo>
                    <a:pt x="71254" y="129866"/>
                  </a:lnTo>
                  <a:lnTo>
                    <a:pt x="70472" y="132973"/>
                  </a:lnTo>
                  <a:lnTo>
                    <a:pt x="70383" y="135511"/>
                  </a:lnTo>
                  <a:lnTo>
                    <a:pt x="70623" y="138516"/>
                  </a:lnTo>
                  <a:lnTo>
                    <a:pt x="70749" y="138743"/>
                  </a:lnTo>
                  <a:lnTo>
                    <a:pt x="71886" y="139539"/>
                  </a:lnTo>
                  <a:lnTo>
                    <a:pt x="70168" y="143491"/>
                  </a:lnTo>
                  <a:lnTo>
                    <a:pt x="70194" y="143794"/>
                  </a:lnTo>
                  <a:lnTo>
                    <a:pt x="71507" y="145789"/>
                  </a:lnTo>
                  <a:lnTo>
                    <a:pt x="71823" y="147582"/>
                  </a:lnTo>
                  <a:lnTo>
                    <a:pt x="73035" y="151370"/>
                  </a:lnTo>
                  <a:lnTo>
                    <a:pt x="75409" y="154805"/>
                  </a:lnTo>
                  <a:lnTo>
                    <a:pt x="77227" y="156030"/>
                  </a:lnTo>
                  <a:lnTo>
                    <a:pt x="77391" y="156080"/>
                  </a:lnTo>
                  <a:lnTo>
                    <a:pt x="80396" y="156080"/>
                  </a:lnTo>
                  <a:lnTo>
                    <a:pt x="80624" y="155966"/>
                  </a:lnTo>
                  <a:lnTo>
                    <a:pt x="81886" y="154476"/>
                  </a:lnTo>
                  <a:lnTo>
                    <a:pt x="81798" y="153984"/>
                  </a:lnTo>
                  <a:lnTo>
                    <a:pt x="78666" y="152305"/>
                  </a:lnTo>
                  <a:lnTo>
                    <a:pt x="77530" y="149501"/>
                  </a:lnTo>
                  <a:lnTo>
                    <a:pt x="77353" y="149325"/>
                  </a:lnTo>
                  <a:cubicBezTo>
                    <a:pt x="77176" y="149249"/>
                    <a:pt x="77038" y="149097"/>
                    <a:pt x="76974" y="148908"/>
                  </a:cubicBezTo>
                  <a:cubicBezTo>
                    <a:pt x="76911" y="148643"/>
                    <a:pt x="77063" y="148289"/>
                    <a:pt x="77391" y="147885"/>
                  </a:cubicBezTo>
                  <a:cubicBezTo>
                    <a:pt x="78363" y="146723"/>
                    <a:pt x="78591" y="146458"/>
                    <a:pt x="78641" y="146332"/>
                  </a:cubicBezTo>
                  <a:lnTo>
                    <a:pt x="78957" y="145309"/>
                  </a:lnTo>
                  <a:lnTo>
                    <a:pt x="78831" y="144956"/>
                  </a:lnTo>
                  <a:lnTo>
                    <a:pt x="77404" y="143933"/>
                  </a:lnTo>
                  <a:lnTo>
                    <a:pt x="78111" y="142582"/>
                  </a:lnTo>
                  <a:lnTo>
                    <a:pt x="78831" y="142077"/>
                  </a:lnTo>
                  <a:lnTo>
                    <a:pt x="78957" y="141862"/>
                  </a:lnTo>
                  <a:lnTo>
                    <a:pt x="79361" y="139652"/>
                  </a:lnTo>
                  <a:lnTo>
                    <a:pt x="79336" y="139476"/>
                  </a:lnTo>
                  <a:lnTo>
                    <a:pt x="78818" y="138289"/>
                  </a:lnTo>
                  <a:lnTo>
                    <a:pt x="78869" y="137582"/>
                  </a:lnTo>
                  <a:lnTo>
                    <a:pt x="79954" y="137708"/>
                  </a:lnTo>
                  <a:lnTo>
                    <a:pt x="80308" y="137417"/>
                  </a:lnTo>
                  <a:lnTo>
                    <a:pt x="80384" y="135814"/>
                  </a:lnTo>
                  <a:lnTo>
                    <a:pt x="80384" y="135498"/>
                  </a:lnTo>
                  <a:lnTo>
                    <a:pt x="82038" y="135018"/>
                  </a:lnTo>
                  <a:lnTo>
                    <a:pt x="83932" y="134551"/>
                  </a:lnTo>
                  <a:lnTo>
                    <a:pt x="84172" y="134235"/>
                  </a:lnTo>
                  <a:lnTo>
                    <a:pt x="84172" y="132076"/>
                  </a:lnTo>
                  <a:lnTo>
                    <a:pt x="84020" y="130826"/>
                  </a:lnTo>
                  <a:lnTo>
                    <a:pt x="83970" y="130283"/>
                  </a:lnTo>
                  <a:lnTo>
                    <a:pt x="86243" y="130675"/>
                  </a:lnTo>
                  <a:lnTo>
                    <a:pt x="86521" y="130586"/>
                  </a:lnTo>
                  <a:lnTo>
                    <a:pt x="88137" y="129008"/>
                  </a:lnTo>
                  <a:lnTo>
                    <a:pt x="89614" y="126520"/>
                  </a:lnTo>
                  <a:lnTo>
                    <a:pt x="90965" y="124551"/>
                  </a:lnTo>
                  <a:lnTo>
                    <a:pt x="91470" y="121798"/>
                  </a:lnTo>
                  <a:lnTo>
                    <a:pt x="93857" y="120156"/>
                  </a:lnTo>
                  <a:lnTo>
                    <a:pt x="96546" y="118742"/>
                  </a:lnTo>
                  <a:lnTo>
                    <a:pt x="97897" y="117947"/>
                  </a:lnTo>
                  <a:lnTo>
                    <a:pt x="98049" y="117719"/>
                  </a:lnTo>
                  <a:lnTo>
                    <a:pt x="98592" y="113982"/>
                  </a:lnTo>
                  <a:lnTo>
                    <a:pt x="99463" y="110800"/>
                  </a:lnTo>
                  <a:lnTo>
                    <a:pt x="99842" y="108906"/>
                  </a:lnTo>
                  <a:lnTo>
                    <a:pt x="101648" y="106645"/>
                  </a:lnTo>
                  <a:lnTo>
                    <a:pt x="102746" y="104676"/>
                  </a:lnTo>
                  <a:lnTo>
                    <a:pt x="102746" y="104373"/>
                  </a:lnTo>
                  <a:lnTo>
                    <a:pt x="101799" y="102617"/>
                  </a:lnTo>
                  <a:cubicBezTo>
                    <a:pt x="101824" y="102352"/>
                    <a:pt x="101774" y="102125"/>
                    <a:pt x="98882" y="100989"/>
                  </a:cubicBezTo>
                  <a:lnTo>
                    <a:pt x="95650" y="99726"/>
                  </a:lnTo>
                  <a:lnTo>
                    <a:pt x="93718" y="99410"/>
                  </a:lnTo>
                  <a:lnTo>
                    <a:pt x="91710" y="98627"/>
                  </a:lnTo>
                  <a:lnTo>
                    <a:pt x="89551" y="97731"/>
                  </a:lnTo>
                  <a:lnTo>
                    <a:pt x="88415" y="95092"/>
                  </a:lnTo>
                  <a:lnTo>
                    <a:pt x="86887" y="92907"/>
                  </a:lnTo>
                  <a:lnTo>
                    <a:pt x="86735" y="92794"/>
                  </a:lnTo>
                  <a:lnTo>
                    <a:pt x="83338" y="91682"/>
                  </a:lnTo>
                  <a:lnTo>
                    <a:pt x="81179" y="91455"/>
                  </a:lnTo>
                  <a:lnTo>
                    <a:pt x="78970" y="89321"/>
                  </a:lnTo>
                  <a:lnTo>
                    <a:pt x="76861" y="88084"/>
                  </a:lnTo>
                  <a:lnTo>
                    <a:pt x="74335" y="87819"/>
                  </a:lnTo>
                  <a:lnTo>
                    <a:pt x="71810" y="87187"/>
                  </a:lnTo>
                  <a:lnTo>
                    <a:pt x="71722" y="87175"/>
                  </a:lnTo>
                  <a:lnTo>
                    <a:pt x="68881" y="87263"/>
                  </a:lnTo>
                  <a:lnTo>
                    <a:pt x="68792" y="87276"/>
                  </a:lnTo>
                  <a:cubicBezTo>
                    <a:pt x="65395" y="88273"/>
                    <a:pt x="65320" y="88576"/>
                    <a:pt x="65269" y="88753"/>
                  </a:cubicBezTo>
                  <a:cubicBezTo>
                    <a:pt x="65219" y="88942"/>
                    <a:pt x="65029" y="89523"/>
                    <a:pt x="64878" y="89965"/>
                  </a:cubicBezTo>
                  <a:lnTo>
                    <a:pt x="63640" y="88993"/>
                  </a:lnTo>
                  <a:lnTo>
                    <a:pt x="63350" y="88930"/>
                  </a:lnTo>
                  <a:lnTo>
                    <a:pt x="61734" y="89448"/>
                  </a:lnTo>
                  <a:lnTo>
                    <a:pt x="60218" y="88690"/>
                  </a:lnTo>
                  <a:lnTo>
                    <a:pt x="59057" y="86303"/>
                  </a:lnTo>
                  <a:lnTo>
                    <a:pt x="59802" y="84384"/>
                  </a:lnTo>
                  <a:lnTo>
                    <a:pt x="59600" y="83967"/>
                  </a:lnTo>
                  <a:lnTo>
                    <a:pt x="57655" y="83311"/>
                  </a:lnTo>
                  <a:lnTo>
                    <a:pt x="55521" y="83046"/>
                  </a:lnTo>
                  <a:lnTo>
                    <a:pt x="56077" y="81480"/>
                  </a:lnTo>
                  <a:lnTo>
                    <a:pt x="56796" y="80104"/>
                  </a:lnTo>
                  <a:lnTo>
                    <a:pt x="56986" y="78853"/>
                  </a:lnTo>
                  <a:lnTo>
                    <a:pt x="56670" y="78500"/>
                  </a:lnTo>
                  <a:lnTo>
                    <a:pt x="53905" y="78500"/>
                  </a:lnTo>
                  <a:lnTo>
                    <a:pt x="53640" y="78651"/>
                  </a:lnTo>
                  <a:lnTo>
                    <a:pt x="52516" y="80533"/>
                  </a:lnTo>
                  <a:lnTo>
                    <a:pt x="50155" y="81366"/>
                  </a:lnTo>
                  <a:lnTo>
                    <a:pt x="48374" y="78942"/>
                  </a:lnTo>
                  <a:lnTo>
                    <a:pt x="47995" y="75495"/>
                  </a:lnTo>
                  <a:lnTo>
                    <a:pt x="48816" y="72717"/>
                  </a:lnTo>
                  <a:lnTo>
                    <a:pt x="51443" y="70772"/>
                  </a:lnTo>
                  <a:lnTo>
                    <a:pt x="54132" y="70393"/>
                  </a:lnTo>
                  <a:lnTo>
                    <a:pt x="55370" y="71416"/>
                  </a:lnTo>
                  <a:lnTo>
                    <a:pt x="55849" y="71315"/>
                  </a:lnTo>
                  <a:lnTo>
                    <a:pt x="56392" y="70305"/>
                  </a:lnTo>
                  <a:lnTo>
                    <a:pt x="58286" y="70305"/>
                  </a:lnTo>
                  <a:lnTo>
                    <a:pt x="60799" y="71088"/>
                  </a:lnTo>
                  <a:lnTo>
                    <a:pt x="61014" y="72856"/>
                  </a:lnTo>
                  <a:lnTo>
                    <a:pt x="61064" y="72995"/>
                  </a:lnTo>
                  <a:lnTo>
                    <a:pt x="62403" y="75040"/>
                  </a:lnTo>
                  <a:lnTo>
                    <a:pt x="62971" y="74926"/>
                  </a:lnTo>
                  <a:lnTo>
                    <a:pt x="63363" y="72843"/>
                  </a:lnTo>
                  <a:lnTo>
                    <a:pt x="63363" y="72767"/>
                  </a:lnTo>
                  <a:lnTo>
                    <a:pt x="63211" y="69131"/>
                  </a:lnTo>
                  <a:lnTo>
                    <a:pt x="64158" y="67376"/>
                  </a:lnTo>
                  <a:lnTo>
                    <a:pt x="67087" y="65355"/>
                  </a:lnTo>
                  <a:lnTo>
                    <a:pt x="68704" y="62691"/>
                  </a:lnTo>
                  <a:lnTo>
                    <a:pt x="69461" y="60721"/>
                  </a:lnTo>
                  <a:lnTo>
                    <a:pt x="71924" y="58322"/>
                  </a:lnTo>
                  <a:lnTo>
                    <a:pt x="73452" y="58322"/>
                  </a:lnTo>
                  <a:lnTo>
                    <a:pt x="73755" y="58107"/>
                  </a:lnTo>
                  <a:lnTo>
                    <a:pt x="74575" y="55923"/>
                  </a:lnTo>
                  <a:lnTo>
                    <a:pt x="76747" y="54496"/>
                  </a:lnTo>
                  <a:lnTo>
                    <a:pt x="77682" y="55961"/>
                  </a:lnTo>
                  <a:lnTo>
                    <a:pt x="78124" y="56062"/>
                  </a:lnTo>
                  <a:lnTo>
                    <a:pt x="80119" y="54786"/>
                  </a:lnTo>
                  <a:lnTo>
                    <a:pt x="83591" y="53347"/>
                  </a:lnTo>
                  <a:lnTo>
                    <a:pt x="83705" y="52855"/>
                  </a:lnTo>
                  <a:lnTo>
                    <a:pt x="82909" y="51983"/>
                  </a:lnTo>
                  <a:lnTo>
                    <a:pt x="82657" y="51870"/>
                  </a:lnTo>
                  <a:lnTo>
                    <a:pt x="79715" y="52084"/>
                  </a:lnTo>
                  <a:lnTo>
                    <a:pt x="79134" y="50771"/>
                  </a:lnTo>
                  <a:lnTo>
                    <a:pt x="79134" y="49496"/>
                  </a:lnTo>
                  <a:lnTo>
                    <a:pt x="78970" y="49218"/>
                  </a:lnTo>
                  <a:lnTo>
                    <a:pt x="78528" y="48978"/>
                  </a:lnTo>
                  <a:lnTo>
                    <a:pt x="78742" y="48864"/>
                  </a:lnTo>
                  <a:lnTo>
                    <a:pt x="81002" y="48864"/>
                  </a:lnTo>
                  <a:lnTo>
                    <a:pt x="83212" y="49029"/>
                  </a:lnTo>
                  <a:lnTo>
                    <a:pt x="83389" y="48991"/>
                  </a:lnTo>
                  <a:lnTo>
                    <a:pt x="86028" y="47463"/>
                  </a:lnTo>
                  <a:cubicBezTo>
                    <a:pt x="87973" y="46023"/>
                    <a:pt x="88048" y="45910"/>
                    <a:pt x="88074" y="45847"/>
                  </a:cubicBezTo>
                  <a:cubicBezTo>
                    <a:pt x="88213" y="45657"/>
                    <a:pt x="88263" y="45569"/>
                    <a:pt x="86432" y="42362"/>
                  </a:cubicBezTo>
                  <a:lnTo>
                    <a:pt x="84399" y="40455"/>
                  </a:lnTo>
                  <a:lnTo>
                    <a:pt x="84033" y="38435"/>
                  </a:lnTo>
                  <a:lnTo>
                    <a:pt x="83553" y="34103"/>
                  </a:lnTo>
                  <a:lnTo>
                    <a:pt x="83010" y="33927"/>
                  </a:lnTo>
                  <a:lnTo>
                    <a:pt x="81078" y="36086"/>
                  </a:lnTo>
                  <a:lnTo>
                    <a:pt x="79576" y="35758"/>
                  </a:lnTo>
                  <a:lnTo>
                    <a:pt x="79310" y="34028"/>
                  </a:lnTo>
                  <a:lnTo>
                    <a:pt x="80055" y="32677"/>
                  </a:lnTo>
                  <a:lnTo>
                    <a:pt x="79866" y="32222"/>
                  </a:lnTo>
                  <a:lnTo>
                    <a:pt x="78212" y="31755"/>
                  </a:lnTo>
                  <a:lnTo>
                    <a:pt x="77164" y="30669"/>
                  </a:lnTo>
                  <a:lnTo>
                    <a:pt x="76937" y="30568"/>
                  </a:lnTo>
                  <a:lnTo>
                    <a:pt x="74070" y="30568"/>
                  </a:lnTo>
                  <a:lnTo>
                    <a:pt x="73199" y="30656"/>
                  </a:lnTo>
                  <a:lnTo>
                    <a:pt x="72921" y="30959"/>
                  </a:lnTo>
                  <a:lnTo>
                    <a:pt x="72845" y="33674"/>
                  </a:lnTo>
                  <a:lnTo>
                    <a:pt x="71583" y="35013"/>
                  </a:lnTo>
                  <a:lnTo>
                    <a:pt x="71545" y="35391"/>
                  </a:lnTo>
                  <a:lnTo>
                    <a:pt x="72290" y="36566"/>
                  </a:lnTo>
                  <a:lnTo>
                    <a:pt x="72492" y="38662"/>
                  </a:lnTo>
                  <a:lnTo>
                    <a:pt x="70535" y="40316"/>
                  </a:lnTo>
                  <a:lnTo>
                    <a:pt x="68615" y="40998"/>
                  </a:lnTo>
                  <a:lnTo>
                    <a:pt x="68401" y="41288"/>
                  </a:lnTo>
                  <a:lnTo>
                    <a:pt x="68401" y="44256"/>
                  </a:lnTo>
                  <a:lnTo>
                    <a:pt x="67555" y="44685"/>
                  </a:lnTo>
                  <a:lnTo>
                    <a:pt x="66380" y="43195"/>
                  </a:lnTo>
                  <a:lnTo>
                    <a:pt x="66974" y="40581"/>
                  </a:lnTo>
                  <a:lnTo>
                    <a:pt x="66822" y="40228"/>
                  </a:lnTo>
                  <a:lnTo>
                    <a:pt x="64676" y="39142"/>
                  </a:lnTo>
                  <a:lnTo>
                    <a:pt x="62453" y="37816"/>
                  </a:lnTo>
                  <a:lnTo>
                    <a:pt x="61443" y="36957"/>
                  </a:lnTo>
                  <a:lnTo>
                    <a:pt x="61241" y="36881"/>
                  </a:lnTo>
                  <a:lnTo>
                    <a:pt x="60509" y="36881"/>
                  </a:lnTo>
                  <a:lnTo>
                    <a:pt x="60307" y="34444"/>
                  </a:lnTo>
                  <a:lnTo>
                    <a:pt x="60686" y="32083"/>
                  </a:lnTo>
                  <a:lnTo>
                    <a:pt x="61456" y="30252"/>
                  </a:lnTo>
                  <a:cubicBezTo>
                    <a:pt x="61974" y="30050"/>
                    <a:pt x="62479" y="29823"/>
                    <a:pt x="62971" y="29558"/>
                  </a:cubicBezTo>
                  <a:cubicBezTo>
                    <a:pt x="63413" y="29330"/>
                    <a:pt x="63640" y="29229"/>
                    <a:pt x="63754" y="29179"/>
                  </a:cubicBezTo>
                  <a:cubicBezTo>
                    <a:pt x="63761" y="29180"/>
                    <a:pt x="63768" y="29180"/>
                    <a:pt x="63775" y="29180"/>
                  </a:cubicBezTo>
                  <a:cubicBezTo>
                    <a:pt x="63887" y="29180"/>
                    <a:pt x="64048" y="29086"/>
                    <a:pt x="64499" y="28813"/>
                  </a:cubicBezTo>
                  <a:lnTo>
                    <a:pt x="65029" y="28497"/>
                  </a:lnTo>
                  <a:cubicBezTo>
                    <a:pt x="66469" y="27638"/>
                    <a:pt x="66999" y="27323"/>
                    <a:pt x="67201" y="27171"/>
                  </a:cubicBezTo>
                  <a:lnTo>
                    <a:pt x="67214" y="27184"/>
                  </a:lnTo>
                  <a:lnTo>
                    <a:pt x="68792" y="25681"/>
                  </a:lnTo>
                  <a:lnTo>
                    <a:pt x="69992" y="24456"/>
                  </a:lnTo>
                  <a:lnTo>
                    <a:pt x="70737" y="24267"/>
                  </a:lnTo>
                  <a:lnTo>
                    <a:pt x="74083" y="24267"/>
                  </a:lnTo>
                  <a:lnTo>
                    <a:pt x="74399" y="23977"/>
                  </a:lnTo>
                  <a:lnTo>
                    <a:pt x="74550" y="21994"/>
                  </a:lnTo>
                  <a:lnTo>
                    <a:pt x="75548" y="20252"/>
                  </a:lnTo>
                  <a:lnTo>
                    <a:pt x="75573" y="20012"/>
                  </a:lnTo>
                  <a:lnTo>
                    <a:pt x="75106" y="18269"/>
                  </a:lnTo>
                  <a:lnTo>
                    <a:pt x="75005" y="18118"/>
                  </a:lnTo>
                  <a:lnTo>
                    <a:pt x="73363" y="16741"/>
                  </a:lnTo>
                  <a:lnTo>
                    <a:pt x="72883" y="16830"/>
                  </a:lnTo>
                  <a:lnTo>
                    <a:pt x="71873" y="18800"/>
                  </a:lnTo>
                  <a:lnTo>
                    <a:pt x="70320" y="19999"/>
                  </a:lnTo>
                  <a:lnTo>
                    <a:pt x="69676" y="20441"/>
                  </a:lnTo>
                  <a:lnTo>
                    <a:pt x="69676" y="18623"/>
                  </a:lnTo>
                  <a:lnTo>
                    <a:pt x="69929" y="17385"/>
                  </a:lnTo>
                  <a:lnTo>
                    <a:pt x="69411" y="17082"/>
                  </a:lnTo>
                  <a:lnTo>
                    <a:pt x="68691" y="17739"/>
                  </a:lnTo>
                  <a:lnTo>
                    <a:pt x="67896" y="15959"/>
                  </a:lnTo>
                  <a:lnTo>
                    <a:pt x="68918" y="14860"/>
                  </a:lnTo>
                  <a:lnTo>
                    <a:pt x="71002" y="10403"/>
                  </a:lnTo>
                  <a:lnTo>
                    <a:pt x="71873" y="10049"/>
                  </a:lnTo>
                  <a:lnTo>
                    <a:pt x="73767" y="8332"/>
                  </a:lnTo>
                  <a:lnTo>
                    <a:pt x="73691" y="7827"/>
                  </a:lnTo>
                  <a:lnTo>
                    <a:pt x="72896" y="7410"/>
                  </a:lnTo>
                  <a:lnTo>
                    <a:pt x="71785" y="7233"/>
                  </a:lnTo>
                  <a:lnTo>
                    <a:pt x="69373" y="7233"/>
                  </a:lnTo>
                  <a:lnTo>
                    <a:pt x="69057" y="7549"/>
                  </a:lnTo>
                  <a:lnTo>
                    <a:pt x="69057" y="9658"/>
                  </a:lnTo>
                  <a:lnTo>
                    <a:pt x="67037" y="12284"/>
                  </a:lnTo>
                  <a:lnTo>
                    <a:pt x="65294" y="14986"/>
                  </a:lnTo>
                  <a:lnTo>
                    <a:pt x="65294" y="15340"/>
                  </a:lnTo>
                  <a:lnTo>
                    <a:pt x="66077" y="16476"/>
                  </a:lnTo>
                  <a:lnTo>
                    <a:pt x="65762" y="18623"/>
                  </a:lnTo>
                  <a:lnTo>
                    <a:pt x="63375" y="19885"/>
                  </a:lnTo>
                  <a:lnTo>
                    <a:pt x="63375" y="18585"/>
                  </a:lnTo>
                  <a:lnTo>
                    <a:pt x="63085" y="18269"/>
                  </a:lnTo>
                  <a:lnTo>
                    <a:pt x="61342" y="18118"/>
                  </a:lnTo>
                  <a:lnTo>
                    <a:pt x="61128" y="18181"/>
                  </a:lnTo>
                  <a:lnTo>
                    <a:pt x="59890" y="19153"/>
                  </a:lnTo>
                  <a:lnTo>
                    <a:pt x="58223" y="16830"/>
                  </a:lnTo>
                  <a:lnTo>
                    <a:pt x="57971" y="16703"/>
                  </a:lnTo>
                  <a:lnTo>
                    <a:pt x="55799" y="16703"/>
                  </a:lnTo>
                  <a:lnTo>
                    <a:pt x="55521" y="16868"/>
                  </a:lnTo>
                  <a:lnTo>
                    <a:pt x="54827" y="18168"/>
                  </a:lnTo>
                  <a:lnTo>
                    <a:pt x="54435" y="18736"/>
                  </a:lnTo>
                  <a:lnTo>
                    <a:pt x="53652" y="16969"/>
                  </a:lnTo>
                  <a:lnTo>
                    <a:pt x="53261" y="16792"/>
                  </a:lnTo>
                  <a:cubicBezTo>
                    <a:pt x="53061" y="16867"/>
                    <a:pt x="52586" y="16997"/>
                    <a:pt x="52167" y="16997"/>
                  </a:cubicBezTo>
                  <a:cubicBezTo>
                    <a:pt x="51950" y="16997"/>
                    <a:pt x="51749" y="16962"/>
                    <a:pt x="51607" y="16868"/>
                  </a:cubicBezTo>
                  <a:cubicBezTo>
                    <a:pt x="51455" y="16767"/>
                    <a:pt x="51379" y="16590"/>
                    <a:pt x="51392" y="16426"/>
                  </a:cubicBezTo>
                  <a:cubicBezTo>
                    <a:pt x="51316" y="15112"/>
                    <a:pt x="51316" y="14986"/>
                    <a:pt x="51316" y="14974"/>
                  </a:cubicBezTo>
                  <a:lnTo>
                    <a:pt x="51215" y="14746"/>
                  </a:lnTo>
                  <a:lnTo>
                    <a:pt x="47945" y="11716"/>
                  </a:lnTo>
                  <a:lnTo>
                    <a:pt x="46922" y="11009"/>
                  </a:lnTo>
                  <a:lnTo>
                    <a:pt x="46682" y="10958"/>
                  </a:lnTo>
                  <a:lnTo>
                    <a:pt x="45142" y="11223"/>
                  </a:lnTo>
                  <a:lnTo>
                    <a:pt x="44435" y="9077"/>
                  </a:lnTo>
                  <a:lnTo>
                    <a:pt x="44233" y="8875"/>
                  </a:lnTo>
                  <a:lnTo>
                    <a:pt x="42806" y="8433"/>
                  </a:lnTo>
                  <a:lnTo>
                    <a:pt x="42679" y="8420"/>
                  </a:lnTo>
                  <a:lnTo>
                    <a:pt x="39182" y="8862"/>
                  </a:lnTo>
                  <a:lnTo>
                    <a:pt x="37262" y="8445"/>
                  </a:lnTo>
                  <a:lnTo>
                    <a:pt x="34649" y="6210"/>
                  </a:lnTo>
                  <a:lnTo>
                    <a:pt x="31075" y="4506"/>
                  </a:lnTo>
                  <a:lnTo>
                    <a:pt x="28499" y="2031"/>
                  </a:lnTo>
                  <a:lnTo>
                    <a:pt x="26365" y="263"/>
                  </a:lnTo>
                  <a:lnTo>
                    <a:pt x="26100" y="187"/>
                  </a:lnTo>
                  <a:lnTo>
                    <a:pt x="23524" y="756"/>
                  </a:lnTo>
                  <a:cubicBezTo>
                    <a:pt x="23360" y="465"/>
                    <a:pt x="23120" y="238"/>
                    <a:pt x="22817" y="124"/>
                  </a:cubicBezTo>
                  <a:cubicBezTo>
                    <a:pt x="22620" y="41"/>
                    <a:pt x="22402" y="0"/>
                    <a:pt x="22164" y="0"/>
                  </a:cubicBez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68"/>
            <p:cNvSpPr/>
            <p:nvPr/>
          </p:nvSpPr>
          <p:spPr>
            <a:xfrm>
              <a:off x="1940550" y="1654925"/>
              <a:ext cx="124725" cy="149650"/>
            </a:xfrm>
            <a:custGeom>
              <a:avLst/>
              <a:gdLst/>
              <a:ahLst/>
              <a:cxnLst/>
              <a:rect l="l" t="t" r="r" b="b"/>
              <a:pathLst>
                <a:path w="4989" h="5986" extrusionOk="0">
                  <a:moveTo>
                    <a:pt x="2425" y="0"/>
                  </a:moveTo>
                  <a:lnTo>
                    <a:pt x="1023" y="1200"/>
                  </a:lnTo>
                  <a:lnTo>
                    <a:pt x="1" y="3851"/>
                  </a:lnTo>
                  <a:lnTo>
                    <a:pt x="1" y="5985"/>
                  </a:lnTo>
                  <a:lnTo>
                    <a:pt x="2362" y="4104"/>
                  </a:lnTo>
                  <a:lnTo>
                    <a:pt x="3511" y="4887"/>
                  </a:lnTo>
                  <a:lnTo>
                    <a:pt x="4988" y="4419"/>
                  </a:lnTo>
                  <a:lnTo>
                    <a:pt x="3271" y="2210"/>
                  </a:lnTo>
                  <a:lnTo>
                    <a:pt x="2425"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68"/>
            <p:cNvSpPr/>
            <p:nvPr/>
          </p:nvSpPr>
          <p:spPr>
            <a:xfrm>
              <a:off x="1932650" y="1641650"/>
              <a:ext cx="145575" cy="179325"/>
            </a:xfrm>
            <a:custGeom>
              <a:avLst/>
              <a:gdLst/>
              <a:ahLst/>
              <a:cxnLst/>
              <a:rect l="l" t="t" r="r" b="b"/>
              <a:pathLst>
                <a:path w="5823" h="7173" extrusionOk="0">
                  <a:moveTo>
                    <a:pt x="2602" y="1049"/>
                  </a:moveTo>
                  <a:lnTo>
                    <a:pt x="3297" y="2842"/>
                  </a:lnTo>
                  <a:lnTo>
                    <a:pt x="4774" y="4774"/>
                  </a:lnTo>
                  <a:lnTo>
                    <a:pt x="3877" y="5064"/>
                  </a:lnTo>
                  <a:lnTo>
                    <a:pt x="2665" y="4231"/>
                  </a:lnTo>
                  <a:lnTo>
                    <a:pt x="632" y="5860"/>
                  </a:lnTo>
                  <a:lnTo>
                    <a:pt x="632" y="4433"/>
                  </a:lnTo>
                  <a:lnTo>
                    <a:pt x="1605" y="1907"/>
                  </a:lnTo>
                  <a:lnTo>
                    <a:pt x="2602" y="1049"/>
                  </a:lnTo>
                  <a:close/>
                  <a:moveTo>
                    <a:pt x="2880" y="1"/>
                  </a:moveTo>
                  <a:lnTo>
                    <a:pt x="1074" y="1541"/>
                  </a:lnTo>
                  <a:lnTo>
                    <a:pt x="26" y="4269"/>
                  </a:lnTo>
                  <a:lnTo>
                    <a:pt x="1" y="7173"/>
                  </a:lnTo>
                  <a:lnTo>
                    <a:pt x="1" y="7173"/>
                  </a:lnTo>
                  <a:lnTo>
                    <a:pt x="2703" y="5026"/>
                  </a:lnTo>
                  <a:lnTo>
                    <a:pt x="3776" y="5771"/>
                  </a:lnTo>
                  <a:lnTo>
                    <a:pt x="5822" y="5102"/>
                  </a:lnTo>
                  <a:lnTo>
                    <a:pt x="3865" y="2577"/>
                  </a:lnTo>
                  <a:lnTo>
                    <a:pt x="2880"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68"/>
            <p:cNvSpPr/>
            <p:nvPr/>
          </p:nvSpPr>
          <p:spPr>
            <a:xfrm>
              <a:off x="2019475" y="1292525"/>
              <a:ext cx="410075" cy="583375"/>
            </a:xfrm>
            <a:custGeom>
              <a:avLst/>
              <a:gdLst/>
              <a:ahLst/>
              <a:cxnLst/>
              <a:rect l="l" t="t" r="r" b="b"/>
              <a:pathLst>
                <a:path w="16403" h="23335" extrusionOk="0">
                  <a:moveTo>
                    <a:pt x="4129" y="0"/>
                  </a:moveTo>
                  <a:lnTo>
                    <a:pt x="1213" y="2122"/>
                  </a:lnTo>
                  <a:lnTo>
                    <a:pt x="0" y="4407"/>
                  </a:lnTo>
                  <a:lnTo>
                    <a:pt x="0" y="7248"/>
                  </a:lnTo>
                  <a:lnTo>
                    <a:pt x="2122" y="6857"/>
                  </a:lnTo>
                  <a:lnTo>
                    <a:pt x="4571" y="8347"/>
                  </a:lnTo>
                  <a:lnTo>
                    <a:pt x="6541" y="8827"/>
                  </a:lnTo>
                  <a:lnTo>
                    <a:pt x="7210" y="7576"/>
                  </a:lnTo>
                  <a:lnTo>
                    <a:pt x="8170" y="11339"/>
                  </a:lnTo>
                  <a:lnTo>
                    <a:pt x="9521" y="12842"/>
                  </a:lnTo>
                  <a:lnTo>
                    <a:pt x="8258" y="15052"/>
                  </a:lnTo>
                  <a:cubicBezTo>
                    <a:pt x="8258" y="15052"/>
                    <a:pt x="8978" y="16314"/>
                    <a:pt x="6996" y="16706"/>
                  </a:cubicBezTo>
                  <a:cubicBezTo>
                    <a:pt x="5026" y="17097"/>
                    <a:pt x="6364" y="16946"/>
                    <a:pt x="5026" y="17097"/>
                  </a:cubicBezTo>
                  <a:cubicBezTo>
                    <a:pt x="3688" y="17261"/>
                    <a:pt x="3688" y="17539"/>
                    <a:pt x="3688" y="17539"/>
                  </a:cubicBezTo>
                  <a:lnTo>
                    <a:pt x="4180" y="18915"/>
                  </a:lnTo>
                  <a:lnTo>
                    <a:pt x="6604" y="18915"/>
                  </a:lnTo>
                  <a:lnTo>
                    <a:pt x="7943" y="20810"/>
                  </a:lnTo>
                  <a:lnTo>
                    <a:pt x="9521" y="22539"/>
                  </a:lnTo>
                  <a:lnTo>
                    <a:pt x="11579" y="23335"/>
                  </a:lnTo>
                  <a:lnTo>
                    <a:pt x="10405" y="20532"/>
                  </a:lnTo>
                  <a:lnTo>
                    <a:pt x="12375" y="21693"/>
                  </a:lnTo>
                  <a:lnTo>
                    <a:pt x="13473" y="20115"/>
                  </a:lnTo>
                  <a:lnTo>
                    <a:pt x="12059" y="16794"/>
                  </a:lnTo>
                  <a:lnTo>
                    <a:pt x="12615" y="15923"/>
                  </a:lnTo>
                  <a:lnTo>
                    <a:pt x="14420" y="18360"/>
                  </a:lnTo>
                  <a:lnTo>
                    <a:pt x="15683" y="16794"/>
                  </a:lnTo>
                  <a:lnTo>
                    <a:pt x="16403" y="15052"/>
                  </a:lnTo>
                  <a:lnTo>
                    <a:pt x="12931" y="12135"/>
                  </a:lnTo>
                  <a:lnTo>
                    <a:pt x="14269" y="11630"/>
                  </a:lnTo>
                  <a:lnTo>
                    <a:pt x="13549" y="8195"/>
                  </a:lnTo>
                  <a:lnTo>
                    <a:pt x="12211" y="5821"/>
                  </a:lnTo>
                  <a:lnTo>
                    <a:pt x="10721" y="4963"/>
                  </a:lnTo>
                  <a:lnTo>
                    <a:pt x="9067" y="3624"/>
                  </a:lnTo>
                  <a:lnTo>
                    <a:pt x="10557" y="3069"/>
                  </a:lnTo>
                  <a:lnTo>
                    <a:pt x="10165" y="1414"/>
                  </a:lnTo>
                  <a:lnTo>
                    <a:pt x="7918" y="354"/>
                  </a:lnTo>
                  <a:lnTo>
                    <a:pt x="5670" y="1326"/>
                  </a:lnTo>
                  <a:lnTo>
                    <a:pt x="5165" y="2677"/>
                  </a:lnTo>
                  <a:lnTo>
                    <a:pt x="3814" y="4256"/>
                  </a:lnTo>
                  <a:lnTo>
                    <a:pt x="2993" y="3069"/>
                  </a:lnTo>
                  <a:lnTo>
                    <a:pt x="4129"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68"/>
            <p:cNvSpPr/>
            <p:nvPr/>
          </p:nvSpPr>
          <p:spPr>
            <a:xfrm>
              <a:off x="2011275" y="1270725"/>
              <a:ext cx="427750" cy="619075"/>
            </a:xfrm>
            <a:custGeom>
              <a:avLst/>
              <a:gdLst/>
              <a:ahLst/>
              <a:cxnLst/>
              <a:rect l="l" t="t" r="r" b="b"/>
              <a:pathLst>
                <a:path w="17110" h="24763" extrusionOk="0">
                  <a:moveTo>
                    <a:pt x="8246" y="1567"/>
                  </a:moveTo>
                  <a:lnTo>
                    <a:pt x="10228" y="2501"/>
                  </a:lnTo>
                  <a:lnTo>
                    <a:pt x="10518" y="3739"/>
                  </a:lnTo>
                  <a:lnTo>
                    <a:pt x="8763" y="4383"/>
                  </a:lnTo>
                  <a:lnTo>
                    <a:pt x="10885" y="6087"/>
                  </a:lnTo>
                  <a:lnTo>
                    <a:pt x="12311" y="6908"/>
                  </a:lnTo>
                  <a:lnTo>
                    <a:pt x="13587" y="9156"/>
                  </a:lnTo>
                  <a:lnTo>
                    <a:pt x="14231" y="12287"/>
                  </a:lnTo>
                  <a:lnTo>
                    <a:pt x="12640" y="12881"/>
                  </a:lnTo>
                  <a:lnTo>
                    <a:pt x="16340" y="15999"/>
                  </a:lnTo>
                  <a:lnTo>
                    <a:pt x="15733" y="17477"/>
                  </a:lnTo>
                  <a:lnTo>
                    <a:pt x="14761" y="18689"/>
                  </a:lnTo>
                  <a:lnTo>
                    <a:pt x="12918" y="16227"/>
                  </a:lnTo>
                  <a:lnTo>
                    <a:pt x="12021" y="17616"/>
                  </a:lnTo>
                  <a:lnTo>
                    <a:pt x="13448" y="20937"/>
                  </a:lnTo>
                  <a:lnTo>
                    <a:pt x="12615" y="22136"/>
                  </a:lnTo>
                  <a:lnTo>
                    <a:pt x="10076" y="20633"/>
                  </a:lnTo>
                  <a:lnTo>
                    <a:pt x="11339" y="23639"/>
                  </a:lnTo>
                  <a:lnTo>
                    <a:pt x="10051" y="23146"/>
                  </a:lnTo>
                  <a:lnTo>
                    <a:pt x="8549" y="21492"/>
                  </a:lnTo>
                  <a:lnTo>
                    <a:pt x="7109" y="19459"/>
                  </a:lnTo>
                  <a:lnTo>
                    <a:pt x="4748" y="19459"/>
                  </a:lnTo>
                  <a:lnTo>
                    <a:pt x="4407" y="18500"/>
                  </a:lnTo>
                  <a:cubicBezTo>
                    <a:pt x="4723" y="18373"/>
                    <a:pt x="5064" y="18297"/>
                    <a:pt x="5417" y="18272"/>
                  </a:cubicBezTo>
                  <a:cubicBezTo>
                    <a:pt x="6124" y="18196"/>
                    <a:pt x="6124" y="18196"/>
                    <a:pt x="6238" y="18146"/>
                  </a:cubicBezTo>
                  <a:cubicBezTo>
                    <a:pt x="6301" y="18121"/>
                    <a:pt x="6453" y="18070"/>
                    <a:pt x="7412" y="17881"/>
                  </a:cubicBezTo>
                  <a:cubicBezTo>
                    <a:pt x="8208" y="17717"/>
                    <a:pt x="8725" y="17401"/>
                    <a:pt x="8940" y="16934"/>
                  </a:cubicBezTo>
                  <a:cubicBezTo>
                    <a:pt x="9079" y="16618"/>
                    <a:pt x="9079" y="16265"/>
                    <a:pt x="8953" y="15936"/>
                  </a:cubicBezTo>
                  <a:lnTo>
                    <a:pt x="10253" y="13676"/>
                  </a:lnTo>
                  <a:lnTo>
                    <a:pt x="8801" y="12060"/>
                  </a:lnTo>
                  <a:lnTo>
                    <a:pt x="7652" y="7590"/>
                  </a:lnTo>
                  <a:lnTo>
                    <a:pt x="6718" y="9332"/>
                  </a:lnTo>
                  <a:lnTo>
                    <a:pt x="5026" y="8928"/>
                  </a:lnTo>
                  <a:lnTo>
                    <a:pt x="2513" y="7388"/>
                  </a:lnTo>
                  <a:lnTo>
                    <a:pt x="644" y="7741"/>
                  </a:lnTo>
                  <a:lnTo>
                    <a:pt x="644" y="5367"/>
                  </a:lnTo>
                  <a:lnTo>
                    <a:pt x="1793" y="3208"/>
                  </a:lnTo>
                  <a:lnTo>
                    <a:pt x="3801" y="1744"/>
                  </a:lnTo>
                  <a:lnTo>
                    <a:pt x="3801" y="1744"/>
                  </a:lnTo>
                  <a:lnTo>
                    <a:pt x="2980" y="3991"/>
                  </a:lnTo>
                  <a:lnTo>
                    <a:pt x="4129" y="5645"/>
                  </a:lnTo>
                  <a:lnTo>
                    <a:pt x="5745" y="3751"/>
                  </a:lnTo>
                  <a:lnTo>
                    <a:pt x="6263" y="2438"/>
                  </a:lnTo>
                  <a:lnTo>
                    <a:pt x="8246" y="1567"/>
                  </a:lnTo>
                  <a:close/>
                  <a:moveTo>
                    <a:pt x="5114" y="1"/>
                  </a:moveTo>
                  <a:lnTo>
                    <a:pt x="1288" y="2779"/>
                  </a:lnTo>
                  <a:lnTo>
                    <a:pt x="0" y="5203"/>
                  </a:lnTo>
                  <a:lnTo>
                    <a:pt x="0" y="8486"/>
                  </a:lnTo>
                  <a:lnTo>
                    <a:pt x="2374" y="8044"/>
                  </a:lnTo>
                  <a:lnTo>
                    <a:pt x="4723" y="9471"/>
                  </a:lnTo>
                  <a:lnTo>
                    <a:pt x="7021" y="10039"/>
                  </a:lnTo>
                  <a:lnTo>
                    <a:pt x="7425" y="9294"/>
                  </a:lnTo>
                  <a:lnTo>
                    <a:pt x="8208" y="12350"/>
                  </a:lnTo>
                  <a:lnTo>
                    <a:pt x="9458" y="13739"/>
                  </a:lnTo>
                  <a:lnTo>
                    <a:pt x="8321" y="15747"/>
                  </a:lnTo>
                  <a:lnTo>
                    <a:pt x="8233" y="15911"/>
                  </a:lnTo>
                  <a:lnTo>
                    <a:pt x="8309" y="16063"/>
                  </a:lnTo>
                  <a:cubicBezTo>
                    <a:pt x="8410" y="16252"/>
                    <a:pt x="8422" y="16467"/>
                    <a:pt x="8347" y="16669"/>
                  </a:cubicBezTo>
                  <a:cubicBezTo>
                    <a:pt x="8220" y="16946"/>
                    <a:pt x="7842" y="17148"/>
                    <a:pt x="7273" y="17262"/>
                  </a:cubicBezTo>
                  <a:cubicBezTo>
                    <a:pt x="6263" y="17464"/>
                    <a:pt x="6099" y="17527"/>
                    <a:pt x="6011" y="17565"/>
                  </a:cubicBezTo>
                  <a:cubicBezTo>
                    <a:pt x="5783" y="17603"/>
                    <a:pt x="5556" y="17641"/>
                    <a:pt x="5329" y="17654"/>
                  </a:cubicBezTo>
                  <a:cubicBezTo>
                    <a:pt x="4937" y="17704"/>
                    <a:pt x="3712" y="17843"/>
                    <a:pt x="3712" y="18411"/>
                  </a:cubicBezTo>
                  <a:lnTo>
                    <a:pt x="4293" y="20103"/>
                  </a:lnTo>
                  <a:lnTo>
                    <a:pt x="6793" y="20103"/>
                  </a:lnTo>
                  <a:lnTo>
                    <a:pt x="8056" y="21884"/>
                  </a:lnTo>
                  <a:lnTo>
                    <a:pt x="9685" y="23677"/>
                  </a:lnTo>
                  <a:lnTo>
                    <a:pt x="12488" y="24763"/>
                  </a:lnTo>
                  <a:lnTo>
                    <a:pt x="11390" y="22161"/>
                  </a:lnTo>
                  <a:lnTo>
                    <a:pt x="12791" y="22982"/>
                  </a:lnTo>
                  <a:lnTo>
                    <a:pt x="14168" y="20987"/>
                  </a:lnTo>
                  <a:lnTo>
                    <a:pt x="12741" y="17666"/>
                  </a:lnTo>
                  <a:lnTo>
                    <a:pt x="12968" y="17325"/>
                  </a:lnTo>
                  <a:lnTo>
                    <a:pt x="14748" y="19712"/>
                  </a:lnTo>
                  <a:lnTo>
                    <a:pt x="16264" y="17830"/>
                  </a:lnTo>
                  <a:lnTo>
                    <a:pt x="17110" y="15810"/>
                  </a:lnTo>
                  <a:lnTo>
                    <a:pt x="13877" y="13083"/>
                  </a:lnTo>
                  <a:lnTo>
                    <a:pt x="14963" y="12678"/>
                  </a:lnTo>
                  <a:lnTo>
                    <a:pt x="14193" y="8979"/>
                  </a:lnTo>
                  <a:lnTo>
                    <a:pt x="12779" y="6453"/>
                  </a:lnTo>
                  <a:lnTo>
                    <a:pt x="11238" y="5569"/>
                  </a:lnTo>
                  <a:lnTo>
                    <a:pt x="10013" y="4585"/>
                  </a:lnTo>
                  <a:lnTo>
                    <a:pt x="11263" y="4117"/>
                  </a:lnTo>
                  <a:lnTo>
                    <a:pt x="10771" y="2047"/>
                  </a:lnTo>
                  <a:lnTo>
                    <a:pt x="8258" y="860"/>
                  </a:lnTo>
                  <a:lnTo>
                    <a:pt x="5758" y="1958"/>
                  </a:lnTo>
                  <a:lnTo>
                    <a:pt x="5215" y="3372"/>
                  </a:lnTo>
                  <a:lnTo>
                    <a:pt x="4180" y="4597"/>
                  </a:lnTo>
                  <a:lnTo>
                    <a:pt x="3675" y="3890"/>
                  </a:lnTo>
                  <a:lnTo>
                    <a:pt x="5114"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68"/>
            <p:cNvSpPr/>
            <p:nvPr/>
          </p:nvSpPr>
          <p:spPr>
            <a:xfrm>
              <a:off x="2342725" y="2272700"/>
              <a:ext cx="102300" cy="109875"/>
            </a:xfrm>
            <a:custGeom>
              <a:avLst/>
              <a:gdLst/>
              <a:ahLst/>
              <a:cxnLst/>
              <a:rect l="l" t="t" r="r" b="b"/>
              <a:pathLst>
                <a:path w="4092" h="4395" extrusionOk="0">
                  <a:moveTo>
                    <a:pt x="112" y="2946"/>
                  </a:moveTo>
                  <a:cubicBezTo>
                    <a:pt x="41" y="2963"/>
                    <a:pt x="1" y="2986"/>
                    <a:pt x="1" y="3018"/>
                  </a:cubicBezTo>
                  <a:cubicBezTo>
                    <a:pt x="1" y="3026"/>
                    <a:pt x="3" y="3031"/>
                    <a:pt x="9" y="3031"/>
                  </a:cubicBezTo>
                  <a:cubicBezTo>
                    <a:pt x="25" y="3031"/>
                    <a:pt x="60" y="3000"/>
                    <a:pt x="112" y="2946"/>
                  </a:cubicBezTo>
                  <a:close/>
                  <a:moveTo>
                    <a:pt x="2337" y="0"/>
                  </a:moveTo>
                  <a:cubicBezTo>
                    <a:pt x="2337" y="0"/>
                    <a:pt x="576" y="2455"/>
                    <a:pt x="112" y="2946"/>
                  </a:cubicBezTo>
                  <a:lnTo>
                    <a:pt x="112" y="2946"/>
                  </a:lnTo>
                  <a:cubicBezTo>
                    <a:pt x="226" y="2918"/>
                    <a:pt x="419" y="2908"/>
                    <a:pt x="644" y="2908"/>
                  </a:cubicBezTo>
                  <a:cubicBezTo>
                    <a:pt x="1336" y="2908"/>
                    <a:pt x="2337" y="3005"/>
                    <a:pt x="2337" y="3005"/>
                  </a:cubicBezTo>
                  <a:lnTo>
                    <a:pt x="3145" y="4394"/>
                  </a:lnTo>
                  <a:lnTo>
                    <a:pt x="4092" y="3990"/>
                  </a:lnTo>
                  <a:lnTo>
                    <a:pt x="4092" y="2096"/>
                  </a:lnTo>
                  <a:lnTo>
                    <a:pt x="2438" y="1465"/>
                  </a:lnTo>
                  <a:lnTo>
                    <a:pt x="2337"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68"/>
            <p:cNvSpPr/>
            <p:nvPr/>
          </p:nvSpPr>
          <p:spPr>
            <a:xfrm>
              <a:off x="2334825" y="2250600"/>
              <a:ext cx="118400" cy="142075"/>
            </a:xfrm>
            <a:custGeom>
              <a:avLst/>
              <a:gdLst/>
              <a:ahLst/>
              <a:cxnLst/>
              <a:rect l="l" t="t" r="r" b="b"/>
              <a:pathLst>
                <a:path w="4736" h="5683" extrusionOk="0">
                  <a:moveTo>
                    <a:pt x="2387" y="1781"/>
                  </a:moveTo>
                  <a:lnTo>
                    <a:pt x="2450" y="2576"/>
                  </a:lnTo>
                  <a:lnTo>
                    <a:pt x="4079" y="3207"/>
                  </a:lnTo>
                  <a:lnTo>
                    <a:pt x="4079" y="4659"/>
                  </a:lnTo>
                  <a:lnTo>
                    <a:pt x="3587" y="4874"/>
                  </a:lnTo>
                  <a:lnTo>
                    <a:pt x="2829" y="3586"/>
                  </a:lnTo>
                  <a:lnTo>
                    <a:pt x="2665" y="3574"/>
                  </a:lnTo>
                  <a:cubicBezTo>
                    <a:pt x="1983" y="3510"/>
                    <a:pt x="1491" y="3473"/>
                    <a:pt x="1125" y="3473"/>
                  </a:cubicBezTo>
                  <a:lnTo>
                    <a:pt x="1137" y="3473"/>
                  </a:lnTo>
                  <a:cubicBezTo>
                    <a:pt x="1428" y="3106"/>
                    <a:pt x="1819" y="2576"/>
                    <a:pt x="2387" y="1781"/>
                  </a:cubicBezTo>
                  <a:close/>
                  <a:moveTo>
                    <a:pt x="2905" y="0"/>
                  </a:moveTo>
                  <a:lnTo>
                    <a:pt x="2400" y="707"/>
                  </a:lnTo>
                  <a:cubicBezTo>
                    <a:pt x="1541" y="1894"/>
                    <a:pt x="582" y="3195"/>
                    <a:pt x="253" y="3561"/>
                  </a:cubicBezTo>
                  <a:cubicBezTo>
                    <a:pt x="203" y="3574"/>
                    <a:pt x="165" y="3599"/>
                    <a:pt x="127" y="3637"/>
                  </a:cubicBezTo>
                  <a:lnTo>
                    <a:pt x="1" y="3763"/>
                  </a:lnTo>
                  <a:lnTo>
                    <a:pt x="1" y="4142"/>
                  </a:lnTo>
                  <a:lnTo>
                    <a:pt x="228" y="4218"/>
                  </a:lnTo>
                  <a:cubicBezTo>
                    <a:pt x="268" y="4227"/>
                    <a:pt x="302" y="4237"/>
                    <a:pt x="339" y="4237"/>
                  </a:cubicBezTo>
                  <a:cubicBezTo>
                    <a:pt x="396" y="4237"/>
                    <a:pt x="462" y="4214"/>
                    <a:pt x="569" y="4129"/>
                  </a:cubicBezTo>
                  <a:cubicBezTo>
                    <a:pt x="771" y="4117"/>
                    <a:pt x="974" y="4111"/>
                    <a:pt x="1176" y="4111"/>
                  </a:cubicBezTo>
                  <a:cubicBezTo>
                    <a:pt x="1605" y="4111"/>
                    <a:pt x="2034" y="4137"/>
                    <a:pt x="2463" y="4180"/>
                  </a:cubicBezTo>
                  <a:lnTo>
                    <a:pt x="3334" y="5682"/>
                  </a:lnTo>
                  <a:lnTo>
                    <a:pt x="4736" y="5076"/>
                  </a:lnTo>
                  <a:lnTo>
                    <a:pt x="4736" y="2753"/>
                  </a:lnTo>
                  <a:lnTo>
                    <a:pt x="3069" y="2121"/>
                  </a:lnTo>
                  <a:lnTo>
                    <a:pt x="2905"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68"/>
            <p:cNvSpPr/>
            <p:nvPr/>
          </p:nvSpPr>
          <p:spPr>
            <a:xfrm>
              <a:off x="1713900" y="3010725"/>
              <a:ext cx="224775" cy="69925"/>
            </a:xfrm>
            <a:custGeom>
              <a:avLst/>
              <a:gdLst/>
              <a:ahLst/>
              <a:cxnLst/>
              <a:rect l="l" t="t" r="r" b="b"/>
              <a:pathLst>
                <a:path w="8991" h="2797" extrusionOk="0">
                  <a:moveTo>
                    <a:pt x="1112" y="1"/>
                  </a:moveTo>
                  <a:lnTo>
                    <a:pt x="0" y="556"/>
                  </a:lnTo>
                  <a:lnTo>
                    <a:pt x="1112" y="834"/>
                  </a:lnTo>
                  <a:cubicBezTo>
                    <a:pt x="1112" y="834"/>
                    <a:pt x="3864" y="1125"/>
                    <a:pt x="4104" y="1125"/>
                  </a:cubicBezTo>
                  <a:cubicBezTo>
                    <a:pt x="4344" y="1125"/>
                    <a:pt x="6705" y="2110"/>
                    <a:pt x="6705" y="2110"/>
                  </a:cubicBezTo>
                  <a:cubicBezTo>
                    <a:pt x="6705" y="2110"/>
                    <a:pt x="5423" y="2797"/>
                    <a:pt x="5497" y="2797"/>
                  </a:cubicBezTo>
                  <a:cubicBezTo>
                    <a:pt x="5501" y="2797"/>
                    <a:pt x="5508" y="2795"/>
                    <a:pt x="5518" y="2791"/>
                  </a:cubicBezTo>
                  <a:cubicBezTo>
                    <a:pt x="5758" y="2716"/>
                    <a:pt x="8991" y="2463"/>
                    <a:pt x="8991" y="2463"/>
                  </a:cubicBezTo>
                  <a:lnTo>
                    <a:pt x="7892" y="1390"/>
                  </a:lnTo>
                  <a:lnTo>
                    <a:pt x="3246"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68"/>
            <p:cNvSpPr/>
            <p:nvPr/>
          </p:nvSpPr>
          <p:spPr>
            <a:xfrm>
              <a:off x="1691475" y="3002850"/>
              <a:ext cx="265200" cy="86825"/>
            </a:xfrm>
            <a:custGeom>
              <a:avLst/>
              <a:gdLst/>
              <a:ahLst/>
              <a:cxnLst/>
              <a:rect l="l" t="t" r="r" b="b"/>
              <a:pathLst>
                <a:path w="10608" h="3473" extrusionOk="0">
                  <a:moveTo>
                    <a:pt x="4079" y="644"/>
                  </a:moveTo>
                  <a:lnTo>
                    <a:pt x="8613" y="1995"/>
                  </a:lnTo>
                  <a:lnTo>
                    <a:pt x="9168" y="2526"/>
                  </a:lnTo>
                  <a:cubicBezTo>
                    <a:pt x="8764" y="2551"/>
                    <a:pt x="8310" y="2589"/>
                    <a:pt x="7880" y="2627"/>
                  </a:cubicBezTo>
                  <a:lnTo>
                    <a:pt x="8335" y="2387"/>
                  </a:lnTo>
                  <a:lnTo>
                    <a:pt x="7716" y="2134"/>
                  </a:lnTo>
                  <a:cubicBezTo>
                    <a:pt x="6112" y="1465"/>
                    <a:pt x="5191" y="1124"/>
                    <a:pt x="5001" y="1124"/>
                  </a:cubicBezTo>
                  <a:cubicBezTo>
                    <a:pt x="4824" y="1124"/>
                    <a:pt x="3095" y="947"/>
                    <a:pt x="2072" y="846"/>
                  </a:cubicBezTo>
                  <a:lnTo>
                    <a:pt x="1807" y="770"/>
                  </a:lnTo>
                  <a:lnTo>
                    <a:pt x="2072" y="644"/>
                  </a:lnTo>
                  <a:close/>
                  <a:moveTo>
                    <a:pt x="1933" y="0"/>
                  </a:moveTo>
                  <a:lnTo>
                    <a:pt x="1" y="973"/>
                  </a:lnTo>
                  <a:lnTo>
                    <a:pt x="1971" y="1465"/>
                  </a:lnTo>
                  <a:cubicBezTo>
                    <a:pt x="2438" y="1515"/>
                    <a:pt x="4749" y="1755"/>
                    <a:pt x="4976" y="1755"/>
                  </a:cubicBezTo>
                  <a:cubicBezTo>
                    <a:pt x="5127" y="1781"/>
                    <a:pt x="5974" y="2096"/>
                    <a:pt x="6857" y="2462"/>
                  </a:cubicBezTo>
                  <a:cubicBezTo>
                    <a:pt x="5974" y="2942"/>
                    <a:pt x="5986" y="2980"/>
                    <a:pt x="6100" y="3233"/>
                  </a:cubicBezTo>
                  <a:lnTo>
                    <a:pt x="6251" y="3473"/>
                  </a:lnTo>
                  <a:lnTo>
                    <a:pt x="6516" y="3410"/>
                  </a:lnTo>
                  <a:cubicBezTo>
                    <a:pt x="6706" y="3359"/>
                    <a:pt x="8411" y="3207"/>
                    <a:pt x="9913" y="3094"/>
                  </a:cubicBezTo>
                  <a:lnTo>
                    <a:pt x="10608" y="3043"/>
                  </a:lnTo>
                  <a:lnTo>
                    <a:pt x="8953" y="1427"/>
                  </a:lnTo>
                  <a:lnTo>
                    <a:pt x="4231" y="13"/>
                  </a:lnTo>
                  <a:lnTo>
                    <a:pt x="1933"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68"/>
            <p:cNvSpPr/>
            <p:nvPr/>
          </p:nvSpPr>
          <p:spPr>
            <a:xfrm>
              <a:off x="1938650" y="3067875"/>
              <a:ext cx="120300" cy="55275"/>
            </a:xfrm>
            <a:custGeom>
              <a:avLst/>
              <a:gdLst/>
              <a:ahLst/>
              <a:cxnLst/>
              <a:rect l="l" t="t" r="r" b="b"/>
              <a:pathLst>
                <a:path w="4812" h="2211" extrusionOk="0">
                  <a:moveTo>
                    <a:pt x="1807" y="0"/>
                  </a:moveTo>
                  <a:lnTo>
                    <a:pt x="1099" y="1036"/>
                  </a:lnTo>
                  <a:lnTo>
                    <a:pt x="1" y="2210"/>
                  </a:lnTo>
                  <a:lnTo>
                    <a:pt x="1" y="2210"/>
                  </a:lnTo>
                  <a:lnTo>
                    <a:pt x="2842" y="1743"/>
                  </a:lnTo>
                  <a:lnTo>
                    <a:pt x="4812" y="2210"/>
                  </a:lnTo>
                  <a:lnTo>
                    <a:pt x="4812" y="2210"/>
                  </a:lnTo>
                  <a:lnTo>
                    <a:pt x="4408" y="493"/>
                  </a:lnTo>
                  <a:lnTo>
                    <a:pt x="1807"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68"/>
            <p:cNvSpPr/>
            <p:nvPr/>
          </p:nvSpPr>
          <p:spPr>
            <a:xfrm>
              <a:off x="1916875" y="3059350"/>
              <a:ext cx="152175" cy="75475"/>
            </a:xfrm>
            <a:custGeom>
              <a:avLst/>
              <a:gdLst/>
              <a:ahLst/>
              <a:cxnLst/>
              <a:rect l="l" t="t" r="r" b="b"/>
              <a:pathLst>
                <a:path w="6087" h="3019" extrusionOk="0">
                  <a:moveTo>
                    <a:pt x="2829" y="695"/>
                  </a:moveTo>
                  <a:lnTo>
                    <a:pt x="5026" y="1099"/>
                  </a:lnTo>
                  <a:lnTo>
                    <a:pt x="5253" y="2122"/>
                  </a:lnTo>
                  <a:lnTo>
                    <a:pt x="5253" y="2122"/>
                  </a:lnTo>
                  <a:lnTo>
                    <a:pt x="3713" y="1756"/>
                  </a:lnTo>
                  <a:lnTo>
                    <a:pt x="1731" y="2084"/>
                  </a:lnTo>
                  <a:lnTo>
                    <a:pt x="2236" y="1541"/>
                  </a:lnTo>
                  <a:lnTo>
                    <a:pt x="2829" y="695"/>
                  </a:lnTo>
                  <a:close/>
                  <a:moveTo>
                    <a:pt x="2526" y="0"/>
                  </a:moveTo>
                  <a:lnTo>
                    <a:pt x="1743" y="1162"/>
                  </a:lnTo>
                  <a:lnTo>
                    <a:pt x="1" y="3018"/>
                  </a:lnTo>
                  <a:lnTo>
                    <a:pt x="3675" y="2400"/>
                  </a:lnTo>
                  <a:lnTo>
                    <a:pt x="6087" y="2980"/>
                  </a:lnTo>
                  <a:lnTo>
                    <a:pt x="5531" y="556"/>
                  </a:lnTo>
                  <a:lnTo>
                    <a:pt x="2526"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68"/>
            <p:cNvSpPr/>
            <p:nvPr/>
          </p:nvSpPr>
          <p:spPr>
            <a:xfrm>
              <a:off x="1843950" y="3121225"/>
              <a:ext cx="55275" cy="29075"/>
            </a:xfrm>
            <a:custGeom>
              <a:avLst/>
              <a:gdLst/>
              <a:ahLst/>
              <a:cxnLst/>
              <a:rect l="l" t="t" r="r" b="b"/>
              <a:pathLst>
                <a:path w="2211" h="1163" extrusionOk="0">
                  <a:moveTo>
                    <a:pt x="1" y="0"/>
                  </a:moveTo>
                  <a:lnTo>
                    <a:pt x="1226" y="1162"/>
                  </a:lnTo>
                  <a:lnTo>
                    <a:pt x="2211" y="278"/>
                  </a:lnTo>
                  <a:lnTo>
                    <a:pt x="1655"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68"/>
            <p:cNvSpPr/>
            <p:nvPr/>
          </p:nvSpPr>
          <p:spPr>
            <a:xfrm>
              <a:off x="1824375" y="3113325"/>
              <a:ext cx="88750" cy="47700"/>
            </a:xfrm>
            <a:custGeom>
              <a:avLst/>
              <a:gdLst/>
              <a:ahLst/>
              <a:cxnLst/>
              <a:rect l="l" t="t" r="r" b="b"/>
              <a:pathLst>
                <a:path w="3550" h="1908" extrusionOk="0">
                  <a:moveTo>
                    <a:pt x="2375" y="632"/>
                  </a:moveTo>
                  <a:lnTo>
                    <a:pt x="2438" y="670"/>
                  </a:lnTo>
                  <a:lnTo>
                    <a:pt x="2021" y="1049"/>
                  </a:lnTo>
                  <a:lnTo>
                    <a:pt x="1579" y="632"/>
                  </a:lnTo>
                  <a:close/>
                  <a:moveTo>
                    <a:pt x="1" y="1"/>
                  </a:moveTo>
                  <a:lnTo>
                    <a:pt x="1996" y="1907"/>
                  </a:lnTo>
                  <a:lnTo>
                    <a:pt x="3549" y="518"/>
                  </a:lnTo>
                  <a:lnTo>
                    <a:pt x="2514"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68"/>
            <p:cNvSpPr/>
            <p:nvPr/>
          </p:nvSpPr>
          <p:spPr>
            <a:xfrm>
              <a:off x="2090500" y="3105425"/>
              <a:ext cx="65050" cy="33175"/>
            </a:xfrm>
            <a:custGeom>
              <a:avLst/>
              <a:gdLst/>
              <a:ahLst/>
              <a:cxnLst/>
              <a:rect l="l" t="t" r="r" b="b"/>
              <a:pathLst>
                <a:path w="2602" h="1327" extrusionOk="0">
                  <a:moveTo>
                    <a:pt x="0" y="1"/>
                  </a:moveTo>
                  <a:lnTo>
                    <a:pt x="468" y="1327"/>
                  </a:lnTo>
                  <a:lnTo>
                    <a:pt x="2602" y="658"/>
                  </a:lnTo>
                  <a:lnTo>
                    <a:pt x="0" y="1"/>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68"/>
            <p:cNvSpPr/>
            <p:nvPr/>
          </p:nvSpPr>
          <p:spPr>
            <a:xfrm>
              <a:off x="2077875" y="3094075"/>
              <a:ext cx="106725" cy="54325"/>
            </a:xfrm>
            <a:custGeom>
              <a:avLst/>
              <a:gdLst/>
              <a:ahLst/>
              <a:cxnLst/>
              <a:rect l="l" t="t" r="r" b="b"/>
              <a:pathLst>
                <a:path w="4269" h="2173" extrusionOk="0">
                  <a:moveTo>
                    <a:pt x="998" y="910"/>
                  </a:moveTo>
                  <a:lnTo>
                    <a:pt x="1945" y="1137"/>
                  </a:lnTo>
                  <a:lnTo>
                    <a:pt x="1162" y="1377"/>
                  </a:lnTo>
                  <a:lnTo>
                    <a:pt x="998" y="910"/>
                  </a:lnTo>
                  <a:close/>
                  <a:moveTo>
                    <a:pt x="0" y="0"/>
                  </a:moveTo>
                  <a:lnTo>
                    <a:pt x="783" y="2172"/>
                  </a:lnTo>
                  <a:lnTo>
                    <a:pt x="4268" y="1086"/>
                  </a:lnTo>
                  <a:lnTo>
                    <a:pt x="0" y="0"/>
                  </a:lnTo>
                  <a:close/>
                </a:path>
              </a:pathLst>
            </a:cu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33" name="Google Shape;1233;p68"/>
          <p:cNvPicPr preferRelativeResize="0"/>
          <p:nvPr/>
        </p:nvPicPr>
        <p:blipFill rotWithShape="1">
          <a:blip r:embed="rId4">
            <a:alphaModFix amt="63000"/>
          </a:blip>
          <a:srcRect l="17536" t="30943" r="20804" b="36495"/>
          <a:stretch/>
        </p:blipFill>
        <p:spPr>
          <a:xfrm rot="2045531">
            <a:off x="-2769518" y="-1171670"/>
            <a:ext cx="4824687" cy="1433140"/>
          </a:xfrm>
          <a:prstGeom prst="rect">
            <a:avLst/>
          </a:prstGeom>
          <a:noFill/>
          <a:ln>
            <a:noFill/>
          </a:ln>
        </p:spPr>
      </p:pic>
      <p:pic>
        <p:nvPicPr>
          <p:cNvPr id="1234" name="Google Shape;1234;p68"/>
          <p:cNvPicPr preferRelativeResize="0"/>
          <p:nvPr/>
        </p:nvPicPr>
        <p:blipFill rotWithShape="1">
          <a:blip r:embed="rId5">
            <a:alphaModFix/>
          </a:blip>
          <a:srcRect l="28680" t="19555" r="23804" b="32703"/>
          <a:stretch/>
        </p:blipFill>
        <p:spPr>
          <a:xfrm rot="-1761291">
            <a:off x="7552448" y="430321"/>
            <a:ext cx="1287877" cy="727827"/>
          </a:xfrm>
          <a:prstGeom prst="rect">
            <a:avLst/>
          </a:prstGeom>
          <a:noFill/>
          <a:ln>
            <a:noFill/>
          </a:ln>
        </p:spPr>
      </p:pic>
      <p:pic>
        <p:nvPicPr>
          <p:cNvPr id="1235" name="Google Shape;1235;p68"/>
          <p:cNvPicPr preferRelativeResize="0"/>
          <p:nvPr/>
        </p:nvPicPr>
        <p:blipFill rotWithShape="1">
          <a:blip r:embed="rId6">
            <a:alphaModFix/>
          </a:blip>
          <a:srcRect l="45691" t="12052" r="18787" b="20159"/>
          <a:stretch/>
        </p:blipFill>
        <p:spPr>
          <a:xfrm>
            <a:off x="-436700" y="343240"/>
            <a:ext cx="1366949" cy="1467299"/>
          </a:xfrm>
          <a:prstGeom prst="rect">
            <a:avLst/>
          </a:prstGeom>
          <a:noFill/>
          <a:ln>
            <a:noFill/>
          </a:ln>
        </p:spPr>
      </p:pic>
      <p:sp>
        <p:nvSpPr>
          <p:cNvPr id="1236" name="Google Shape;1236;p68"/>
          <p:cNvSpPr txBox="1"/>
          <p:nvPr/>
        </p:nvSpPr>
        <p:spPr>
          <a:xfrm flipH="1">
            <a:off x="6265350" y="1532900"/>
            <a:ext cx="1293900" cy="536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300">
                <a:solidFill>
                  <a:schemeClr val="dk1"/>
                </a:solidFill>
                <a:latin typeface="Cantata One"/>
                <a:ea typeface="Cantata One"/>
                <a:cs typeface="Cantata One"/>
                <a:sym typeface="Cantata One"/>
              </a:rPr>
              <a:t>Mars</a:t>
            </a:r>
            <a:endParaRPr sz="2300">
              <a:solidFill>
                <a:schemeClr val="dk1"/>
              </a:solidFill>
              <a:latin typeface="Cantata One"/>
              <a:ea typeface="Cantata One"/>
              <a:cs typeface="Cantata One"/>
              <a:sym typeface="Cantata One"/>
            </a:endParaRPr>
          </a:p>
        </p:txBody>
      </p:sp>
      <p:sp>
        <p:nvSpPr>
          <p:cNvPr id="1237" name="Google Shape;1237;p68"/>
          <p:cNvSpPr txBox="1"/>
          <p:nvPr/>
        </p:nvSpPr>
        <p:spPr>
          <a:xfrm flipH="1">
            <a:off x="5218950" y="1977450"/>
            <a:ext cx="2340300" cy="639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rgbClr val="4C2A19"/>
              </a:buClr>
              <a:buSzPts val="1100"/>
              <a:buFont typeface="Arial"/>
              <a:buNone/>
            </a:pPr>
            <a:r>
              <a:rPr lang="en">
                <a:solidFill>
                  <a:schemeClr val="dk1"/>
                </a:solidFill>
                <a:latin typeface="Catamaran"/>
                <a:ea typeface="Catamaran"/>
                <a:cs typeface="Catamaran"/>
                <a:sym typeface="Catamaran"/>
              </a:rPr>
              <a:t>Bien qu'elle soit rouge, Mars est un endroit très froid</a:t>
            </a:r>
            <a:endParaRPr>
              <a:solidFill>
                <a:schemeClr val="dk1"/>
              </a:solidFill>
              <a:latin typeface="Catamaran"/>
              <a:ea typeface="Catamaran"/>
              <a:cs typeface="Catamaran"/>
              <a:sym typeface="Catamaran"/>
            </a:endParaRPr>
          </a:p>
        </p:txBody>
      </p:sp>
      <p:sp>
        <p:nvSpPr>
          <p:cNvPr id="1238" name="Google Shape;1238;p68"/>
          <p:cNvSpPr txBox="1"/>
          <p:nvPr/>
        </p:nvSpPr>
        <p:spPr>
          <a:xfrm flipH="1">
            <a:off x="7559225" y="1532900"/>
            <a:ext cx="871500" cy="536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300">
                <a:solidFill>
                  <a:schemeClr val="accent1"/>
                </a:solidFill>
                <a:latin typeface="Cantata One"/>
                <a:ea typeface="Cantata One"/>
                <a:cs typeface="Cantata One"/>
                <a:sym typeface="Cantata One"/>
              </a:rPr>
              <a:t>30%</a:t>
            </a:r>
            <a:endParaRPr sz="2300">
              <a:solidFill>
                <a:schemeClr val="accent1"/>
              </a:solidFill>
              <a:latin typeface="Cantata One"/>
              <a:ea typeface="Cantata One"/>
              <a:cs typeface="Cantata One"/>
              <a:sym typeface="Cantata One"/>
            </a:endParaRPr>
          </a:p>
        </p:txBody>
      </p:sp>
      <p:sp>
        <p:nvSpPr>
          <p:cNvPr id="1239" name="Google Shape;1239;p68"/>
          <p:cNvSpPr txBox="1"/>
          <p:nvPr/>
        </p:nvSpPr>
        <p:spPr>
          <a:xfrm flipH="1">
            <a:off x="6265350" y="2769450"/>
            <a:ext cx="1293900" cy="536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300">
                <a:solidFill>
                  <a:schemeClr val="dk1"/>
                </a:solidFill>
                <a:latin typeface="Cantata One"/>
                <a:ea typeface="Cantata One"/>
                <a:cs typeface="Cantata One"/>
                <a:sym typeface="Cantata One"/>
              </a:rPr>
              <a:t>Vénus</a:t>
            </a:r>
            <a:endParaRPr sz="2300">
              <a:solidFill>
                <a:schemeClr val="dk1"/>
              </a:solidFill>
              <a:latin typeface="Cantata One"/>
              <a:ea typeface="Cantata One"/>
              <a:cs typeface="Cantata One"/>
              <a:sym typeface="Cantata One"/>
            </a:endParaRPr>
          </a:p>
        </p:txBody>
      </p:sp>
      <p:sp>
        <p:nvSpPr>
          <p:cNvPr id="1240" name="Google Shape;1240;p68"/>
          <p:cNvSpPr txBox="1"/>
          <p:nvPr/>
        </p:nvSpPr>
        <p:spPr>
          <a:xfrm flipH="1">
            <a:off x="5218950" y="3214000"/>
            <a:ext cx="2340300" cy="639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Vénus a un beau nom, mais il fait très chaud</a:t>
            </a:r>
            <a:endParaRPr>
              <a:solidFill>
                <a:schemeClr val="dk1"/>
              </a:solidFill>
              <a:latin typeface="Catamaran"/>
              <a:ea typeface="Catamaran"/>
              <a:cs typeface="Catamaran"/>
              <a:sym typeface="Catamaran"/>
            </a:endParaRPr>
          </a:p>
        </p:txBody>
      </p:sp>
      <p:sp>
        <p:nvSpPr>
          <p:cNvPr id="1241" name="Google Shape;1241;p68"/>
          <p:cNvSpPr txBox="1"/>
          <p:nvPr/>
        </p:nvSpPr>
        <p:spPr>
          <a:xfrm flipH="1">
            <a:off x="7559225" y="2769450"/>
            <a:ext cx="871500" cy="536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300">
                <a:solidFill>
                  <a:schemeClr val="accent1"/>
                </a:solidFill>
                <a:latin typeface="Cantata One"/>
                <a:ea typeface="Cantata One"/>
                <a:cs typeface="Cantata One"/>
                <a:sym typeface="Cantata One"/>
              </a:rPr>
              <a:t>70%</a:t>
            </a:r>
            <a:endParaRPr sz="2300">
              <a:solidFill>
                <a:schemeClr val="accent1"/>
              </a:solidFill>
              <a:latin typeface="Cantata One"/>
              <a:ea typeface="Cantata One"/>
              <a:cs typeface="Cantata One"/>
              <a:sym typeface="Cantata One"/>
            </a:endParaRPr>
          </a:p>
        </p:txBody>
      </p:sp>
      <p:cxnSp>
        <p:nvCxnSpPr>
          <p:cNvPr id="1242" name="Google Shape;1242;p68"/>
          <p:cNvCxnSpPr>
            <a:stCxn id="1243" idx="6"/>
          </p:cNvCxnSpPr>
          <p:nvPr/>
        </p:nvCxnSpPr>
        <p:spPr>
          <a:xfrm rot="10800000" flipH="1">
            <a:off x="3282200" y="1752225"/>
            <a:ext cx="3096900" cy="551700"/>
          </a:xfrm>
          <a:prstGeom prst="curvedConnector3">
            <a:avLst>
              <a:gd name="adj1" fmla="val 50000"/>
            </a:avLst>
          </a:prstGeom>
          <a:noFill/>
          <a:ln w="19050" cap="flat" cmpd="sng">
            <a:solidFill>
              <a:schemeClr val="accent3"/>
            </a:solidFill>
            <a:prstDash val="solid"/>
            <a:round/>
            <a:headEnd type="oval" w="med" len="med"/>
            <a:tailEnd type="none" w="med" len="med"/>
          </a:ln>
        </p:spPr>
      </p:cxnSp>
      <p:cxnSp>
        <p:nvCxnSpPr>
          <p:cNvPr id="1244" name="Google Shape;1244;p68"/>
          <p:cNvCxnSpPr>
            <a:stCxn id="1245" idx="6"/>
            <a:endCxn id="1239" idx="3"/>
          </p:cNvCxnSpPr>
          <p:nvPr/>
        </p:nvCxnSpPr>
        <p:spPr>
          <a:xfrm>
            <a:off x="1525650" y="2463150"/>
            <a:ext cx="4739700" cy="574800"/>
          </a:xfrm>
          <a:prstGeom prst="curvedConnector3">
            <a:avLst>
              <a:gd name="adj1" fmla="val 50000"/>
            </a:avLst>
          </a:prstGeom>
          <a:noFill/>
          <a:ln w="19050" cap="flat" cmpd="sng">
            <a:solidFill>
              <a:schemeClr val="accent3"/>
            </a:solidFill>
            <a:prstDash val="solid"/>
            <a:round/>
            <a:headEnd type="oval" w="med" len="med"/>
            <a:tailEnd type="none" w="med" len="med"/>
          </a:ln>
        </p:spPr>
      </p:cxnSp>
      <p:sp>
        <p:nvSpPr>
          <p:cNvPr id="1245" name="Google Shape;1245;p68"/>
          <p:cNvSpPr/>
          <p:nvPr/>
        </p:nvSpPr>
        <p:spPr>
          <a:xfrm>
            <a:off x="1217850" y="2309250"/>
            <a:ext cx="307800" cy="307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68"/>
          <p:cNvSpPr/>
          <p:nvPr/>
        </p:nvSpPr>
        <p:spPr>
          <a:xfrm>
            <a:off x="2974400" y="2150025"/>
            <a:ext cx="307800" cy="307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68">
            <a:hlinkClick r:id="rId7"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247" name="Google Shape;1247;p68">
            <a:hlinkClick r:id="rId8"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248" name="Google Shape;1248;p68">
            <a:hlinkClick r:id="rId9"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249" name="Google Shape;1249;p68">
            <a:hlinkClick r:id="rId10"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250" name="Google Shape;1250;p68">
            <a:hlinkClick r:id="rId11"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54"/>
        <p:cNvGrpSpPr/>
        <p:nvPr/>
      </p:nvGrpSpPr>
      <p:grpSpPr>
        <a:xfrm>
          <a:off x="0" y="0"/>
          <a:ext cx="0" cy="0"/>
          <a:chOff x="0" y="0"/>
          <a:chExt cx="0" cy="0"/>
        </a:xfrm>
      </p:grpSpPr>
      <p:sp>
        <p:nvSpPr>
          <p:cNvPr id="1255" name="Google Shape;1255;p69"/>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Il s'agit d'un graphique</a:t>
            </a:r>
            <a:endParaRPr/>
          </a:p>
        </p:txBody>
      </p:sp>
      <p:pic>
        <p:nvPicPr>
          <p:cNvPr id="1256" name="Google Shape;1256;p69"/>
          <p:cNvPicPr preferRelativeResize="0"/>
          <p:nvPr/>
        </p:nvPicPr>
        <p:blipFill rotWithShape="1">
          <a:blip r:embed="rId3">
            <a:alphaModFix amt="63000"/>
          </a:blip>
          <a:srcRect l="17536" t="30943" r="20804" b="36495"/>
          <a:stretch/>
        </p:blipFill>
        <p:spPr>
          <a:xfrm rot="2045531">
            <a:off x="6644307" y="555855"/>
            <a:ext cx="4824687" cy="1433140"/>
          </a:xfrm>
          <a:prstGeom prst="rect">
            <a:avLst/>
          </a:prstGeom>
          <a:noFill/>
          <a:ln>
            <a:noFill/>
          </a:ln>
        </p:spPr>
      </p:pic>
      <p:pic>
        <p:nvPicPr>
          <p:cNvPr id="1257" name="Google Shape;1257;p69"/>
          <p:cNvPicPr preferRelativeResize="0"/>
          <p:nvPr/>
        </p:nvPicPr>
        <p:blipFill rotWithShape="1">
          <a:blip r:embed="rId4">
            <a:alphaModFix amt="77000"/>
          </a:blip>
          <a:srcRect l="2217" t="17852" r="9074" b="32321"/>
          <a:stretch/>
        </p:blipFill>
        <p:spPr>
          <a:xfrm flipH="1">
            <a:off x="-1947145" y="-21903"/>
            <a:ext cx="3524923" cy="1113674"/>
          </a:xfrm>
          <a:prstGeom prst="rect">
            <a:avLst/>
          </a:prstGeom>
          <a:noFill/>
          <a:ln>
            <a:noFill/>
          </a:ln>
        </p:spPr>
      </p:pic>
      <p:sp>
        <p:nvSpPr>
          <p:cNvPr id="1258" name="Google Shape;1258;p69"/>
          <p:cNvSpPr/>
          <p:nvPr/>
        </p:nvSpPr>
        <p:spPr>
          <a:xfrm>
            <a:off x="214488" y="-316274"/>
            <a:ext cx="477279" cy="5796145"/>
          </a:xfrm>
          <a:custGeom>
            <a:avLst/>
            <a:gdLst/>
            <a:ahLst/>
            <a:cxnLst/>
            <a:rect l="l" t="t" r="r" b="b"/>
            <a:pathLst>
              <a:path w="7860" h="95453" extrusionOk="0">
                <a:moveTo>
                  <a:pt x="3582" y="28084"/>
                </a:moveTo>
                <a:cubicBezTo>
                  <a:pt x="3748" y="28084"/>
                  <a:pt x="3914" y="28121"/>
                  <a:pt x="4037" y="28254"/>
                </a:cubicBezTo>
                <a:cubicBezTo>
                  <a:pt x="4049" y="28265"/>
                  <a:pt x="4061" y="28301"/>
                  <a:pt x="4061" y="28313"/>
                </a:cubicBezTo>
                <a:cubicBezTo>
                  <a:pt x="4120" y="28361"/>
                  <a:pt x="4132" y="28432"/>
                  <a:pt x="4132" y="28504"/>
                </a:cubicBezTo>
                <a:cubicBezTo>
                  <a:pt x="4156" y="28599"/>
                  <a:pt x="4132" y="28682"/>
                  <a:pt x="4120" y="28754"/>
                </a:cubicBezTo>
                <a:cubicBezTo>
                  <a:pt x="4025" y="29182"/>
                  <a:pt x="3728" y="29575"/>
                  <a:pt x="3454" y="29920"/>
                </a:cubicBezTo>
                <a:cubicBezTo>
                  <a:pt x="2966" y="30540"/>
                  <a:pt x="2335" y="31075"/>
                  <a:pt x="1620" y="31409"/>
                </a:cubicBezTo>
                <a:cubicBezTo>
                  <a:pt x="1471" y="31483"/>
                  <a:pt x="1249" y="31573"/>
                  <a:pt x="1045" y="31573"/>
                </a:cubicBezTo>
                <a:cubicBezTo>
                  <a:pt x="891" y="31573"/>
                  <a:pt x="748" y="31522"/>
                  <a:pt x="656" y="31373"/>
                </a:cubicBezTo>
                <a:cubicBezTo>
                  <a:pt x="549" y="31218"/>
                  <a:pt x="584" y="30980"/>
                  <a:pt x="632" y="30802"/>
                </a:cubicBezTo>
                <a:cubicBezTo>
                  <a:pt x="644" y="30706"/>
                  <a:pt x="691" y="30635"/>
                  <a:pt x="715" y="30563"/>
                </a:cubicBezTo>
                <a:cubicBezTo>
                  <a:pt x="846" y="30004"/>
                  <a:pt x="1180" y="29504"/>
                  <a:pt x="1549" y="29099"/>
                </a:cubicBezTo>
                <a:cubicBezTo>
                  <a:pt x="2049" y="28563"/>
                  <a:pt x="2751" y="28135"/>
                  <a:pt x="3501" y="28087"/>
                </a:cubicBezTo>
                <a:cubicBezTo>
                  <a:pt x="3528" y="28085"/>
                  <a:pt x="3555" y="28084"/>
                  <a:pt x="3582" y="28084"/>
                </a:cubicBezTo>
                <a:close/>
                <a:moveTo>
                  <a:pt x="4752" y="0"/>
                </a:moveTo>
                <a:cubicBezTo>
                  <a:pt x="3799" y="893"/>
                  <a:pt x="3085" y="1953"/>
                  <a:pt x="2442" y="3084"/>
                </a:cubicBezTo>
                <a:cubicBezTo>
                  <a:pt x="2311" y="3143"/>
                  <a:pt x="2251" y="3250"/>
                  <a:pt x="2204" y="3381"/>
                </a:cubicBezTo>
                <a:cubicBezTo>
                  <a:pt x="2120" y="3727"/>
                  <a:pt x="1882" y="3989"/>
                  <a:pt x="1715" y="4298"/>
                </a:cubicBezTo>
                <a:cubicBezTo>
                  <a:pt x="1084" y="5525"/>
                  <a:pt x="608" y="6787"/>
                  <a:pt x="525" y="8156"/>
                </a:cubicBezTo>
                <a:cubicBezTo>
                  <a:pt x="418" y="9775"/>
                  <a:pt x="1013" y="11192"/>
                  <a:pt x="1834" y="12537"/>
                </a:cubicBezTo>
                <a:cubicBezTo>
                  <a:pt x="3037" y="14538"/>
                  <a:pt x="4275" y="16538"/>
                  <a:pt x="5133" y="18740"/>
                </a:cubicBezTo>
                <a:cubicBezTo>
                  <a:pt x="5573" y="19860"/>
                  <a:pt x="5906" y="21003"/>
                  <a:pt x="5990" y="22205"/>
                </a:cubicBezTo>
                <a:cubicBezTo>
                  <a:pt x="6061" y="22717"/>
                  <a:pt x="6061" y="23217"/>
                  <a:pt x="5990" y="23729"/>
                </a:cubicBezTo>
                <a:cubicBezTo>
                  <a:pt x="6025" y="23979"/>
                  <a:pt x="5930" y="24217"/>
                  <a:pt x="5895" y="24455"/>
                </a:cubicBezTo>
                <a:cubicBezTo>
                  <a:pt x="5775" y="25551"/>
                  <a:pt x="5430" y="26587"/>
                  <a:pt x="4978" y="27575"/>
                </a:cubicBezTo>
                <a:cubicBezTo>
                  <a:pt x="4902" y="27727"/>
                  <a:pt x="4826" y="27801"/>
                  <a:pt x="4719" y="27801"/>
                </a:cubicBezTo>
                <a:cubicBezTo>
                  <a:pt x="4658" y="27801"/>
                  <a:pt x="4588" y="27777"/>
                  <a:pt x="4501" y="27730"/>
                </a:cubicBezTo>
                <a:cubicBezTo>
                  <a:pt x="4183" y="27544"/>
                  <a:pt x="3851" y="27479"/>
                  <a:pt x="3507" y="27479"/>
                </a:cubicBezTo>
                <a:cubicBezTo>
                  <a:pt x="3299" y="27479"/>
                  <a:pt x="3086" y="27503"/>
                  <a:pt x="2870" y="27539"/>
                </a:cubicBezTo>
                <a:cubicBezTo>
                  <a:pt x="1418" y="27789"/>
                  <a:pt x="96" y="29480"/>
                  <a:pt x="49" y="30932"/>
                </a:cubicBezTo>
                <a:cubicBezTo>
                  <a:pt x="1" y="31123"/>
                  <a:pt x="1" y="31325"/>
                  <a:pt x="49" y="31540"/>
                </a:cubicBezTo>
                <a:cubicBezTo>
                  <a:pt x="188" y="32078"/>
                  <a:pt x="478" y="32357"/>
                  <a:pt x="918" y="32357"/>
                </a:cubicBezTo>
                <a:cubicBezTo>
                  <a:pt x="1003" y="32357"/>
                  <a:pt x="1095" y="32347"/>
                  <a:pt x="1192" y="32325"/>
                </a:cubicBezTo>
                <a:cubicBezTo>
                  <a:pt x="1501" y="32254"/>
                  <a:pt x="1799" y="32147"/>
                  <a:pt x="2085" y="31968"/>
                </a:cubicBezTo>
                <a:cubicBezTo>
                  <a:pt x="3216" y="31242"/>
                  <a:pt x="3990" y="30170"/>
                  <a:pt x="4740" y="29087"/>
                </a:cubicBezTo>
                <a:cubicBezTo>
                  <a:pt x="4864" y="28907"/>
                  <a:pt x="4962" y="28811"/>
                  <a:pt x="5066" y="28811"/>
                </a:cubicBezTo>
                <a:cubicBezTo>
                  <a:pt x="5162" y="28811"/>
                  <a:pt x="5263" y="28892"/>
                  <a:pt x="5394" y="29063"/>
                </a:cubicBezTo>
                <a:cubicBezTo>
                  <a:pt x="5704" y="29480"/>
                  <a:pt x="6025" y="29885"/>
                  <a:pt x="6264" y="30361"/>
                </a:cubicBezTo>
                <a:cubicBezTo>
                  <a:pt x="6764" y="31373"/>
                  <a:pt x="7180" y="32421"/>
                  <a:pt x="7240" y="33564"/>
                </a:cubicBezTo>
                <a:cubicBezTo>
                  <a:pt x="7299" y="33945"/>
                  <a:pt x="7311" y="34338"/>
                  <a:pt x="7240" y="34719"/>
                </a:cubicBezTo>
                <a:cubicBezTo>
                  <a:pt x="7240" y="35540"/>
                  <a:pt x="7026" y="36314"/>
                  <a:pt x="6764" y="37076"/>
                </a:cubicBezTo>
                <a:cubicBezTo>
                  <a:pt x="6299" y="38445"/>
                  <a:pt x="5537" y="39695"/>
                  <a:pt x="5002" y="41029"/>
                </a:cubicBezTo>
                <a:cubicBezTo>
                  <a:pt x="4466" y="42374"/>
                  <a:pt x="3847" y="43684"/>
                  <a:pt x="3454" y="45077"/>
                </a:cubicBezTo>
                <a:cubicBezTo>
                  <a:pt x="2906" y="47006"/>
                  <a:pt x="2442" y="48935"/>
                  <a:pt x="1894" y="50852"/>
                </a:cubicBezTo>
                <a:cubicBezTo>
                  <a:pt x="1263" y="53078"/>
                  <a:pt x="846" y="55316"/>
                  <a:pt x="703" y="57626"/>
                </a:cubicBezTo>
                <a:cubicBezTo>
                  <a:pt x="632" y="57793"/>
                  <a:pt x="727" y="57995"/>
                  <a:pt x="632" y="58162"/>
                </a:cubicBezTo>
                <a:cubicBezTo>
                  <a:pt x="608" y="59269"/>
                  <a:pt x="549" y="60365"/>
                  <a:pt x="894" y="61424"/>
                </a:cubicBezTo>
                <a:cubicBezTo>
                  <a:pt x="1251" y="62544"/>
                  <a:pt x="1775" y="63532"/>
                  <a:pt x="3108" y="63734"/>
                </a:cubicBezTo>
                <a:cubicBezTo>
                  <a:pt x="3142" y="63738"/>
                  <a:pt x="3176" y="63739"/>
                  <a:pt x="3210" y="63739"/>
                </a:cubicBezTo>
                <a:cubicBezTo>
                  <a:pt x="3411" y="63739"/>
                  <a:pt x="3605" y="63686"/>
                  <a:pt x="3799" y="63686"/>
                </a:cubicBezTo>
                <a:cubicBezTo>
                  <a:pt x="4061" y="63686"/>
                  <a:pt x="4120" y="63758"/>
                  <a:pt x="4037" y="64008"/>
                </a:cubicBezTo>
                <a:cubicBezTo>
                  <a:pt x="3228" y="66068"/>
                  <a:pt x="2894" y="68223"/>
                  <a:pt x="2727" y="70402"/>
                </a:cubicBezTo>
                <a:cubicBezTo>
                  <a:pt x="2656" y="70533"/>
                  <a:pt x="2739" y="70711"/>
                  <a:pt x="2656" y="70842"/>
                </a:cubicBezTo>
                <a:lnTo>
                  <a:pt x="2656" y="72688"/>
                </a:lnTo>
                <a:cubicBezTo>
                  <a:pt x="2632" y="73890"/>
                  <a:pt x="2727" y="75069"/>
                  <a:pt x="3085" y="76236"/>
                </a:cubicBezTo>
                <a:cubicBezTo>
                  <a:pt x="3382" y="77212"/>
                  <a:pt x="3870" y="78105"/>
                  <a:pt x="4275" y="79046"/>
                </a:cubicBezTo>
                <a:cubicBezTo>
                  <a:pt x="4775" y="80260"/>
                  <a:pt x="5228" y="81486"/>
                  <a:pt x="5299" y="82808"/>
                </a:cubicBezTo>
                <a:cubicBezTo>
                  <a:pt x="5406" y="84749"/>
                  <a:pt x="4775" y="86511"/>
                  <a:pt x="4025" y="88261"/>
                </a:cubicBezTo>
                <a:cubicBezTo>
                  <a:pt x="3335" y="89809"/>
                  <a:pt x="2477" y="91261"/>
                  <a:pt x="1501" y="92642"/>
                </a:cubicBezTo>
                <a:cubicBezTo>
                  <a:pt x="1072" y="93273"/>
                  <a:pt x="763" y="93976"/>
                  <a:pt x="715" y="94762"/>
                </a:cubicBezTo>
                <a:cubicBezTo>
                  <a:pt x="703" y="95107"/>
                  <a:pt x="822" y="95321"/>
                  <a:pt x="1144" y="95417"/>
                </a:cubicBezTo>
                <a:cubicBezTo>
                  <a:pt x="1221" y="95440"/>
                  <a:pt x="1293" y="95452"/>
                  <a:pt x="1364" y="95452"/>
                </a:cubicBezTo>
                <a:cubicBezTo>
                  <a:pt x="1436" y="95452"/>
                  <a:pt x="1507" y="95440"/>
                  <a:pt x="1584" y="95417"/>
                </a:cubicBezTo>
                <a:cubicBezTo>
                  <a:pt x="1775" y="95369"/>
                  <a:pt x="1977" y="95345"/>
                  <a:pt x="2180" y="95298"/>
                </a:cubicBezTo>
                <a:cubicBezTo>
                  <a:pt x="2323" y="95250"/>
                  <a:pt x="2382" y="95131"/>
                  <a:pt x="2358" y="94988"/>
                </a:cubicBezTo>
                <a:cubicBezTo>
                  <a:pt x="2323" y="94845"/>
                  <a:pt x="2239" y="94786"/>
                  <a:pt x="2096" y="94774"/>
                </a:cubicBezTo>
                <a:cubicBezTo>
                  <a:pt x="2009" y="94774"/>
                  <a:pt x="1922" y="94768"/>
                  <a:pt x="1834" y="94768"/>
                </a:cubicBezTo>
                <a:cubicBezTo>
                  <a:pt x="1791" y="94768"/>
                  <a:pt x="1747" y="94770"/>
                  <a:pt x="1704" y="94774"/>
                </a:cubicBezTo>
                <a:cubicBezTo>
                  <a:pt x="1652" y="94780"/>
                  <a:pt x="1606" y="94783"/>
                  <a:pt x="1564" y="94783"/>
                </a:cubicBezTo>
                <a:cubicBezTo>
                  <a:pt x="1364" y="94783"/>
                  <a:pt x="1281" y="94698"/>
                  <a:pt x="1370" y="94393"/>
                </a:cubicBezTo>
                <a:cubicBezTo>
                  <a:pt x="1501" y="93869"/>
                  <a:pt x="1727" y="93393"/>
                  <a:pt x="2013" y="92964"/>
                </a:cubicBezTo>
                <a:cubicBezTo>
                  <a:pt x="2954" y="91571"/>
                  <a:pt x="3811" y="90166"/>
                  <a:pt x="4501" y="88630"/>
                </a:cubicBezTo>
                <a:cubicBezTo>
                  <a:pt x="5180" y="87070"/>
                  <a:pt x="5644" y="85439"/>
                  <a:pt x="5811" y="83748"/>
                </a:cubicBezTo>
                <a:cubicBezTo>
                  <a:pt x="5847" y="83463"/>
                  <a:pt x="5847" y="83165"/>
                  <a:pt x="5811" y="82879"/>
                </a:cubicBezTo>
                <a:cubicBezTo>
                  <a:pt x="5728" y="81379"/>
                  <a:pt x="5240" y="80010"/>
                  <a:pt x="4644" y="78641"/>
                </a:cubicBezTo>
                <a:cubicBezTo>
                  <a:pt x="4204" y="77629"/>
                  <a:pt x="3680" y="76652"/>
                  <a:pt x="3406" y="75557"/>
                </a:cubicBezTo>
                <a:cubicBezTo>
                  <a:pt x="3025" y="74009"/>
                  <a:pt x="3156" y="72449"/>
                  <a:pt x="3156" y="70890"/>
                </a:cubicBezTo>
                <a:cubicBezTo>
                  <a:pt x="3228" y="70759"/>
                  <a:pt x="3132" y="70580"/>
                  <a:pt x="3228" y="70437"/>
                </a:cubicBezTo>
                <a:cubicBezTo>
                  <a:pt x="3216" y="69866"/>
                  <a:pt x="3335" y="69282"/>
                  <a:pt x="3406" y="68699"/>
                </a:cubicBezTo>
                <a:cubicBezTo>
                  <a:pt x="3573" y="67306"/>
                  <a:pt x="3859" y="65949"/>
                  <a:pt x="4323" y="64627"/>
                </a:cubicBezTo>
                <a:cubicBezTo>
                  <a:pt x="4561" y="63925"/>
                  <a:pt x="4835" y="63294"/>
                  <a:pt x="5633" y="62913"/>
                </a:cubicBezTo>
                <a:cubicBezTo>
                  <a:pt x="6406" y="62544"/>
                  <a:pt x="6942" y="61805"/>
                  <a:pt x="7276" y="60996"/>
                </a:cubicBezTo>
                <a:cubicBezTo>
                  <a:pt x="7419" y="60662"/>
                  <a:pt x="7716" y="60293"/>
                  <a:pt x="7276" y="59960"/>
                </a:cubicBezTo>
                <a:cubicBezTo>
                  <a:pt x="7198" y="59900"/>
                  <a:pt x="7109" y="59870"/>
                  <a:pt x="7012" y="59870"/>
                </a:cubicBezTo>
                <a:cubicBezTo>
                  <a:pt x="6782" y="59870"/>
                  <a:pt x="6508" y="60038"/>
                  <a:pt x="6240" y="60365"/>
                </a:cubicBezTo>
                <a:cubicBezTo>
                  <a:pt x="5644" y="61079"/>
                  <a:pt x="5037" y="61793"/>
                  <a:pt x="4644" y="62639"/>
                </a:cubicBezTo>
                <a:cubicBezTo>
                  <a:pt x="4561" y="62817"/>
                  <a:pt x="4442" y="62924"/>
                  <a:pt x="4228" y="62996"/>
                </a:cubicBezTo>
                <a:cubicBezTo>
                  <a:pt x="3936" y="63090"/>
                  <a:pt x="3660" y="63137"/>
                  <a:pt x="3402" y="63137"/>
                </a:cubicBezTo>
                <a:cubicBezTo>
                  <a:pt x="2554" y="63137"/>
                  <a:pt x="1902" y="62635"/>
                  <a:pt x="1537" y="61686"/>
                </a:cubicBezTo>
                <a:cubicBezTo>
                  <a:pt x="1120" y="60591"/>
                  <a:pt x="1084" y="59448"/>
                  <a:pt x="1132" y="58281"/>
                </a:cubicBezTo>
                <a:cubicBezTo>
                  <a:pt x="1227" y="58114"/>
                  <a:pt x="1108" y="57912"/>
                  <a:pt x="1203" y="57745"/>
                </a:cubicBezTo>
                <a:cubicBezTo>
                  <a:pt x="1192" y="56388"/>
                  <a:pt x="1465" y="55078"/>
                  <a:pt x="1715" y="53757"/>
                </a:cubicBezTo>
                <a:cubicBezTo>
                  <a:pt x="2073" y="51911"/>
                  <a:pt x="2680" y="50125"/>
                  <a:pt x="3132" y="48292"/>
                </a:cubicBezTo>
                <a:cubicBezTo>
                  <a:pt x="3930" y="45006"/>
                  <a:pt x="5097" y="41850"/>
                  <a:pt x="6597" y="38814"/>
                </a:cubicBezTo>
                <a:cubicBezTo>
                  <a:pt x="7216" y="37540"/>
                  <a:pt x="7633" y="36183"/>
                  <a:pt x="7728" y="34754"/>
                </a:cubicBezTo>
                <a:cubicBezTo>
                  <a:pt x="7800" y="34588"/>
                  <a:pt x="7692" y="34385"/>
                  <a:pt x="7800" y="34219"/>
                </a:cubicBezTo>
                <a:cubicBezTo>
                  <a:pt x="7847" y="34207"/>
                  <a:pt x="7847" y="34159"/>
                  <a:pt x="7847" y="34100"/>
                </a:cubicBezTo>
                <a:cubicBezTo>
                  <a:pt x="7740" y="33909"/>
                  <a:pt x="7859" y="33683"/>
                  <a:pt x="7776" y="33468"/>
                </a:cubicBezTo>
                <a:cubicBezTo>
                  <a:pt x="7549" y="31540"/>
                  <a:pt x="6907" y="29778"/>
                  <a:pt x="5514" y="28373"/>
                </a:cubicBezTo>
                <a:cubicBezTo>
                  <a:pt x="5359" y="28206"/>
                  <a:pt x="5311" y="28099"/>
                  <a:pt x="5418" y="27896"/>
                </a:cubicBezTo>
                <a:cubicBezTo>
                  <a:pt x="6061" y="26432"/>
                  <a:pt x="6502" y="24944"/>
                  <a:pt x="6537" y="23336"/>
                </a:cubicBezTo>
                <a:cubicBezTo>
                  <a:pt x="6585" y="23134"/>
                  <a:pt x="6585" y="22931"/>
                  <a:pt x="6537" y="22729"/>
                </a:cubicBezTo>
                <a:cubicBezTo>
                  <a:pt x="6537" y="21705"/>
                  <a:pt x="6323" y="20705"/>
                  <a:pt x="6025" y="19717"/>
                </a:cubicBezTo>
                <a:cubicBezTo>
                  <a:pt x="5287" y="17300"/>
                  <a:pt x="4037" y="15121"/>
                  <a:pt x="2716" y="12978"/>
                </a:cubicBezTo>
                <a:cubicBezTo>
                  <a:pt x="2120" y="12025"/>
                  <a:pt x="1525" y="11061"/>
                  <a:pt x="1239" y="9954"/>
                </a:cubicBezTo>
                <a:cubicBezTo>
                  <a:pt x="727" y="8037"/>
                  <a:pt x="1227" y="6251"/>
                  <a:pt x="2096" y="4560"/>
                </a:cubicBezTo>
                <a:cubicBezTo>
                  <a:pt x="2882" y="3024"/>
                  <a:pt x="3739" y="1524"/>
                  <a:pt x="4835" y="179"/>
                </a:cubicBezTo>
                <a:cubicBezTo>
                  <a:pt x="4882" y="72"/>
                  <a:pt x="4823" y="36"/>
                  <a:pt x="4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59" name="Google Shape;1259;p69"/>
          <p:cNvPicPr preferRelativeResize="0"/>
          <p:nvPr/>
        </p:nvPicPr>
        <p:blipFill rotWithShape="1">
          <a:blip r:embed="rId5">
            <a:alphaModFix/>
          </a:blip>
          <a:srcRect l="28680" t="19555" r="23804" b="32703"/>
          <a:stretch/>
        </p:blipFill>
        <p:spPr>
          <a:xfrm rot="-1761291">
            <a:off x="809948" y="51371"/>
            <a:ext cx="1287877" cy="727827"/>
          </a:xfrm>
          <a:prstGeom prst="rect">
            <a:avLst/>
          </a:prstGeom>
          <a:noFill/>
          <a:ln>
            <a:noFill/>
          </a:ln>
        </p:spPr>
      </p:pic>
      <p:pic>
        <p:nvPicPr>
          <p:cNvPr id="1260" name="Google Shape;1260;p69" title="Gráfico">
            <a:hlinkClick r:id="rId6"/>
          </p:cNvPr>
          <p:cNvPicPr preferRelativeResize="0"/>
          <p:nvPr/>
        </p:nvPicPr>
        <p:blipFill>
          <a:blip r:embed="rId7">
            <a:alphaModFix/>
          </a:blip>
          <a:stretch>
            <a:fillRect/>
          </a:stretch>
        </p:blipFill>
        <p:spPr>
          <a:xfrm>
            <a:off x="3352660" y="1422813"/>
            <a:ext cx="2438625" cy="2365325"/>
          </a:xfrm>
          <a:prstGeom prst="rect">
            <a:avLst/>
          </a:prstGeom>
          <a:noFill/>
          <a:ln>
            <a:noFill/>
          </a:ln>
        </p:spPr>
      </p:pic>
      <p:sp>
        <p:nvSpPr>
          <p:cNvPr id="1261" name="Google Shape;1261;p69"/>
          <p:cNvSpPr txBox="1"/>
          <p:nvPr/>
        </p:nvSpPr>
        <p:spPr>
          <a:xfrm>
            <a:off x="714225" y="3919600"/>
            <a:ext cx="7715400" cy="362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Catamaran"/>
                <a:ea typeface="Catamaran"/>
                <a:cs typeface="Catamaran"/>
                <a:sym typeface="Catamaran"/>
              </a:rPr>
              <a:t>Suivez le lien dans le graphique pour modifier ses données, puis collez le nouveau ici. </a:t>
            </a:r>
            <a:r>
              <a:rPr lang="en" sz="1100" b="1">
                <a:solidFill>
                  <a:schemeClr val="dk1"/>
                </a:solidFill>
                <a:uFill>
                  <a:noFill/>
                </a:uFill>
                <a:latin typeface="Catamaran"/>
                <a:ea typeface="Catamaran"/>
                <a:cs typeface="Catamaran"/>
                <a:sym typeface="Catamaran"/>
                <a:hlinkClick r:id="rId8">
                  <a:extLst>
                    <a:ext uri="{A12FA001-AC4F-418D-AE19-62706E023703}">
                      <ahyp:hlinkClr xmlns:ahyp="http://schemas.microsoft.com/office/drawing/2018/hyperlinkcolor" val="tx"/>
                    </a:ext>
                  </a:extLst>
                </a:hlinkClick>
              </a:rPr>
              <a:t>Pour plus d'informations, cliquez ici</a:t>
            </a:r>
            <a:endParaRPr sz="1100" b="1">
              <a:solidFill>
                <a:schemeClr val="dk1"/>
              </a:solidFill>
              <a:latin typeface="Catamaran"/>
              <a:ea typeface="Catamaran"/>
              <a:cs typeface="Catamaran"/>
              <a:sym typeface="Catamaran"/>
            </a:endParaRPr>
          </a:p>
        </p:txBody>
      </p:sp>
      <p:sp>
        <p:nvSpPr>
          <p:cNvPr id="1262" name="Google Shape;1262;p69"/>
          <p:cNvSpPr txBox="1"/>
          <p:nvPr/>
        </p:nvSpPr>
        <p:spPr>
          <a:xfrm flipH="1">
            <a:off x="5981925" y="1473600"/>
            <a:ext cx="2259900" cy="536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300">
                <a:solidFill>
                  <a:schemeClr val="lt2"/>
                </a:solidFill>
                <a:latin typeface="Cantata One"/>
                <a:ea typeface="Cantata One"/>
                <a:cs typeface="Cantata One"/>
                <a:sym typeface="Cantata One"/>
              </a:rPr>
              <a:t>Mars</a:t>
            </a:r>
            <a:endParaRPr sz="2300">
              <a:solidFill>
                <a:schemeClr val="lt2"/>
              </a:solidFill>
              <a:latin typeface="Cantata One"/>
              <a:ea typeface="Cantata One"/>
              <a:cs typeface="Cantata One"/>
              <a:sym typeface="Cantata One"/>
            </a:endParaRPr>
          </a:p>
        </p:txBody>
      </p:sp>
      <p:sp>
        <p:nvSpPr>
          <p:cNvPr id="1263" name="Google Shape;1263;p69"/>
          <p:cNvSpPr txBox="1"/>
          <p:nvPr/>
        </p:nvSpPr>
        <p:spPr>
          <a:xfrm flipH="1">
            <a:off x="5981925" y="1900400"/>
            <a:ext cx="2259900" cy="536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rgbClr val="4C2A19"/>
              </a:buClr>
              <a:buSzPts val="1100"/>
              <a:buFont typeface="Arial"/>
              <a:buNone/>
            </a:pPr>
            <a:r>
              <a:rPr lang="en">
                <a:solidFill>
                  <a:schemeClr val="dk1"/>
                </a:solidFill>
                <a:latin typeface="Catamaran"/>
                <a:ea typeface="Catamaran"/>
                <a:cs typeface="Catamaran"/>
                <a:sym typeface="Catamaran"/>
              </a:rPr>
              <a:t>Bien qu'elle soit rouge, elle est un endroit très froid</a:t>
            </a:r>
            <a:endParaRPr>
              <a:solidFill>
                <a:schemeClr val="dk1"/>
              </a:solidFill>
              <a:latin typeface="Catamaran"/>
              <a:ea typeface="Catamaran"/>
              <a:cs typeface="Catamaran"/>
              <a:sym typeface="Catamaran"/>
            </a:endParaRPr>
          </a:p>
        </p:txBody>
      </p:sp>
      <p:sp>
        <p:nvSpPr>
          <p:cNvPr id="1264" name="Google Shape;1264;p69"/>
          <p:cNvSpPr txBox="1"/>
          <p:nvPr/>
        </p:nvSpPr>
        <p:spPr>
          <a:xfrm flipH="1">
            <a:off x="5981925" y="2862550"/>
            <a:ext cx="2259900" cy="536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300">
                <a:solidFill>
                  <a:schemeClr val="dk1"/>
                </a:solidFill>
                <a:latin typeface="Cantata One"/>
                <a:ea typeface="Cantata One"/>
                <a:cs typeface="Cantata One"/>
                <a:sym typeface="Cantata One"/>
              </a:rPr>
              <a:t>Vénus</a:t>
            </a:r>
            <a:endParaRPr sz="2300">
              <a:solidFill>
                <a:schemeClr val="dk1"/>
              </a:solidFill>
              <a:latin typeface="Cantata One"/>
              <a:ea typeface="Cantata One"/>
              <a:cs typeface="Cantata One"/>
              <a:sym typeface="Cantata One"/>
            </a:endParaRPr>
          </a:p>
        </p:txBody>
      </p:sp>
      <p:sp>
        <p:nvSpPr>
          <p:cNvPr id="1265" name="Google Shape;1265;p69"/>
          <p:cNvSpPr txBox="1"/>
          <p:nvPr/>
        </p:nvSpPr>
        <p:spPr>
          <a:xfrm flipH="1">
            <a:off x="5981925" y="3289350"/>
            <a:ext cx="2259900" cy="536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Elle a un beau nom, mais il fait très chaud</a:t>
            </a:r>
            <a:endParaRPr>
              <a:solidFill>
                <a:schemeClr val="dk1"/>
              </a:solidFill>
              <a:latin typeface="Catamaran"/>
              <a:ea typeface="Catamaran"/>
              <a:cs typeface="Catamaran"/>
              <a:sym typeface="Catamaran"/>
            </a:endParaRPr>
          </a:p>
        </p:txBody>
      </p:sp>
      <p:sp>
        <p:nvSpPr>
          <p:cNvPr id="1266" name="Google Shape;1266;p69"/>
          <p:cNvSpPr txBox="1"/>
          <p:nvPr/>
        </p:nvSpPr>
        <p:spPr>
          <a:xfrm flipH="1">
            <a:off x="5981925" y="1100600"/>
            <a:ext cx="2259900" cy="536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300">
                <a:solidFill>
                  <a:schemeClr val="lt2"/>
                </a:solidFill>
                <a:latin typeface="Cantata One"/>
                <a:ea typeface="Cantata One"/>
                <a:cs typeface="Cantata One"/>
                <a:sym typeface="Cantata One"/>
              </a:rPr>
              <a:t>10%</a:t>
            </a:r>
            <a:endParaRPr sz="2300">
              <a:solidFill>
                <a:schemeClr val="lt2"/>
              </a:solidFill>
              <a:latin typeface="Cantata One"/>
              <a:ea typeface="Cantata One"/>
              <a:cs typeface="Cantata One"/>
              <a:sym typeface="Cantata One"/>
            </a:endParaRPr>
          </a:p>
        </p:txBody>
      </p:sp>
      <p:sp>
        <p:nvSpPr>
          <p:cNvPr id="1267" name="Google Shape;1267;p69"/>
          <p:cNvSpPr txBox="1"/>
          <p:nvPr/>
        </p:nvSpPr>
        <p:spPr>
          <a:xfrm flipH="1">
            <a:off x="5981925" y="2489975"/>
            <a:ext cx="2259900" cy="536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300">
                <a:solidFill>
                  <a:schemeClr val="dk1"/>
                </a:solidFill>
                <a:latin typeface="Cantata One"/>
                <a:ea typeface="Cantata One"/>
                <a:cs typeface="Cantata One"/>
                <a:sym typeface="Cantata One"/>
              </a:rPr>
              <a:t>25%</a:t>
            </a:r>
            <a:endParaRPr sz="2300">
              <a:solidFill>
                <a:schemeClr val="dk1"/>
              </a:solidFill>
              <a:latin typeface="Cantata One"/>
              <a:ea typeface="Cantata One"/>
              <a:cs typeface="Cantata One"/>
              <a:sym typeface="Cantata One"/>
            </a:endParaRPr>
          </a:p>
        </p:txBody>
      </p:sp>
      <p:sp>
        <p:nvSpPr>
          <p:cNvPr id="1268" name="Google Shape;1268;p69"/>
          <p:cNvSpPr txBox="1"/>
          <p:nvPr/>
        </p:nvSpPr>
        <p:spPr>
          <a:xfrm>
            <a:off x="902025" y="1473588"/>
            <a:ext cx="2259900" cy="536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a:solidFill>
                  <a:schemeClr val="accent3"/>
                </a:solidFill>
                <a:latin typeface="Cantata One"/>
                <a:ea typeface="Cantata One"/>
                <a:cs typeface="Cantata One"/>
                <a:sym typeface="Cantata One"/>
              </a:rPr>
              <a:t>Jupiter</a:t>
            </a:r>
            <a:endParaRPr sz="2300">
              <a:solidFill>
                <a:schemeClr val="accent3"/>
              </a:solidFill>
              <a:latin typeface="Cantata One"/>
              <a:ea typeface="Cantata One"/>
              <a:cs typeface="Cantata One"/>
              <a:sym typeface="Cantata One"/>
            </a:endParaRPr>
          </a:p>
        </p:txBody>
      </p:sp>
      <p:sp>
        <p:nvSpPr>
          <p:cNvPr id="1269" name="Google Shape;1269;p69"/>
          <p:cNvSpPr txBox="1"/>
          <p:nvPr/>
        </p:nvSpPr>
        <p:spPr>
          <a:xfrm>
            <a:off x="902025" y="1900388"/>
            <a:ext cx="2259900" cy="53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C’est la plus grande planète de toutes</a:t>
            </a:r>
            <a:endParaRPr>
              <a:solidFill>
                <a:schemeClr val="dk1"/>
              </a:solidFill>
              <a:latin typeface="Catamaran"/>
              <a:ea typeface="Catamaran"/>
              <a:cs typeface="Catamaran"/>
              <a:sym typeface="Catamaran"/>
            </a:endParaRPr>
          </a:p>
        </p:txBody>
      </p:sp>
      <p:sp>
        <p:nvSpPr>
          <p:cNvPr id="1270" name="Google Shape;1270;p69"/>
          <p:cNvSpPr txBox="1"/>
          <p:nvPr/>
        </p:nvSpPr>
        <p:spPr>
          <a:xfrm>
            <a:off x="902025" y="2862538"/>
            <a:ext cx="2259900" cy="536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a:solidFill>
                  <a:schemeClr val="accent1"/>
                </a:solidFill>
                <a:latin typeface="Cantata One"/>
                <a:ea typeface="Cantata One"/>
                <a:cs typeface="Cantata One"/>
                <a:sym typeface="Cantata One"/>
              </a:rPr>
              <a:t>Neptune</a:t>
            </a:r>
            <a:endParaRPr sz="2300">
              <a:solidFill>
                <a:schemeClr val="accent1"/>
              </a:solidFill>
              <a:latin typeface="Cantata One"/>
              <a:ea typeface="Cantata One"/>
              <a:cs typeface="Cantata One"/>
              <a:sym typeface="Cantata One"/>
            </a:endParaRPr>
          </a:p>
        </p:txBody>
      </p:sp>
      <p:sp>
        <p:nvSpPr>
          <p:cNvPr id="1271" name="Google Shape;1271;p69"/>
          <p:cNvSpPr txBox="1"/>
          <p:nvPr/>
        </p:nvSpPr>
        <p:spPr>
          <a:xfrm>
            <a:off x="902025" y="3289338"/>
            <a:ext cx="2259900" cy="53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C’est la planète la plus éloignée du Soleil</a:t>
            </a:r>
            <a:endParaRPr>
              <a:solidFill>
                <a:schemeClr val="dk1"/>
              </a:solidFill>
              <a:latin typeface="Catamaran"/>
              <a:ea typeface="Catamaran"/>
              <a:cs typeface="Catamaran"/>
              <a:sym typeface="Catamaran"/>
            </a:endParaRPr>
          </a:p>
        </p:txBody>
      </p:sp>
      <p:sp>
        <p:nvSpPr>
          <p:cNvPr id="1272" name="Google Shape;1272;p69"/>
          <p:cNvSpPr txBox="1"/>
          <p:nvPr/>
        </p:nvSpPr>
        <p:spPr>
          <a:xfrm>
            <a:off x="902025" y="1100588"/>
            <a:ext cx="2259900" cy="536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a:solidFill>
                  <a:schemeClr val="accent3"/>
                </a:solidFill>
                <a:latin typeface="Cantata One"/>
                <a:ea typeface="Cantata One"/>
                <a:cs typeface="Cantata One"/>
                <a:sym typeface="Cantata One"/>
              </a:rPr>
              <a:t>25%</a:t>
            </a:r>
            <a:endParaRPr sz="2300">
              <a:solidFill>
                <a:schemeClr val="accent3"/>
              </a:solidFill>
              <a:latin typeface="Cantata One"/>
              <a:ea typeface="Cantata One"/>
              <a:cs typeface="Cantata One"/>
              <a:sym typeface="Cantata One"/>
            </a:endParaRPr>
          </a:p>
        </p:txBody>
      </p:sp>
      <p:sp>
        <p:nvSpPr>
          <p:cNvPr id="1273" name="Google Shape;1273;p69"/>
          <p:cNvSpPr txBox="1"/>
          <p:nvPr/>
        </p:nvSpPr>
        <p:spPr>
          <a:xfrm>
            <a:off x="902025" y="2489963"/>
            <a:ext cx="2259900" cy="536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a:solidFill>
                  <a:schemeClr val="accent1"/>
                </a:solidFill>
                <a:latin typeface="Cantata One"/>
                <a:ea typeface="Cantata One"/>
                <a:cs typeface="Cantata One"/>
                <a:sym typeface="Cantata One"/>
              </a:rPr>
              <a:t>40%</a:t>
            </a:r>
            <a:endParaRPr sz="2300">
              <a:solidFill>
                <a:schemeClr val="accent1"/>
              </a:solidFill>
              <a:latin typeface="Cantata One"/>
              <a:ea typeface="Cantata One"/>
              <a:cs typeface="Cantata One"/>
              <a:sym typeface="Cantata One"/>
            </a:endParaRPr>
          </a:p>
        </p:txBody>
      </p:sp>
      <p:sp>
        <p:nvSpPr>
          <p:cNvPr id="1274" name="Google Shape;1274;p69">
            <a:hlinkClick r:id="rId9"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275" name="Google Shape;1275;p69">
            <a:hlinkClick r:id="rId10"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276" name="Google Shape;1276;p69">
            <a:hlinkClick r:id="rId11"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277" name="Google Shape;1277;p69">
            <a:hlinkClick r:id="rId12"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2"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278" name="Google Shape;1278;p69">
            <a:hlinkClick r:id="rId13"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3"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82"/>
        <p:cNvGrpSpPr/>
        <p:nvPr/>
      </p:nvGrpSpPr>
      <p:grpSpPr>
        <a:xfrm>
          <a:off x="0" y="0"/>
          <a:ext cx="0" cy="0"/>
          <a:chOff x="0" y="0"/>
          <a:chExt cx="0" cy="0"/>
        </a:xfrm>
      </p:grpSpPr>
      <p:pic>
        <p:nvPicPr>
          <p:cNvPr id="1283" name="Google Shape;1283;p70"/>
          <p:cNvPicPr preferRelativeResize="0"/>
          <p:nvPr/>
        </p:nvPicPr>
        <p:blipFill rotWithShape="1">
          <a:blip r:embed="rId3">
            <a:alphaModFix/>
          </a:blip>
          <a:srcRect l="37412" t="9009" r="30455" b="20771"/>
          <a:stretch/>
        </p:blipFill>
        <p:spPr>
          <a:xfrm rot="10800000">
            <a:off x="7762513" y="-214787"/>
            <a:ext cx="2210002" cy="2716575"/>
          </a:xfrm>
          <a:prstGeom prst="rect">
            <a:avLst/>
          </a:prstGeom>
          <a:noFill/>
          <a:ln>
            <a:noFill/>
          </a:ln>
        </p:spPr>
      </p:pic>
      <p:sp>
        <p:nvSpPr>
          <p:cNvPr id="1284" name="Google Shape;1284;p70"/>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Il s'agit d'une infographie</a:t>
            </a:r>
            <a:endParaRPr/>
          </a:p>
        </p:txBody>
      </p:sp>
      <p:sp>
        <p:nvSpPr>
          <p:cNvPr id="1285" name="Google Shape;1285;p70"/>
          <p:cNvSpPr txBox="1"/>
          <p:nvPr/>
        </p:nvSpPr>
        <p:spPr>
          <a:xfrm>
            <a:off x="3771875" y="1302000"/>
            <a:ext cx="1627800" cy="47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a:solidFill>
                  <a:schemeClr val="dk1"/>
                </a:solidFill>
                <a:latin typeface="Cantata One"/>
                <a:ea typeface="Cantata One"/>
                <a:cs typeface="Cantata One"/>
                <a:sym typeface="Cantata One"/>
              </a:rPr>
              <a:t>Jupiter</a:t>
            </a:r>
            <a:endParaRPr sz="2300">
              <a:solidFill>
                <a:schemeClr val="dk1"/>
              </a:solidFill>
              <a:latin typeface="Cantata One"/>
              <a:ea typeface="Cantata One"/>
              <a:cs typeface="Cantata One"/>
              <a:sym typeface="Cantata One"/>
            </a:endParaRPr>
          </a:p>
        </p:txBody>
      </p:sp>
      <p:cxnSp>
        <p:nvCxnSpPr>
          <p:cNvPr id="1286" name="Google Shape;1286;p70"/>
          <p:cNvCxnSpPr>
            <a:stCxn id="1285" idx="1"/>
            <a:endCxn id="1287" idx="0"/>
          </p:cNvCxnSpPr>
          <p:nvPr/>
        </p:nvCxnSpPr>
        <p:spPr>
          <a:xfrm flipH="1">
            <a:off x="1817375" y="1541850"/>
            <a:ext cx="1954500" cy="577200"/>
          </a:xfrm>
          <a:prstGeom prst="bentConnector2">
            <a:avLst/>
          </a:prstGeom>
          <a:noFill/>
          <a:ln w="19050" cap="flat" cmpd="sng">
            <a:solidFill>
              <a:schemeClr val="accent3"/>
            </a:solidFill>
            <a:prstDash val="solid"/>
            <a:round/>
            <a:headEnd type="oval" w="med" len="med"/>
            <a:tailEnd type="none" w="med" len="med"/>
          </a:ln>
        </p:spPr>
      </p:cxnSp>
      <p:cxnSp>
        <p:nvCxnSpPr>
          <p:cNvPr id="1288" name="Google Shape;1288;p70"/>
          <p:cNvCxnSpPr>
            <a:stCxn id="1285" idx="3"/>
            <a:endCxn id="1289" idx="0"/>
          </p:cNvCxnSpPr>
          <p:nvPr/>
        </p:nvCxnSpPr>
        <p:spPr>
          <a:xfrm>
            <a:off x="5399675" y="1541850"/>
            <a:ext cx="1954500" cy="577200"/>
          </a:xfrm>
          <a:prstGeom prst="bentConnector2">
            <a:avLst/>
          </a:prstGeom>
          <a:noFill/>
          <a:ln w="19050" cap="flat" cmpd="sng">
            <a:solidFill>
              <a:schemeClr val="accent3"/>
            </a:solidFill>
            <a:prstDash val="solid"/>
            <a:round/>
            <a:headEnd type="oval" w="med" len="med"/>
            <a:tailEnd type="none" w="med" len="med"/>
          </a:ln>
        </p:spPr>
      </p:cxnSp>
      <p:cxnSp>
        <p:nvCxnSpPr>
          <p:cNvPr id="1290" name="Google Shape;1290;p70"/>
          <p:cNvCxnSpPr>
            <a:stCxn id="1285" idx="2"/>
            <a:endCxn id="1291" idx="0"/>
          </p:cNvCxnSpPr>
          <p:nvPr/>
        </p:nvCxnSpPr>
        <p:spPr>
          <a:xfrm rot="-5400000" flipH="1">
            <a:off x="4417325" y="1950150"/>
            <a:ext cx="337500" cy="600"/>
          </a:xfrm>
          <a:prstGeom prst="bentConnector3">
            <a:avLst>
              <a:gd name="adj1" fmla="val 49981"/>
            </a:avLst>
          </a:prstGeom>
          <a:noFill/>
          <a:ln w="19050" cap="flat" cmpd="sng">
            <a:solidFill>
              <a:schemeClr val="accent3"/>
            </a:solidFill>
            <a:prstDash val="solid"/>
            <a:round/>
            <a:headEnd type="oval" w="med" len="med"/>
            <a:tailEnd type="none" w="med" len="med"/>
          </a:ln>
        </p:spPr>
      </p:cxnSp>
      <p:pic>
        <p:nvPicPr>
          <p:cNvPr id="1287" name="Google Shape;1287;p70"/>
          <p:cNvPicPr preferRelativeResize="0"/>
          <p:nvPr/>
        </p:nvPicPr>
        <p:blipFill rotWithShape="1">
          <a:blip r:embed="rId4">
            <a:alphaModFix amt="76000"/>
          </a:blip>
          <a:srcRect l="37412" t="9009" r="30455" b="20771"/>
          <a:stretch/>
        </p:blipFill>
        <p:spPr>
          <a:xfrm>
            <a:off x="1480105" y="2119069"/>
            <a:ext cx="674448" cy="829075"/>
          </a:xfrm>
          <a:prstGeom prst="rect">
            <a:avLst/>
          </a:prstGeom>
          <a:noFill/>
          <a:ln>
            <a:noFill/>
          </a:ln>
        </p:spPr>
      </p:pic>
      <p:pic>
        <p:nvPicPr>
          <p:cNvPr id="1291" name="Google Shape;1291;p70"/>
          <p:cNvPicPr preferRelativeResize="0"/>
          <p:nvPr/>
        </p:nvPicPr>
        <p:blipFill rotWithShape="1">
          <a:blip r:embed="rId4">
            <a:alphaModFix amt="76000"/>
          </a:blip>
          <a:srcRect l="37412" t="9009" r="30455" b="20771"/>
          <a:stretch/>
        </p:blipFill>
        <p:spPr>
          <a:xfrm>
            <a:off x="4248542" y="2119069"/>
            <a:ext cx="674448" cy="829075"/>
          </a:xfrm>
          <a:prstGeom prst="rect">
            <a:avLst/>
          </a:prstGeom>
          <a:noFill/>
          <a:ln>
            <a:noFill/>
          </a:ln>
        </p:spPr>
      </p:pic>
      <p:grpSp>
        <p:nvGrpSpPr>
          <p:cNvPr id="1292" name="Google Shape;1292;p70"/>
          <p:cNvGrpSpPr/>
          <p:nvPr/>
        </p:nvGrpSpPr>
        <p:grpSpPr>
          <a:xfrm>
            <a:off x="1647579" y="2327879"/>
            <a:ext cx="339482" cy="411465"/>
            <a:chOff x="-39248625" y="3588600"/>
            <a:chExt cx="256775" cy="316050"/>
          </a:xfrm>
        </p:grpSpPr>
        <p:sp>
          <p:nvSpPr>
            <p:cNvPr id="1293" name="Google Shape;1293;p70"/>
            <p:cNvSpPr/>
            <p:nvPr/>
          </p:nvSpPr>
          <p:spPr>
            <a:xfrm>
              <a:off x="-39248625" y="3588600"/>
              <a:ext cx="256775" cy="316050"/>
            </a:xfrm>
            <a:custGeom>
              <a:avLst/>
              <a:gdLst/>
              <a:ahLst/>
              <a:cxnLst/>
              <a:rect l="l" t="t" r="r" b="b"/>
              <a:pathLst>
                <a:path w="10271" h="12642" extrusionOk="0">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70"/>
            <p:cNvSpPr/>
            <p:nvPr/>
          </p:nvSpPr>
          <p:spPr>
            <a:xfrm>
              <a:off x="-39076150" y="3684875"/>
              <a:ext cx="84300" cy="80300"/>
            </a:xfrm>
            <a:custGeom>
              <a:avLst/>
              <a:gdLst/>
              <a:ahLst/>
              <a:cxnLst/>
              <a:rect l="l" t="t" r="r" b="b"/>
              <a:pathLst>
                <a:path w="3372" h="3212" extrusionOk="0">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5" name="Google Shape;1295;p70"/>
          <p:cNvGrpSpPr/>
          <p:nvPr/>
        </p:nvGrpSpPr>
        <p:grpSpPr>
          <a:xfrm>
            <a:off x="4364601" y="2327877"/>
            <a:ext cx="442343" cy="411471"/>
            <a:chOff x="-38542250" y="3220175"/>
            <a:chExt cx="341525" cy="318525"/>
          </a:xfrm>
        </p:grpSpPr>
        <p:sp>
          <p:nvSpPr>
            <p:cNvPr id="1296" name="Google Shape;1296;p70"/>
            <p:cNvSpPr/>
            <p:nvPr/>
          </p:nvSpPr>
          <p:spPr>
            <a:xfrm>
              <a:off x="-38542250" y="3440725"/>
              <a:ext cx="101750" cy="97975"/>
            </a:xfrm>
            <a:custGeom>
              <a:avLst/>
              <a:gdLst/>
              <a:ahLst/>
              <a:cxnLst/>
              <a:rect l="l" t="t" r="r" b="b"/>
              <a:pathLst>
                <a:path w="4070" h="3919" extrusionOk="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70"/>
            <p:cNvSpPr/>
            <p:nvPr/>
          </p:nvSpPr>
          <p:spPr>
            <a:xfrm>
              <a:off x="-38494875" y="3354075"/>
              <a:ext cx="141800" cy="141025"/>
            </a:xfrm>
            <a:custGeom>
              <a:avLst/>
              <a:gdLst/>
              <a:ahLst/>
              <a:cxnLst/>
              <a:rect l="l" t="t" r="r" b="b"/>
              <a:pathLst>
                <a:path w="5672" h="5641" extrusionOk="0">
                  <a:moveTo>
                    <a:pt x="2742" y="1"/>
                  </a:moveTo>
                  <a:lnTo>
                    <a:pt x="1" y="2710"/>
                  </a:lnTo>
                  <a:lnTo>
                    <a:pt x="2931" y="5640"/>
                  </a:lnTo>
                  <a:lnTo>
                    <a:pt x="5671" y="2899"/>
                  </a:lnTo>
                  <a:lnTo>
                    <a:pt x="27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70"/>
            <p:cNvSpPr/>
            <p:nvPr/>
          </p:nvSpPr>
          <p:spPr>
            <a:xfrm>
              <a:off x="-38432050" y="3220175"/>
              <a:ext cx="231325" cy="192225"/>
            </a:xfrm>
            <a:custGeom>
              <a:avLst/>
              <a:gdLst/>
              <a:ahLst/>
              <a:cxnLst/>
              <a:rect l="l" t="t" r="r" b="b"/>
              <a:pathLst>
                <a:path w="9253" h="7689" extrusionOk="0">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89" name="Google Shape;1289;p70"/>
          <p:cNvPicPr preferRelativeResize="0"/>
          <p:nvPr/>
        </p:nvPicPr>
        <p:blipFill rotWithShape="1">
          <a:blip r:embed="rId4">
            <a:alphaModFix amt="76000"/>
          </a:blip>
          <a:srcRect l="37412" t="9009" r="30455" b="20771"/>
          <a:stretch/>
        </p:blipFill>
        <p:spPr>
          <a:xfrm>
            <a:off x="7016992" y="2119069"/>
            <a:ext cx="674448" cy="829075"/>
          </a:xfrm>
          <a:prstGeom prst="rect">
            <a:avLst/>
          </a:prstGeom>
          <a:noFill/>
          <a:ln>
            <a:noFill/>
          </a:ln>
        </p:spPr>
      </p:pic>
      <p:sp>
        <p:nvSpPr>
          <p:cNvPr id="1299" name="Google Shape;1299;p70"/>
          <p:cNvSpPr/>
          <p:nvPr/>
        </p:nvSpPr>
        <p:spPr>
          <a:xfrm>
            <a:off x="7148476" y="2327875"/>
            <a:ext cx="411487" cy="411474"/>
          </a:xfrm>
          <a:custGeom>
            <a:avLst/>
            <a:gdLst/>
            <a:ahLst/>
            <a:cxnLst/>
            <a:rect l="l" t="t" r="r" b="b"/>
            <a:pathLst>
              <a:path w="12666" h="12619" extrusionOk="0">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70"/>
          <p:cNvSpPr txBox="1"/>
          <p:nvPr/>
        </p:nvSpPr>
        <p:spPr>
          <a:xfrm>
            <a:off x="768225" y="2982050"/>
            <a:ext cx="2098200" cy="536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a:solidFill>
                  <a:schemeClr val="dk1"/>
                </a:solidFill>
                <a:latin typeface="Cantata One"/>
                <a:ea typeface="Cantata One"/>
                <a:cs typeface="Cantata One"/>
                <a:sym typeface="Cantata One"/>
              </a:rPr>
              <a:t>Neptune</a:t>
            </a:r>
            <a:endParaRPr sz="2300">
              <a:solidFill>
                <a:schemeClr val="dk1"/>
              </a:solidFill>
              <a:latin typeface="Cantata One"/>
              <a:ea typeface="Cantata One"/>
              <a:cs typeface="Cantata One"/>
              <a:sym typeface="Cantata One"/>
            </a:endParaRPr>
          </a:p>
        </p:txBody>
      </p:sp>
      <p:sp>
        <p:nvSpPr>
          <p:cNvPr id="1301" name="Google Shape;1301;p70"/>
          <p:cNvSpPr txBox="1"/>
          <p:nvPr/>
        </p:nvSpPr>
        <p:spPr>
          <a:xfrm>
            <a:off x="768225" y="3408850"/>
            <a:ext cx="20982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Neptune est la planète la plus éloignée du Soleil</a:t>
            </a:r>
            <a:endParaRPr>
              <a:solidFill>
                <a:schemeClr val="dk1"/>
              </a:solidFill>
              <a:latin typeface="Catamaran"/>
              <a:ea typeface="Catamaran"/>
              <a:cs typeface="Catamaran"/>
              <a:sym typeface="Catamaran"/>
            </a:endParaRPr>
          </a:p>
        </p:txBody>
      </p:sp>
      <p:sp>
        <p:nvSpPr>
          <p:cNvPr id="1302" name="Google Shape;1302;p70"/>
          <p:cNvSpPr txBox="1"/>
          <p:nvPr/>
        </p:nvSpPr>
        <p:spPr>
          <a:xfrm>
            <a:off x="3522875" y="2982050"/>
            <a:ext cx="2098200" cy="536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a:solidFill>
                  <a:schemeClr val="dk1"/>
                </a:solidFill>
                <a:latin typeface="Cantata One"/>
                <a:ea typeface="Cantata One"/>
                <a:cs typeface="Cantata One"/>
                <a:sym typeface="Cantata One"/>
              </a:rPr>
              <a:t>Mercure</a:t>
            </a:r>
            <a:endParaRPr sz="2300">
              <a:solidFill>
                <a:schemeClr val="dk1"/>
              </a:solidFill>
              <a:latin typeface="Cantata One"/>
              <a:ea typeface="Cantata One"/>
              <a:cs typeface="Cantata One"/>
              <a:sym typeface="Cantata One"/>
            </a:endParaRPr>
          </a:p>
        </p:txBody>
      </p:sp>
      <p:sp>
        <p:nvSpPr>
          <p:cNvPr id="1303" name="Google Shape;1303;p70"/>
          <p:cNvSpPr txBox="1"/>
          <p:nvPr/>
        </p:nvSpPr>
        <p:spPr>
          <a:xfrm>
            <a:off x="3522875" y="3408850"/>
            <a:ext cx="20982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Mercure est la planète la plus proche du Soleil</a:t>
            </a:r>
            <a:endParaRPr>
              <a:solidFill>
                <a:schemeClr val="dk1"/>
              </a:solidFill>
              <a:latin typeface="Catamaran"/>
              <a:ea typeface="Catamaran"/>
              <a:cs typeface="Catamaran"/>
              <a:sym typeface="Catamaran"/>
            </a:endParaRPr>
          </a:p>
        </p:txBody>
      </p:sp>
      <p:sp>
        <p:nvSpPr>
          <p:cNvPr id="1304" name="Google Shape;1304;p70"/>
          <p:cNvSpPr txBox="1"/>
          <p:nvPr/>
        </p:nvSpPr>
        <p:spPr>
          <a:xfrm>
            <a:off x="6277525" y="2982050"/>
            <a:ext cx="2098200" cy="536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a:solidFill>
                  <a:schemeClr val="dk1"/>
                </a:solidFill>
                <a:latin typeface="Cantata One"/>
                <a:ea typeface="Cantata One"/>
                <a:cs typeface="Cantata One"/>
                <a:sym typeface="Cantata One"/>
              </a:rPr>
              <a:t>Saturne</a:t>
            </a:r>
            <a:endParaRPr sz="2300">
              <a:solidFill>
                <a:schemeClr val="dk1"/>
              </a:solidFill>
              <a:latin typeface="Cantata One"/>
              <a:ea typeface="Cantata One"/>
              <a:cs typeface="Cantata One"/>
              <a:sym typeface="Cantata One"/>
            </a:endParaRPr>
          </a:p>
        </p:txBody>
      </p:sp>
      <p:sp>
        <p:nvSpPr>
          <p:cNvPr id="1305" name="Google Shape;1305;p70"/>
          <p:cNvSpPr txBox="1"/>
          <p:nvPr/>
        </p:nvSpPr>
        <p:spPr>
          <a:xfrm>
            <a:off x="6277525" y="3408850"/>
            <a:ext cx="20982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Saturne est composée d'hydrogène et d'hélium</a:t>
            </a:r>
            <a:endParaRPr>
              <a:solidFill>
                <a:schemeClr val="dk1"/>
              </a:solidFill>
              <a:latin typeface="Catamaran"/>
              <a:ea typeface="Catamaran"/>
              <a:cs typeface="Catamaran"/>
              <a:sym typeface="Catamaran"/>
            </a:endParaRPr>
          </a:p>
        </p:txBody>
      </p:sp>
      <p:pic>
        <p:nvPicPr>
          <p:cNvPr id="1306" name="Google Shape;1306;p70"/>
          <p:cNvPicPr preferRelativeResize="0"/>
          <p:nvPr/>
        </p:nvPicPr>
        <p:blipFill rotWithShape="1">
          <a:blip r:embed="rId5">
            <a:alphaModFix amt="81000"/>
          </a:blip>
          <a:srcRect l="35653" t="26726" r="33387" b="27688"/>
          <a:stretch/>
        </p:blipFill>
        <p:spPr>
          <a:xfrm flipH="1">
            <a:off x="-1285813" y="-390650"/>
            <a:ext cx="2831026" cy="2344575"/>
          </a:xfrm>
          <a:prstGeom prst="rect">
            <a:avLst/>
          </a:prstGeom>
          <a:noFill/>
          <a:ln>
            <a:noFill/>
          </a:ln>
        </p:spPr>
      </p:pic>
      <p:sp>
        <p:nvSpPr>
          <p:cNvPr id="1307" name="Google Shape;1307;p70"/>
          <p:cNvSpPr/>
          <p:nvPr/>
        </p:nvSpPr>
        <p:spPr>
          <a:xfrm>
            <a:off x="8476463" y="-316274"/>
            <a:ext cx="477279" cy="5796145"/>
          </a:xfrm>
          <a:custGeom>
            <a:avLst/>
            <a:gdLst/>
            <a:ahLst/>
            <a:cxnLst/>
            <a:rect l="l" t="t" r="r" b="b"/>
            <a:pathLst>
              <a:path w="7860" h="95453" extrusionOk="0">
                <a:moveTo>
                  <a:pt x="3582" y="28084"/>
                </a:moveTo>
                <a:cubicBezTo>
                  <a:pt x="3748" y="28084"/>
                  <a:pt x="3914" y="28121"/>
                  <a:pt x="4037" y="28254"/>
                </a:cubicBezTo>
                <a:cubicBezTo>
                  <a:pt x="4049" y="28265"/>
                  <a:pt x="4061" y="28301"/>
                  <a:pt x="4061" y="28313"/>
                </a:cubicBezTo>
                <a:cubicBezTo>
                  <a:pt x="4120" y="28361"/>
                  <a:pt x="4132" y="28432"/>
                  <a:pt x="4132" y="28504"/>
                </a:cubicBezTo>
                <a:cubicBezTo>
                  <a:pt x="4156" y="28599"/>
                  <a:pt x="4132" y="28682"/>
                  <a:pt x="4120" y="28754"/>
                </a:cubicBezTo>
                <a:cubicBezTo>
                  <a:pt x="4025" y="29182"/>
                  <a:pt x="3728" y="29575"/>
                  <a:pt x="3454" y="29920"/>
                </a:cubicBezTo>
                <a:cubicBezTo>
                  <a:pt x="2966" y="30540"/>
                  <a:pt x="2335" y="31075"/>
                  <a:pt x="1620" y="31409"/>
                </a:cubicBezTo>
                <a:cubicBezTo>
                  <a:pt x="1471" y="31483"/>
                  <a:pt x="1249" y="31573"/>
                  <a:pt x="1045" y="31573"/>
                </a:cubicBezTo>
                <a:cubicBezTo>
                  <a:pt x="891" y="31573"/>
                  <a:pt x="748" y="31522"/>
                  <a:pt x="656" y="31373"/>
                </a:cubicBezTo>
                <a:cubicBezTo>
                  <a:pt x="549" y="31218"/>
                  <a:pt x="584" y="30980"/>
                  <a:pt x="632" y="30802"/>
                </a:cubicBezTo>
                <a:cubicBezTo>
                  <a:pt x="644" y="30706"/>
                  <a:pt x="691" y="30635"/>
                  <a:pt x="715" y="30563"/>
                </a:cubicBezTo>
                <a:cubicBezTo>
                  <a:pt x="846" y="30004"/>
                  <a:pt x="1180" y="29504"/>
                  <a:pt x="1549" y="29099"/>
                </a:cubicBezTo>
                <a:cubicBezTo>
                  <a:pt x="2049" y="28563"/>
                  <a:pt x="2751" y="28135"/>
                  <a:pt x="3501" y="28087"/>
                </a:cubicBezTo>
                <a:cubicBezTo>
                  <a:pt x="3528" y="28085"/>
                  <a:pt x="3555" y="28084"/>
                  <a:pt x="3582" y="28084"/>
                </a:cubicBezTo>
                <a:close/>
                <a:moveTo>
                  <a:pt x="4752" y="0"/>
                </a:moveTo>
                <a:cubicBezTo>
                  <a:pt x="3799" y="893"/>
                  <a:pt x="3085" y="1953"/>
                  <a:pt x="2442" y="3084"/>
                </a:cubicBezTo>
                <a:cubicBezTo>
                  <a:pt x="2311" y="3143"/>
                  <a:pt x="2251" y="3250"/>
                  <a:pt x="2204" y="3381"/>
                </a:cubicBezTo>
                <a:cubicBezTo>
                  <a:pt x="2120" y="3727"/>
                  <a:pt x="1882" y="3989"/>
                  <a:pt x="1715" y="4298"/>
                </a:cubicBezTo>
                <a:cubicBezTo>
                  <a:pt x="1084" y="5525"/>
                  <a:pt x="608" y="6787"/>
                  <a:pt x="525" y="8156"/>
                </a:cubicBezTo>
                <a:cubicBezTo>
                  <a:pt x="418" y="9775"/>
                  <a:pt x="1013" y="11192"/>
                  <a:pt x="1834" y="12537"/>
                </a:cubicBezTo>
                <a:cubicBezTo>
                  <a:pt x="3037" y="14538"/>
                  <a:pt x="4275" y="16538"/>
                  <a:pt x="5133" y="18740"/>
                </a:cubicBezTo>
                <a:cubicBezTo>
                  <a:pt x="5573" y="19860"/>
                  <a:pt x="5906" y="21003"/>
                  <a:pt x="5990" y="22205"/>
                </a:cubicBezTo>
                <a:cubicBezTo>
                  <a:pt x="6061" y="22717"/>
                  <a:pt x="6061" y="23217"/>
                  <a:pt x="5990" y="23729"/>
                </a:cubicBezTo>
                <a:cubicBezTo>
                  <a:pt x="6025" y="23979"/>
                  <a:pt x="5930" y="24217"/>
                  <a:pt x="5895" y="24455"/>
                </a:cubicBezTo>
                <a:cubicBezTo>
                  <a:pt x="5775" y="25551"/>
                  <a:pt x="5430" y="26587"/>
                  <a:pt x="4978" y="27575"/>
                </a:cubicBezTo>
                <a:cubicBezTo>
                  <a:pt x="4902" y="27727"/>
                  <a:pt x="4826" y="27801"/>
                  <a:pt x="4719" y="27801"/>
                </a:cubicBezTo>
                <a:cubicBezTo>
                  <a:pt x="4658" y="27801"/>
                  <a:pt x="4588" y="27777"/>
                  <a:pt x="4501" y="27730"/>
                </a:cubicBezTo>
                <a:cubicBezTo>
                  <a:pt x="4183" y="27544"/>
                  <a:pt x="3851" y="27479"/>
                  <a:pt x="3507" y="27479"/>
                </a:cubicBezTo>
                <a:cubicBezTo>
                  <a:pt x="3299" y="27479"/>
                  <a:pt x="3086" y="27503"/>
                  <a:pt x="2870" y="27539"/>
                </a:cubicBezTo>
                <a:cubicBezTo>
                  <a:pt x="1418" y="27789"/>
                  <a:pt x="96" y="29480"/>
                  <a:pt x="49" y="30932"/>
                </a:cubicBezTo>
                <a:cubicBezTo>
                  <a:pt x="1" y="31123"/>
                  <a:pt x="1" y="31325"/>
                  <a:pt x="49" y="31540"/>
                </a:cubicBezTo>
                <a:cubicBezTo>
                  <a:pt x="188" y="32078"/>
                  <a:pt x="478" y="32357"/>
                  <a:pt x="918" y="32357"/>
                </a:cubicBezTo>
                <a:cubicBezTo>
                  <a:pt x="1003" y="32357"/>
                  <a:pt x="1095" y="32347"/>
                  <a:pt x="1192" y="32325"/>
                </a:cubicBezTo>
                <a:cubicBezTo>
                  <a:pt x="1501" y="32254"/>
                  <a:pt x="1799" y="32147"/>
                  <a:pt x="2085" y="31968"/>
                </a:cubicBezTo>
                <a:cubicBezTo>
                  <a:pt x="3216" y="31242"/>
                  <a:pt x="3990" y="30170"/>
                  <a:pt x="4740" y="29087"/>
                </a:cubicBezTo>
                <a:cubicBezTo>
                  <a:pt x="4864" y="28907"/>
                  <a:pt x="4962" y="28811"/>
                  <a:pt x="5066" y="28811"/>
                </a:cubicBezTo>
                <a:cubicBezTo>
                  <a:pt x="5162" y="28811"/>
                  <a:pt x="5263" y="28892"/>
                  <a:pt x="5394" y="29063"/>
                </a:cubicBezTo>
                <a:cubicBezTo>
                  <a:pt x="5704" y="29480"/>
                  <a:pt x="6025" y="29885"/>
                  <a:pt x="6264" y="30361"/>
                </a:cubicBezTo>
                <a:cubicBezTo>
                  <a:pt x="6764" y="31373"/>
                  <a:pt x="7180" y="32421"/>
                  <a:pt x="7240" y="33564"/>
                </a:cubicBezTo>
                <a:cubicBezTo>
                  <a:pt x="7299" y="33945"/>
                  <a:pt x="7311" y="34338"/>
                  <a:pt x="7240" y="34719"/>
                </a:cubicBezTo>
                <a:cubicBezTo>
                  <a:pt x="7240" y="35540"/>
                  <a:pt x="7026" y="36314"/>
                  <a:pt x="6764" y="37076"/>
                </a:cubicBezTo>
                <a:cubicBezTo>
                  <a:pt x="6299" y="38445"/>
                  <a:pt x="5537" y="39695"/>
                  <a:pt x="5002" y="41029"/>
                </a:cubicBezTo>
                <a:cubicBezTo>
                  <a:pt x="4466" y="42374"/>
                  <a:pt x="3847" y="43684"/>
                  <a:pt x="3454" y="45077"/>
                </a:cubicBezTo>
                <a:cubicBezTo>
                  <a:pt x="2906" y="47006"/>
                  <a:pt x="2442" y="48935"/>
                  <a:pt x="1894" y="50852"/>
                </a:cubicBezTo>
                <a:cubicBezTo>
                  <a:pt x="1263" y="53078"/>
                  <a:pt x="846" y="55316"/>
                  <a:pt x="703" y="57626"/>
                </a:cubicBezTo>
                <a:cubicBezTo>
                  <a:pt x="632" y="57793"/>
                  <a:pt x="727" y="57995"/>
                  <a:pt x="632" y="58162"/>
                </a:cubicBezTo>
                <a:cubicBezTo>
                  <a:pt x="608" y="59269"/>
                  <a:pt x="549" y="60365"/>
                  <a:pt x="894" y="61424"/>
                </a:cubicBezTo>
                <a:cubicBezTo>
                  <a:pt x="1251" y="62544"/>
                  <a:pt x="1775" y="63532"/>
                  <a:pt x="3108" y="63734"/>
                </a:cubicBezTo>
                <a:cubicBezTo>
                  <a:pt x="3142" y="63738"/>
                  <a:pt x="3176" y="63739"/>
                  <a:pt x="3210" y="63739"/>
                </a:cubicBezTo>
                <a:cubicBezTo>
                  <a:pt x="3411" y="63739"/>
                  <a:pt x="3605" y="63686"/>
                  <a:pt x="3799" y="63686"/>
                </a:cubicBezTo>
                <a:cubicBezTo>
                  <a:pt x="4061" y="63686"/>
                  <a:pt x="4120" y="63758"/>
                  <a:pt x="4037" y="64008"/>
                </a:cubicBezTo>
                <a:cubicBezTo>
                  <a:pt x="3228" y="66068"/>
                  <a:pt x="2894" y="68223"/>
                  <a:pt x="2727" y="70402"/>
                </a:cubicBezTo>
                <a:cubicBezTo>
                  <a:pt x="2656" y="70533"/>
                  <a:pt x="2739" y="70711"/>
                  <a:pt x="2656" y="70842"/>
                </a:cubicBezTo>
                <a:lnTo>
                  <a:pt x="2656" y="72688"/>
                </a:lnTo>
                <a:cubicBezTo>
                  <a:pt x="2632" y="73890"/>
                  <a:pt x="2727" y="75069"/>
                  <a:pt x="3085" y="76236"/>
                </a:cubicBezTo>
                <a:cubicBezTo>
                  <a:pt x="3382" y="77212"/>
                  <a:pt x="3870" y="78105"/>
                  <a:pt x="4275" y="79046"/>
                </a:cubicBezTo>
                <a:cubicBezTo>
                  <a:pt x="4775" y="80260"/>
                  <a:pt x="5228" y="81486"/>
                  <a:pt x="5299" y="82808"/>
                </a:cubicBezTo>
                <a:cubicBezTo>
                  <a:pt x="5406" y="84749"/>
                  <a:pt x="4775" y="86511"/>
                  <a:pt x="4025" y="88261"/>
                </a:cubicBezTo>
                <a:cubicBezTo>
                  <a:pt x="3335" y="89809"/>
                  <a:pt x="2477" y="91261"/>
                  <a:pt x="1501" y="92642"/>
                </a:cubicBezTo>
                <a:cubicBezTo>
                  <a:pt x="1072" y="93273"/>
                  <a:pt x="763" y="93976"/>
                  <a:pt x="715" y="94762"/>
                </a:cubicBezTo>
                <a:cubicBezTo>
                  <a:pt x="703" y="95107"/>
                  <a:pt x="822" y="95321"/>
                  <a:pt x="1144" y="95417"/>
                </a:cubicBezTo>
                <a:cubicBezTo>
                  <a:pt x="1221" y="95440"/>
                  <a:pt x="1293" y="95452"/>
                  <a:pt x="1364" y="95452"/>
                </a:cubicBezTo>
                <a:cubicBezTo>
                  <a:pt x="1436" y="95452"/>
                  <a:pt x="1507" y="95440"/>
                  <a:pt x="1584" y="95417"/>
                </a:cubicBezTo>
                <a:cubicBezTo>
                  <a:pt x="1775" y="95369"/>
                  <a:pt x="1977" y="95345"/>
                  <a:pt x="2180" y="95298"/>
                </a:cubicBezTo>
                <a:cubicBezTo>
                  <a:pt x="2323" y="95250"/>
                  <a:pt x="2382" y="95131"/>
                  <a:pt x="2358" y="94988"/>
                </a:cubicBezTo>
                <a:cubicBezTo>
                  <a:pt x="2323" y="94845"/>
                  <a:pt x="2239" y="94786"/>
                  <a:pt x="2096" y="94774"/>
                </a:cubicBezTo>
                <a:cubicBezTo>
                  <a:pt x="2009" y="94774"/>
                  <a:pt x="1922" y="94768"/>
                  <a:pt x="1834" y="94768"/>
                </a:cubicBezTo>
                <a:cubicBezTo>
                  <a:pt x="1791" y="94768"/>
                  <a:pt x="1747" y="94770"/>
                  <a:pt x="1704" y="94774"/>
                </a:cubicBezTo>
                <a:cubicBezTo>
                  <a:pt x="1652" y="94780"/>
                  <a:pt x="1606" y="94783"/>
                  <a:pt x="1564" y="94783"/>
                </a:cubicBezTo>
                <a:cubicBezTo>
                  <a:pt x="1364" y="94783"/>
                  <a:pt x="1281" y="94698"/>
                  <a:pt x="1370" y="94393"/>
                </a:cubicBezTo>
                <a:cubicBezTo>
                  <a:pt x="1501" y="93869"/>
                  <a:pt x="1727" y="93393"/>
                  <a:pt x="2013" y="92964"/>
                </a:cubicBezTo>
                <a:cubicBezTo>
                  <a:pt x="2954" y="91571"/>
                  <a:pt x="3811" y="90166"/>
                  <a:pt x="4501" y="88630"/>
                </a:cubicBezTo>
                <a:cubicBezTo>
                  <a:pt x="5180" y="87070"/>
                  <a:pt x="5644" y="85439"/>
                  <a:pt x="5811" y="83748"/>
                </a:cubicBezTo>
                <a:cubicBezTo>
                  <a:pt x="5847" y="83463"/>
                  <a:pt x="5847" y="83165"/>
                  <a:pt x="5811" y="82879"/>
                </a:cubicBezTo>
                <a:cubicBezTo>
                  <a:pt x="5728" y="81379"/>
                  <a:pt x="5240" y="80010"/>
                  <a:pt x="4644" y="78641"/>
                </a:cubicBezTo>
                <a:cubicBezTo>
                  <a:pt x="4204" y="77629"/>
                  <a:pt x="3680" y="76652"/>
                  <a:pt x="3406" y="75557"/>
                </a:cubicBezTo>
                <a:cubicBezTo>
                  <a:pt x="3025" y="74009"/>
                  <a:pt x="3156" y="72449"/>
                  <a:pt x="3156" y="70890"/>
                </a:cubicBezTo>
                <a:cubicBezTo>
                  <a:pt x="3228" y="70759"/>
                  <a:pt x="3132" y="70580"/>
                  <a:pt x="3228" y="70437"/>
                </a:cubicBezTo>
                <a:cubicBezTo>
                  <a:pt x="3216" y="69866"/>
                  <a:pt x="3335" y="69282"/>
                  <a:pt x="3406" y="68699"/>
                </a:cubicBezTo>
                <a:cubicBezTo>
                  <a:pt x="3573" y="67306"/>
                  <a:pt x="3859" y="65949"/>
                  <a:pt x="4323" y="64627"/>
                </a:cubicBezTo>
                <a:cubicBezTo>
                  <a:pt x="4561" y="63925"/>
                  <a:pt x="4835" y="63294"/>
                  <a:pt x="5633" y="62913"/>
                </a:cubicBezTo>
                <a:cubicBezTo>
                  <a:pt x="6406" y="62544"/>
                  <a:pt x="6942" y="61805"/>
                  <a:pt x="7276" y="60996"/>
                </a:cubicBezTo>
                <a:cubicBezTo>
                  <a:pt x="7419" y="60662"/>
                  <a:pt x="7716" y="60293"/>
                  <a:pt x="7276" y="59960"/>
                </a:cubicBezTo>
                <a:cubicBezTo>
                  <a:pt x="7198" y="59900"/>
                  <a:pt x="7109" y="59870"/>
                  <a:pt x="7012" y="59870"/>
                </a:cubicBezTo>
                <a:cubicBezTo>
                  <a:pt x="6782" y="59870"/>
                  <a:pt x="6508" y="60038"/>
                  <a:pt x="6240" y="60365"/>
                </a:cubicBezTo>
                <a:cubicBezTo>
                  <a:pt x="5644" y="61079"/>
                  <a:pt x="5037" y="61793"/>
                  <a:pt x="4644" y="62639"/>
                </a:cubicBezTo>
                <a:cubicBezTo>
                  <a:pt x="4561" y="62817"/>
                  <a:pt x="4442" y="62924"/>
                  <a:pt x="4228" y="62996"/>
                </a:cubicBezTo>
                <a:cubicBezTo>
                  <a:pt x="3936" y="63090"/>
                  <a:pt x="3660" y="63137"/>
                  <a:pt x="3402" y="63137"/>
                </a:cubicBezTo>
                <a:cubicBezTo>
                  <a:pt x="2554" y="63137"/>
                  <a:pt x="1902" y="62635"/>
                  <a:pt x="1537" y="61686"/>
                </a:cubicBezTo>
                <a:cubicBezTo>
                  <a:pt x="1120" y="60591"/>
                  <a:pt x="1084" y="59448"/>
                  <a:pt x="1132" y="58281"/>
                </a:cubicBezTo>
                <a:cubicBezTo>
                  <a:pt x="1227" y="58114"/>
                  <a:pt x="1108" y="57912"/>
                  <a:pt x="1203" y="57745"/>
                </a:cubicBezTo>
                <a:cubicBezTo>
                  <a:pt x="1192" y="56388"/>
                  <a:pt x="1465" y="55078"/>
                  <a:pt x="1715" y="53757"/>
                </a:cubicBezTo>
                <a:cubicBezTo>
                  <a:pt x="2073" y="51911"/>
                  <a:pt x="2680" y="50125"/>
                  <a:pt x="3132" y="48292"/>
                </a:cubicBezTo>
                <a:cubicBezTo>
                  <a:pt x="3930" y="45006"/>
                  <a:pt x="5097" y="41850"/>
                  <a:pt x="6597" y="38814"/>
                </a:cubicBezTo>
                <a:cubicBezTo>
                  <a:pt x="7216" y="37540"/>
                  <a:pt x="7633" y="36183"/>
                  <a:pt x="7728" y="34754"/>
                </a:cubicBezTo>
                <a:cubicBezTo>
                  <a:pt x="7800" y="34588"/>
                  <a:pt x="7692" y="34385"/>
                  <a:pt x="7800" y="34219"/>
                </a:cubicBezTo>
                <a:cubicBezTo>
                  <a:pt x="7847" y="34207"/>
                  <a:pt x="7847" y="34159"/>
                  <a:pt x="7847" y="34100"/>
                </a:cubicBezTo>
                <a:cubicBezTo>
                  <a:pt x="7740" y="33909"/>
                  <a:pt x="7859" y="33683"/>
                  <a:pt x="7776" y="33468"/>
                </a:cubicBezTo>
                <a:cubicBezTo>
                  <a:pt x="7549" y="31540"/>
                  <a:pt x="6907" y="29778"/>
                  <a:pt x="5514" y="28373"/>
                </a:cubicBezTo>
                <a:cubicBezTo>
                  <a:pt x="5359" y="28206"/>
                  <a:pt x="5311" y="28099"/>
                  <a:pt x="5418" y="27896"/>
                </a:cubicBezTo>
                <a:cubicBezTo>
                  <a:pt x="6061" y="26432"/>
                  <a:pt x="6502" y="24944"/>
                  <a:pt x="6537" y="23336"/>
                </a:cubicBezTo>
                <a:cubicBezTo>
                  <a:pt x="6585" y="23134"/>
                  <a:pt x="6585" y="22931"/>
                  <a:pt x="6537" y="22729"/>
                </a:cubicBezTo>
                <a:cubicBezTo>
                  <a:pt x="6537" y="21705"/>
                  <a:pt x="6323" y="20705"/>
                  <a:pt x="6025" y="19717"/>
                </a:cubicBezTo>
                <a:cubicBezTo>
                  <a:pt x="5287" y="17300"/>
                  <a:pt x="4037" y="15121"/>
                  <a:pt x="2716" y="12978"/>
                </a:cubicBezTo>
                <a:cubicBezTo>
                  <a:pt x="2120" y="12025"/>
                  <a:pt x="1525" y="11061"/>
                  <a:pt x="1239" y="9954"/>
                </a:cubicBezTo>
                <a:cubicBezTo>
                  <a:pt x="727" y="8037"/>
                  <a:pt x="1227" y="6251"/>
                  <a:pt x="2096" y="4560"/>
                </a:cubicBezTo>
                <a:cubicBezTo>
                  <a:pt x="2882" y="3024"/>
                  <a:pt x="3739" y="1524"/>
                  <a:pt x="4835" y="179"/>
                </a:cubicBezTo>
                <a:cubicBezTo>
                  <a:pt x="4882" y="72"/>
                  <a:pt x="4823" y="36"/>
                  <a:pt x="4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8" name="Google Shape;1308;p70"/>
          <p:cNvGrpSpPr/>
          <p:nvPr/>
        </p:nvGrpSpPr>
        <p:grpSpPr>
          <a:xfrm rot="-704396">
            <a:off x="-342771" y="1457203"/>
            <a:ext cx="1716724" cy="1859935"/>
            <a:chOff x="5032175" y="2294450"/>
            <a:chExt cx="1144500" cy="1239975"/>
          </a:xfrm>
        </p:grpSpPr>
        <p:sp>
          <p:nvSpPr>
            <p:cNvPr id="1309" name="Google Shape;1309;p70"/>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70"/>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70"/>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70"/>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13" name="Google Shape;1313;p70"/>
          <p:cNvPicPr preferRelativeResize="0"/>
          <p:nvPr/>
        </p:nvPicPr>
        <p:blipFill rotWithShape="1">
          <a:blip r:embed="rId6">
            <a:alphaModFix/>
          </a:blip>
          <a:srcRect l="28680" t="19555" r="23804" b="32703"/>
          <a:stretch/>
        </p:blipFill>
        <p:spPr>
          <a:xfrm rot="-2342612">
            <a:off x="2399173" y="1283234"/>
            <a:ext cx="1287878" cy="727829"/>
          </a:xfrm>
          <a:prstGeom prst="rect">
            <a:avLst/>
          </a:prstGeom>
          <a:noFill/>
          <a:ln>
            <a:noFill/>
          </a:ln>
        </p:spPr>
      </p:pic>
      <p:pic>
        <p:nvPicPr>
          <p:cNvPr id="1314" name="Google Shape;1314;p70"/>
          <p:cNvPicPr preferRelativeResize="0"/>
          <p:nvPr/>
        </p:nvPicPr>
        <p:blipFill rotWithShape="1">
          <a:blip r:embed="rId7">
            <a:alphaModFix/>
          </a:blip>
          <a:srcRect l="45691" t="12052" r="18787" b="20159"/>
          <a:stretch/>
        </p:blipFill>
        <p:spPr>
          <a:xfrm>
            <a:off x="5399063" y="1216802"/>
            <a:ext cx="1366949" cy="1467299"/>
          </a:xfrm>
          <a:prstGeom prst="rect">
            <a:avLst/>
          </a:prstGeom>
          <a:noFill/>
          <a:ln>
            <a:noFill/>
          </a:ln>
        </p:spPr>
      </p:pic>
      <p:sp>
        <p:nvSpPr>
          <p:cNvPr id="1315" name="Google Shape;1315;p70">
            <a:hlinkClick r:id="rId8"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316" name="Google Shape;1316;p70">
            <a:hlinkClick r:id="rId9"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317" name="Google Shape;1317;p70">
            <a:hlinkClick r:id="rId10"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318" name="Google Shape;1318;p70">
            <a:hlinkClick r:id="rId11"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319" name="Google Shape;1319;p70">
            <a:hlinkClick r:id="rId12"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2"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23"/>
        <p:cNvGrpSpPr/>
        <p:nvPr/>
      </p:nvGrpSpPr>
      <p:grpSpPr>
        <a:xfrm>
          <a:off x="0" y="0"/>
          <a:ext cx="0" cy="0"/>
          <a:chOff x="0" y="0"/>
          <a:chExt cx="0" cy="0"/>
        </a:xfrm>
      </p:grpSpPr>
      <p:cxnSp>
        <p:nvCxnSpPr>
          <p:cNvPr id="1324" name="Google Shape;1324;p71"/>
          <p:cNvCxnSpPr/>
          <p:nvPr/>
        </p:nvCxnSpPr>
        <p:spPr>
          <a:xfrm>
            <a:off x="1825775" y="2338519"/>
            <a:ext cx="5184000" cy="0"/>
          </a:xfrm>
          <a:prstGeom prst="straightConnector1">
            <a:avLst/>
          </a:prstGeom>
          <a:noFill/>
          <a:ln w="19050" cap="flat" cmpd="sng">
            <a:solidFill>
              <a:schemeClr val="accent3"/>
            </a:solidFill>
            <a:prstDash val="solid"/>
            <a:round/>
            <a:headEnd type="none" w="med" len="med"/>
            <a:tailEnd type="none" w="med" len="med"/>
          </a:ln>
        </p:spPr>
      </p:cxnSp>
      <p:pic>
        <p:nvPicPr>
          <p:cNvPr id="1325" name="Google Shape;1325;p71"/>
          <p:cNvPicPr preferRelativeResize="0"/>
          <p:nvPr/>
        </p:nvPicPr>
        <p:blipFill rotWithShape="1">
          <a:blip r:embed="rId3">
            <a:alphaModFix amt="76000"/>
          </a:blip>
          <a:srcRect l="37412" t="9009" r="30455" b="20771"/>
          <a:stretch/>
        </p:blipFill>
        <p:spPr>
          <a:xfrm>
            <a:off x="5090448" y="1742594"/>
            <a:ext cx="885350" cy="1088327"/>
          </a:xfrm>
          <a:prstGeom prst="rect">
            <a:avLst/>
          </a:prstGeom>
          <a:noFill/>
          <a:ln>
            <a:noFill/>
          </a:ln>
        </p:spPr>
      </p:pic>
      <p:pic>
        <p:nvPicPr>
          <p:cNvPr id="1326" name="Google Shape;1326;p71"/>
          <p:cNvPicPr preferRelativeResize="0"/>
          <p:nvPr/>
        </p:nvPicPr>
        <p:blipFill rotWithShape="1">
          <a:blip r:embed="rId3">
            <a:alphaModFix amt="76000"/>
          </a:blip>
          <a:srcRect l="37412" t="9009" r="30455" b="20771"/>
          <a:stretch/>
        </p:blipFill>
        <p:spPr>
          <a:xfrm>
            <a:off x="7012711" y="1742594"/>
            <a:ext cx="885350" cy="1088327"/>
          </a:xfrm>
          <a:prstGeom prst="rect">
            <a:avLst/>
          </a:prstGeom>
          <a:noFill/>
          <a:ln>
            <a:noFill/>
          </a:ln>
        </p:spPr>
      </p:pic>
      <p:pic>
        <p:nvPicPr>
          <p:cNvPr id="1327" name="Google Shape;1327;p71"/>
          <p:cNvPicPr preferRelativeResize="0"/>
          <p:nvPr/>
        </p:nvPicPr>
        <p:blipFill rotWithShape="1">
          <a:blip r:embed="rId3">
            <a:alphaModFix amt="76000"/>
          </a:blip>
          <a:srcRect l="37412" t="9009" r="30455" b="20771"/>
          <a:stretch/>
        </p:blipFill>
        <p:spPr>
          <a:xfrm>
            <a:off x="1245948" y="1742594"/>
            <a:ext cx="885350" cy="1088327"/>
          </a:xfrm>
          <a:prstGeom prst="rect">
            <a:avLst/>
          </a:prstGeom>
          <a:noFill/>
          <a:ln>
            <a:noFill/>
          </a:ln>
        </p:spPr>
      </p:pic>
      <p:sp>
        <p:nvSpPr>
          <p:cNvPr id="1328" name="Google Shape;1328;p71"/>
          <p:cNvSpPr txBox="1">
            <a:spLocks noGrp="1"/>
          </p:cNvSpPr>
          <p:nvPr>
            <p:ph type="title"/>
          </p:nvPr>
        </p:nvSpPr>
        <p:spPr>
          <a:xfrm>
            <a:off x="713225" y="441475"/>
            <a:ext cx="7717500" cy="1233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Une chronologie fonctionne toujours bien</a:t>
            </a:r>
            <a:endParaRPr/>
          </a:p>
        </p:txBody>
      </p:sp>
      <p:cxnSp>
        <p:nvCxnSpPr>
          <p:cNvPr id="1329" name="Google Shape;1329;p71"/>
          <p:cNvCxnSpPr>
            <a:stCxn id="1327" idx="2"/>
            <a:endCxn id="1330" idx="0"/>
          </p:cNvCxnSpPr>
          <p:nvPr/>
        </p:nvCxnSpPr>
        <p:spPr>
          <a:xfrm>
            <a:off x="1688624" y="2830921"/>
            <a:ext cx="0" cy="305100"/>
          </a:xfrm>
          <a:prstGeom prst="straightConnector1">
            <a:avLst/>
          </a:prstGeom>
          <a:noFill/>
          <a:ln w="19050" cap="flat" cmpd="sng">
            <a:solidFill>
              <a:schemeClr val="accent3"/>
            </a:solidFill>
            <a:prstDash val="solid"/>
            <a:round/>
            <a:headEnd type="none" w="med" len="med"/>
            <a:tailEnd type="oval" w="med" len="med"/>
          </a:ln>
        </p:spPr>
      </p:cxnSp>
      <p:cxnSp>
        <p:nvCxnSpPr>
          <p:cNvPr id="1331" name="Google Shape;1331;p71"/>
          <p:cNvCxnSpPr>
            <a:stCxn id="1332" idx="2"/>
            <a:endCxn id="1333" idx="0"/>
          </p:cNvCxnSpPr>
          <p:nvPr/>
        </p:nvCxnSpPr>
        <p:spPr>
          <a:xfrm>
            <a:off x="3610886" y="2830921"/>
            <a:ext cx="0" cy="305100"/>
          </a:xfrm>
          <a:prstGeom prst="straightConnector1">
            <a:avLst/>
          </a:prstGeom>
          <a:noFill/>
          <a:ln w="19050" cap="flat" cmpd="sng">
            <a:solidFill>
              <a:schemeClr val="accent3"/>
            </a:solidFill>
            <a:prstDash val="solid"/>
            <a:round/>
            <a:headEnd type="none" w="med" len="med"/>
            <a:tailEnd type="oval" w="med" len="med"/>
          </a:ln>
        </p:spPr>
      </p:cxnSp>
      <p:cxnSp>
        <p:nvCxnSpPr>
          <p:cNvPr id="1334" name="Google Shape;1334;p71"/>
          <p:cNvCxnSpPr>
            <a:stCxn id="1325" idx="2"/>
            <a:endCxn id="1335" idx="0"/>
          </p:cNvCxnSpPr>
          <p:nvPr/>
        </p:nvCxnSpPr>
        <p:spPr>
          <a:xfrm>
            <a:off x="5533124" y="2830921"/>
            <a:ext cx="0" cy="305100"/>
          </a:xfrm>
          <a:prstGeom prst="straightConnector1">
            <a:avLst/>
          </a:prstGeom>
          <a:noFill/>
          <a:ln w="19050" cap="flat" cmpd="sng">
            <a:solidFill>
              <a:schemeClr val="accent3"/>
            </a:solidFill>
            <a:prstDash val="solid"/>
            <a:round/>
            <a:headEnd type="none" w="med" len="med"/>
            <a:tailEnd type="oval" w="med" len="med"/>
          </a:ln>
        </p:spPr>
      </p:cxnSp>
      <p:cxnSp>
        <p:nvCxnSpPr>
          <p:cNvPr id="1336" name="Google Shape;1336;p71"/>
          <p:cNvCxnSpPr>
            <a:stCxn id="1326" idx="2"/>
            <a:endCxn id="1337" idx="0"/>
          </p:cNvCxnSpPr>
          <p:nvPr/>
        </p:nvCxnSpPr>
        <p:spPr>
          <a:xfrm>
            <a:off x="7455386" y="2830921"/>
            <a:ext cx="0" cy="305100"/>
          </a:xfrm>
          <a:prstGeom prst="straightConnector1">
            <a:avLst/>
          </a:prstGeom>
          <a:noFill/>
          <a:ln w="19050" cap="flat" cmpd="sng">
            <a:solidFill>
              <a:schemeClr val="accent3"/>
            </a:solidFill>
            <a:prstDash val="solid"/>
            <a:round/>
            <a:headEnd type="none" w="med" len="med"/>
            <a:tailEnd type="oval" w="med" len="med"/>
          </a:ln>
        </p:spPr>
      </p:cxnSp>
      <p:grpSp>
        <p:nvGrpSpPr>
          <p:cNvPr id="1338" name="Google Shape;1338;p71"/>
          <p:cNvGrpSpPr/>
          <p:nvPr/>
        </p:nvGrpSpPr>
        <p:grpSpPr>
          <a:xfrm>
            <a:off x="5322238" y="2132786"/>
            <a:ext cx="421767" cy="411464"/>
            <a:chOff x="-40748275" y="3238700"/>
            <a:chExt cx="322600" cy="316950"/>
          </a:xfrm>
        </p:grpSpPr>
        <p:sp>
          <p:nvSpPr>
            <p:cNvPr id="1339" name="Google Shape;1339;p71"/>
            <p:cNvSpPr/>
            <p:nvPr/>
          </p:nvSpPr>
          <p:spPr>
            <a:xfrm>
              <a:off x="-40709675" y="3273750"/>
              <a:ext cx="84300" cy="84300"/>
            </a:xfrm>
            <a:custGeom>
              <a:avLst/>
              <a:gdLst/>
              <a:ahLst/>
              <a:cxnLst/>
              <a:rect l="l" t="t" r="r" b="b"/>
              <a:pathLst>
                <a:path w="3372" h="3372" extrusionOk="0">
                  <a:moveTo>
                    <a:pt x="2710" y="0"/>
                  </a:moveTo>
                  <a:lnTo>
                    <a:pt x="1" y="2710"/>
                  </a:lnTo>
                  <a:lnTo>
                    <a:pt x="694" y="3371"/>
                  </a:lnTo>
                  <a:lnTo>
                    <a:pt x="3372" y="662"/>
                  </a:lnTo>
                  <a:lnTo>
                    <a:pt x="27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71"/>
            <p:cNvSpPr/>
            <p:nvPr/>
          </p:nvSpPr>
          <p:spPr>
            <a:xfrm>
              <a:off x="-40578925" y="3247175"/>
              <a:ext cx="151250" cy="149475"/>
            </a:xfrm>
            <a:custGeom>
              <a:avLst/>
              <a:gdLst/>
              <a:ahLst/>
              <a:cxnLst/>
              <a:rect l="l" t="t" r="r" b="b"/>
              <a:pathLst>
                <a:path w="6050" h="5979" extrusionOk="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71"/>
            <p:cNvSpPr/>
            <p:nvPr/>
          </p:nvSpPr>
          <p:spPr>
            <a:xfrm>
              <a:off x="-40678175" y="3305250"/>
              <a:ext cx="213475" cy="213475"/>
            </a:xfrm>
            <a:custGeom>
              <a:avLst/>
              <a:gdLst/>
              <a:ahLst/>
              <a:cxnLst/>
              <a:rect l="l" t="t" r="r" b="b"/>
              <a:pathLst>
                <a:path w="8539" h="8539" extrusionOk="0">
                  <a:moveTo>
                    <a:pt x="2679" y="0"/>
                  </a:moveTo>
                  <a:lnTo>
                    <a:pt x="1" y="2678"/>
                  </a:lnTo>
                  <a:lnTo>
                    <a:pt x="5861" y="8538"/>
                  </a:lnTo>
                  <a:lnTo>
                    <a:pt x="8539" y="5860"/>
                  </a:lnTo>
                  <a:lnTo>
                    <a:pt x="26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71"/>
            <p:cNvSpPr/>
            <p:nvPr/>
          </p:nvSpPr>
          <p:spPr>
            <a:xfrm>
              <a:off x="-40513550" y="3469850"/>
              <a:ext cx="87875" cy="85800"/>
            </a:xfrm>
            <a:custGeom>
              <a:avLst/>
              <a:gdLst/>
              <a:ahLst/>
              <a:cxnLst/>
              <a:rect l="l" t="t" r="r" b="b"/>
              <a:pathLst>
                <a:path w="3515" h="3432" extrusionOk="0">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71"/>
            <p:cNvSpPr/>
            <p:nvPr/>
          </p:nvSpPr>
          <p:spPr>
            <a:xfrm>
              <a:off x="-40738025" y="3404500"/>
              <a:ext cx="150450" cy="149475"/>
            </a:xfrm>
            <a:custGeom>
              <a:avLst/>
              <a:gdLst/>
              <a:ahLst/>
              <a:cxnLst/>
              <a:rect l="l" t="t" r="r" b="b"/>
              <a:pathLst>
                <a:path w="6018" h="5979" extrusionOk="0">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71"/>
            <p:cNvSpPr/>
            <p:nvPr/>
          </p:nvSpPr>
          <p:spPr>
            <a:xfrm>
              <a:off x="-40748275" y="3238700"/>
              <a:ext cx="92175" cy="87850"/>
            </a:xfrm>
            <a:custGeom>
              <a:avLst/>
              <a:gdLst/>
              <a:ahLst/>
              <a:cxnLst/>
              <a:rect l="l" t="t" r="r" b="b"/>
              <a:pathLst>
                <a:path w="3687" h="3514" extrusionOk="0">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5" name="Google Shape;1345;p71"/>
          <p:cNvGrpSpPr/>
          <p:nvPr/>
        </p:nvGrpSpPr>
        <p:grpSpPr>
          <a:xfrm>
            <a:off x="7218753" y="2132778"/>
            <a:ext cx="452616" cy="411469"/>
            <a:chOff x="-40378075" y="3267450"/>
            <a:chExt cx="317425" cy="289075"/>
          </a:xfrm>
        </p:grpSpPr>
        <p:sp>
          <p:nvSpPr>
            <p:cNvPr id="1346" name="Google Shape;1346;p71"/>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71"/>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71"/>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71"/>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0" name="Google Shape;1350;p71"/>
          <p:cNvGrpSpPr/>
          <p:nvPr/>
        </p:nvGrpSpPr>
        <p:grpSpPr>
          <a:xfrm>
            <a:off x="1462315" y="2132763"/>
            <a:ext cx="452635" cy="411480"/>
            <a:chOff x="-42996150" y="3612600"/>
            <a:chExt cx="323750" cy="288900"/>
          </a:xfrm>
        </p:grpSpPr>
        <p:sp>
          <p:nvSpPr>
            <p:cNvPr id="1351" name="Google Shape;1351;p71"/>
            <p:cNvSpPr/>
            <p:nvPr/>
          </p:nvSpPr>
          <p:spPr>
            <a:xfrm>
              <a:off x="-42914225" y="3612600"/>
              <a:ext cx="241825" cy="239275"/>
            </a:xfrm>
            <a:custGeom>
              <a:avLst/>
              <a:gdLst/>
              <a:ahLst/>
              <a:cxnLst/>
              <a:rect l="l" t="t" r="r" b="b"/>
              <a:pathLst>
                <a:path w="9673" h="9571" extrusionOk="0">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71"/>
            <p:cNvSpPr/>
            <p:nvPr/>
          </p:nvSpPr>
          <p:spPr>
            <a:xfrm>
              <a:off x="-42946525" y="3762850"/>
              <a:ext cx="118950" cy="118950"/>
            </a:xfrm>
            <a:custGeom>
              <a:avLst/>
              <a:gdLst/>
              <a:ahLst/>
              <a:cxnLst/>
              <a:rect l="l" t="t" r="r" b="b"/>
              <a:pathLst>
                <a:path w="4758" h="4758" extrusionOk="0">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71"/>
            <p:cNvSpPr/>
            <p:nvPr/>
          </p:nvSpPr>
          <p:spPr>
            <a:xfrm>
              <a:off x="-42996150" y="3855800"/>
              <a:ext cx="78000" cy="45700"/>
            </a:xfrm>
            <a:custGeom>
              <a:avLst/>
              <a:gdLst/>
              <a:ahLst/>
              <a:cxnLst/>
              <a:rect l="l" t="t" r="r" b="b"/>
              <a:pathLst>
                <a:path w="3120" h="1828" extrusionOk="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0" name="Google Shape;1330;p71"/>
          <p:cNvSpPr txBox="1"/>
          <p:nvPr/>
        </p:nvSpPr>
        <p:spPr>
          <a:xfrm>
            <a:off x="784575" y="3136075"/>
            <a:ext cx="1808100" cy="536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a:solidFill>
                  <a:schemeClr val="dk1"/>
                </a:solidFill>
                <a:latin typeface="Cantata One"/>
                <a:ea typeface="Cantata One"/>
                <a:cs typeface="Cantata One"/>
                <a:sym typeface="Cantata One"/>
              </a:rPr>
              <a:t>Neptune</a:t>
            </a:r>
            <a:endParaRPr sz="2300">
              <a:solidFill>
                <a:schemeClr val="dk1"/>
              </a:solidFill>
              <a:latin typeface="Cantata One"/>
              <a:ea typeface="Cantata One"/>
              <a:cs typeface="Cantata One"/>
              <a:sym typeface="Cantata One"/>
            </a:endParaRPr>
          </a:p>
        </p:txBody>
      </p:sp>
      <p:sp>
        <p:nvSpPr>
          <p:cNvPr id="1354" name="Google Shape;1354;p71"/>
          <p:cNvSpPr txBox="1"/>
          <p:nvPr/>
        </p:nvSpPr>
        <p:spPr>
          <a:xfrm>
            <a:off x="784575" y="3562875"/>
            <a:ext cx="18081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C’est la planète la plus éloignée du Soleil</a:t>
            </a:r>
            <a:endParaRPr>
              <a:solidFill>
                <a:schemeClr val="dk1"/>
              </a:solidFill>
              <a:latin typeface="Catamaran"/>
              <a:ea typeface="Catamaran"/>
              <a:cs typeface="Catamaran"/>
              <a:sym typeface="Catamaran"/>
            </a:endParaRPr>
          </a:p>
        </p:txBody>
      </p:sp>
      <p:sp>
        <p:nvSpPr>
          <p:cNvPr id="1333" name="Google Shape;1333;p71"/>
          <p:cNvSpPr txBox="1"/>
          <p:nvPr/>
        </p:nvSpPr>
        <p:spPr>
          <a:xfrm>
            <a:off x="2706825" y="3136075"/>
            <a:ext cx="1808100" cy="536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a:solidFill>
                  <a:schemeClr val="dk1"/>
                </a:solidFill>
                <a:latin typeface="Cantata One"/>
                <a:ea typeface="Cantata One"/>
                <a:cs typeface="Cantata One"/>
                <a:sym typeface="Cantata One"/>
              </a:rPr>
              <a:t>Jupiter</a:t>
            </a:r>
            <a:endParaRPr sz="2300">
              <a:solidFill>
                <a:schemeClr val="dk1"/>
              </a:solidFill>
              <a:latin typeface="Cantata One"/>
              <a:ea typeface="Cantata One"/>
              <a:cs typeface="Cantata One"/>
              <a:sym typeface="Cantata One"/>
            </a:endParaRPr>
          </a:p>
        </p:txBody>
      </p:sp>
      <p:sp>
        <p:nvSpPr>
          <p:cNvPr id="1355" name="Google Shape;1355;p71"/>
          <p:cNvSpPr txBox="1"/>
          <p:nvPr/>
        </p:nvSpPr>
        <p:spPr>
          <a:xfrm>
            <a:off x="2706825" y="3562875"/>
            <a:ext cx="18081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C’est la plus grande planète de toutes</a:t>
            </a:r>
            <a:endParaRPr>
              <a:solidFill>
                <a:schemeClr val="dk1"/>
              </a:solidFill>
              <a:latin typeface="Catamaran"/>
              <a:ea typeface="Catamaran"/>
              <a:cs typeface="Catamaran"/>
              <a:sym typeface="Catamaran"/>
            </a:endParaRPr>
          </a:p>
        </p:txBody>
      </p:sp>
      <p:sp>
        <p:nvSpPr>
          <p:cNvPr id="1335" name="Google Shape;1335;p71"/>
          <p:cNvSpPr txBox="1"/>
          <p:nvPr/>
        </p:nvSpPr>
        <p:spPr>
          <a:xfrm>
            <a:off x="4629075" y="3136075"/>
            <a:ext cx="1808100" cy="536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a:solidFill>
                  <a:schemeClr val="dk1"/>
                </a:solidFill>
                <a:latin typeface="Cantata One"/>
                <a:ea typeface="Cantata One"/>
                <a:cs typeface="Cantata One"/>
                <a:sym typeface="Cantata One"/>
              </a:rPr>
              <a:t>Vénus</a:t>
            </a:r>
            <a:endParaRPr sz="2300">
              <a:solidFill>
                <a:schemeClr val="dk1"/>
              </a:solidFill>
              <a:latin typeface="Cantata One"/>
              <a:ea typeface="Cantata One"/>
              <a:cs typeface="Cantata One"/>
              <a:sym typeface="Cantata One"/>
            </a:endParaRPr>
          </a:p>
        </p:txBody>
      </p:sp>
      <p:sp>
        <p:nvSpPr>
          <p:cNvPr id="1356" name="Google Shape;1356;p71"/>
          <p:cNvSpPr txBox="1"/>
          <p:nvPr/>
        </p:nvSpPr>
        <p:spPr>
          <a:xfrm>
            <a:off x="4629075" y="3562875"/>
            <a:ext cx="18081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Elle a un beau nom, mais il fait très chaud</a:t>
            </a:r>
            <a:endParaRPr>
              <a:solidFill>
                <a:schemeClr val="dk1"/>
              </a:solidFill>
              <a:latin typeface="Catamaran"/>
              <a:ea typeface="Catamaran"/>
              <a:cs typeface="Catamaran"/>
              <a:sym typeface="Catamaran"/>
            </a:endParaRPr>
          </a:p>
        </p:txBody>
      </p:sp>
      <p:sp>
        <p:nvSpPr>
          <p:cNvPr id="1337" name="Google Shape;1337;p71"/>
          <p:cNvSpPr txBox="1"/>
          <p:nvPr/>
        </p:nvSpPr>
        <p:spPr>
          <a:xfrm>
            <a:off x="6551325" y="3136075"/>
            <a:ext cx="1808100" cy="536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a:solidFill>
                  <a:schemeClr val="dk1"/>
                </a:solidFill>
                <a:latin typeface="Cantata One"/>
                <a:ea typeface="Cantata One"/>
                <a:cs typeface="Cantata One"/>
                <a:sym typeface="Cantata One"/>
              </a:rPr>
              <a:t>Mars</a:t>
            </a:r>
            <a:endParaRPr sz="2300">
              <a:solidFill>
                <a:schemeClr val="dk1"/>
              </a:solidFill>
              <a:latin typeface="Cantata One"/>
              <a:ea typeface="Cantata One"/>
              <a:cs typeface="Cantata One"/>
              <a:sym typeface="Cantata One"/>
            </a:endParaRPr>
          </a:p>
        </p:txBody>
      </p:sp>
      <p:sp>
        <p:nvSpPr>
          <p:cNvPr id="1357" name="Google Shape;1357;p71"/>
          <p:cNvSpPr txBox="1"/>
          <p:nvPr/>
        </p:nvSpPr>
        <p:spPr>
          <a:xfrm>
            <a:off x="6551325" y="3562875"/>
            <a:ext cx="18081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Elle est en fait un endroit très froid</a:t>
            </a:r>
            <a:endParaRPr>
              <a:solidFill>
                <a:schemeClr val="dk1"/>
              </a:solidFill>
              <a:latin typeface="Catamaran"/>
              <a:ea typeface="Catamaran"/>
              <a:cs typeface="Catamaran"/>
              <a:sym typeface="Catamaran"/>
            </a:endParaRPr>
          </a:p>
        </p:txBody>
      </p:sp>
      <p:pic>
        <p:nvPicPr>
          <p:cNvPr id="1332" name="Google Shape;1332;p71"/>
          <p:cNvPicPr preferRelativeResize="0"/>
          <p:nvPr/>
        </p:nvPicPr>
        <p:blipFill rotWithShape="1">
          <a:blip r:embed="rId3">
            <a:alphaModFix amt="76000"/>
          </a:blip>
          <a:srcRect l="37412" t="9009" r="30455" b="20771"/>
          <a:stretch/>
        </p:blipFill>
        <p:spPr>
          <a:xfrm>
            <a:off x="3168211" y="1742594"/>
            <a:ext cx="885350" cy="1088327"/>
          </a:xfrm>
          <a:prstGeom prst="rect">
            <a:avLst/>
          </a:prstGeom>
          <a:noFill/>
          <a:ln>
            <a:noFill/>
          </a:ln>
        </p:spPr>
      </p:pic>
      <p:grpSp>
        <p:nvGrpSpPr>
          <p:cNvPr id="1358" name="Google Shape;1358;p71"/>
          <p:cNvGrpSpPr/>
          <p:nvPr/>
        </p:nvGrpSpPr>
        <p:grpSpPr>
          <a:xfrm>
            <a:off x="3374284" y="2132774"/>
            <a:ext cx="473211" cy="411478"/>
            <a:chOff x="-42651700" y="3217825"/>
            <a:chExt cx="367600" cy="317425"/>
          </a:xfrm>
        </p:grpSpPr>
        <p:sp>
          <p:nvSpPr>
            <p:cNvPr id="1359" name="Google Shape;1359;p71"/>
            <p:cNvSpPr/>
            <p:nvPr/>
          </p:nvSpPr>
          <p:spPr>
            <a:xfrm>
              <a:off x="-42651700" y="3239075"/>
              <a:ext cx="367600" cy="296175"/>
            </a:xfrm>
            <a:custGeom>
              <a:avLst/>
              <a:gdLst/>
              <a:ahLst/>
              <a:cxnLst/>
              <a:rect l="l" t="t" r="r" b="b"/>
              <a:pathLst>
                <a:path w="14704" h="11847" extrusionOk="0">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71"/>
            <p:cNvSpPr/>
            <p:nvPr/>
          </p:nvSpPr>
          <p:spPr>
            <a:xfrm>
              <a:off x="-42419600" y="3217825"/>
              <a:ext cx="106350" cy="106350"/>
            </a:xfrm>
            <a:custGeom>
              <a:avLst/>
              <a:gdLst/>
              <a:ahLst/>
              <a:cxnLst/>
              <a:rect l="l" t="t" r="r" b="b"/>
              <a:pathLst>
                <a:path w="4254" h="4254" extrusionOk="0">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71"/>
            <p:cNvSpPr/>
            <p:nvPr/>
          </p:nvSpPr>
          <p:spPr>
            <a:xfrm>
              <a:off x="-42623600" y="3218600"/>
              <a:ext cx="106350" cy="106375"/>
            </a:xfrm>
            <a:custGeom>
              <a:avLst/>
              <a:gdLst/>
              <a:ahLst/>
              <a:cxnLst/>
              <a:rect l="l" t="t" r="r" b="b"/>
              <a:pathLst>
                <a:path w="4254" h="4255" extrusionOk="0">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71"/>
            <p:cNvSpPr/>
            <p:nvPr/>
          </p:nvSpPr>
          <p:spPr>
            <a:xfrm>
              <a:off x="-42561375" y="3279250"/>
              <a:ext cx="185900" cy="186700"/>
            </a:xfrm>
            <a:custGeom>
              <a:avLst/>
              <a:gdLst/>
              <a:ahLst/>
              <a:cxnLst/>
              <a:rect l="l" t="t" r="r" b="b"/>
              <a:pathLst>
                <a:path w="7436" h="7468" extrusionOk="0">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3" name="Google Shape;1363;p71"/>
          <p:cNvSpPr/>
          <p:nvPr/>
        </p:nvSpPr>
        <p:spPr>
          <a:xfrm rot="7863968" flipH="1">
            <a:off x="7825287" y="-1802398"/>
            <a:ext cx="1447727" cy="4544998"/>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64" name="Google Shape;1364;p71"/>
          <p:cNvPicPr preferRelativeResize="0"/>
          <p:nvPr/>
        </p:nvPicPr>
        <p:blipFill rotWithShape="1">
          <a:blip r:embed="rId4">
            <a:alphaModFix amt="63000"/>
          </a:blip>
          <a:srcRect l="53150" t="21324" r="10379" b="61757"/>
          <a:stretch/>
        </p:blipFill>
        <p:spPr>
          <a:xfrm flipH="1">
            <a:off x="7988088" y="1742610"/>
            <a:ext cx="3503899" cy="914250"/>
          </a:xfrm>
          <a:prstGeom prst="rect">
            <a:avLst/>
          </a:prstGeom>
          <a:noFill/>
          <a:ln>
            <a:noFill/>
          </a:ln>
        </p:spPr>
      </p:pic>
      <p:pic>
        <p:nvPicPr>
          <p:cNvPr id="1365" name="Google Shape;1365;p71"/>
          <p:cNvPicPr preferRelativeResize="0"/>
          <p:nvPr/>
        </p:nvPicPr>
        <p:blipFill rotWithShape="1">
          <a:blip r:embed="rId5">
            <a:alphaModFix amt="84000"/>
          </a:blip>
          <a:srcRect l="50645" t="40792" r="22239" b="48411"/>
          <a:stretch/>
        </p:blipFill>
        <p:spPr>
          <a:xfrm>
            <a:off x="-1152823" y="2709513"/>
            <a:ext cx="2446373" cy="547925"/>
          </a:xfrm>
          <a:prstGeom prst="rect">
            <a:avLst/>
          </a:prstGeom>
          <a:noFill/>
          <a:ln>
            <a:noFill/>
          </a:ln>
        </p:spPr>
      </p:pic>
      <p:pic>
        <p:nvPicPr>
          <p:cNvPr id="1366" name="Google Shape;1366;p71"/>
          <p:cNvPicPr preferRelativeResize="0"/>
          <p:nvPr/>
        </p:nvPicPr>
        <p:blipFill rotWithShape="1">
          <a:blip r:embed="rId6">
            <a:alphaModFix/>
          </a:blip>
          <a:srcRect l="28680" t="19555" r="23804" b="32703"/>
          <a:stretch/>
        </p:blipFill>
        <p:spPr>
          <a:xfrm rot="-2342612">
            <a:off x="191423" y="1283234"/>
            <a:ext cx="1287878" cy="727829"/>
          </a:xfrm>
          <a:prstGeom prst="rect">
            <a:avLst/>
          </a:prstGeom>
          <a:noFill/>
          <a:ln>
            <a:noFill/>
          </a:ln>
        </p:spPr>
      </p:pic>
      <p:pic>
        <p:nvPicPr>
          <p:cNvPr id="1367" name="Google Shape;1367;p71"/>
          <p:cNvPicPr preferRelativeResize="0"/>
          <p:nvPr/>
        </p:nvPicPr>
        <p:blipFill rotWithShape="1">
          <a:blip r:embed="rId7">
            <a:alphaModFix/>
          </a:blip>
          <a:srcRect l="45691" t="12052" r="18787" b="20159"/>
          <a:stretch/>
        </p:blipFill>
        <p:spPr>
          <a:xfrm>
            <a:off x="8140238" y="2670777"/>
            <a:ext cx="1366949" cy="1467299"/>
          </a:xfrm>
          <a:prstGeom prst="rect">
            <a:avLst/>
          </a:prstGeom>
          <a:noFill/>
          <a:ln>
            <a:noFill/>
          </a:ln>
        </p:spPr>
      </p:pic>
      <p:sp>
        <p:nvSpPr>
          <p:cNvPr id="1368" name="Google Shape;1368;p71">
            <a:hlinkClick r:id="rId8"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369" name="Google Shape;1369;p71">
            <a:hlinkClick r:id="rId9"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370" name="Google Shape;1370;p71">
            <a:hlinkClick r:id="rId10"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371" name="Google Shape;1371;p71">
            <a:hlinkClick r:id="rId11"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372" name="Google Shape;1372;p71">
            <a:hlinkClick r:id="rId12"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2"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76"/>
        <p:cNvGrpSpPr/>
        <p:nvPr/>
      </p:nvGrpSpPr>
      <p:grpSpPr>
        <a:xfrm>
          <a:off x="0" y="0"/>
          <a:ext cx="0" cy="0"/>
          <a:chOff x="0" y="0"/>
          <a:chExt cx="0" cy="0"/>
        </a:xfrm>
      </p:grpSpPr>
      <p:pic>
        <p:nvPicPr>
          <p:cNvPr id="1377" name="Google Shape;1377;p72"/>
          <p:cNvPicPr preferRelativeResize="0"/>
          <p:nvPr/>
        </p:nvPicPr>
        <p:blipFill rotWithShape="1">
          <a:blip r:embed="rId3">
            <a:alphaModFix amt="76000"/>
          </a:blip>
          <a:srcRect l="37412" t="9009" r="30455" b="20771"/>
          <a:stretch/>
        </p:blipFill>
        <p:spPr>
          <a:xfrm>
            <a:off x="2365452" y="881925"/>
            <a:ext cx="1678075" cy="2062724"/>
          </a:xfrm>
          <a:prstGeom prst="rect">
            <a:avLst/>
          </a:prstGeom>
          <a:noFill/>
          <a:ln>
            <a:noFill/>
          </a:ln>
        </p:spPr>
      </p:pic>
      <p:sp>
        <p:nvSpPr>
          <p:cNvPr id="1378" name="Google Shape;1378;p72"/>
          <p:cNvSpPr txBox="1">
            <a:spLocks noGrp="1"/>
          </p:cNvSpPr>
          <p:nvPr>
            <p:ph type="title"/>
          </p:nvPr>
        </p:nvSpPr>
        <p:spPr>
          <a:xfrm>
            <a:off x="1789500" y="1206750"/>
            <a:ext cx="5565000" cy="146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60 min</a:t>
            </a:r>
            <a:endParaRPr dirty="0"/>
          </a:p>
        </p:txBody>
      </p:sp>
      <p:sp>
        <p:nvSpPr>
          <p:cNvPr id="1379" name="Google Shape;1379;p72"/>
          <p:cNvSpPr txBox="1">
            <a:spLocks noGrp="1"/>
          </p:cNvSpPr>
          <p:nvPr>
            <p:ph type="subTitle" idx="1"/>
          </p:nvPr>
        </p:nvSpPr>
        <p:spPr>
          <a:xfrm>
            <a:off x="2916900" y="2723625"/>
            <a:ext cx="3310200" cy="76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C'est le temps dont vous disposerez pour effectuer ce test</a:t>
            </a:r>
            <a:endParaRPr/>
          </a:p>
        </p:txBody>
      </p:sp>
      <p:pic>
        <p:nvPicPr>
          <p:cNvPr id="1380" name="Google Shape;1380;p72"/>
          <p:cNvPicPr preferRelativeResize="0"/>
          <p:nvPr/>
        </p:nvPicPr>
        <p:blipFill rotWithShape="1">
          <a:blip r:embed="rId4">
            <a:alphaModFix amt="63000"/>
          </a:blip>
          <a:srcRect l="17536" t="30943" r="20804" b="36495"/>
          <a:stretch/>
        </p:blipFill>
        <p:spPr>
          <a:xfrm rot="2045531">
            <a:off x="6480882" y="1439405"/>
            <a:ext cx="4824687" cy="1433140"/>
          </a:xfrm>
          <a:prstGeom prst="rect">
            <a:avLst/>
          </a:prstGeom>
          <a:noFill/>
          <a:ln>
            <a:noFill/>
          </a:ln>
        </p:spPr>
      </p:pic>
      <p:grpSp>
        <p:nvGrpSpPr>
          <p:cNvPr id="1381" name="Google Shape;1381;p72"/>
          <p:cNvGrpSpPr/>
          <p:nvPr/>
        </p:nvGrpSpPr>
        <p:grpSpPr>
          <a:xfrm rot="-7805070">
            <a:off x="-397275" y="2097468"/>
            <a:ext cx="1500741" cy="2830630"/>
            <a:chOff x="2145200" y="1846500"/>
            <a:chExt cx="1056700" cy="1993100"/>
          </a:xfrm>
        </p:grpSpPr>
        <p:sp>
          <p:nvSpPr>
            <p:cNvPr id="1382" name="Google Shape;1382;p72"/>
            <p:cNvSpPr/>
            <p:nvPr/>
          </p:nvSpPr>
          <p:spPr>
            <a:xfrm>
              <a:off x="2145200" y="1846500"/>
              <a:ext cx="1056700" cy="1993100"/>
            </a:xfrm>
            <a:custGeom>
              <a:avLst/>
              <a:gdLst/>
              <a:ahLst/>
              <a:cxnLst/>
              <a:rect l="l" t="t" r="r" b="b"/>
              <a:pathLst>
                <a:path w="42268" h="79724" extrusionOk="0">
                  <a:moveTo>
                    <a:pt x="31397" y="417"/>
                  </a:moveTo>
                  <a:cubicBezTo>
                    <a:pt x="31635" y="2676"/>
                    <a:pt x="31873" y="4936"/>
                    <a:pt x="31980" y="7208"/>
                  </a:cubicBezTo>
                  <a:lnTo>
                    <a:pt x="31980" y="7208"/>
                  </a:lnTo>
                  <a:cubicBezTo>
                    <a:pt x="31977" y="7176"/>
                    <a:pt x="31957" y="7153"/>
                    <a:pt x="31957" y="7120"/>
                  </a:cubicBezTo>
                  <a:cubicBezTo>
                    <a:pt x="31742" y="5179"/>
                    <a:pt x="31504" y="3239"/>
                    <a:pt x="31278" y="1286"/>
                  </a:cubicBezTo>
                  <a:cubicBezTo>
                    <a:pt x="31242" y="1072"/>
                    <a:pt x="31266" y="833"/>
                    <a:pt x="31266" y="595"/>
                  </a:cubicBezTo>
                  <a:cubicBezTo>
                    <a:pt x="31266" y="536"/>
                    <a:pt x="31302" y="476"/>
                    <a:pt x="31326" y="417"/>
                  </a:cubicBezTo>
                  <a:close/>
                  <a:moveTo>
                    <a:pt x="32397" y="16573"/>
                  </a:moveTo>
                  <a:cubicBezTo>
                    <a:pt x="32421" y="16573"/>
                    <a:pt x="32457" y="16597"/>
                    <a:pt x="32493" y="16609"/>
                  </a:cubicBezTo>
                  <a:cubicBezTo>
                    <a:pt x="32731" y="21300"/>
                    <a:pt x="32242" y="25920"/>
                    <a:pt x="31040" y="30539"/>
                  </a:cubicBezTo>
                  <a:cubicBezTo>
                    <a:pt x="30921" y="30480"/>
                    <a:pt x="30838" y="30444"/>
                    <a:pt x="30766" y="30420"/>
                  </a:cubicBezTo>
                  <a:cubicBezTo>
                    <a:pt x="29635" y="30028"/>
                    <a:pt x="28599" y="29480"/>
                    <a:pt x="27670" y="28706"/>
                  </a:cubicBezTo>
                  <a:cubicBezTo>
                    <a:pt x="26575" y="27801"/>
                    <a:pt x="25742" y="26682"/>
                    <a:pt x="25337" y="25301"/>
                  </a:cubicBezTo>
                  <a:cubicBezTo>
                    <a:pt x="24801" y="23467"/>
                    <a:pt x="24980" y="21669"/>
                    <a:pt x="25658" y="19895"/>
                  </a:cubicBezTo>
                  <a:cubicBezTo>
                    <a:pt x="25920" y="19276"/>
                    <a:pt x="26254" y="18681"/>
                    <a:pt x="26718" y="18181"/>
                  </a:cubicBezTo>
                  <a:cubicBezTo>
                    <a:pt x="27492" y="17371"/>
                    <a:pt x="28444" y="16859"/>
                    <a:pt x="29575" y="16740"/>
                  </a:cubicBezTo>
                  <a:cubicBezTo>
                    <a:pt x="30516" y="16633"/>
                    <a:pt x="31457" y="16621"/>
                    <a:pt x="32397" y="16573"/>
                  </a:cubicBezTo>
                  <a:close/>
                  <a:moveTo>
                    <a:pt x="36362" y="16388"/>
                  </a:moveTo>
                  <a:cubicBezTo>
                    <a:pt x="36678" y="16388"/>
                    <a:pt x="36993" y="16399"/>
                    <a:pt x="37303" y="16431"/>
                  </a:cubicBezTo>
                  <a:cubicBezTo>
                    <a:pt x="38374" y="16514"/>
                    <a:pt x="39291" y="16966"/>
                    <a:pt x="40053" y="17740"/>
                  </a:cubicBezTo>
                  <a:cubicBezTo>
                    <a:pt x="40553" y="18240"/>
                    <a:pt x="40922" y="18836"/>
                    <a:pt x="41184" y="19479"/>
                  </a:cubicBezTo>
                  <a:cubicBezTo>
                    <a:pt x="42053" y="21574"/>
                    <a:pt x="42137" y="23705"/>
                    <a:pt x="41339" y="25848"/>
                  </a:cubicBezTo>
                  <a:cubicBezTo>
                    <a:pt x="40922" y="26956"/>
                    <a:pt x="40386" y="27980"/>
                    <a:pt x="39481" y="28765"/>
                  </a:cubicBezTo>
                  <a:cubicBezTo>
                    <a:pt x="39184" y="29039"/>
                    <a:pt x="38862" y="29289"/>
                    <a:pt x="38541" y="29516"/>
                  </a:cubicBezTo>
                  <a:cubicBezTo>
                    <a:pt x="37422" y="30266"/>
                    <a:pt x="36231" y="30837"/>
                    <a:pt x="34874" y="30980"/>
                  </a:cubicBezTo>
                  <a:cubicBezTo>
                    <a:pt x="34612" y="31009"/>
                    <a:pt x="34351" y="31022"/>
                    <a:pt x="34091" y="31022"/>
                  </a:cubicBezTo>
                  <a:cubicBezTo>
                    <a:pt x="33380" y="31022"/>
                    <a:pt x="32671" y="30923"/>
                    <a:pt x="31957" y="30766"/>
                  </a:cubicBezTo>
                  <a:cubicBezTo>
                    <a:pt x="31742" y="30706"/>
                    <a:pt x="31528" y="30647"/>
                    <a:pt x="31278" y="30539"/>
                  </a:cubicBezTo>
                  <a:cubicBezTo>
                    <a:pt x="32481" y="25944"/>
                    <a:pt x="32969" y="21288"/>
                    <a:pt x="32766" y="16550"/>
                  </a:cubicBezTo>
                  <a:cubicBezTo>
                    <a:pt x="32909" y="16538"/>
                    <a:pt x="33004" y="16514"/>
                    <a:pt x="33100" y="16514"/>
                  </a:cubicBezTo>
                  <a:cubicBezTo>
                    <a:pt x="34028" y="16478"/>
                    <a:pt x="34969" y="16431"/>
                    <a:pt x="35886" y="16395"/>
                  </a:cubicBezTo>
                  <a:cubicBezTo>
                    <a:pt x="36045" y="16391"/>
                    <a:pt x="36203" y="16388"/>
                    <a:pt x="36362" y="16388"/>
                  </a:cubicBezTo>
                  <a:close/>
                  <a:moveTo>
                    <a:pt x="24908" y="21622"/>
                  </a:moveTo>
                  <a:lnTo>
                    <a:pt x="24908" y="21622"/>
                  </a:lnTo>
                  <a:cubicBezTo>
                    <a:pt x="24742" y="22765"/>
                    <a:pt x="24730" y="23884"/>
                    <a:pt x="24992" y="24991"/>
                  </a:cubicBezTo>
                  <a:cubicBezTo>
                    <a:pt x="25265" y="26098"/>
                    <a:pt x="25813" y="27075"/>
                    <a:pt x="26527" y="27980"/>
                  </a:cubicBezTo>
                  <a:cubicBezTo>
                    <a:pt x="26492" y="28039"/>
                    <a:pt x="26480" y="28063"/>
                    <a:pt x="26468" y="28087"/>
                  </a:cubicBezTo>
                  <a:cubicBezTo>
                    <a:pt x="26444" y="28123"/>
                    <a:pt x="26397" y="28170"/>
                    <a:pt x="26349" y="28218"/>
                  </a:cubicBezTo>
                  <a:cubicBezTo>
                    <a:pt x="25754" y="28813"/>
                    <a:pt x="25099" y="29301"/>
                    <a:pt x="24372" y="29706"/>
                  </a:cubicBezTo>
                  <a:cubicBezTo>
                    <a:pt x="23087" y="30409"/>
                    <a:pt x="21741" y="30920"/>
                    <a:pt x="20289" y="31254"/>
                  </a:cubicBezTo>
                  <a:cubicBezTo>
                    <a:pt x="18783" y="31584"/>
                    <a:pt x="17268" y="31664"/>
                    <a:pt x="15737" y="31664"/>
                  </a:cubicBezTo>
                  <a:cubicBezTo>
                    <a:pt x="15500" y="31664"/>
                    <a:pt x="15263" y="31662"/>
                    <a:pt x="15026" y="31659"/>
                  </a:cubicBezTo>
                  <a:cubicBezTo>
                    <a:pt x="14752" y="31659"/>
                    <a:pt x="14490" y="31623"/>
                    <a:pt x="14240" y="31552"/>
                  </a:cubicBezTo>
                  <a:cubicBezTo>
                    <a:pt x="13859" y="31432"/>
                    <a:pt x="13478" y="31313"/>
                    <a:pt x="13133" y="31123"/>
                  </a:cubicBezTo>
                  <a:cubicBezTo>
                    <a:pt x="12728" y="30897"/>
                    <a:pt x="12645" y="30599"/>
                    <a:pt x="12823" y="30182"/>
                  </a:cubicBezTo>
                  <a:cubicBezTo>
                    <a:pt x="12954" y="29873"/>
                    <a:pt x="13121" y="29575"/>
                    <a:pt x="13312" y="29301"/>
                  </a:cubicBezTo>
                  <a:cubicBezTo>
                    <a:pt x="13800" y="28634"/>
                    <a:pt x="14324" y="27968"/>
                    <a:pt x="14859" y="27325"/>
                  </a:cubicBezTo>
                  <a:cubicBezTo>
                    <a:pt x="16110" y="25825"/>
                    <a:pt x="17598" y="24586"/>
                    <a:pt x="19336" y="23705"/>
                  </a:cubicBezTo>
                  <a:cubicBezTo>
                    <a:pt x="19991" y="23360"/>
                    <a:pt x="20670" y="23062"/>
                    <a:pt x="21336" y="22765"/>
                  </a:cubicBezTo>
                  <a:cubicBezTo>
                    <a:pt x="22408" y="22312"/>
                    <a:pt x="23491" y="21919"/>
                    <a:pt x="24634" y="21669"/>
                  </a:cubicBezTo>
                  <a:cubicBezTo>
                    <a:pt x="24718" y="21657"/>
                    <a:pt x="24789" y="21634"/>
                    <a:pt x="24908" y="21622"/>
                  </a:cubicBezTo>
                  <a:close/>
                  <a:moveTo>
                    <a:pt x="11168" y="32742"/>
                  </a:moveTo>
                  <a:lnTo>
                    <a:pt x="11168" y="32742"/>
                  </a:lnTo>
                  <a:cubicBezTo>
                    <a:pt x="11299" y="32778"/>
                    <a:pt x="11407" y="32814"/>
                    <a:pt x="11514" y="32861"/>
                  </a:cubicBezTo>
                  <a:cubicBezTo>
                    <a:pt x="12228" y="33147"/>
                    <a:pt x="12942" y="33409"/>
                    <a:pt x="13645" y="33718"/>
                  </a:cubicBezTo>
                  <a:cubicBezTo>
                    <a:pt x="15586" y="34564"/>
                    <a:pt x="17526" y="35457"/>
                    <a:pt x="19491" y="36314"/>
                  </a:cubicBezTo>
                  <a:cubicBezTo>
                    <a:pt x="20217" y="36635"/>
                    <a:pt x="20991" y="36874"/>
                    <a:pt x="21753" y="37159"/>
                  </a:cubicBezTo>
                  <a:cubicBezTo>
                    <a:pt x="21801" y="37171"/>
                    <a:pt x="21836" y="37207"/>
                    <a:pt x="21896" y="37219"/>
                  </a:cubicBezTo>
                  <a:cubicBezTo>
                    <a:pt x="21896" y="37231"/>
                    <a:pt x="21884" y="37243"/>
                    <a:pt x="21884" y="37266"/>
                  </a:cubicBezTo>
                  <a:cubicBezTo>
                    <a:pt x="21825" y="37266"/>
                    <a:pt x="21777" y="37278"/>
                    <a:pt x="21741" y="37278"/>
                  </a:cubicBezTo>
                  <a:cubicBezTo>
                    <a:pt x="20503" y="37278"/>
                    <a:pt x="19265" y="37278"/>
                    <a:pt x="18026" y="37112"/>
                  </a:cubicBezTo>
                  <a:cubicBezTo>
                    <a:pt x="16836" y="36969"/>
                    <a:pt x="15729" y="36576"/>
                    <a:pt x="14740" y="35873"/>
                  </a:cubicBezTo>
                  <a:cubicBezTo>
                    <a:pt x="14181" y="35457"/>
                    <a:pt x="13645" y="35016"/>
                    <a:pt x="13109" y="34552"/>
                  </a:cubicBezTo>
                  <a:cubicBezTo>
                    <a:pt x="12466" y="34004"/>
                    <a:pt x="11835" y="33421"/>
                    <a:pt x="11216" y="32861"/>
                  </a:cubicBezTo>
                  <a:cubicBezTo>
                    <a:pt x="11204" y="32837"/>
                    <a:pt x="11204" y="32802"/>
                    <a:pt x="11168" y="32742"/>
                  </a:cubicBezTo>
                  <a:close/>
                  <a:moveTo>
                    <a:pt x="7748" y="32018"/>
                  </a:moveTo>
                  <a:cubicBezTo>
                    <a:pt x="9270" y="32018"/>
                    <a:pt x="10668" y="32537"/>
                    <a:pt x="11919" y="33754"/>
                  </a:cubicBezTo>
                  <a:cubicBezTo>
                    <a:pt x="12454" y="34278"/>
                    <a:pt x="12990" y="34778"/>
                    <a:pt x="13550" y="35266"/>
                  </a:cubicBezTo>
                  <a:cubicBezTo>
                    <a:pt x="14443" y="36040"/>
                    <a:pt x="15419" y="36683"/>
                    <a:pt x="16574" y="37040"/>
                  </a:cubicBezTo>
                  <a:cubicBezTo>
                    <a:pt x="17348" y="37278"/>
                    <a:pt x="18145" y="37397"/>
                    <a:pt x="18955" y="37445"/>
                  </a:cubicBezTo>
                  <a:cubicBezTo>
                    <a:pt x="19592" y="37476"/>
                    <a:pt x="20231" y="37497"/>
                    <a:pt x="20873" y="37497"/>
                  </a:cubicBezTo>
                  <a:cubicBezTo>
                    <a:pt x="21467" y="37497"/>
                    <a:pt x="22062" y="37479"/>
                    <a:pt x="22658" y="37433"/>
                  </a:cubicBezTo>
                  <a:cubicBezTo>
                    <a:pt x="22777" y="37421"/>
                    <a:pt x="22896" y="37417"/>
                    <a:pt x="23015" y="37417"/>
                  </a:cubicBezTo>
                  <a:cubicBezTo>
                    <a:pt x="23253" y="37417"/>
                    <a:pt x="23491" y="37433"/>
                    <a:pt x="23730" y="37433"/>
                  </a:cubicBezTo>
                  <a:lnTo>
                    <a:pt x="23730" y="37493"/>
                  </a:lnTo>
                  <a:cubicBezTo>
                    <a:pt x="23658" y="37517"/>
                    <a:pt x="23599" y="37552"/>
                    <a:pt x="23539" y="37564"/>
                  </a:cubicBezTo>
                  <a:cubicBezTo>
                    <a:pt x="22703" y="37799"/>
                    <a:pt x="21852" y="37893"/>
                    <a:pt x="20987" y="37893"/>
                  </a:cubicBezTo>
                  <a:cubicBezTo>
                    <a:pt x="20755" y="37893"/>
                    <a:pt x="20522" y="37886"/>
                    <a:pt x="20289" y="37874"/>
                  </a:cubicBezTo>
                  <a:cubicBezTo>
                    <a:pt x="19241" y="37814"/>
                    <a:pt x="18193" y="37636"/>
                    <a:pt x="17169" y="37409"/>
                  </a:cubicBezTo>
                  <a:cubicBezTo>
                    <a:pt x="14026" y="36743"/>
                    <a:pt x="10918" y="36040"/>
                    <a:pt x="7763" y="35492"/>
                  </a:cubicBezTo>
                  <a:cubicBezTo>
                    <a:pt x="7180" y="35385"/>
                    <a:pt x="6620" y="35231"/>
                    <a:pt x="6049" y="35052"/>
                  </a:cubicBezTo>
                  <a:cubicBezTo>
                    <a:pt x="5561" y="34897"/>
                    <a:pt x="5108" y="34671"/>
                    <a:pt x="4715" y="34373"/>
                  </a:cubicBezTo>
                  <a:cubicBezTo>
                    <a:pt x="4572" y="34254"/>
                    <a:pt x="4441" y="34123"/>
                    <a:pt x="4322" y="33992"/>
                  </a:cubicBezTo>
                  <a:cubicBezTo>
                    <a:pt x="4156" y="33778"/>
                    <a:pt x="4132" y="33540"/>
                    <a:pt x="4251" y="33326"/>
                  </a:cubicBezTo>
                  <a:cubicBezTo>
                    <a:pt x="4322" y="33171"/>
                    <a:pt x="4429" y="33028"/>
                    <a:pt x="4549" y="32909"/>
                  </a:cubicBezTo>
                  <a:cubicBezTo>
                    <a:pt x="4846" y="32587"/>
                    <a:pt x="5227" y="32409"/>
                    <a:pt x="5632" y="32314"/>
                  </a:cubicBezTo>
                  <a:cubicBezTo>
                    <a:pt x="6361" y="32122"/>
                    <a:pt x="7067" y="32018"/>
                    <a:pt x="7748" y="32018"/>
                  </a:cubicBezTo>
                  <a:close/>
                  <a:moveTo>
                    <a:pt x="27813" y="51899"/>
                  </a:moveTo>
                  <a:cubicBezTo>
                    <a:pt x="27790" y="51911"/>
                    <a:pt x="27790" y="51923"/>
                    <a:pt x="27790" y="51935"/>
                  </a:cubicBezTo>
                  <a:cubicBezTo>
                    <a:pt x="27492" y="52054"/>
                    <a:pt x="27182" y="52173"/>
                    <a:pt x="26873" y="52316"/>
                  </a:cubicBezTo>
                  <a:cubicBezTo>
                    <a:pt x="26504" y="52471"/>
                    <a:pt x="26123" y="52673"/>
                    <a:pt x="25754" y="52816"/>
                  </a:cubicBezTo>
                  <a:cubicBezTo>
                    <a:pt x="25116" y="53071"/>
                    <a:pt x="24472" y="53229"/>
                    <a:pt x="23809" y="53229"/>
                  </a:cubicBezTo>
                  <a:cubicBezTo>
                    <a:pt x="23544" y="53229"/>
                    <a:pt x="23275" y="53204"/>
                    <a:pt x="23003" y="53149"/>
                  </a:cubicBezTo>
                  <a:cubicBezTo>
                    <a:pt x="22587" y="53054"/>
                    <a:pt x="22170" y="52947"/>
                    <a:pt x="21753" y="52864"/>
                  </a:cubicBezTo>
                  <a:cubicBezTo>
                    <a:pt x="21384" y="52792"/>
                    <a:pt x="21003" y="52733"/>
                    <a:pt x="20634" y="52673"/>
                  </a:cubicBezTo>
                  <a:cubicBezTo>
                    <a:pt x="20562" y="52649"/>
                    <a:pt x="20491" y="52649"/>
                    <a:pt x="20408" y="52637"/>
                  </a:cubicBezTo>
                  <a:cubicBezTo>
                    <a:pt x="20610" y="52530"/>
                    <a:pt x="20801" y="52471"/>
                    <a:pt x="20991" y="52459"/>
                  </a:cubicBezTo>
                  <a:cubicBezTo>
                    <a:pt x="21563" y="52411"/>
                    <a:pt x="22134" y="52399"/>
                    <a:pt x="22706" y="52352"/>
                  </a:cubicBezTo>
                  <a:cubicBezTo>
                    <a:pt x="23134" y="52340"/>
                    <a:pt x="23551" y="52304"/>
                    <a:pt x="23980" y="52268"/>
                  </a:cubicBezTo>
                  <a:cubicBezTo>
                    <a:pt x="24968" y="52161"/>
                    <a:pt x="25944" y="52030"/>
                    <a:pt x="26932" y="51923"/>
                  </a:cubicBezTo>
                  <a:cubicBezTo>
                    <a:pt x="27230" y="51899"/>
                    <a:pt x="27528" y="51911"/>
                    <a:pt x="27813" y="51899"/>
                  </a:cubicBezTo>
                  <a:close/>
                  <a:moveTo>
                    <a:pt x="10735" y="42923"/>
                  </a:moveTo>
                  <a:cubicBezTo>
                    <a:pt x="11859" y="42923"/>
                    <a:pt x="12976" y="43087"/>
                    <a:pt x="14085" y="43398"/>
                  </a:cubicBezTo>
                  <a:cubicBezTo>
                    <a:pt x="16562" y="44077"/>
                    <a:pt x="18860" y="45125"/>
                    <a:pt x="21003" y="46541"/>
                  </a:cubicBezTo>
                  <a:cubicBezTo>
                    <a:pt x="21694" y="46982"/>
                    <a:pt x="22372" y="47458"/>
                    <a:pt x="23241" y="47661"/>
                  </a:cubicBezTo>
                  <a:cubicBezTo>
                    <a:pt x="23170" y="47780"/>
                    <a:pt x="23122" y="47875"/>
                    <a:pt x="23063" y="47958"/>
                  </a:cubicBezTo>
                  <a:cubicBezTo>
                    <a:pt x="21860" y="49792"/>
                    <a:pt x="20289" y="51256"/>
                    <a:pt x="18372" y="52352"/>
                  </a:cubicBezTo>
                  <a:cubicBezTo>
                    <a:pt x="16883" y="53197"/>
                    <a:pt x="15288" y="53709"/>
                    <a:pt x="13573" y="53780"/>
                  </a:cubicBezTo>
                  <a:cubicBezTo>
                    <a:pt x="12002" y="53840"/>
                    <a:pt x="10442" y="53899"/>
                    <a:pt x="8859" y="53947"/>
                  </a:cubicBezTo>
                  <a:cubicBezTo>
                    <a:pt x="8764" y="53950"/>
                    <a:pt x="8670" y="53951"/>
                    <a:pt x="8575" y="53951"/>
                  </a:cubicBezTo>
                  <a:cubicBezTo>
                    <a:pt x="7824" y="53951"/>
                    <a:pt x="7075" y="53868"/>
                    <a:pt x="6334" y="53709"/>
                  </a:cubicBezTo>
                  <a:cubicBezTo>
                    <a:pt x="5811" y="53590"/>
                    <a:pt x="5322" y="53423"/>
                    <a:pt x="4870" y="53161"/>
                  </a:cubicBezTo>
                  <a:cubicBezTo>
                    <a:pt x="3798" y="52506"/>
                    <a:pt x="3179" y="51566"/>
                    <a:pt x="3120" y="50280"/>
                  </a:cubicBezTo>
                  <a:cubicBezTo>
                    <a:pt x="3084" y="49863"/>
                    <a:pt x="3108" y="49447"/>
                    <a:pt x="3179" y="49030"/>
                  </a:cubicBezTo>
                  <a:cubicBezTo>
                    <a:pt x="3382" y="47756"/>
                    <a:pt x="3894" y="46577"/>
                    <a:pt x="4632" y="45518"/>
                  </a:cubicBezTo>
                  <a:cubicBezTo>
                    <a:pt x="5168" y="44767"/>
                    <a:pt x="5834" y="44172"/>
                    <a:pt x="6680" y="43755"/>
                  </a:cubicBezTo>
                  <a:cubicBezTo>
                    <a:pt x="7227" y="43470"/>
                    <a:pt x="7823" y="43279"/>
                    <a:pt x="8418" y="43160"/>
                  </a:cubicBezTo>
                  <a:cubicBezTo>
                    <a:pt x="9193" y="43000"/>
                    <a:pt x="9965" y="42923"/>
                    <a:pt x="10735" y="42923"/>
                  </a:cubicBezTo>
                  <a:close/>
                  <a:moveTo>
                    <a:pt x="30980" y="36433"/>
                  </a:moveTo>
                  <a:cubicBezTo>
                    <a:pt x="31028" y="36469"/>
                    <a:pt x="31064" y="36516"/>
                    <a:pt x="31111" y="36576"/>
                  </a:cubicBezTo>
                  <a:cubicBezTo>
                    <a:pt x="31266" y="36755"/>
                    <a:pt x="31397" y="36945"/>
                    <a:pt x="31540" y="37124"/>
                  </a:cubicBezTo>
                  <a:cubicBezTo>
                    <a:pt x="32302" y="38040"/>
                    <a:pt x="33171" y="38850"/>
                    <a:pt x="34028" y="39660"/>
                  </a:cubicBezTo>
                  <a:cubicBezTo>
                    <a:pt x="35160" y="40719"/>
                    <a:pt x="36291" y="41743"/>
                    <a:pt x="37291" y="42934"/>
                  </a:cubicBezTo>
                  <a:cubicBezTo>
                    <a:pt x="38172" y="43970"/>
                    <a:pt x="38827" y="45125"/>
                    <a:pt x="39160" y="46446"/>
                  </a:cubicBezTo>
                  <a:cubicBezTo>
                    <a:pt x="39422" y="47399"/>
                    <a:pt x="39422" y="48363"/>
                    <a:pt x="39386" y="49328"/>
                  </a:cubicBezTo>
                  <a:cubicBezTo>
                    <a:pt x="39315" y="51102"/>
                    <a:pt x="38743" y="52709"/>
                    <a:pt x="37874" y="54233"/>
                  </a:cubicBezTo>
                  <a:cubicBezTo>
                    <a:pt x="37648" y="54650"/>
                    <a:pt x="37315" y="54971"/>
                    <a:pt x="36934" y="55221"/>
                  </a:cubicBezTo>
                  <a:cubicBezTo>
                    <a:pt x="36601" y="55441"/>
                    <a:pt x="36272" y="55545"/>
                    <a:pt x="35961" y="55545"/>
                  </a:cubicBezTo>
                  <a:cubicBezTo>
                    <a:pt x="35550" y="55545"/>
                    <a:pt x="35169" y="55363"/>
                    <a:pt x="34850" y="55031"/>
                  </a:cubicBezTo>
                  <a:cubicBezTo>
                    <a:pt x="34779" y="54959"/>
                    <a:pt x="34695" y="54888"/>
                    <a:pt x="34636" y="54816"/>
                  </a:cubicBezTo>
                  <a:cubicBezTo>
                    <a:pt x="34159" y="54221"/>
                    <a:pt x="33778" y="53542"/>
                    <a:pt x="33433" y="52864"/>
                  </a:cubicBezTo>
                  <a:cubicBezTo>
                    <a:pt x="32993" y="51971"/>
                    <a:pt x="32540" y="51054"/>
                    <a:pt x="32076" y="50149"/>
                  </a:cubicBezTo>
                  <a:cubicBezTo>
                    <a:pt x="31421" y="48851"/>
                    <a:pt x="30849" y="47542"/>
                    <a:pt x="30349" y="46196"/>
                  </a:cubicBezTo>
                  <a:cubicBezTo>
                    <a:pt x="29683" y="44351"/>
                    <a:pt x="29516" y="42470"/>
                    <a:pt x="29980" y="40553"/>
                  </a:cubicBezTo>
                  <a:cubicBezTo>
                    <a:pt x="30147" y="39826"/>
                    <a:pt x="30373" y="39112"/>
                    <a:pt x="30576" y="38398"/>
                  </a:cubicBezTo>
                  <a:cubicBezTo>
                    <a:pt x="30754" y="37767"/>
                    <a:pt x="30933" y="37147"/>
                    <a:pt x="30933" y="36469"/>
                  </a:cubicBezTo>
                  <a:cubicBezTo>
                    <a:pt x="30933" y="36457"/>
                    <a:pt x="30969" y="36445"/>
                    <a:pt x="30980" y="36433"/>
                  </a:cubicBezTo>
                  <a:close/>
                  <a:moveTo>
                    <a:pt x="28370" y="52134"/>
                  </a:moveTo>
                  <a:cubicBezTo>
                    <a:pt x="28631" y="52134"/>
                    <a:pt x="28844" y="52240"/>
                    <a:pt x="29028" y="52435"/>
                  </a:cubicBezTo>
                  <a:cubicBezTo>
                    <a:pt x="29433" y="52816"/>
                    <a:pt x="29671" y="53292"/>
                    <a:pt x="29849" y="53816"/>
                  </a:cubicBezTo>
                  <a:cubicBezTo>
                    <a:pt x="30373" y="55352"/>
                    <a:pt x="30373" y="56900"/>
                    <a:pt x="29897" y="58424"/>
                  </a:cubicBezTo>
                  <a:cubicBezTo>
                    <a:pt x="29183" y="60686"/>
                    <a:pt x="27754" y="62412"/>
                    <a:pt x="25754" y="63686"/>
                  </a:cubicBezTo>
                  <a:cubicBezTo>
                    <a:pt x="24789" y="64294"/>
                    <a:pt x="23706" y="64675"/>
                    <a:pt x="22587" y="64937"/>
                  </a:cubicBezTo>
                  <a:cubicBezTo>
                    <a:pt x="21923" y="65078"/>
                    <a:pt x="21269" y="65190"/>
                    <a:pt x="20589" y="65190"/>
                  </a:cubicBezTo>
                  <a:cubicBezTo>
                    <a:pt x="20525" y="65190"/>
                    <a:pt x="20460" y="65189"/>
                    <a:pt x="20396" y="65187"/>
                  </a:cubicBezTo>
                  <a:cubicBezTo>
                    <a:pt x="19729" y="65175"/>
                    <a:pt x="19122" y="64960"/>
                    <a:pt x="18538" y="64591"/>
                  </a:cubicBezTo>
                  <a:cubicBezTo>
                    <a:pt x="17526" y="63936"/>
                    <a:pt x="16717" y="63067"/>
                    <a:pt x="16252" y="62281"/>
                  </a:cubicBezTo>
                  <a:cubicBezTo>
                    <a:pt x="15752" y="61365"/>
                    <a:pt x="15443" y="60686"/>
                    <a:pt x="15252" y="59960"/>
                  </a:cubicBezTo>
                  <a:cubicBezTo>
                    <a:pt x="14800" y="58245"/>
                    <a:pt x="15086" y="56709"/>
                    <a:pt x="16288" y="55388"/>
                  </a:cubicBezTo>
                  <a:cubicBezTo>
                    <a:pt x="16657" y="54983"/>
                    <a:pt x="17050" y="54590"/>
                    <a:pt x="17431" y="54197"/>
                  </a:cubicBezTo>
                  <a:cubicBezTo>
                    <a:pt x="17872" y="53780"/>
                    <a:pt x="18360" y="53471"/>
                    <a:pt x="18907" y="53233"/>
                  </a:cubicBezTo>
                  <a:cubicBezTo>
                    <a:pt x="19408" y="53024"/>
                    <a:pt x="19914" y="52898"/>
                    <a:pt x="20438" y="52898"/>
                  </a:cubicBezTo>
                  <a:cubicBezTo>
                    <a:pt x="20662" y="52898"/>
                    <a:pt x="20890" y="52921"/>
                    <a:pt x="21122" y="52971"/>
                  </a:cubicBezTo>
                  <a:cubicBezTo>
                    <a:pt x="21467" y="53042"/>
                    <a:pt x="21825" y="53126"/>
                    <a:pt x="22170" y="53221"/>
                  </a:cubicBezTo>
                  <a:cubicBezTo>
                    <a:pt x="22717" y="53370"/>
                    <a:pt x="23265" y="53456"/>
                    <a:pt x="23810" y="53456"/>
                  </a:cubicBezTo>
                  <a:cubicBezTo>
                    <a:pt x="24355" y="53456"/>
                    <a:pt x="24896" y="53370"/>
                    <a:pt x="25432" y="53173"/>
                  </a:cubicBezTo>
                  <a:cubicBezTo>
                    <a:pt x="25968" y="52983"/>
                    <a:pt x="26468" y="52733"/>
                    <a:pt x="26992" y="52471"/>
                  </a:cubicBezTo>
                  <a:cubicBezTo>
                    <a:pt x="27409" y="52268"/>
                    <a:pt x="27825" y="52137"/>
                    <a:pt x="28290" y="52137"/>
                  </a:cubicBezTo>
                  <a:cubicBezTo>
                    <a:pt x="28317" y="52135"/>
                    <a:pt x="28344" y="52134"/>
                    <a:pt x="28370" y="52134"/>
                  </a:cubicBezTo>
                  <a:close/>
                  <a:moveTo>
                    <a:pt x="9549" y="66484"/>
                  </a:moveTo>
                  <a:cubicBezTo>
                    <a:pt x="9513" y="66556"/>
                    <a:pt x="9502" y="66580"/>
                    <a:pt x="9490" y="66603"/>
                  </a:cubicBezTo>
                  <a:cubicBezTo>
                    <a:pt x="8728" y="67318"/>
                    <a:pt x="7870" y="67877"/>
                    <a:pt x="6882" y="68282"/>
                  </a:cubicBezTo>
                  <a:cubicBezTo>
                    <a:pt x="6168" y="68580"/>
                    <a:pt x="5406" y="68723"/>
                    <a:pt x="4632" y="68830"/>
                  </a:cubicBezTo>
                  <a:cubicBezTo>
                    <a:pt x="3953" y="68925"/>
                    <a:pt x="3286" y="69056"/>
                    <a:pt x="2655" y="69318"/>
                  </a:cubicBezTo>
                  <a:cubicBezTo>
                    <a:pt x="3382" y="68806"/>
                    <a:pt x="4203" y="68449"/>
                    <a:pt x="5049" y="68175"/>
                  </a:cubicBezTo>
                  <a:cubicBezTo>
                    <a:pt x="6227" y="67806"/>
                    <a:pt x="7394" y="67401"/>
                    <a:pt x="8525" y="66901"/>
                  </a:cubicBezTo>
                  <a:cubicBezTo>
                    <a:pt x="8847" y="66746"/>
                    <a:pt x="9180" y="66627"/>
                    <a:pt x="9549" y="66484"/>
                  </a:cubicBezTo>
                  <a:close/>
                  <a:moveTo>
                    <a:pt x="6799" y="72711"/>
                  </a:moveTo>
                  <a:cubicBezTo>
                    <a:pt x="6811" y="72735"/>
                    <a:pt x="6823" y="72759"/>
                    <a:pt x="6835" y="72771"/>
                  </a:cubicBezTo>
                  <a:cubicBezTo>
                    <a:pt x="5751" y="73961"/>
                    <a:pt x="4334" y="74712"/>
                    <a:pt x="3048" y="75616"/>
                  </a:cubicBezTo>
                  <a:cubicBezTo>
                    <a:pt x="3048" y="75605"/>
                    <a:pt x="3025" y="75569"/>
                    <a:pt x="3013" y="75557"/>
                  </a:cubicBezTo>
                  <a:cubicBezTo>
                    <a:pt x="3310" y="75212"/>
                    <a:pt x="3620" y="74878"/>
                    <a:pt x="3918" y="74533"/>
                  </a:cubicBezTo>
                  <a:cubicBezTo>
                    <a:pt x="4275" y="74116"/>
                    <a:pt x="4727" y="73807"/>
                    <a:pt x="5227" y="73569"/>
                  </a:cubicBezTo>
                  <a:cubicBezTo>
                    <a:pt x="5620" y="73390"/>
                    <a:pt x="6001" y="73188"/>
                    <a:pt x="6382" y="72997"/>
                  </a:cubicBezTo>
                  <a:cubicBezTo>
                    <a:pt x="6525" y="72926"/>
                    <a:pt x="6656" y="72807"/>
                    <a:pt x="6799" y="72711"/>
                  </a:cubicBezTo>
                  <a:close/>
                  <a:moveTo>
                    <a:pt x="9394" y="67032"/>
                  </a:moveTo>
                  <a:lnTo>
                    <a:pt x="9394" y="67032"/>
                  </a:lnTo>
                  <a:cubicBezTo>
                    <a:pt x="9335" y="67151"/>
                    <a:pt x="9323" y="67211"/>
                    <a:pt x="9299" y="67270"/>
                  </a:cubicBezTo>
                  <a:cubicBezTo>
                    <a:pt x="9109" y="67651"/>
                    <a:pt x="8918" y="68032"/>
                    <a:pt x="8775" y="68413"/>
                  </a:cubicBezTo>
                  <a:cubicBezTo>
                    <a:pt x="8537" y="69056"/>
                    <a:pt x="8347" y="69711"/>
                    <a:pt x="8109" y="70354"/>
                  </a:cubicBezTo>
                  <a:cubicBezTo>
                    <a:pt x="7930" y="70806"/>
                    <a:pt x="7728" y="71283"/>
                    <a:pt x="7525" y="71735"/>
                  </a:cubicBezTo>
                  <a:cubicBezTo>
                    <a:pt x="7454" y="71914"/>
                    <a:pt x="7311" y="72056"/>
                    <a:pt x="7180" y="72199"/>
                  </a:cubicBezTo>
                  <a:cubicBezTo>
                    <a:pt x="6692" y="72652"/>
                    <a:pt x="6108" y="72949"/>
                    <a:pt x="5513" y="73223"/>
                  </a:cubicBezTo>
                  <a:cubicBezTo>
                    <a:pt x="4846" y="73521"/>
                    <a:pt x="4203" y="73878"/>
                    <a:pt x="3727" y="74473"/>
                  </a:cubicBezTo>
                  <a:cubicBezTo>
                    <a:pt x="3525" y="74735"/>
                    <a:pt x="3298" y="74997"/>
                    <a:pt x="3072" y="75247"/>
                  </a:cubicBezTo>
                  <a:cubicBezTo>
                    <a:pt x="2775" y="75569"/>
                    <a:pt x="2453" y="75890"/>
                    <a:pt x="2036" y="76081"/>
                  </a:cubicBezTo>
                  <a:cubicBezTo>
                    <a:pt x="1832" y="76171"/>
                    <a:pt x="1610" y="76227"/>
                    <a:pt x="1396" y="76227"/>
                  </a:cubicBezTo>
                  <a:cubicBezTo>
                    <a:pt x="988" y="76227"/>
                    <a:pt x="613" y="76021"/>
                    <a:pt x="465" y="75450"/>
                  </a:cubicBezTo>
                  <a:cubicBezTo>
                    <a:pt x="381" y="75116"/>
                    <a:pt x="322" y="74759"/>
                    <a:pt x="322" y="74402"/>
                  </a:cubicBezTo>
                  <a:cubicBezTo>
                    <a:pt x="310" y="73509"/>
                    <a:pt x="489" y="72640"/>
                    <a:pt x="762" y="71806"/>
                  </a:cubicBezTo>
                  <a:cubicBezTo>
                    <a:pt x="941" y="71306"/>
                    <a:pt x="1215" y="70830"/>
                    <a:pt x="1524" y="70378"/>
                  </a:cubicBezTo>
                  <a:cubicBezTo>
                    <a:pt x="1762" y="70021"/>
                    <a:pt x="2072" y="69759"/>
                    <a:pt x="2477" y="69592"/>
                  </a:cubicBezTo>
                  <a:cubicBezTo>
                    <a:pt x="2655" y="69520"/>
                    <a:pt x="2846" y="69437"/>
                    <a:pt x="3048" y="69366"/>
                  </a:cubicBezTo>
                  <a:cubicBezTo>
                    <a:pt x="3548" y="69175"/>
                    <a:pt x="4084" y="69104"/>
                    <a:pt x="4620" y="69044"/>
                  </a:cubicBezTo>
                  <a:cubicBezTo>
                    <a:pt x="6049" y="68878"/>
                    <a:pt x="7394" y="68425"/>
                    <a:pt x="8585" y="67615"/>
                  </a:cubicBezTo>
                  <a:cubicBezTo>
                    <a:pt x="8835" y="67437"/>
                    <a:pt x="9073" y="67258"/>
                    <a:pt x="9394" y="67032"/>
                  </a:cubicBezTo>
                  <a:close/>
                  <a:moveTo>
                    <a:pt x="13240" y="66639"/>
                  </a:moveTo>
                  <a:cubicBezTo>
                    <a:pt x="13276" y="66925"/>
                    <a:pt x="13335" y="67223"/>
                    <a:pt x="13383" y="67508"/>
                  </a:cubicBezTo>
                  <a:cubicBezTo>
                    <a:pt x="13609" y="68842"/>
                    <a:pt x="13859" y="70175"/>
                    <a:pt x="14074" y="71497"/>
                  </a:cubicBezTo>
                  <a:cubicBezTo>
                    <a:pt x="14264" y="72807"/>
                    <a:pt x="14205" y="74092"/>
                    <a:pt x="13669" y="75343"/>
                  </a:cubicBezTo>
                  <a:cubicBezTo>
                    <a:pt x="13240" y="76378"/>
                    <a:pt x="12597" y="77271"/>
                    <a:pt x="11823" y="78069"/>
                  </a:cubicBezTo>
                  <a:cubicBezTo>
                    <a:pt x="11335" y="78581"/>
                    <a:pt x="10823" y="79069"/>
                    <a:pt x="10204" y="79415"/>
                  </a:cubicBezTo>
                  <a:cubicBezTo>
                    <a:pt x="9978" y="79533"/>
                    <a:pt x="9773" y="79592"/>
                    <a:pt x="9590" y="79592"/>
                  </a:cubicBezTo>
                  <a:cubicBezTo>
                    <a:pt x="9205" y="79592"/>
                    <a:pt x="8917" y="79332"/>
                    <a:pt x="8740" y="78831"/>
                  </a:cubicBezTo>
                  <a:cubicBezTo>
                    <a:pt x="8728" y="78748"/>
                    <a:pt x="8680" y="78653"/>
                    <a:pt x="8668" y="78557"/>
                  </a:cubicBezTo>
                  <a:cubicBezTo>
                    <a:pt x="8537" y="77950"/>
                    <a:pt x="8382" y="77343"/>
                    <a:pt x="8275" y="76736"/>
                  </a:cubicBezTo>
                  <a:cubicBezTo>
                    <a:pt x="7894" y="74521"/>
                    <a:pt x="8466" y="72580"/>
                    <a:pt x="10025" y="70961"/>
                  </a:cubicBezTo>
                  <a:cubicBezTo>
                    <a:pt x="10549" y="70425"/>
                    <a:pt x="11061" y="69890"/>
                    <a:pt x="11597" y="69366"/>
                  </a:cubicBezTo>
                  <a:cubicBezTo>
                    <a:pt x="12347" y="68651"/>
                    <a:pt x="12823" y="67770"/>
                    <a:pt x="13133" y="66794"/>
                  </a:cubicBezTo>
                  <a:cubicBezTo>
                    <a:pt x="13145" y="66734"/>
                    <a:pt x="13181" y="66687"/>
                    <a:pt x="13192" y="66639"/>
                  </a:cubicBezTo>
                  <a:close/>
                  <a:moveTo>
                    <a:pt x="31350" y="0"/>
                  </a:moveTo>
                  <a:cubicBezTo>
                    <a:pt x="31123" y="83"/>
                    <a:pt x="31040" y="274"/>
                    <a:pt x="31040" y="500"/>
                  </a:cubicBezTo>
                  <a:cubicBezTo>
                    <a:pt x="31016" y="833"/>
                    <a:pt x="31016" y="1155"/>
                    <a:pt x="31064" y="1488"/>
                  </a:cubicBezTo>
                  <a:cubicBezTo>
                    <a:pt x="31278" y="3179"/>
                    <a:pt x="31457" y="4882"/>
                    <a:pt x="31695" y="6560"/>
                  </a:cubicBezTo>
                  <a:cubicBezTo>
                    <a:pt x="32135" y="9692"/>
                    <a:pt x="32326" y="12823"/>
                    <a:pt x="32433" y="15966"/>
                  </a:cubicBezTo>
                  <a:lnTo>
                    <a:pt x="32433" y="16300"/>
                  </a:lnTo>
                  <a:cubicBezTo>
                    <a:pt x="32266" y="16312"/>
                    <a:pt x="32147" y="16323"/>
                    <a:pt x="32016" y="16323"/>
                  </a:cubicBezTo>
                  <a:cubicBezTo>
                    <a:pt x="31230" y="16371"/>
                    <a:pt x="30457" y="16383"/>
                    <a:pt x="29671" y="16454"/>
                  </a:cubicBezTo>
                  <a:cubicBezTo>
                    <a:pt x="28432" y="16585"/>
                    <a:pt x="27361" y="17097"/>
                    <a:pt x="26492" y="18014"/>
                  </a:cubicBezTo>
                  <a:cubicBezTo>
                    <a:pt x="25873" y="18693"/>
                    <a:pt x="25480" y="19491"/>
                    <a:pt x="25206" y="20360"/>
                  </a:cubicBezTo>
                  <a:cubicBezTo>
                    <a:pt x="25099" y="20657"/>
                    <a:pt x="25027" y="20967"/>
                    <a:pt x="24932" y="21288"/>
                  </a:cubicBezTo>
                  <a:cubicBezTo>
                    <a:pt x="24849" y="21312"/>
                    <a:pt x="24742" y="21348"/>
                    <a:pt x="24658" y="21372"/>
                  </a:cubicBezTo>
                  <a:cubicBezTo>
                    <a:pt x="23301" y="21669"/>
                    <a:pt x="21991" y="22146"/>
                    <a:pt x="20717" y="22729"/>
                  </a:cubicBezTo>
                  <a:cubicBezTo>
                    <a:pt x="20086" y="23027"/>
                    <a:pt x="19455" y="23336"/>
                    <a:pt x="18836" y="23658"/>
                  </a:cubicBezTo>
                  <a:cubicBezTo>
                    <a:pt x="17300" y="24467"/>
                    <a:pt x="15990" y="25551"/>
                    <a:pt x="14871" y="26860"/>
                  </a:cubicBezTo>
                  <a:cubicBezTo>
                    <a:pt x="14252" y="27587"/>
                    <a:pt x="13657" y="28349"/>
                    <a:pt x="13073" y="29111"/>
                  </a:cubicBezTo>
                  <a:cubicBezTo>
                    <a:pt x="12859" y="29396"/>
                    <a:pt x="12681" y="29718"/>
                    <a:pt x="12550" y="30051"/>
                  </a:cubicBezTo>
                  <a:cubicBezTo>
                    <a:pt x="12323" y="30551"/>
                    <a:pt x="12478" y="30968"/>
                    <a:pt x="12954" y="31278"/>
                  </a:cubicBezTo>
                  <a:cubicBezTo>
                    <a:pt x="13383" y="31563"/>
                    <a:pt x="13859" y="31718"/>
                    <a:pt x="14347" y="31802"/>
                  </a:cubicBezTo>
                  <a:cubicBezTo>
                    <a:pt x="14562" y="31849"/>
                    <a:pt x="14788" y="31873"/>
                    <a:pt x="14990" y="31873"/>
                  </a:cubicBezTo>
                  <a:cubicBezTo>
                    <a:pt x="15272" y="31877"/>
                    <a:pt x="15555" y="31880"/>
                    <a:pt x="15837" y="31880"/>
                  </a:cubicBezTo>
                  <a:cubicBezTo>
                    <a:pt x="17177" y="31880"/>
                    <a:pt x="18521" y="31819"/>
                    <a:pt x="19848" y="31563"/>
                  </a:cubicBezTo>
                  <a:cubicBezTo>
                    <a:pt x="21372" y="31278"/>
                    <a:pt x="22837" y="30742"/>
                    <a:pt x="24218" y="30028"/>
                  </a:cubicBezTo>
                  <a:cubicBezTo>
                    <a:pt x="25051" y="29599"/>
                    <a:pt x="25801" y="29051"/>
                    <a:pt x="26468" y="28396"/>
                  </a:cubicBezTo>
                  <a:cubicBezTo>
                    <a:pt x="26539" y="28325"/>
                    <a:pt x="26611" y="28265"/>
                    <a:pt x="26706" y="28170"/>
                  </a:cubicBezTo>
                  <a:cubicBezTo>
                    <a:pt x="27301" y="28777"/>
                    <a:pt x="27944" y="29301"/>
                    <a:pt x="28659" y="29718"/>
                  </a:cubicBezTo>
                  <a:cubicBezTo>
                    <a:pt x="29361" y="30135"/>
                    <a:pt x="30099" y="30468"/>
                    <a:pt x="30921" y="30730"/>
                  </a:cubicBezTo>
                  <a:cubicBezTo>
                    <a:pt x="30885" y="30861"/>
                    <a:pt x="30861" y="31004"/>
                    <a:pt x="30826" y="31123"/>
                  </a:cubicBezTo>
                  <a:cubicBezTo>
                    <a:pt x="30516" y="32266"/>
                    <a:pt x="30528" y="32266"/>
                    <a:pt x="29766" y="33171"/>
                  </a:cubicBezTo>
                  <a:cubicBezTo>
                    <a:pt x="28552" y="34635"/>
                    <a:pt x="27135" y="35826"/>
                    <a:pt x="25492" y="36743"/>
                  </a:cubicBezTo>
                  <a:cubicBezTo>
                    <a:pt x="24980" y="37028"/>
                    <a:pt x="24432" y="37171"/>
                    <a:pt x="23849" y="37195"/>
                  </a:cubicBezTo>
                  <a:cubicBezTo>
                    <a:pt x="23791" y="37196"/>
                    <a:pt x="23733" y="37197"/>
                    <a:pt x="23676" y="37197"/>
                  </a:cubicBezTo>
                  <a:cubicBezTo>
                    <a:pt x="22760" y="37197"/>
                    <a:pt x="21866" y="37019"/>
                    <a:pt x="21003" y="36683"/>
                  </a:cubicBezTo>
                  <a:cubicBezTo>
                    <a:pt x="19824" y="36219"/>
                    <a:pt x="18669" y="35719"/>
                    <a:pt x="17503" y="35207"/>
                  </a:cubicBezTo>
                  <a:cubicBezTo>
                    <a:pt x="15681" y="34421"/>
                    <a:pt x="13859" y="33599"/>
                    <a:pt x="12038" y="32825"/>
                  </a:cubicBezTo>
                  <a:cubicBezTo>
                    <a:pt x="10954" y="32373"/>
                    <a:pt x="9823" y="32040"/>
                    <a:pt x="8656" y="31873"/>
                  </a:cubicBezTo>
                  <a:cubicBezTo>
                    <a:pt x="8268" y="31821"/>
                    <a:pt x="7880" y="31791"/>
                    <a:pt x="7494" y="31791"/>
                  </a:cubicBezTo>
                  <a:cubicBezTo>
                    <a:pt x="6827" y="31791"/>
                    <a:pt x="6166" y="31880"/>
                    <a:pt x="5525" y="32099"/>
                  </a:cubicBezTo>
                  <a:cubicBezTo>
                    <a:pt x="5144" y="32230"/>
                    <a:pt x="4763" y="32385"/>
                    <a:pt x="4453" y="32671"/>
                  </a:cubicBezTo>
                  <a:cubicBezTo>
                    <a:pt x="4346" y="32766"/>
                    <a:pt x="4251" y="32861"/>
                    <a:pt x="4156" y="32980"/>
                  </a:cubicBezTo>
                  <a:cubicBezTo>
                    <a:pt x="3834" y="33421"/>
                    <a:pt x="3858" y="33897"/>
                    <a:pt x="4263" y="34278"/>
                  </a:cubicBezTo>
                  <a:cubicBezTo>
                    <a:pt x="4549" y="34516"/>
                    <a:pt x="4858" y="34719"/>
                    <a:pt x="5168" y="34897"/>
                  </a:cubicBezTo>
                  <a:cubicBezTo>
                    <a:pt x="5811" y="35254"/>
                    <a:pt x="6513" y="35445"/>
                    <a:pt x="7227" y="35600"/>
                  </a:cubicBezTo>
                  <a:cubicBezTo>
                    <a:pt x="8442" y="35850"/>
                    <a:pt x="9668" y="36064"/>
                    <a:pt x="10871" y="36314"/>
                  </a:cubicBezTo>
                  <a:cubicBezTo>
                    <a:pt x="13192" y="36802"/>
                    <a:pt x="15502" y="37314"/>
                    <a:pt x="17800" y="37790"/>
                  </a:cubicBezTo>
                  <a:cubicBezTo>
                    <a:pt x="18839" y="38000"/>
                    <a:pt x="19878" y="38126"/>
                    <a:pt x="20923" y="38126"/>
                  </a:cubicBezTo>
                  <a:cubicBezTo>
                    <a:pt x="21124" y="38126"/>
                    <a:pt x="21325" y="38121"/>
                    <a:pt x="21527" y="38112"/>
                  </a:cubicBezTo>
                  <a:cubicBezTo>
                    <a:pt x="23432" y="38028"/>
                    <a:pt x="25134" y="37386"/>
                    <a:pt x="26694" y="36314"/>
                  </a:cubicBezTo>
                  <a:cubicBezTo>
                    <a:pt x="28016" y="35409"/>
                    <a:pt x="29194" y="34338"/>
                    <a:pt x="30159" y="33052"/>
                  </a:cubicBezTo>
                  <a:lnTo>
                    <a:pt x="30236" y="32975"/>
                  </a:lnTo>
                  <a:lnTo>
                    <a:pt x="30236" y="32975"/>
                  </a:lnTo>
                  <a:cubicBezTo>
                    <a:pt x="30149" y="33233"/>
                    <a:pt x="30054" y="33498"/>
                    <a:pt x="29968" y="33754"/>
                  </a:cubicBezTo>
                  <a:cubicBezTo>
                    <a:pt x="29492" y="35016"/>
                    <a:pt x="28897" y="36243"/>
                    <a:pt x="28218" y="37433"/>
                  </a:cubicBezTo>
                  <a:cubicBezTo>
                    <a:pt x="26778" y="40017"/>
                    <a:pt x="25480" y="42696"/>
                    <a:pt x="24313" y="45434"/>
                  </a:cubicBezTo>
                  <a:cubicBezTo>
                    <a:pt x="24075" y="46006"/>
                    <a:pt x="23753" y="46518"/>
                    <a:pt x="23491" y="47053"/>
                  </a:cubicBezTo>
                  <a:cubicBezTo>
                    <a:pt x="23409" y="47210"/>
                    <a:pt x="23312" y="47288"/>
                    <a:pt x="23184" y="47288"/>
                  </a:cubicBezTo>
                  <a:cubicBezTo>
                    <a:pt x="23146" y="47288"/>
                    <a:pt x="23106" y="47281"/>
                    <a:pt x="23063" y="47268"/>
                  </a:cubicBezTo>
                  <a:cubicBezTo>
                    <a:pt x="22801" y="47196"/>
                    <a:pt x="22539" y="47113"/>
                    <a:pt x="22313" y="46982"/>
                  </a:cubicBezTo>
                  <a:cubicBezTo>
                    <a:pt x="21539" y="46518"/>
                    <a:pt x="20777" y="46041"/>
                    <a:pt x="20003" y="45589"/>
                  </a:cubicBezTo>
                  <a:cubicBezTo>
                    <a:pt x="17776" y="44220"/>
                    <a:pt x="15359" y="43279"/>
                    <a:pt x="12788" y="42767"/>
                  </a:cubicBezTo>
                  <a:cubicBezTo>
                    <a:pt x="12065" y="42633"/>
                    <a:pt x="11342" y="42563"/>
                    <a:pt x="10621" y="42563"/>
                  </a:cubicBezTo>
                  <a:cubicBezTo>
                    <a:pt x="9549" y="42563"/>
                    <a:pt x="8483" y="42718"/>
                    <a:pt x="7430" y="43053"/>
                  </a:cubicBezTo>
                  <a:cubicBezTo>
                    <a:pt x="6227" y="43446"/>
                    <a:pt x="5227" y="44124"/>
                    <a:pt x="4489" y="45148"/>
                  </a:cubicBezTo>
                  <a:cubicBezTo>
                    <a:pt x="3596" y="46387"/>
                    <a:pt x="3013" y="47744"/>
                    <a:pt x="2834" y="49256"/>
                  </a:cubicBezTo>
                  <a:cubicBezTo>
                    <a:pt x="2739" y="49959"/>
                    <a:pt x="2786" y="50673"/>
                    <a:pt x="3036" y="51340"/>
                  </a:cubicBezTo>
                  <a:cubicBezTo>
                    <a:pt x="3370" y="52268"/>
                    <a:pt x="4013" y="52887"/>
                    <a:pt x="4846" y="53352"/>
                  </a:cubicBezTo>
                  <a:cubicBezTo>
                    <a:pt x="5334" y="53626"/>
                    <a:pt x="5882" y="53780"/>
                    <a:pt x="6430" y="53888"/>
                  </a:cubicBezTo>
                  <a:cubicBezTo>
                    <a:pt x="7062" y="54004"/>
                    <a:pt x="7713" y="54082"/>
                    <a:pt x="8366" y="54082"/>
                  </a:cubicBezTo>
                  <a:cubicBezTo>
                    <a:pt x="8451" y="54082"/>
                    <a:pt x="8536" y="54081"/>
                    <a:pt x="8620" y="54078"/>
                  </a:cubicBezTo>
                  <a:cubicBezTo>
                    <a:pt x="10287" y="54042"/>
                    <a:pt x="11966" y="53995"/>
                    <a:pt x="13633" y="53899"/>
                  </a:cubicBezTo>
                  <a:cubicBezTo>
                    <a:pt x="15300" y="53816"/>
                    <a:pt x="16848" y="53328"/>
                    <a:pt x="18300" y="52506"/>
                  </a:cubicBezTo>
                  <a:cubicBezTo>
                    <a:pt x="20039" y="51518"/>
                    <a:pt x="21515" y="50256"/>
                    <a:pt x="22682" y="48649"/>
                  </a:cubicBezTo>
                  <a:cubicBezTo>
                    <a:pt x="22729" y="48577"/>
                    <a:pt x="22801" y="48506"/>
                    <a:pt x="22860" y="48423"/>
                  </a:cubicBezTo>
                  <a:cubicBezTo>
                    <a:pt x="22896" y="48423"/>
                    <a:pt x="22908" y="48446"/>
                    <a:pt x="22920" y="48458"/>
                  </a:cubicBezTo>
                  <a:cubicBezTo>
                    <a:pt x="22313" y="49661"/>
                    <a:pt x="21717" y="50887"/>
                    <a:pt x="21122" y="52090"/>
                  </a:cubicBezTo>
                  <a:cubicBezTo>
                    <a:pt x="20479" y="52173"/>
                    <a:pt x="19884" y="52387"/>
                    <a:pt x="19312" y="52614"/>
                  </a:cubicBezTo>
                  <a:cubicBezTo>
                    <a:pt x="18384" y="52983"/>
                    <a:pt x="17562" y="53542"/>
                    <a:pt x="16872" y="54257"/>
                  </a:cubicBezTo>
                  <a:cubicBezTo>
                    <a:pt x="16276" y="54876"/>
                    <a:pt x="15693" y="55495"/>
                    <a:pt x="15276" y="56269"/>
                  </a:cubicBezTo>
                  <a:cubicBezTo>
                    <a:pt x="14883" y="56995"/>
                    <a:pt x="14705" y="57757"/>
                    <a:pt x="14764" y="58579"/>
                  </a:cubicBezTo>
                  <a:cubicBezTo>
                    <a:pt x="14812" y="59186"/>
                    <a:pt x="14907" y="59793"/>
                    <a:pt x="15109" y="60376"/>
                  </a:cubicBezTo>
                  <a:cubicBezTo>
                    <a:pt x="15145" y="60448"/>
                    <a:pt x="15157" y="60507"/>
                    <a:pt x="15169" y="60603"/>
                  </a:cubicBezTo>
                  <a:cubicBezTo>
                    <a:pt x="15109" y="60674"/>
                    <a:pt x="15050" y="60746"/>
                    <a:pt x="14978" y="60829"/>
                  </a:cubicBezTo>
                  <a:cubicBezTo>
                    <a:pt x="13633" y="62234"/>
                    <a:pt x="12311" y="63651"/>
                    <a:pt x="10978" y="65056"/>
                  </a:cubicBezTo>
                  <a:cubicBezTo>
                    <a:pt x="10383" y="65675"/>
                    <a:pt x="9668" y="66127"/>
                    <a:pt x="8835" y="66401"/>
                  </a:cubicBezTo>
                  <a:cubicBezTo>
                    <a:pt x="8144" y="66627"/>
                    <a:pt x="7489" y="66937"/>
                    <a:pt x="6811" y="67199"/>
                  </a:cubicBezTo>
                  <a:cubicBezTo>
                    <a:pt x="6108" y="67449"/>
                    <a:pt x="5382" y="67675"/>
                    <a:pt x="4668" y="67925"/>
                  </a:cubicBezTo>
                  <a:cubicBezTo>
                    <a:pt x="3787" y="68235"/>
                    <a:pt x="2953" y="68627"/>
                    <a:pt x="2191" y="69187"/>
                  </a:cubicBezTo>
                  <a:cubicBezTo>
                    <a:pt x="1405" y="69770"/>
                    <a:pt x="870" y="70544"/>
                    <a:pt x="524" y="71449"/>
                  </a:cubicBezTo>
                  <a:cubicBezTo>
                    <a:pt x="167" y="72402"/>
                    <a:pt x="0" y="73390"/>
                    <a:pt x="0" y="74402"/>
                  </a:cubicBezTo>
                  <a:cubicBezTo>
                    <a:pt x="0" y="74878"/>
                    <a:pt x="84" y="75355"/>
                    <a:pt x="322" y="75783"/>
                  </a:cubicBezTo>
                  <a:cubicBezTo>
                    <a:pt x="524" y="76152"/>
                    <a:pt x="834" y="76331"/>
                    <a:pt x="1274" y="76343"/>
                  </a:cubicBezTo>
                  <a:cubicBezTo>
                    <a:pt x="1307" y="76344"/>
                    <a:pt x="1340" y="76345"/>
                    <a:pt x="1373" y="76345"/>
                  </a:cubicBezTo>
                  <a:cubicBezTo>
                    <a:pt x="1825" y="76345"/>
                    <a:pt x="2255" y="76196"/>
                    <a:pt x="2644" y="75974"/>
                  </a:cubicBezTo>
                  <a:cubicBezTo>
                    <a:pt x="3120" y="75712"/>
                    <a:pt x="3608" y="75414"/>
                    <a:pt x="4072" y="75093"/>
                  </a:cubicBezTo>
                  <a:cubicBezTo>
                    <a:pt x="4691" y="74676"/>
                    <a:pt x="5322" y="74235"/>
                    <a:pt x="5942" y="73783"/>
                  </a:cubicBezTo>
                  <a:cubicBezTo>
                    <a:pt x="6989" y="73057"/>
                    <a:pt x="7620" y="72033"/>
                    <a:pt x="8061" y="70854"/>
                  </a:cubicBezTo>
                  <a:cubicBezTo>
                    <a:pt x="8239" y="70366"/>
                    <a:pt x="8382" y="69890"/>
                    <a:pt x="8549" y="69401"/>
                  </a:cubicBezTo>
                  <a:cubicBezTo>
                    <a:pt x="8632" y="69116"/>
                    <a:pt x="8740" y="68830"/>
                    <a:pt x="8847" y="68532"/>
                  </a:cubicBezTo>
                  <a:cubicBezTo>
                    <a:pt x="9192" y="67520"/>
                    <a:pt x="9740" y="66663"/>
                    <a:pt x="10478" y="65901"/>
                  </a:cubicBezTo>
                  <a:cubicBezTo>
                    <a:pt x="11371" y="64996"/>
                    <a:pt x="12228" y="64056"/>
                    <a:pt x="13085" y="63127"/>
                  </a:cubicBezTo>
                  <a:cubicBezTo>
                    <a:pt x="13181" y="63032"/>
                    <a:pt x="13276" y="62936"/>
                    <a:pt x="13419" y="62877"/>
                  </a:cubicBezTo>
                  <a:lnTo>
                    <a:pt x="13419" y="62877"/>
                  </a:lnTo>
                  <a:cubicBezTo>
                    <a:pt x="13395" y="62948"/>
                    <a:pt x="13395" y="63008"/>
                    <a:pt x="13383" y="63067"/>
                  </a:cubicBezTo>
                  <a:cubicBezTo>
                    <a:pt x="13133" y="63889"/>
                    <a:pt x="13026" y="64722"/>
                    <a:pt x="13085" y="65591"/>
                  </a:cubicBezTo>
                  <a:cubicBezTo>
                    <a:pt x="13121" y="66068"/>
                    <a:pt x="12942" y="66496"/>
                    <a:pt x="12788" y="66925"/>
                  </a:cubicBezTo>
                  <a:cubicBezTo>
                    <a:pt x="12442" y="67925"/>
                    <a:pt x="11823" y="68723"/>
                    <a:pt x="11061" y="69425"/>
                  </a:cubicBezTo>
                  <a:cubicBezTo>
                    <a:pt x="10621" y="69830"/>
                    <a:pt x="10180" y="70271"/>
                    <a:pt x="9763" y="70723"/>
                  </a:cubicBezTo>
                  <a:cubicBezTo>
                    <a:pt x="9525" y="70973"/>
                    <a:pt x="9323" y="71247"/>
                    <a:pt x="9109" y="71521"/>
                  </a:cubicBezTo>
                  <a:cubicBezTo>
                    <a:pt x="8180" y="72735"/>
                    <a:pt x="7823" y="74128"/>
                    <a:pt x="7882" y="75628"/>
                  </a:cubicBezTo>
                  <a:cubicBezTo>
                    <a:pt x="7906" y="76724"/>
                    <a:pt x="8180" y="77748"/>
                    <a:pt x="8454" y="78784"/>
                  </a:cubicBezTo>
                  <a:cubicBezTo>
                    <a:pt x="8478" y="78819"/>
                    <a:pt x="8478" y="78843"/>
                    <a:pt x="8490" y="78879"/>
                  </a:cubicBezTo>
                  <a:cubicBezTo>
                    <a:pt x="8716" y="79390"/>
                    <a:pt x="9036" y="79724"/>
                    <a:pt x="9517" y="79724"/>
                  </a:cubicBezTo>
                  <a:cubicBezTo>
                    <a:pt x="9720" y="79724"/>
                    <a:pt x="9951" y="79664"/>
                    <a:pt x="10216" y="79534"/>
                  </a:cubicBezTo>
                  <a:cubicBezTo>
                    <a:pt x="10680" y="79307"/>
                    <a:pt x="11061" y="78962"/>
                    <a:pt x="11430" y="78629"/>
                  </a:cubicBezTo>
                  <a:cubicBezTo>
                    <a:pt x="12121" y="77998"/>
                    <a:pt x="12728" y="77295"/>
                    <a:pt x="13240" y="76509"/>
                  </a:cubicBezTo>
                  <a:cubicBezTo>
                    <a:pt x="14228" y="74974"/>
                    <a:pt x="14550" y="73307"/>
                    <a:pt x="14288" y="71521"/>
                  </a:cubicBezTo>
                  <a:cubicBezTo>
                    <a:pt x="14097" y="70199"/>
                    <a:pt x="13859" y="68901"/>
                    <a:pt x="13609" y="67592"/>
                  </a:cubicBezTo>
                  <a:cubicBezTo>
                    <a:pt x="13443" y="66687"/>
                    <a:pt x="13312" y="65794"/>
                    <a:pt x="13312" y="64889"/>
                  </a:cubicBezTo>
                  <a:cubicBezTo>
                    <a:pt x="13312" y="64056"/>
                    <a:pt x="13478" y="63246"/>
                    <a:pt x="13812" y="62472"/>
                  </a:cubicBezTo>
                  <a:cubicBezTo>
                    <a:pt x="13847" y="62389"/>
                    <a:pt x="13907" y="62293"/>
                    <a:pt x="13978" y="62222"/>
                  </a:cubicBezTo>
                  <a:cubicBezTo>
                    <a:pt x="14371" y="61817"/>
                    <a:pt x="14752" y="61400"/>
                    <a:pt x="15145" y="61008"/>
                  </a:cubicBezTo>
                  <a:cubicBezTo>
                    <a:pt x="15181" y="60960"/>
                    <a:pt x="15228" y="60924"/>
                    <a:pt x="15300" y="60865"/>
                  </a:cubicBezTo>
                  <a:cubicBezTo>
                    <a:pt x="15419" y="61127"/>
                    <a:pt x="15538" y="61365"/>
                    <a:pt x="15657" y="61603"/>
                  </a:cubicBezTo>
                  <a:cubicBezTo>
                    <a:pt x="16169" y="62591"/>
                    <a:pt x="16776" y="63484"/>
                    <a:pt x="17657" y="64175"/>
                  </a:cubicBezTo>
                  <a:lnTo>
                    <a:pt x="18276" y="64663"/>
                  </a:lnTo>
                  <a:cubicBezTo>
                    <a:pt x="18848" y="65139"/>
                    <a:pt x="19527" y="65306"/>
                    <a:pt x="20241" y="65353"/>
                  </a:cubicBezTo>
                  <a:cubicBezTo>
                    <a:pt x="20368" y="65361"/>
                    <a:pt x="20495" y="65365"/>
                    <a:pt x="20621" y="65365"/>
                  </a:cubicBezTo>
                  <a:cubicBezTo>
                    <a:pt x="21460" y="65365"/>
                    <a:pt x="22269" y="65200"/>
                    <a:pt x="23087" y="64972"/>
                  </a:cubicBezTo>
                  <a:cubicBezTo>
                    <a:pt x="24134" y="64710"/>
                    <a:pt x="25111" y="64294"/>
                    <a:pt x="26016" y="63698"/>
                  </a:cubicBezTo>
                  <a:cubicBezTo>
                    <a:pt x="28004" y="62389"/>
                    <a:pt x="29409" y="60650"/>
                    <a:pt x="30099" y="58352"/>
                  </a:cubicBezTo>
                  <a:cubicBezTo>
                    <a:pt x="30576" y="56793"/>
                    <a:pt x="30564" y="55209"/>
                    <a:pt x="30028" y="53649"/>
                  </a:cubicBezTo>
                  <a:cubicBezTo>
                    <a:pt x="29861" y="53173"/>
                    <a:pt x="29635" y="52733"/>
                    <a:pt x="29314" y="52340"/>
                  </a:cubicBezTo>
                  <a:cubicBezTo>
                    <a:pt x="29016" y="51994"/>
                    <a:pt x="28635" y="51744"/>
                    <a:pt x="28182" y="51673"/>
                  </a:cubicBezTo>
                  <a:cubicBezTo>
                    <a:pt x="27889" y="51630"/>
                    <a:pt x="27589" y="51599"/>
                    <a:pt x="27293" y="51599"/>
                  </a:cubicBezTo>
                  <a:cubicBezTo>
                    <a:pt x="27180" y="51599"/>
                    <a:pt x="27068" y="51604"/>
                    <a:pt x="26956" y="51613"/>
                  </a:cubicBezTo>
                  <a:cubicBezTo>
                    <a:pt x="25920" y="51709"/>
                    <a:pt x="24884" y="51864"/>
                    <a:pt x="23849" y="51971"/>
                  </a:cubicBezTo>
                  <a:cubicBezTo>
                    <a:pt x="23075" y="52042"/>
                    <a:pt x="22289" y="52078"/>
                    <a:pt x="21467" y="52114"/>
                  </a:cubicBezTo>
                  <a:cubicBezTo>
                    <a:pt x="21491" y="52006"/>
                    <a:pt x="21515" y="51935"/>
                    <a:pt x="21539" y="51875"/>
                  </a:cubicBezTo>
                  <a:cubicBezTo>
                    <a:pt x="23075" y="48923"/>
                    <a:pt x="24396" y="45863"/>
                    <a:pt x="25754" y="42815"/>
                  </a:cubicBezTo>
                  <a:cubicBezTo>
                    <a:pt x="26527" y="41065"/>
                    <a:pt x="27444" y="39374"/>
                    <a:pt x="28361" y="37683"/>
                  </a:cubicBezTo>
                  <a:cubicBezTo>
                    <a:pt x="28909" y="36659"/>
                    <a:pt x="29385" y="35600"/>
                    <a:pt x="29909" y="34552"/>
                  </a:cubicBezTo>
                  <a:cubicBezTo>
                    <a:pt x="29933" y="34492"/>
                    <a:pt x="29980" y="34433"/>
                    <a:pt x="30004" y="34373"/>
                  </a:cubicBezTo>
                  <a:cubicBezTo>
                    <a:pt x="30183" y="34838"/>
                    <a:pt x="30397" y="35254"/>
                    <a:pt x="30528" y="35707"/>
                  </a:cubicBezTo>
                  <a:cubicBezTo>
                    <a:pt x="30623" y="36016"/>
                    <a:pt x="30647" y="36374"/>
                    <a:pt x="30635" y="36695"/>
                  </a:cubicBezTo>
                  <a:cubicBezTo>
                    <a:pt x="30623" y="37052"/>
                    <a:pt x="30528" y="37409"/>
                    <a:pt x="30445" y="37755"/>
                  </a:cubicBezTo>
                  <a:cubicBezTo>
                    <a:pt x="30266" y="38421"/>
                    <a:pt x="30052" y="39076"/>
                    <a:pt x="29861" y="39731"/>
                  </a:cubicBezTo>
                  <a:cubicBezTo>
                    <a:pt x="29171" y="42005"/>
                    <a:pt x="29290" y="44255"/>
                    <a:pt x="30147" y="46494"/>
                  </a:cubicBezTo>
                  <a:cubicBezTo>
                    <a:pt x="30718" y="48042"/>
                    <a:pt x="31421" y="49530"/>
                    <a:pt x="32183" y="50982"/>
                  </a:cubicBezTo>
                  <a:cubicBezTo>
                    <a:pt x="32671" y="51923"/>
                    <a:pt x="33135" y="52840"/>
                    <a:pt x="33624" y="53769"/>
                  </a:cubicBezTo>
                  <a:cubicBezTo>
                    <a:pt x="33897" y="54280"/>
                    <a:pt x="34219" y="54757"/>
                    <a:pt x="34624" y="55173"/>
                  </a:cubicBezTo>
                  <a:cubicBezTo>
                    <a:pt x="34975" y="55551"/>
                    <a:pt x="35410" y="55761"/>
                    <a:pt x="35886" y="55761"/>
                  </a:cubicBezTo>
                  <a:cubicBezTo>
                    <a:pt x="36250" y="55761"/>
                    <a:pt x="36637" y="55639"/>
                    <a:pt x="37029" y="55376"/>
                  </a:cubicBezTo>
                  <a:cubicBezTo>
                    <a:pt x="37481" y="55066"/>
                    <a:pt x="37838" y="54661"/>
                    <a:pt x="38100" y="54185"/>
                  </a:cubicBezTo>
                  <a:cubicBezTo>
                    <a:pt x="39386" y="51935"/>
                    <a:pt x="39827" y="49542"/>
                    <a:pt x="39470" y="46994"/>
                  </a:cubicBezTo>
                  <a:cubicBezTo>
                    <a:pt x="39315" y="45803"/>
                    <a:pt x="38850" y="44720"/>
                    <a:pt x="38160" y="43720"/>
                  </a:cubicBezTo>
                  <a:cubicBezTo>
                    <a:pt x="37267" y="42434"/>
                    <a:pt x="36160" y="41327"/>
                    <a:pt x="35029" y="40255"/>
                  </a:cubicBezTo>
                  <a:cubicBezTo>
                    <a:pt x="34028" y="39314"/>
                    <a:pt x="33040" y="38350"/>
                    <a:pt x="32064" y="37386"/>
                  </a:cubicBezTo>
                  <a:cubicBezTo>
                    <a:pt x="31373" y="36695"/>
                    <a:pt x="30826" y="35909"/>
                    <a:pt x="30468" y="35004"/>
                  </a:cubicBezTo>
                  <a:cubicBezTo>
                    <a:pt x="30349" y="34707"/>
                    <a:pt x="30278" y="34373"/>
                    <a:pt x="30207" y="34064"/>
                  </a:cubicBezTo>
                  <a:cubicBezTo>
                    <a:pt x="30183" y="33992"/>
                    <a:pt x="30183" y="33897"/>
                    <a:pt x="30218" y="33826"/>
                  </a:cubicBezTo>
                  <a:cubicBezTo>
                    <a:pt x="30516" y="32873"/>
                    <a:pt x="30802" y="31933"/>
                    <a:pt x="31099" y="30980"/>
                  </a:cubicBezTo>
                  <a:cubicBezTo>
                    <a:pt x="31111" y="30920"/>
                    <a:pt x="31135" y="30885"/>
                    <a:pt x="31171" y="30801"/>
                  </a:cubicBezTo>
                  <a:cubicBezTo>
                    <a:pt x="31278" y="30837"/>
                    <a:pt x="31397" y="30849"/>
                    <a:pt x="31492" y="30885"/>
                  </a:cubicBezTo>
                  <a:cubicBezTo>
                    <a:pt x="32290" y="31063"/>
                    <a:pt x="33064" y="31194"/>
                    <a:pt x="33862" y="31218"/>
                  </a:cubicBezTo>
                  <a:cubicBezTo>
                    <a:pt x="33967" y="31223"/>
                    <a:pt x="34072" y="31225"/>
                    <a:pt x="34176" y="31225"/>
                  </a:cubicBezTo>
                  <a:cubicBezTo>
                    <a:pt x="34911" y="31225"/>
                    <a:pt x="35629" y="31114"/>
                    <a:pt x="36338" y="30885"/>
                  </a:cubicBezTo>
                  <a:cubicBezTo>
                    <a:pt x="36826" y="30730"/>
                    <a:pt x="37291" y="30492"/>
                    <a:pt x="37731" y="30254"/>
                  </a:cubicBezTo>
                  <a:cubicBezTo>
                    <a:pt x="38434" y="29885"/>
                    <a:pt x="39077" y="29420"/>
                    <a:pt x="39648" y="28885"/>
                  </a:cubicBezTo>
                  <a:cubicBezTo>
                    <a:pt x="40482" y="28111"/>
                    <a:pt x="41005" y="27146"/>
                    <a:pt x="41422" y="26122"/>
                  </a:cubicBezTo>
                  <a:cubicBezTo>
                    <a:pt x="42268" y="24003"/>
                    <a:pt x="42268" y="21872"/>
                    <a:pt x="41482" y="19752"/>
                  </a:cubicBezTo>
                  <a:cubicBezTo>
                    <a:pt x="41172" y="18895"/>
                    <a:pt x="40720" y="18145"/>
                    <a:pt x="40089" y="17502"/>
                  </a:cubicBezTo>
                  <a:cubicBezTo>
                    <a:pt x="39267" y="16669"/>
                    <a:pt x="38243" y="16216"/>
                    <a:pt x="37076" y="16157"/>
                  </a:cubicBezTo>
                  <a:cubicBezTo>
                    <a:pt x="36906" y="16150"/>
                    <a:pt x="36736" y="16147"/>
                    <a:pt x="36566" y="16147"/>
                  </a:cubicBezTo>
                  <a:cubicBezTo>
                    <a:pt x="36157" y="16147"/>
                    <a:pt x="35751" y="16164"/>
                    <a:pt x="35338" y="16181"/>
                  </a:cubicBezTo>
                  <a:cubicBezTo>
                    <a:pt x="34576" y="16204"/>
                    <a:pt x="33802" y="16252"/>
                    <a:pt x="33040" y="16276"/>
                  </a:cubicBezTo>
                  <a:lnTo>
                    <a:pt x="32719" y="16276"/>
                  </a:lnTo>
                  <a:cubicBezTo>
                    <a:pt x="32707" y="16145"/>
                    <a:pt x="32683" y="16026"/>
                    <a:pt x="32683" y="15907"/>
                  </a:cubicBezTo>
                  <a:cubicBezTo>
                    <a:pt x="32540" y="12930"/>
                    <a:pt x="32433" y="9954"/>
                    <a:pt x="32242" y="6977"/>
                  </a:cubicBezTo>
                  <a:cubicBezTo>
                    <a:pt x="32123" y="4941"/>
                    <a:pt x="31873" y="2917"/>
                    <a:pt x="31671" y="869"/>
                  </a:cubicBezTo>
                  <a:cubicBezTo>
                    <a:pt x="31659" y="726"/>
                    <a:pt x="31647" y="572"/>
                    <a:pt x="31611" y="441"/>
                  </a:cubicBezTo>
                  <a:cubicBezTo>
                    <a:pt x="31576" y="262"/>
                    <a:pt x="31540" y="95"/>
                    <a:pt x="3135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72"/>
            <p:cNvSpPr/>
            <p:nvPr/>
          </p:nvSpPr>
          <p:spPr>
            <a:xfrm>
              <a:off x="2348200" y="3495200"/>
              <a:ext cx="135750" cy="341150"/>
            </a:xfrm>
            <a:custGeom>
              <a:avLst/>
              <a:gdLst/>
              <a:ahLst/>
              <a:cxnLst/>
              <a:rect l="l" t="t" r="r" b="b"/>
              <a:pathLst>
                <a:path w="5430" h="13646" extrusionOk="0">
                  <a:moveTo>
                    <a:pt x="5132" y="1"/>
                  </a:moveTo>
                  <a:cubicBezTo>
                    <a:pt x="5096" y="334"/>
                    <a:pt x="4965" y="655"/>
                    <a:pt x="4822" y="953"/>
                  </a:cubicBezTo>
                  <a:cubicBezTo>
                    <a:pt x="4001" y="2537"/>
                    <a:pt x="3048" y="4049"/>
                    <a:pt x="2024" y="5501"/>
                  </a:cubicBezTo>
                  <a:cubicBezTo>
                    <a:pt x="1465" y="6275"/>
                    <a:pt x="953" y="7061"/>
                    <a:pt x="572" y="7942"/>
                  </a:cubicBezTo>
                  <a:cubicBezTo>
                    <a:pt x="250" y="8704"/>
                    <a:pt x="96" y="9502"/>
                    <a:pt x="0" y="10311"/>
                  </a:cubicBezTo>
                  <a:cubicBezTo>
                    <a:pt x="0" y="10323"/>
                    <a:pt x="12" y="10335"/>
                    <a:pt x="36" y="10395"/>
                  </a:cubicBezTo>
                  <a:cubicBezTo>
                    <a:pt x="84" y="10192"/>
                    <a:pt x="119" y="10014"/>
                    <a:pt x="143" y="9835"/>
                  </a:cubicBezTo>
                  <a:cubicBezTo>
                    <a:pt x="334" y="8549"/>
                    <a:pt x="870" y="7406"/>
                    <a:pt x="1584" y="6347"/>
                  </a:cubicBezTo>
                  <a:cubicBezTo>
                    <a:pt x="2048" y="5668"/>
                    <a:pt x="2536" y="5001"/>
                    <a:pt x="2977" y="4299"/>
                  </a:cubicBezTo>
                  <a:cubicBezTo>
                    <a:pt x="3489" y="3465"/>
                    <a:pt x="3989" y="2620"/>
                    <a:pt x="4489" y="1787"/>
                  </a:cubicBezTo>
                  <a:cubicBezTo>
                    <a:pt x="4537" y="1691"/>
                    <a:pt x="4596" y="1620"/>
                    <a:pt x="4644" y="1525"/>
                  </a:cubicBezTo>
                  <a:cubicBezTo>
                    <a:pt x="4656" y="1548"/>
                    <a:pt x="4680" y="1548"/>
                    <a:pt x="4703" y="1560"/>
                  </a:cubicBezTo>
                  <a:cubicBezTo>
                    <a:pt x="4549" y="1965"/>
                    <a:pt x="4418" y="2382"/>
                    <a:pt x="4251" y="2775"/>
                  </a:cubicBezTo>
                  <a:cubicBezTo>
                    <a:pt x="3453" y="4644"/>
                    <a:pt x="2620" y="6489"/>
                    <a:pt x="1822" y="8347"/>
                  </a:cubicBezTo>
                  <a:cubicBezTo>
                    <a:pt x="1513" y="9085"/>
                    <a:pt x="1227" y="9847"/>
                    <a:pt x="953" y="10609"/>
                  </a:cubicBezTo>
                  <a:cubicBezTo>
                    <a:pt x="715" y="11288"/>
                    <a:pt x="572" y="11990"/>
                    <a:pt x="620" y="12716"/>
                  </a:cubicBezTo>
                  <a:cubicBezTo>
                    <a:pt x="631" y="12955"/>
                    <a:pt x="727" y="13193"/>
                    <a:pt x="786" y="13419"/>
                  </a:cubicBezTo>
                  <a:cubicBezTo>
                    <a:pt x="798" y="13467"/>
                    <a:pt x="858" y="13490"/>
                    <a:pt x="929" y="13586"/>
                  </a:cubicBezTo>
                  <a:cubicBezTo>
                    <a:pt x="548" y="12585"/>
                    <a:pt x="751" y="11669"/>
                    <a:pt x="1024" y="10752"/>
                  </a:cubicBezTo>
                  <a:cubicBezTo>
                    <a:pt x="1334" y="9728"/>
                    <a:pt x="1763" y="8752"/>
                    <a:pt x="2203" y="7763"/>
                  </a:cubicBezTo>
                  <a:cubicBezTo>
                    <a:pt x="2917" y="6156"/>
                    <a:pt x="3608" y="4549"/>
                    <a:pt x="4299" y="2930"/>
                  </a:cubicBezTo>
                  <a:cubicBezTo>
                    <a:pt x="4477" y="2513"/>
                    <a:pt x="4596" y="2060"/>
                    <a:pt x="4739" y="1620"/>
                  </a:cubicBezTo>
                  <a:cubicBezTo>
                    <a:pt x="4799" y="1453"/>
                    <a:pt x="4846" y="1286"/>
                    <a:pt x="4953" y="1144"/>
                  </a:cubicBezTo>
                  <a:lnTo>
                    <a:pt x="4953" y="1394"/>
                  </a:lnTo>
                  <a:cubicBezTo>
                    <a:pt x="4799" y="3370"/>
                    <a:pt x="4406" y="5299"/>
                    <a:pt x="3822" y="7180"/>
                  </a:cubicBezTo>
                  <a:cubicBezTo>
                    <a:pt x="3358" y="8704"/>
                    <a:pt x="2751" y="10157"/>
                    <a:pt x="2048" y="11585"/>
                  </a:cubicBezTo>
                  <a:cubicBezTo>
                    <a:pt x="1822" y="12050"/>
                    <a:pt x="1643" y="12562"/>
                    <a:pt x="1465" y="13038"/>
                  </a:cubicBezTo>
                  <a:cubicBezTo>
                    <a:pt x="1393" y="13228"/>
                    <a:pt x="1346" y="13431"/>
                    <a:pt x="1441" y="13645"/>
                  </a:cubicBezTo>
                  <a:cubicBezTo>
                    <a:pt x="1560" y="12836"/>
                    <a:pt x="1929" y="12109"/>
                    <a:pt x="2275" y="11395"/>
                  </a:cubicBezTo>
                  <a:cubicBezTo>
                    <a:pt x="3715" y="8466"/>
                    <a:pt x="4608" y="5382"/>
                    <a:pt x="5001" y="2156"/>
                  </a:cubicBezTo>
                  <a:cubicBezTo>
                    <a:pt x="5025" y="1929"/>
                    <a:pt x="5037" y="1703"/>
                    <a:pt x="5061" y="1489"/>
                  </a:cubicBezTo>
                  <a:cubicBezTo>
                    <a:pt x="5061" y="1465"/>
                    <a:pt x="5072" y="1453"/>
                    <a:pt x="5084" y="1429"/>
                  </a:cubicBezTo>
                  <a:cubicBezTo>
                    <a:pt x="5120" y="1465"/>
                    <a:pt x="5144" y="1465"/>
                    <a:pt x="5156" y="1465"/>
                  </a:cubicBezTo>
                  <a:cubicBezTo>
                    <a:pt x="5180" y="1977"/>
                    <a:pt x="5203" y="2477"/>
                    <a:pt x="5215" y="2989"/>
                  </a:cubicBezTo>
                  <a:cubicBezTo>
                    <a:pt x="5263" y="4823"/>
                    <a:pt x="5132" y="6644"/>
                    <a:pt x="4763" y="8430"/>
                  </a:cubicBezTo>
                  <a:cubicBezTo>
                    <a:pt x="4418" y="10097"/>
                    <a:pt x="3703" y="11573"/>
                    <a:pt x="2584" y="12871"/>
                  </a:cubicBezTo>
                  <a:cubicBezTo>
                    <a:pt x="2382" y="13109"/>
                    <a:pt x="2179" y="13371"/>
                    <a:pt x="1882" y="13526"/>
                  </a:cubicBezTo>
                  <a:cubicBezTo>
                    <a:pt x="1892" y="13527"/>
                    <a:pt x="1901" y="13527"/>
                    <a:pt x="1911" y="13527"/>
                  </a:cubicBezTo>
                  <a:cubicBezTo>
                    <a:pt x="2109" y="13527"/>
                    <a:pt x="2245" y="13413"/>
                    <a:pt x="2382" y="13288"/>
                  </a:cubicBezTo>
                  <a:cubicBezTo>
                    <a:pt x="3715" y="11823"/>
                    <a:pt x="4596" y="10145"/>
                    <a:pt x="4942" y="8180"/>
                  </a:cubicBezTo>
                  <a:cubicBezTo>
                    <a:pt x="5323" y="5989"/>
                    <a:pt x="5430" y="3811"/>
                    <a:pt x="5275" y="1584"/>
                  </a:cubicBezTo>
                  <a:cubicBezTo>
                    <a:pt x="5251" y="1155"/>
                    <a:pt x="5239" y="739"/>
                    <a:pt x="5203" y="310"/>
                  </a:cubicBezTo>
                  <a:cubicBezTo>
                    <a:pt x="5203" y="203"/>
                    <a:pt x="5180" y="96"/>
                    <a:pt x="513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72"/>
            <p:cNvSpPr/>
            <p:nvPr/>
          </p:nvSpPr>
          <p:spPr>
            <a:xfrm>
              <a:off x="2228250" y="2939700"/>
              <a:ext cx="501275" cy="112975"/>
            </a:xfrm>
            <a:custGeom>
              <a:avLst/>
              <a:gdLst/>
              <a:ahLst/>
              <a:cxnLst/>
              <a:rect l="l" t="t" r="r" b="b"/>
              <a:pathLst>
                <a:path w="20051" h="4519" extrusionOk="0">
                  <a:moveTo>
                    <a:pt x="5309" y="0"/>
                  </a:moveTo>
                  <a:cubicBezTo>
                    <a:pt x="4937" y="0"/>
                    <a:pt x="4565" y="13"/>
                    <a:pt x="4191" y="39"/>
                  </a:cubicBezTo>
                  <a:cubicBezTo>
                    <a:pt x="3632" y="87"/>
                    <a:pt x="3096" y="170"/>
                    <a:pt x="2608" y="468"/>
                  </a:cubicBezTo>
                  <a:cubicBezTo>
                    <a:pt x="2536" y="516"/>
                    <a:pt x="2465" y="587"/>
                    <a:pt x="2405" y="658"/>
                  </a:cubicBezTo>
                  <a:cubicBezTo>
                    <a:pt x="3251" y="182"/>
                    <a:pt x="4167" y="146"/>
                    <a:pt x="5108" y="146"/>
                  </a:cubicBezTo>
                  <a:cubicBezTo>
                    <a:pt x="5166" y="146"/>
                    <a:pt x="5224" y="145"/>
                    <a:pt x="5282" y="145"/>
                  </a:cubicBezTo>
                  <a:cubicBezTo>
                    <a:pt x="7233" y="145"/>
                    <a:pt x="9128" y="532"/>
                    <a:pt x="10990" y="1099"/>
                  </a:cubicBezTo>
                  <a:cubicBezTo>
                    <a:pt x="12716" y="1611"/>
                    <a:pt x="14383" y="2266"/>
                    <a:pt x="16050" y="2968"/>
                  </a:cubicBezTo>
                  <a:cubicBezTo>
                    <a:pt x="16943" y="3337"/>
                    <a:pt x="17848" y="3683"/>
                    <a:pt x="18812" y="3861"/>
                  </a:cubicBezTo>
                  <a:cubicBezTo>
                    <a:pt x="19014" y="3897"/>
                    <a:pt x="19217" y="3921"/>
                    <a:pt x="19431" y="3992"/>
                  </a:cubicBezTo>
                  <a:cubicBezTo>
                    <a:pt x="19288" y="4040"/>
                    <a:pt x="19157" y="4087"/>
                    <a:pt x="19014" y="4111"/>
                  </a:cubicBezTo>
                  <a:cubicBezTo>
                    <a:pt x="18038" y="4326"/>
                    <a:pt x="17074" y="4349"/>
                    <a:pt x="16097" y="4385"/>
                  </a:cubicBezTo>
                  <a:cubicBezTo>
                    <a:pt x="15836" y="4391"/>
                    <a:pt x="15574" y="4394"/>
                    <a:pt x="15313" y="4394"/>
                  </a:cubicBezTo>
                  <a:cubicBezTo>
                    <a:pt x="13577" y="4394"/>
                    <a:pt x="11849" y="4263"/>
                    <a:pt x="10121" y="4087"/>
                  </a:cubicBezTo>
                  <a:cubicBezTo>
                    <a:pt x="8192" y="3873"/>
                    <a:pt x="6251" y="3611"/>
                    <a:pt x="4322" y="3373"/>
                  </a:cubicBezTo>
                  <a:cubicBezTo>
                    <a:pt x="3781" y="3303"/>
                    <a:pt x="3239" y="3254"/>
                    <a:pt x="2697" y="3254"/>
                  </a:cubicBezTo>
                  <a:cubicBezTo>
                    <a:pt x="2405" y="3254"/>
                    <a:pt x="2114" y="3268"/>
                    <a:pt x="1822" y="3302"/>
                  </a:cubicBezTo>
                  <a:cubicBezTo>
                    <a:pt x="1286" y="3361"/>
                    <a:pt x="774" y="3504"/>
                    <a:pt x="334" y="3814"/>
                  </a:cubicBezTo>
                  <a:cubicBezTo>
                    <a:pt x="215" y="3909"/>
                    <a:pt x="107" y="4016"/>
                    <a:pt x="0" y="4099"/>
                  </a:cubicBezTo>
                  <a:lnTo>
                    <a:pt x="48" y="4147"/>
                  </a:lnTo>
                  <a:cubicBezTo>
                    <a:pt x="107" y="4099"/>
                    <a:pt x="203" y="4087"/>
                    <a:pt x="238" y="4028"/>
                  </a:cubicBezTo>
                  <a:cubicBezTo>
                    <a:pt x="619" y="3683"/>
                    <a:pt x="1060" y="3552"/>
                    <a:pt x="1536" y="3456"/>
                  </a:cubicBezTo>
                  <a:cubicBezTo>
                    <a:pt x="1884" y="3402"/>
                    <a:pt x="2235" y="3380"/>
                    <a:pt x="2586" y="3380"/>
                  </a:cubicBezTo>
                  <a:cubicBezTo>
                    <a:pt x="3003" y="3380"/>
                    <a:pt x="3420" y="3411"/>
                    <a:pt x="3834" y="3456"/>
                  </a:cubicBezTo>
                  <a:cubicBezTo>
                    <a:pt x="5465" y="3659"/>
                    <a:pt x="7120" y="3873"/>
                    <a:pt x="8751" y="4076"/>
                  </a:cubicBezTo>
                  <a:cubicBezTo>
                    <a:pt x="10874" y="4326"/>
                    <a:pt x="13004" y="4518"/>
                    <a:pt x="15141" y="4518"/>
                  </a:cubicBezTo>
                  <a:cubicBezTo>
                    <a:pt x="15749" y="4518"/>
                    <a:pt x="16357" y="4503"/>
                    <a:pt x="16967" y="4468"/>
                  </a:cubicBezTo>
                  <a:cubicBezTo>
                    <a:pt x="17717" y="4433"/>
                    <a:pt x="18455" y="4397"/>
                    <a:pt x="19169" y="4171"/>
                  </a:cubicBezTo>
                  <a:cubicBezTo>
                    <a:pt x="19467" y="4087"/>
                    <a:pt x="19765" y="3945"/>
                    <a:pt x="20050" y="3837"/>
                  </a:cubicBezTo>
                  <a:cubicBezTo>
                    <a:pt x="20038" y="3802"/>
                    <a:pt x="20038" y="3778"/>
                    <a:pt x="20027" y="3742"/>
                  </a:cubicBezTo>
                  <a:cubicBezTo>
                    <a:pt x="19854" y="3787"/>
                    <a:pt x="19684" y="3805"/>
                    <a:pt x="19515" y="3805"/>
                  </a:cubicBezTo>
                  <a:cubicBezTo>
                    <a:pt x="19239" y="3805"/>
                    <a:pt x="18966" y="3758"/>
                    <a:pt x="18693" y="3706"/>
                  </a:cubicBezTo>
                  <a:cubicBezTo>
                    <a:pt x="17764" y="3504"/>
                    <a:pt x="16848" y="3159"/>
                    <a:pt x="15978" y="2790"/>
                  </a:cubicBezTo>
                  <a:cubicBezTo>
                    <a:pt x="13931" y="1920"/>
                    <a:pt x="11847" y="1135"/>
                    <a:pt x="9704" y="587"/>
                  </a:cubicBezTo>
                  <a:cubicBezTo>
                    <a:pt x="8256" y="206"/>
                    <a:pt x="6793" y="0"/>
                    <a:pt x="5309"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72"/>
            <p:cNvSpPr/>
            <p:nvPr/>
          </p:nvSpPr>
          <p:spPr>
            <a:xfrm>
              <a:off x="2233600" y="3029975"/>
              <a:ext cx="501575" cy="117300"/>
            </a:xfrm>
            <a:custGeom>
              <a:avLst/>
              <a:gdLst/>
              <a:ahLst/>
              <a:cxnLst/>
              <a:rect l="l" t="t" r="r" b="b"/>
              <a:pathLst>
                <a:path w="20063" h="4692" extrusionOk="0">
                  <a:moveTo>
                    <a:pt x="8804" y="2783"/>
                  </a:moveTo>
                  <a:cubicBezTo>
                    <a:pt x="8901" y="2783"/>
                    <a:pt x="8999" y="2784"/>
                    <a:pt x="9097" y="2786"/>
                  </a:cubicBezTo>
                  <a:cubicBezTo>
                    <a:pt x="10323" y="2810"/>
                    <a:pt x="11561" y="2893"/>
                    <a:pt x="12800" y="2953"/>
                  </a:cubicBezTo>
                  <a:cubicBezTo>
                    <a:pt x="13377" y="2971"/>
                    <a:pt x="13958" y="2995"/>
                    <a:pt x="14538" y="2995"/>
                  </a:cubicBezTo>
                  <a:cubicBezTo>
                    <a:pt x="15118" y="2995"/>
                    <a:pt x="15699" y="2971"/>
                    <a:pt x="16276" y="2893"/>
                  </a:cubicBezTo>
                  <a:cubicBezTo>
                    <a:pt x="16324" y="2893"/>
                    <a:pt x="16348" y="2905"/>
                    <a:pt x="16443" y="2905"/>
                  </a:cubicBezTo>
                  <a:cubicBezTo>
                    <a:pt x="16276" y="2977"/>
                    <a:pt x="16169" y="3024"/>
                    <a:pt x="16050" y="3072"/>
                  </a:cubicBezTo>
                  <a:cubicBezTo>
                    <a:pt x="15943" y="3108"/>
                    <a:pt x="15836" y="3155"/>
                    <a:pt x="15717" y="3203"/>
                  </a:cubicBezTo>
                  <a:cubicBezTo>
                    <a:pt x="14359" y="3763"/>
                    <a:pt x="12943" y="4084"/>
                    <a:pt x="11478" y="4155"/>
                  </a:cubicBezTo>
                  <a:cubicBezTo>
                    <a:pt x="11228" y="4167"/>
                    <a:pt x="10978" y="4172"/>
                    <a:pt x="10730" y="4172"/>
                  </a:cubicBezTo>
                  <a:cubicBezTo>
                    <a:pt x="9713" y="4172"/>
                    <a:pt x="8708" y="4084"/>
                    <a:pt x="7704" y="3989"/>
                  </a:cubicBezTo>
                  <a:cubicBezTo>
                    <a:pt x="6655" y="3895"/>
                    <a:pt x="5599" y="3831"/>
                    <a:pt x="4542" y="3831"/>
                  </a:cubicBezTo>
                  <a:cubicBezTo>
                    <a:pt x="4255" y="3831"/>
                    <a:pt x="3967" y="3836"/>
                    <a:pt x="3680" y="3846"/>
                  </a:cubicBezTo>
                  <a:cubicBezTo>
                    <a:pt x="3227" y="3858"/>
                    <a:pt x="2787" y="3882"/>
                    <a:pt x="2334" y="3893"/>
                  </a:cubicBezTo>
                  <a:lnTo>
                    <a:pt x="2334" y="3858"/>
                  </a:lnTo>
                  <a:cubicBezTo>
                    <a:pt x="2370" y="3846"/>
                    <a:pt x="2382" y="3810"/>
                    <a:pt x="2406" y="3810"/>
                  </a:cubicBezTo>
                  <a:cubicBezTo>
                    <a:pt x="3179" y="3643"/>
                    <a:pt x="3977" y="3489"/>
                    <a:pt x="4763" y="3310"/>
                  </a:cubicBezTo>
                  <a:cubicBezTo>
                    <a:pt x="6096" y="3010"/>
                    <a:pt x="7440" y="2783"/>
                    <a:pt x="8804" y="2783"/>
                  </a:cubicBezTo>
                  <a:close/>
                  <a:moveTo>
                    <a:pt x="20063" y="0"/>
                  </a:moveTo>
                  <a:lnTo>
                    <a:pt x="19836" y="226"/>
                  </a:lnTo>
                  <a:cubicBezTo>
                    <a:pt x="19693" y="393"/>
                    <a:pt x="19539" y="572"/>
                    <a:pt x="19396" y="679"/>
                  </a:cubicBezTo>
                  <a:cubicBezTo>
                    <a:pt x="18991" y="1084"/>
                    <a:pt x="18586" y="1488"/>
                    <a:pt x="18158" y="1858"/>
                  </a:cubicBezTo>
                  <a:cubicBezTo>
                    <a:pt x="17562" y="2393"/>
                    <a:pt x="16860" y="2679"/>
                    <a:pt x="16074" y="2762"/>
                  </a:cubicBezTo>
                  <a:cubicBezTo>
                    <a:pt x="15580" y="2822"/>
                    <a:pt x="15092" y="2843"/>
                    <a:pt x="14605" y="2843"/>
                  </a:cubicBezTo>
                  <a:cubicBezTo>
                    <a:pt x="14118" y="2843"/>
                    <a:pt x="13633" y="2822"/>
                    <a:pt x="13145" y="2798"/>
                  </a:cubicBezTo>
                  <a:cubicBezTo>
                    <a:pt x="12407" y="2774"/>
                    <a:pt x="11692" y="2739"/>
                    <a:pt x="10966" y="2679"/>
                  </a:cubicBezTo>
                  <a:cubicBezTo>
                    <a:pt x="10468" y="2641"/>
                    <a:pt x="9972" y="2622"/>
                    <a:pt x="9477" y="2622"/>
                  </a:cubicBezTo>
                  <a:cubicBezTo>
                    <a:pt x="7828" y="2622"/>
                    <a:pt x="6193" y="2830"/>
                    <a:pt x="4573" y="3215"/>
                  </a:cubicBezTo>
                  <a:cubicBezTo>
                    <a:pt x="3560" y="3453"/>
                    <a:pt x="2525" y="3691"/>
                    <a:pt x="1513" y="3941"/>
                  </a:cubicBezTo>
                  <a:cubicBezTo>
                    <a:pt x="1120" y="4048"/>
                    <a:pt x="679" y="4120"/>
                    <a:pt x="310" y="4358"/>
                  </a:cubicBezTo>
                  <a:cubicBezTo>
                    <a:pt x="191" y="4429"/>
                    <a:pt x="108" y="4536"/>
                    <a:pt x="1" y="4632"/>
                  </a:cubicBezTo>
                  <a:cubicBezTo>
                    <a:pt x="1" y="4644"/>
                    <a:pt x="12" y="4667"/>
                    <a:pt x="24" y="4691"/>
                  </a:cubicBezTo>
                  <a:cubicBezTo>
                    <a:pt x="72" y="4667"/>
                    <a:pt x="120" y="4667"/>
                    <a:pt x="143" y="4644"/>
                  </a:cubicBezTo>
                  <a:cubicBezTo>
                    <a:pt x="358" y="4405"/>
                    <a:pt x="643" y="4334"/>
                    <a:pt x="917" y="4251"/>
                  </a:cubicBezTo>
                  <a:cubicBezTo>
                    <a:pt x="1727" y="4060"/>
                    <a:pt x="2560" y="4013"/>
                    <a:pt x="3382" y="3977"/>
                  </a:cubicBezTo>
                  <a:cubicBezTo>
                    <a:pt x="3768" y="3955"/>
                    <a:pt x="4154" y="3946"/>
                    <a:pt x="4540" y="3946"/>
                  </a:cubicBezTo>
                  <a:cubicBezTo>
                    <a:pt x="5650" y="3946"/>
                    <a:pt x="6757" y="4026"/>
                    <a:pt x="7871" y="4132"/>
                  </a:cubicBezTo>
                  <a:cubicBezTo>
                    <a:pt x="8704" y="4227"/>
                    <a:pt x="9537" y="4274"/>
                    <a:pt x="10371" y="4298"/>
                  </a:cubicBezTo>
                  <a:cubicBezTo>
                    <a:pt x="10498" y="4302"/>
                    <a:pt x="10626" y="4303"/>
                    <a:pt x="10753" y="4303"/>
                  </a:cubicBezTo>
                  <a:cubicBezTo>
                    <a:pt x="12418" y="4303"/>
                    <a:pt x="14051" y="4012"/>
                    <a:pt x="15622" y="3382"/>
                  </a:cubicBezTo>
                  <a:cubicBezTo>
                    <a:pt x="16276" y="3108"/>
                    <a:pt x="16955" y="2858"/>
                    <a:pt x="17562" y="2489"/>
                  </a:cubicBezTo>
                  <a:cubicBezTo>
                    <a:pt x="17979" y="2227"/>
                    <a:pt x="18336" y="1929"/>
                    <a:pt x="18681" y="1596"/>
                  </a:cubicBezTo>
                  <a:cubicBezTo>
                    <a:pt x="18979" y="1298"/>
                    <a:pt x="19277" y="1012"/>
                    <a:pt x="19574" y="715"/>
                  </a:cubicBezTo>
                  <a:cubicBezTo>
                    <a:pt x="19777" y="500"/>
                    <a:pt x="19967" y="298"/>
                    <a:pt x="2006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72"/>
            <p:cNvSpPr/>
            <p:nvPr/>
          </p:nvSpPr>
          <p:spPr>
            <a:xfrm>
              <a:off x="2916725" y="2747500"/>
              <a:ext cx="135450" cy="492625"/>
            </a:xfrm>
            <a:custGeom>
              <a:avLst/>
              <a:gdLst/>
              <a:ahLst/>
              <a:cxnLst/>
              <a:rect l="l" t="t" r="r" b="b"/>
              <a:pathLst>
                <a:path w="5418" h="19705" extrusionOk="0">
                  <a:moveTo>
                    <a:pt x="60" y="0"/>
                  </a:moveTo>
                  <a:cubicBezTo>
                    <a:pt x="48" y="12"/>
                    <a:pt x="12" y="12"/>
                    <a:pt x="0" y="36"/>
                  </a:cubicBezTo>
                  <a:cubicBezTo>
                    <a:pt x="12" y="119"/>
                    <a:pt x="48" y="214"/>
                    <a:pt x="60" y="298"/>
                  </a:cubicBezTo>
                  <a:cubicBezTo>
                    <a:pt x="381" y="1560"/>
                    <a:pt x="500" y="2846"/>
                    <a:pt x="524" y="4144"/>
                  </a:cubicBezTo>
                  <a:cubicBezTo>
                    <a:pt x="548" y="5691"/>
                    <a:pt x="524" y="7239"/>
                    <a:pt x="548" y="8799"/>
                  </a:cubicBezTo>
                  <a:cubicBezTo>
                    <a:pt x="596" y="10644"/>
                    <a:pt x="858" y="12442"/>
                    <a:pt x="1453" y="14204"/>
                  </a:cubicBezTo>
                  <a:cubicBezTo>
                    <a:pt x="1632" y="14704"/>
                    <a:pt x="1834" y="15216"/>
                    <a:pt x="2084" y="15693"/>
                  </a:cubicBezTo>
                  <a:cubicBezTo>
                    <a:pt x="2310" y="16109"/>
                    <a:pt x="2489" y="16550"/>
                    <a:pt x="2691" y="16978"/>
                  </a:cubicBezTo>
                  <a:cubicBezTo>
                    <a:pt x="2703" y="17026"/>
                    <a:pt x="2739" y="17074"/>
                    <a:pt x="2763" y="17121"/>
                  </a:cubicBezTo>
                  <a:cubicBezTo>
                    <a:pt x="2739" y="17074"/>
                    <a:pt x="2739" y="17074"/>
                    <a:pt x="2739" y="17062"/>
                  </a:cubicBezTo>
                  <a:cubicBezTo>
                    <a:pt x="2560" y="16609"/>
                    <a:pt x="2370" y="16157"/>
                    <a:pt x="2179" y="15704"/>
                  </a:cubicBezTo>
                  <a:cubicBezTo>
                    <a:pt x="2084" y="15443"/>
                    <a:pt x="1941" y="15181"/>
                    <a:pt x="1834" y="14931"/>
                  </a:cubicBezTo>
                  <a:cubicBezTo>
                    <a:pt x="1370" y="13811"/>
                    <a:pt x="1084" y="12656"/>
                    <a:pt x="893" y="11466"/>
                  </a:cubicBezTo>
                  <a:cubicBezTo>
                    <a:pt x="643" y="9954"/>
                    <a:pt x="643" y="8442"/>
                    <a:pt x="655" y="6930"/>
                  </a:cubicBezTo>
                  <a:cubicBezTo>
                    <a:pt x="667" y="5417"/>
                    <a:pt x="655" y="3917"/>
                    <a:pt x="524" y="2429"/>
                  </a:cubicBezTo>
                  <a:cubicBezTo>
                    <a:pt x="477" y="1941"/>
                    <a:pt x="381" y="1441"/>
                    <a:pt x="310" y="905"/>
                  </a:cubicBezTo>
                  <a:lnTo>
                    <a:pt x="310" y="905"/>
                  </a:lnTo>
                  <a:cubicBezTo>
                    <a:pt x="358" y="965"/>
                    <a:pt x="405" y="1000"/>
                    <a:pt x="417" y="1048"/>
                  </a:cubicBezTo>
                  <a:cubicBezTo>
                    <a:pt x="560" y="1369"/>
                    <a:pt x="703" y="1703"/>
                    <a:pt x="846" y="2024"/>
                  </a:cubicBezTo>
                  <a:cubicBezTo>
                    <a:pt x="1072" y="2489"/>
                    <a:pt x="1310" y="2965"/>
                    <a:pt x="1560" y="3405"/>
                  </a:cubicBezTo>
                  <a:cubicBezTo>
                    <a:pt x="2941" y="5894"/>
                    <a:pt x="3894" y="8525"/>
                    <a:pt x="4453" y="11323"/>
                  </a:cubicBezTo>
                  <a:cubicBezTo>
                    <a:pt x="4858" y="13407"/>
                    <a:pt x="5061" y="15490"/>
                    <a:pt x="5120" y="17609"/>
                  </a:cubicBezTo>
                  <a:cubicBezTo>
                    <a:pt x="5132" y="18169"/>
                    <a:pt x="5191" y="18729"/>
                    <a:pt x="5251" y="19288"/>
                  </a:cubicBezTo>
                  <a:cubicBezTo>
                    <a:pt x="5263" y="19407"/>
                    <a:pt x="5311" y="19538"/>
                    <a:pt x="5358" y="19705"/>
                  </a:cubicBezTo>
                  <a:cubicBezTo>
                    <a:pt x="5406" y="19645"/>
                    <a:pt x="5418" y="19634"/>
                    <a:pt x="5418" y="19622"/>
                  </a:cubicBezTo>
                  <a:cubicBezTo>
                    <a:pt x="5227" y="18169"/>
                    <a:pt x="5239" y="16716"/>
                    <a:pt x="5132" y="15252"/>
                  </a:cubicBezTo>
                  <a:cubicBezTo>
                    <a:pt x="4941" y="12799"/>
                    <a:pt x="4477" y="10394"/>
                    <a:pt x="3751" y="8037"/>
                  </a:cubicBezTo>
                  <a:cubicBezTo>
                    <a:pt x="3501" y="7215"/>
                    <a:pt x="3203" y="6418"/>
                    <a:pt x="2822" y="5656"/>
                  </a:cubicBezTo>
                  <a:cubicBezTo>
                    <a:pt x="2489" y="4989"/>
                    <a:pt x="2155" y="4298"/>
                    <a:pt x="1810" y="3632"/>
                  </a:cubicBezTo>
                  <a:cubicBezTo>
                    <a:pt x="1429" y="2858"/>
                    <a:pt x="1024" y="2084"/>
                    <a:pt x="643" y="1310"/>
                  </a:cubicBezTo>
                  <a:cubicBezTo>
                    <a:pt x="477" y="988"/>
                    <a:pt x="358" y="631"/>
                    <a:pt x="227" y="298"/>
                  </a:cubicBezTo>
                  <a:cubicBezTo>
                    <a:pt x="179" y="191"/>
                    <a:pt x="108" y="95"/>
                    <a:pt x="6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72"/>
            <p:cNvSpPr/>
            <p:nvPr/>
          </p:nvSpPr>
          <p:spPr>
            <a:xfrm>
              <a:off x="2930425" y="2769225"/>
              <a:ext cx="173850" cy="448300"/>
            </a:xfrm>
            <a:custGeom>
              <a:avLst/>
              <a:gdLst/>
              <a:ahLst/>
              <a:cxnLst/>
              <a:rect l="l" t="t" r="r" b="b"/>
              <a:pathLst>
                <a:path w="6954" h="17932" extrusionOk="0">
                  <a:moveTo>
                    <a:pt x="0" y="0"/>
                  </a:moveTo>
                  <a:lnTo>
                    <a:pt x="0" y="0"/>
                  </a:lnTo>
                  <a:cubicBezTo>
                    <a:pt x="155" y="179"/>
                    <a:pt x="310" y="346"/>
                    <a:pt x="464" y="536"/>
                  </a:cubicBezTo>
                  <a:cubicBezTo>
                    <a:pt x="810" y="977"/>
                    <a:pt x="1143" y="1417"/>
                    <a:pt x="1476" y="1870"/>
                  </a:cubicBezTo>
                  <a:cubicBezTo>
                    <a:pt x="1905" y="2489"/>
                    <a:pt x="2310" y="3108"/>
                    <a:pt x="2727" y="3715"/>
                  </a:cubicBezTo>
                  <a:cubicBezTo>
                    <a:pt x="2989" y="4120"/>
                    <a:pt x="3262" y="4537"/>
                    <a:pt x="3512" y="4965"/>
                  </a:cubicBezTo>
                  <a:cubicBezTo>
                    <a:pt x="3870" y="5561"/>
                    <a:pt x="4215" y="6180"/>
                    <a:pt x="4536" y="6787"/>
                  </a:cubicBezTo>
                  <a:cubicBezTo>
                    <a:pt x="5763" y="9109"/>
                    <a:pt x="6560" y="11561"/>
                    <a:pt x="6775" y="14193"/>
                  </a:cubicBezTo>
                  <a:cubicBezTo>
                    <a:pt x="6858" y="15478"/>
                    <a:pt x="6691" y="16729"/>
                    <a:pt x="6132" y="17907"/>
                  </a:cubicBezTo>
                  <a:cubicBezTo>
                    <a:pt x="6120" y="17907"/>
                    <a:pt x="6132" y="17919"/>
                    <a:pt x="6144" y="17931"/>
                  </a:cubicBezTo>
                  <a:cubicBezTo>
                    <a:pt x="6203" y="17824"/>
                    <a:pt x="6287" y="17741"/>
                    <a:pt x="6346" y="17633"/>
                  </a:cubicBezTo>
                  <a:cubicBezTo>
                    <a:pt x="6691" y="16895"/>
                    <a:pt x="6846" y="16086"/>
                    <a:pt x="6894" y="15252"/>
                  </a:cubicBezTo>
                  <a:cubicBezTo>
                    <a:pt x="6953" y="13883"/>
                    <a:pt x="6763" y="12549"/>
                    <a:pt x="6382" y="11240"/>
                  </a:cubicBezTo>
                  <a:cubicBezTo>
                    <a:pt x="6144" y="10371"/>
                    <a:pt x="5870" y="9525"/>
                    <a:pt x="5572" y="8680"/>
                  </a:cubicBezTo>
                  <a:cubicBezTo>
                    <a:pt x="5370" y="8120"/>
                    <a:pt x="5108" y="7596"/>
                    <a:pt x="4822" y="7096"/>
                  </a:cubicBezTo>
                  <a:cubicBezTo>
                    <a:pt x="4358" y="6251"/>
                    <a:pt x="3905" y="5418"/>
                    <a:pt x="3405" y="4584"/>
                  </a:cubicBezTo>
                  <a:cubicBezTo>
                    <a:pt x="2989" y="3894"/>
                    <a:pt x="2512" y="3239"/>
                    <a:pt x="2084" y="2572"/>
                  </a:cubicBezTo>
                  <a:cubicBezTo>
                    <a:pt x="1893" y="2274"/>
                    <a:pt x="1679" y="1977"/>
                    <a:pt x="1488" y="1679"/>
                  </a:cubicBezTo>
                  <a:cubicBezTo>
                    <a:pt x="1084" y="1036"/>
                    <a:pt x="595" y="488"/>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72"/>
            <p:cNvSpPr/>
            <p:nvPr/>
          </p:nvSpPr>
          <p:spPr>
            <a:xfrm>
              <a:off x="2518450" y="3266300"/>
              <a:ext cx="333100" cy="122750"/>
            </a:xfrm>
            <a:custGeom>
              <a:avLst/>
              <a:gdLst/>
              <a:ahLst/>
              <a:cxnLst/>
              <a:rect l="l" t="t" r="r" b="b"/>
              <a:pathLst>
                <a:path w="13324" h="4910" extrusionOk="0">
                  <a:moveTo>
                    <a:pt x="13300" y="1"/>
                  </a:moveTo>
                  <a:cubicBezTo>
                    <a:pt x="12919" y="441"/>
                    <a:pt x="12562" y="917"/>
                    <a:pt x="12181" y="1370"/>
                  </a:cubicBezTo>
                  <a:cubicBezTo>
                    <a:pt x="11669" y="1953"/>
                    <a:pt x="11109" y="2465"/>
                    <a:pt x="10466" y="2870"/>
                  </a:cubicBezTo>
                  <a:cubicBezTo>
                    <a:pt x="9943" y="3215"/>
                    <a:pt x="9431" y="3573"/>
                    <a:pt x="8871" y="3823"/>
                  </a:cubicBezTo>
                  <a:cubicBezTo>
                    <a:pt x="7557" y="4431"/>
                    <a:pt x="6232" y="4762"/>
                    <a:pt x="4897" y="4762"/>
                  </a:cubicBezTo>
                  <a:cubicBezTo>
                    <a:pt x="3800" y="4762"/>
                    <a:pt x="2696" y="4539"/>
                    <a:pt x="1584" y="4061"/>
                  </a:cubicBezTo>
                  <a:cubicBezTo>
                    <a:pt x="941" y="3799"/>
                    <a:pt x="537" y="3263"/>
                    <a:pt x="275" y="2632"/>
                  </a:cubicBezTo>
                  <a:cubicBezTo>
                    <a:pt x="167" y="2382"/>
                    <a:pt x="96" y="2108"/>
                    <a:pt x="1" y="1834"/>
                  </a:cubicBezTo>
                  <a:lnTo>
                    <a:pt x="1" y="2025"/>
                  </a:lnTo>
                  <a:cubicBezTo>
                    <a:pt x="179" y="3144"/>
                    <a:pt x="810" y="3882"/>
                    <a:pt x="1846" y="4311"/>
                  </a:cubicBezTo>
                  <a:cubicBezTo>
                    <a:pt x="2847" y="4720"/>
                    <a:pt x="3853" y="4909"/>
                    <a:pt x="4865" y="4909"/>
                  </a:cubicBezTo>
                  <a:cubicBezTo>
                    <a:pt x="5768" y="4909"/>
                    <a:pt x="6675" y="4758"/>
                    <a:pt x="7585" y="4477"/>
                  </a:cubicBezTo>
                  <a:cubicBezTo>
                    <a:pt x="8180" y="4299"/>
                    <a:pt x="8752" y="4061"/>
                    <a:pt x="9311" y="3763"/>
                  </a:cubicBezTo>
                  <a:cubicBezTo>
                    <a:pt x="10978" y="2870"/>
                    <a:pt x="12312" y="1620"/>
                    <a:pt x="13324" y="13"/>
                  </a:cubicBezTo>
                  <a:cubicBezTo>
                    <a:pt x="13312" y="13"/>
                    <a:pt x="13300" y="1"/>
                    <a:pt x="13300"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72"/>
            <p:cNvSpPr/>
            <p:nvPr/>
          </p:nvSpPr>
          <p:spPr>
            <a:xfrm>
              <a:off x="2900350" y="2256350"/>
              <a:ext cx="125050" cy="323875"/>
            </a:xfrm>
            <a:custGeom>
              <a:avLst/>
              <a:gdLst/>
              <a:ahLst/>
              <a:cxnLst/>
              <a:rect l="l" t="t" r="r" b="b"/>
              <a:pathLst>
                <a:path w="5002" h="12955" extrusionOk="0">
                  <a:moveTo>
                    <a:pt x="2501" y="1"/>
                  </a:moveTo>
                  <a:cubicBezTo>
                    <a:pt x="2489" y="25"/>
                    <a:pt x="2489" y="49"/>
                    <a:pt x="2465" y="60"/>
                  </a:cubicBezTo>
                  <a:cubicBezTo>
                    <a:pt x="2513" y="96"/>
                    <a:pt x="2548" y="120"/>
                    <a:pt x="2584" y="132"/>
                  </a:cubicBezTo>
                  <a:cubicBezTo>
                    <a:pt x="3215" y="346"/>
                    <a:pt x="3644" y="751"/>
                    <a:pt x="3989" y="1311"/>
                  </a:cubicBezTo>
                  <a:cubicBezTo>
                    <a:pt x="4549" y="2251"/>
                    <a:pt x="4751" y="3287"/>
                    <a:pt x="4727" y="4359"/>
                  </a:cubicBezTo>
                  <a:cubicBezTo>
                    <a:pt x="4715" y="6954"/>
                    <a:pt x="3930" y="9276"/>
                    <a:pt x="2287" y="11300"/>
                  </a:cubicBezTo>
                  <a:cubicBezTo>
                    <a:pt x="1739" y="11990"/>
                    <a:pt x="1036" y="12491"/>
                    <a:pt x="239" y="12860"/>
                  </a:cubicBezTo>
                  <a:cubicBezTo>
                    <a:pt x="179" y="12895"/>
                    <a:pt x="84" y="12919"/>
                    <a:pt x="1" y="12955"/>
                  </a:cubicBezTo>
                  <a:cubicBezTo>
                    <a:pt x="596" y="12883"/>
                    <a:pt x="1072" y="12586"/>
                    <a:pt x="1513" y="12229"/>
                  </a:cubicBezTo>
                  <a:cubicBezTo>
                    <a:pt x="2870" y="11121"/>
                    <a:pt x="3691" y="9681"/>
                    <a:pt x="4251" y="8061"/>
                  </a:cubicBezTo>
                  <a:cubicBezTo>
                    <a:pt x="4775" y="6585"/>
                    <a:pt x="5001" y="5061"/>
                    <a:pt x="4811" y="3501"/>
                  </a:cubicBezTo>
                  <a:cubicBezTo>
                    <a:pt x="4703" y="2704"/>
                    <a:pt x="4513" y="1918"/>
                    <a:pt x="4061" y="1227"/>
                  </a:cubicBezTo>
                  <a:cubicBezTo>
                    <a:pt x="3751" y="751"/>
                    <a:pt x="3346" y="358"/>
                    <a:pt x="2822" y="120"/>
                  </a:cubicBezTo>
                  <a:cubicBezTo>
                    <a:pt x="2727" y="84"/>
                    <a:pt x="2608" y="49"/>
                    <a:pt x="2501"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72"/>
            <p:cNvSpPr/>
            <p:nvPr/>
          </p:nvSpPr>
          <p:spPr>
            <a:xfrm>
              <a:off x="2463400" y="2452800"/>
              <a:ext cx="308100" cy="160175"/>
            </a:xfrm>
            <a:custGeom>
              <a:avLst/>
              <a:gdLst/>
              <a:ahLst/>
              <a:cxnLst/>
              <a:rect l="l" t="t" r="r" b="b"/>
              <a:pathLst>
                <a:path w="12324" h="6407" extrusionOk="0">
                  <a:moveTo>
                    <a:pt x="12287" y="1"/>
                  </a:moveTo>
                  <a:cubicBezTo>
                    <a:pt x="12240" y="25"/>
                    <a:pt x="12192" y="37"/>
                    <a:pt x="12168" y="61"/>
                  </a:cubicBezTo>
                  <a:cubicBezTo>
                    <a:pt x="11716" y="465"/>
                    <a:pt x="11180" y="692"/>
                    <a:pt x="10632" y="882"/>
                  </a:cubicBezTo>
                  <a:cubicBezTo>
                    <a:pt x="9227" y="1394"/>
                    <a:pt x="7799" y="1846"/>
                    <a:pt x="6394" y="2347"/>
                  </a:cubicBezTo>
                  <a:cubicBezTo>
                    <a:pt x="5417" y="2680"/>
                    <a:pt x="4453" y="3025"/>
                    <a:pt x="3536" y="3501"/>
                  </a:cubicBezTo>
                  <a:cubicBezTo>
                    <a:pt x="3120" y="3728"/>
                    <a:pt x="2679" y="3918"/>
                    <a:pt x="2286" y="4156"/>
                  </a:cubicBezTo>
                  <a:cubicBezTo>
                    <a:pt x="1524" y="4621"/>
                    <a:pt x="834" y="5168"/>
                    <a:pt x="262" y="5859"/>
                  </a:cubicBezTo>
                  <a:cubicBezTo>
                    <a:pt x="60" y="6121"/>
                    <a:pt x="48" y="6157"/>
                    <a:pt x="0" y="6407"/>
                  </a:cubicBezTo>
                  <a:cubicBezTo>
                    <a:pt x="381" y="5871"/>
                    <a:pt x="834" y="5406"/>
                    <a:pt x="1334" y="4990"/>
                  </a:cubicBezTo>
                  <a:cubicBezTo>
                    <a:pt x="1774" y="4621"/>
                    <a:pt x="2262" y="4311"/>
                    <a:pt x="2774" y="4025"/>
                  </a:cubicBezTo>
                  <a:cubicBezTo>
                    <a:pt x="4144" y="3263"/>
                    <a:pt x="5596" y="2728"/>
                    <a:pt x="7084" y="2239"/>
                  </a:cubicBezTo>
                  <a:cubicBezTo>
                    <a:pt x="7977" y="1942"/>
                    <a:pt x="8894" y="1656"/>
                    <a:pt x="9787" y="1346"/>
                  </a:cubicBezTo>
                  <a:cubicBezTo>
                    <a:pt x="10537" y="1073"/>
                    <a:pt x="11287" y="775"/>
                    <a:pt x="11966" y="346"/>
                  </a:cubicBezTo>
                  <a:cubicBezTo>
                    <a:pt x="12109" y="263"/>
                    <a:pt x="12204" y="156"/>
                    <a:pt x="12323" y="61"/>
                  </a:cubicBezTo>
                  <a:cubicBezTo>
                    <a:pt x="12311" y="49"/>
                    <a:pt x="12299" y="25"/>
                    <a:pt x="1228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72"/>
            <p:cNvSpPr/>
            <p:nvPr/>
          </p:nvSpPr>
          <p:spPr>
            <a:xfrm>
              <a:off x="2468750" y="2507575"/>
              <a:ext cx="320000" cy="120050"/>
            </a:xfrm>
            <a:custGeom>
              <a:avLst/>
              <a:gdLst/>
              <a:ahLst/>
              <a:cxnLst/>
              <a:rect l="l" t="t" r="r" b="b"/>
              <a:pathLst>
                <a:path w="12800" h="4802" extrusionOk="0">
                  <a:moveTo>
                    <a:pt x="12788" y="1"/>
                  </a:moveTo>
                  <a:cubicBezTo>
                    <a:pt x="12573" y="156"/>
                    <a:pt x="12383" y="286"/>
                    <a:pt x="12169" y="429"/>
                  </a:cubicBezTo>
                  <a:cubicBezTo>
                    <a:pt x="11859" y="644"/>
                    <a:pt x="11561" y="882"/>
                    <a:pt x="11240" y="1072"/>
                  </a:cubicBezTo>
                  <a:cubicBezTo>
                    <a:pt x="10621" y="1429"/>
                    <a:pt x="10014" y="1787"/>
                    <a:pt x="9394" y="2120"/>
                  </a:cubicBezTo>
                  <a:cubicBezTo>
                    <a:pt x="8763" y="2442"/>
                    <a:pt x="8109" y="2715"/>
                    <a:pt x="7489" y="3013"/>
                  </a:cubicBezTo>
                  <a:cubicBezTo>
                    <a:pt x="6323" y="3549"/>
                    <a:pt x="5120" y="3930"/>
                    <a:pt x="3882" y="4239"/>
                  </a:cubicBezTo>
                  <a:cubicBezTo>
                    <a:pt x="2989" y="4477"/>
                    <a:pt x="2096" y="4644"/>
                    <a:pt x="1179" y="4668"/>
                  </a:cubicBezTo>
                  <a:cubicBezTo>
                    <a:pt x="1062" y="4675"/>
                    <a:pt x="946" y="4677"/>
                    <a:pt x="829" y="4677"/>
                  </a:cubicBezTo>
                  <a:cubicBezTo>
                    <a:pt x="705" y="4677"/>
                    <a:pt x="582" y="4675"/>
                    <a:pt x="458" y="4675"/>
                  </a:cubicBezTo>
                  <a:cubicBezTo>
                    <a:pt x="305" y="4675"/>
                    <a:pt x="153" y="4678"/>
                    <a:pt x="0" y="4692"/>
                  </a:cubicBezTo>
                  <a:cubicBezTo>
                    <a:pt x="131" y="4716"/>
                    <a:pt x="262" y="4751"/>
                    <a:pt x="381" y="4763"/>
                  </a:cubicBezTo>
                  <a:cubicBezTo>
                    <a:pt x="600" y="4790"/>
                    <a:pt x="818" y="4802"/>
                    <a:pt x="1034" y="4802"/>
                  </a:cubicBezTo>
                  <a:cubicBezTo>
                    <a:pt x="1585" y="4802"/>
                    <a:pt x="2129" y="4726"/>
                    <a:pt x="2667" y="4632"/>
                  </a:cubicBezTo>
                  <a:cubicBezTo>
                    <a:pt x="3834" y="4418"/>
                    <a:pt x="4989" y="4096"/>
                    <a:pt x="6096" y="3692"/>
                  </a:cubicBezTo>
                  <a:cubicBezTo>
                    <a:pt x="6978" y="3382"/>
                    <a:pt x="7823" y="3037"/>
                    <a:pt x="8644" y="2596"/>
                  </a:cubicBezTo>
                  <a:cubicBezTo>
                    <a:pt x="9597" y="2084"/>
                    <a:pt x="10561" y="1584"/>
                    <a:pt x="11490" y="1025"/>
                  </a:cubicBezTo>
                  <a:cubicBezTo>
                    <a:pt x="11919" y="775"/>
                    <a:pt x="12288" y="453"/>
                    <a:pt x="12693" y="156"/>
                  </a:cubicBezTo>
                  <a:cubicBezTo>
                    <a:pt x="12728" y="120"/>
                    <a:pt x="12752" y="72"/>
                    <a:pt x="12788" y="48"/>
                  </a:cubicBezTo>
                  <a:cubicBezTo>
                    <a:pt x="12800" y="36"/>
                    <a:pt x="12788" y="13"/>
                    <a:pt x="1278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72"/>
            <p:cNvSpPr/>
            <p:nvPr/>
          </p:nvSpPr>
          <p:spPr>
            <a:xfrm>
              <a:off x="2500900" y="2533775"/>
              <a:ext cx="302725" cy="107525"/>
            </a:xfrm>
            <a:custGeom>
              <a:avLst/>
              <a:gdLst/>
              <a:ahLst/>
              <a:cxnLst/>
              <a:rect l="l" t="t" r="r" b="b"/>
              <a:pathLst>
                <a:path w="12109" h="4301" extrusionOk="0">
                  <a:moveTo>
                    <a:pt x="12073" y="0"/>
                  </a:moveTo>
                  <a:cubicBezTo>
                    <a:pt x="12038" y="12"/>
                    <a:pt x="11990" y="36"/>
                    <a:pt x="11942" y="60"/>
                  </a:cubicBezTo>
                  <a:cubicBezTo>
                    <a:pt x="11502" y="358"/>
                    <a:pt x="11049" y="667"/>
                    <a:pt x="10585" y="953"/>
                  </a:cubicBezTo>
                  <a:cubicBezTo>
                    <a:pt x="9978" y="1322"/>
                    <a:pt x="9371" y="1679"/>
                    <a:pt x="8728" y="2001"/>
                  </a:cubicBezTo>
                  <a:cubicBezTo>
                    <a:pt x="8097" y="2322"/>
                    <a:pt x="7466" y="2596"/>
                    <a:pt x="6811" y="2870"/>
                  </a:cubicBezTo>
                  <a:cubicBezTo>
                    <a:pt x="6192" y="3108"/>
                    <a:pt x="5572" y="3346"/>
                    <a:pt x="4930" y="3513"/>
                  </a:cubicBezTo>
                  <a:cubicBezTo>
                    <a:pt x="3977" y="3751"/>
                    <a:pt x="3013" y="3953"/>
                    <a:pt x="2048" y="4120"/>
                  </a:cubicBezTo>
                  <a:cubicBezTo>
                    <a:pt x="1512" y="4203"/>
                    <a:pt x="941" y="4191"/>
                    <a:pt x="393" y="4227"/>
                  </a:cubicBezTo>
                  <a:lnTo>
                    <a:pt x="0" y="4227"/>
                  </a:lnTo>
                  <a:lnTo>
                    <a:pt x="12" y="4251"/>
                  </a:lnTo>
                  <a:cubicBezTo>
                    <a:pt x="227" y="4263"/>
                    <a:pt x="465" y="4287"/>
                    <a:pt x="691" y="4299"/>
                  </a:cubicBezTo>
                  <a:cubicBezTo>
                    <a:pt x="747" y="4300"/>
                    <a:pt x="803" y="4300"/>
                    <a:pt x="859" y="4300"/>
                  </a:cubicBezTo>
                  <a:cubicBezTo>
                    <a:pt x="2062" y="4300"/>
                    <a:pt x="3233" y="4060"/>
                    <a:pt x="4394" y="3787"/>
                  </a:cubicBezTo>
                  <a:cubicBezTo>
                    <a:pt x="5406" y="3549"/>
                    <a:pt x="6382" y="3168"/>
                    <a:pt x="7335" y="2775"/>
                  </a:cubicBezTo>
                  <a:cubicBezTo>
                    <a:pt x="8251" y="2406"/>
                    <a:pt x="9144" y="1989"/>
                    <a:pt x="9990" y="1465"/>
                  </a:cubicBezTo>
                  <a:cubicBezTo>
                    <a:pt x="10609" y="1096"/>
                    <a:pt x="11216" y="691"/>
                    <a:pt x="11823" y="298"/>
                  </a:cubicBezTo>
                  <a:cubicBezTo>
                    <a:pt x="11930" y="215"/>
                    <a:pt x="12014" y="120"/>
                    <a:pt x="12109" y="36"/>
                  </a:cubicBezTo>
                  <a:cubicBezTo>
                    <a:pt x="12097" y="24"/>
                    <a:pt x="12073" y="12"/>
                    <a:pt x="120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72"/>
            <p:cNvSpPr/>
            <p:nvPr/>
          </p:nvSpPr>
          <p:spPr>
            <a:xfrm>
              <a:off x="2533350" y="2425725"/>
              <a:ext cx="231900" cy="84550"/>
            </a:xfrm>
            <a:custGeom>
              <a:avLst/>
              <a:gdLst/>
              <a:ahLst/>
              <a:cxnLst/>
              <a:rect l="l" t="t" r="r" b="b"/>
              <a:pathLst>
                <a:path w="9276" h="3382" extrusionOk="0">
                  <a:moveTo>
                    <a:pt x="9275" y="1"/>
                  </a:moveTo>
                  <a:lnTo>
                    <a:pt x="9275" y="1"/>
                  </a:lnTo>
                  <a:cubicBezTo>
                    <a:pt x="8263" y="108"/>
                    <a:pt x="7239" y="155"/>
                    <a:pt x="6251" y="417"/>
                  </a:cubicBezTo>
                  <a:cubicBezTo>
                    <a:pt x="5358" y="667"/>
                    <a:pt x="4465" y="893"/>
                    <a:pt x="3596" y="1179"/>
                  </a:cubicBezTo>
                  <a:cubicBezTo>
                    <a:pt x="2727" y="1465"/>
                    <a:pt x="1905" y="1858"/>
                    <a:pt x="1179" y="2429"/>
                  </a:cubicBezTo>
                  <a:cubicBezTo>
                    <a:pt x="774" y="2739"/>
                    <a:pt x="381" y="3037"/>
                    <a:pt x="0" y="3382"/>
                  </a:cubicBezTo>
                  <a:lnTo>
                    <a:pt x="941" y="2751"/>
                  </a:lnTo>
                  <a:cubicBezTo>
                    <a:pt x="1512" y="2358"/>
                    <a:pt x="2072" y="1953"/>
                    <a:pt x="2715" y="1679"/>
                  </a:cubicBezTo>
                  <a:cubicBezTo>
                    <a:pt x="4560" y="905"/>
                    <a:pt x="6465" y="405"/>
                    <a:pt x="8454" y="191"/>
                  </a:cubicBezTo>
                  <a:cubicBezTo>
                    <a:pt x="8739" y="179"/>
                    <a:pt x="9025" y="155"/>
                    <a:pt x="927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72"/>
            <p:cNvSpPr/>
            <p:nvPr/>
          </p:nvSpPr>
          <p:spPr>
            <a:xfrm>
              <a:off x="2220800" y="3513650"/>
              <a:ext cx="168500" cy="165525"/>
            </a:xfrm>
            <a:custGeom>
              <a:avLst/>
              <a:gdLst/>
              <a:ahLst/>
              <a:cxnLst/>
              <a:rect l="l" t="t" r="r" b="b"/>
              <a:pathLst>
                <a:path w="6740" h="6621" extrusionOk="0">
                  <a:moveTo>
                    <a:pt x="6739" y="1"/>
                  </a:moveTo>
                  <a:lnTo>
                    <a:pt x="6739" y="1"/>
                  </a:lnTo>
                  <a:cubicBezTo>
                    <a:pt x="6489" y="36"/>
                    <a:pt x="6347" y="191"/>
                    <a:pt x="6204" y="334"/>
                  </a:cubicBezTo>
                  <a:cubicBezTo>
                    <a:pt x="5287" y="1203"/>
                    <a:pt x="4358" y="2072"/>
                    <a:pt x="3465" y="2977"/>
                  </a:cubicBezTo>
                  <a:cubicBezTo>
                    <a:pt x="2382" y="4085"/>
                    <a:pt x="1310" y="5228"/>
                    <a:pt x="239" y="6359"/>
                  </a:cubicBezTo>
                  <a:cubicBezTo>
                    <a:pt x="155" y="6442"/>
                    <a:pt x="84" y="6537"/>
                    <a:pt x="1" y="6621"/>
                  </a:cubicBezTo>
                  <a:cubicBezTo>
                    <a:pt x="2263" y="4430"/>
                    <a:pt x="4358" y="2120"/>
                    <a:pt x="673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72"/>
            <p:cNvSpPr/>
            <p:nvPr/>
          </p:nvSpPr>
          <p:spPr>
            <a:xfrm>
              <a:off x="2333025" y="2696525"/>
              <a:ext cx="210750" cy="68550"/>
            </a:xfrm>
            <a:custGeom>
              <a:avLst/>
              <a:gdLst/>
              <a:ahLst/>
              <a:cxnLst/>
              <a:rect l="l" t="t" r="r" b="b"/>
              <a:pathLst>
                <a:path w="8430" h="2742" extrusionOk="0">
                  <a:moveTo>
                    <a:pt x="73" y="0"/>
                  </a:moveTo>
                  <a:cubicBezTo>
                    <a:pt x="49" y="0"/>
                    <a:pt x="25" y="1"/>
                    <a:pt x="0" y="3"/>
                  </a:cubicBezTo>
                  <a:cubicBezTo>
                    <a:pt x="298" y="110"/>
                    <a:pt x="596" y="229"/>
                    <a:pt x="905" y="313"/>
                  </a:cubicBezTo>
                  <a:cubicBezTo>
                    <a:pt x="2381" y="765"/>
                    <a:pt x="3846" y="1206"/>
                    <a:pt x="5322" y="1670"/>
                  </a:cubicBezTo>
                  <a:cubicBezTo>
                    <a:pt x="6322" y="1980"/>
                    <a:pt x="7287" y="2361"/>
                    <a:pt x="8275" y="2694"/>
                  </a:cubicBezTo>
                  <a:lnTo>
                    <a:pt x="8406" y="2742"/>
                  </a:lnTo>
                  <a:cubicBezTo>
                    <a:pt x="8406" y="2730"/>
                    <a:pt x="8418" y="2694"/>
                    <a:pt x="8430" y="2682"/>
                  </a:cubicBezTo>
                  <a:cubicBezTo>
                    <a:pt x="8037" y="2444"/>
                    <a:pt x="7596" y="2265"/>
                    <a:pt x="7156" y="2122"/>
                  </a:cubicBezTo>
                  <a:cubicBezTo>
                    <a:pt x="6215" y="1825"/>
                    <a:pt x="5263" y="1527"/>
                    <a:pt x="4310" y="1241"/>
                  </a:cubicBezTo>
                  <a:cubicBezTo>
                    <a:pt x="3012" y="849"/>
                    <a:pt x="1703" y="468"/>
                    <a:pt x="405" y="63"/>
                  </a:cubicBezTo>
                  <a:cubicBezTo>
                    <a:pt x="297" y="23"/>
                    <a:pt x="188" y="0"/>
                    <a:pt x="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72"/>
            <p:cNvSpPr/>
            <p:nvPr/>
          </p:nvSpPr>
          <p:spPr>
            <a:xfrm>
              <a:off x="2975950" y="2335825"/>
              <a:ext cx="67300" cy="192025"/>
            </a:xfrm>
            <a:custGeom>
              <a:avLst/>
              <a:gdLst/>
              <a:ahLst/>
              <a:cxnLst/>
              <a:rect l="l" t="t" r="r" b="b"/>
              <a:pathLst>
                <a:path w="2692" h="7681" extrusionOk="0">
                  <a:moveTo>
                    <a:pt x="2025" y="1"/>
                  </a:moveTo>
                  <a:lnTo>
                    <a:pt x="2025" y="1"/>
                  </a:lnTo>
                  <a:cubicBezTo>
                    <a:pt x="2382" y="2811"/>
                    <a:pt x="1668" y="5335"/>
                    <a:pt x="1" y="7680"/>
                  </a:cubicBezTo>
                  <a:cubicBezTo>
                    <a:pt x="1513" y="6466"/>
                    <a:pt x="2692" y="1977"/>
                    <a:pt x="2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72"/>
            <p:cNvSpPr/>
            <p:nvPr/>
          </p:nvSpPr>
          <p:spPr>
            <a:xfrm>
              <a:off x="2611925" y="3301125"/>
              <a:ext cx="200650" cy="78875"/>
            </a:xfrm>
            <a:custGeom>
              <a:avLst/>
              <a:gdLst/>
              <a:ahLst/>
              <a:cxnLst/>
              <a:rect l="l" t="t" r="r" b="b"/>
              <a:pathLst>
                <a:path w="8026" h="3155" extrusionOk="0">
                  <a:moveTo>
                    <a:pt x="8025" y="1"/>
                  </a:moveTo>
                  <a:lnTo>
                    <a:pt x="8025" y="1"/>
                  </a:lnTo>
                  <a:cubicBezTo>
                    <a:pt x="5974" y="2063"/>
                    <a:pt x="3534" y="3104"/>
                    <a:pt x="686" y="3104"/>
                  </a:cubicBezTo>
                  <a:cubicBezTo>
                    <a:pt x="460" y="3104"/>
                    <a:pt x="232" y="3098"/>
                    <a:pt x="0" y="3084"/>
                  </a:cubicBezTo>
                  <a:lnTo>
                    <a:pt x="0" y="3084"/>
                  </a:lnTo>
                  <a:cubicBezTo>
                    <a:pt x="371" y="3132"/>
                    <a:pt x="739" y="3155"/>
                    <a:pt x="1104" y="3155"/>
                  </a:cubicBezTo>
                  <a:cubicBezTo>
                    <a:pt x="2217" y="3155"/>
                    <a:pt x="3306" y="2940"/>
                    <a:pt x="4382" y="2537"/>
                  </a:cubicBezTo>
                  <a:cubicBezTo>
                    <a:pt x="5787" y="1989"/>
                    <a:pt x="7013" y="1168"/>
                    <a:pt x="8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72"/>
            <p:cNvSpPr/>
            <p:nvPr/>
          </p:nvSpPr>
          <p:spPr>
            <a:xfrm>
              <a:off x="2266950" y="3565750"/>
              <a:ext cx="77400" cy="81575"/>
            </a:xfrm>
            <a:custGeom>
              <a:avLst/>
              <a:gdLst/>
              <a:ahLst/>
              <a:cxnLst/>
              <a:rect l="l" t="t" r="r" b="b"/>
              <a:pathLst>
                <a:path w="3096" h="3263" extrusionOk="0">
                  <a:moveTo>
                    <a:pt x="3060" y="0"/>
                  </a:moveTo>
                  <a:cubicBezTo>
                    <a:pt x="1965" y="1000"/>
                    <a:pt x="1000" y="2120"/>
                    <a:pt x="0" y="3215"/>
                  </a:cubicBezTo>
                  <a:cubicBezTo>
                    <a:pt x="24" y="3215"/>
                    <a:pt x="36" y="3227"/>
                    <a:pt x="48" y="3263"/>
                  </a:cubicBezTo>
                  <a:cubicBezTo>
                    <a:pt x="1060" y="2191"/>
                    <a:pt x="2072" y="1120"/>
                    <a:pt x="3096" y="48"/>
                  </a:cubicBezTo>
                  <a:lnTo>
                    <a:pt x="3060" y="0"/>
                  </a:ln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99" name="Google Shape;1399;p72"/>
          <p:cNvPicPr preferRelativeResize="0"/>
          <p:nvPr/>
        </p:nvPicPr>
        <p:blipFill rotWithShape="1">
          <a:blip r:embed="rId5">
            <a:alphaModFix/>
          </a:blip>
          <a:srcRect l="28680" t="19555" r="23804" b="32703"/>
          <a:stretch/>
        </p:blipFill>
        <p:spPr>
          <a:xfrm rot="-2342612">
            <a:off x="357173" y="691359"/>
            <a:ext cx="1287878" cy="727829"/>
          </a:xfrm>
          <a:prstGeom prst="rect">
            <a:avLst/>
          </a:prstGeom>
          <a:noFill/>
          <a:ln>
            <a:noFill/>
          </a:ln>
        </p:spPr>
      </p:pic>
      <p:pic>
        <p:nvPicPr>
          <p:cNvPr id="1400" name="Google Shape;1400;p72"/>
          <p:cNvPicPr preferRelativeResize="0"/>
          <p:nvPr/>
        </p:nvPicPr>
        <p:blipFill rotWithShape="1">
          <a:blip r:embed="rId6">
            <a:alphaModFix/>
          </a:blip>
          <a:srcRect l="45691" t="12052" r="18787" b="20159"/>
          <a:stretch/>
        </p:blipFill>
        <p:spPr>
          <a:xfrm>
            <a:off x="7063838" y="2571752"/>
            <a:ext cx="1366949" cy="1467299"/>
          </a:xfrm>
          <a:prstGeom prst="rect">
            <a:avLst/>
          </a:prstGeom>
          <a:noFill/>
          <a:ln>
            <a:noFill/>
          </a:ln>
        </p:spPr>
      </p:pic>
      <p:sp>
        <p:nvSpPr>
          <p:cNvPr id="1401" name="Google Shape;1401;p72">
            <a:hlinkClick r:id="rId7"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402" name="Google Shape;1402;p72">
            <a:hlinkClick r:id="rId8"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403" name="Google Shape;1403;p72">
            <a:hlinkClick r:id="rId9"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404" name="Google Shape;1404;p72">
            <a:hlinkClick r:id="rId10"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405" name="Google Shape;1405;p72">
            <a:hlinkClick r:id="rId11"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09"/>
        <p:cNvGrpSpPr/>
        <p:nvPr/>
      </p:nvGrpSpPr>
      <p:grpSpPr>
        <a:xfrm>
          <a:off x="0" y="0"/>
          <a:ext cx="0" cy="0"/>
          <a:chOff x="0" y="0"/>
          <a:chExt cx="0" cy="0"/>
        </a:xfrm>
      </p:grpSpPr>
      <p:sp>
        <p:nvSpPr>
          <p:cNvPr id="1410" name="Google Shape;1410;p73"/>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Test 1</a:t>
            </a:r>
            <a:endParaRPr/>
          </a:p>
        </p:txBody>
      </p:sp>
      <p:sp>
        <p:nvSpPr>
          <p:cNvPr id="1411" name="Google Shape;1411;p73"/>
          <p:cNvSpPr txBox="1"/>
          <p:nvPr/>
        </p:nvSpPr>
        <p:spPr>
          <a:xfrm>
            <a:off x="865625" y="1365663"/>
            <a:ext cx="1627200" cy="536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a:solidFill>
                  <a:schemeClr val="dk1"/>
                </a:solidFill>
                <a:latin typeface="Cantata One"/>
                <a:ea typeface="Cantata One"/>
                <a:cs typeface="Cantata One"/>
                <a:sym typeface="Cantata One"/>
              </a:rPr>
              <a:t>Neptune</a:t>
            </a:r>
            <a:endParaRPr sz="2300">
              <a:solidFill>
                <a:schemeClr val="dk1"/>
              </a:solidFill>
              <a:latin typeface="Cantata One"/>
              <a:ea typeface="Cantata One"/>
              <a:cs typeface="Cantata One"/>
              <a:sym typeface="Cantata One"/>
            </a:endParaRPr>
          </a:p>
        </p:txBody>
      </p:sp>
      <p:sp>
        <p:nvSpPr>
          <p:cNvPr id="1412" name="Google Shape;1412;p73"/>
          <p:cNvSpPr txBox="1"/>
          <p:nvPr/>
        </p:nvSpPr>
        <p:spPr>
          <a:xfrm>
            <a:off x="865625" y="1792463"/>
            <a:ext cx="1979700" cy="53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C’est la planète la plus éloignée du Soleil</a:t>
            </a:r>
            <a:endParaRPr>
              <a:solidFill>
                <a:schemeClr val="dk1"/>
              </a:solidFill>
              <a:latin typeface="Catamaran"/>
              <a:ea typeface="Catamaran"/>
              <a:cs typeface="Catamaran"/>
              <a:sym typeface="Catamaran"/>
            </a:endParaRPr>
          </a:p>
        </p:txBody>
      </p:sp>
      <p:sp>
        <p:nvSpPr>
          <p:cNvPr id="1413" name="Google Shape;1413;p73"/>
          <p:cNvSpPr txBox="1"/>
          <p:nvPr/>
        </p:nvSpPr>
        <p:spPr>
          <a:xfrm>
            <a:off x="865625" y="2814338"/>
            <a:ext cx="1627200" cy="536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a:solidFill>
                  <a:schemeClr val="dk1"/>
                </a:solidFill>
                <a:latin typeface="Cantata One"/>
                <a:ea typeface="Cantata One"/>
                <a:cs typeface="Cantata One"/>
                <a:sym typeface="Cantata One"/>
              </a:rPr>
              <a:t>Mercure</a:t>
            </a:r>
            <a:endParaRPr sz="2300">
              <a:solidFill>
                <a:schemeClr val="dk1"/>
              </a:solidFill>
              <a:latin typeface="Cantata One"/>
              <a:ea typeface="Cantata One"/>
              <a:cs typeface="Cantata One"/>
              <a:sym typeface="Cantata One"/>
            </a:endParaRPr>
          </a:p>
        </p:txBody>
      </p:sp>
      <p:sp>
        <p:nvSpPr>
          <p:cNvPr id="1414" name="Google Shape;1414;p73"/>
          <p:cNvSpPr txBox="1"/>
          <p:nvPr/>
        </p:nvSpPr>
        <p:spPr>
          <a:xfrm>
            <a:off x="865625" y="3241138"/>
            <a:ext cx="1979700" cy="53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Elle est la planète la plus proche du Soleil</a:t>
            </a:r>
            <a:endParaRPr>
              <a:solidFill>
                <a:schemeClr val="dk1"/>
              </a:solidFill>
              <a:latin typeface="Catamaran"/>
              <a:ea typeface="Catamaran"/>
              <a:cs typeface="Catamaran"/>
              <a:sym typeface="Catamaran"/>
            </a:endParaRPr>
          </a:p>
        </p:txBody>
      </p:sp>
      <p:sp>
        <p:nvSpPr>
          <p:cNvPr id="1415" name="Google Shape;1415;p73"/>
          <p:cNvSpPr txBox="1"/>
          <p:nvPr/>
        </p:nvSpPr>
        <p:spPr>
          <a:xfrm flipH="1">
            <a:off x="6651125" y="1365663"/>
            <a:ext cx="1627200" cy="536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300">
                <a:solidFill>
                  <a:schemeClr val="dk1"/>
                </a:solidFill>
                <a:latin typeface="Cantata One"/>
                <a:ea typeface="Cantata One"/>
                <a:cs typeface="Cantata One"/>
                <a:sym typeface="Cantata One"/>
              </a:rPr>
              <a:t>Saturne</a:t>
            </a:r>
            <a:endParaRPr sz="2300">
              <a:solidFill>
                <a:schemeClr val="dk1"/>
              </a:solidFill>
              <a:latin typeface="Cantata One"/>
              <a:ea typeface="Cantata One"/>
              <a:cs typeface="Cantata One"/>
              <a:sym typeface="Cantata One"/>
            </a:endParaRPr>
          </a:p>
        </p:txBody>
      </p:sp>
      <p:sp>
        <p:nvSpPr>
          <p:cNvPr id="1416" name="Google Shape;1416;p73"/>
          <p:cNvSpPr txBox="1"/>
          <p:nvPr/>
        </p:nvSpPr>
        <p:spPr>
          <a:xfrm flipH="1">
            <a:off x="6298625" y="1792463"/>
            <a:ext cx="1979700" cy="536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Elle est composée d'hydrogène et d'hélium</a:t>
            </a:r>
            <a:endParaRPr>
              <a:solidFill>
                <a:schemeClr val="dk1"/>
              </a:solidFill>
              <a:latin typeface="Catamaran"/>
              <a:ea typeface="Catamaran"/>
              <a:cs typeface="Catamaran"/>
              <a:sym typeface="Catamaran"/>
            </a:endParaRPr>
          </a:p>
        </p:txBody>
      </p:sp>
      <p:sp>
        <p:nvSpPr>
          <p:cNvPr id="1417" name="Google Shape;1417;p73"/>
          <p:cNvSpPr txBox="1"/>
          <p:nvPr/>
        </p:nvSpPr>
        <p:spPr>
          <a:xfrm flipH="1">
            <a:off x="6651125" y="2814338"/>
            <a:ext cx="1627200" cy="536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300">
                <a:solidFill>
                  <a:schemeClr val="dk1"/>
                </a:solidFill>
                <a:latin typeface="Cantata One"/>
                <a:ea typeface="Cantata One"/>
                <a:cs typeface="Cantata One"/>
                <a:sym typeface="Cantata One"/>
              </a:rPr>
              <a:t>Vénus</a:t>
            </a:r>
            <a:endParaRPr sz="2300">
              <a:solidFill>
                <a:schemeClr val="dk1"/>
              </a:solidFill>
              <a:latin typeface="Cantata One"/>
              <a:ea typeface="Cantata One"/>
              <a:cs typeface="Cantata One"/>
              <a:sym typeface="Cantata One"/>
            </a:endParaRPr>
          </a:p>
        </p:txBody>
      </p:sp>
      <p:sp>
        <p:nvSpPr>
          <p:cNvPr id="1418" name="Google Shape;1418;p73"/>
          <p:cNvSpPr txBox="1"/>
          <p:nvPr/>
        </p:nvSpPr>
        <p:spPr>
          <a:xfrm flipH="1">
            <a:off x="6298625" y="3241138"/>
            <a:ext cx="1979700" cy="536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solidFill>
                  <a:schemeClr val="dk1"/>
                </a:solidFill>
                <a:latin typeface="Catamaran"/>
                <a:ea typeface="Catamaran"/>
                <a:cs typeface="Catamaran"/>
                <a:sym typeface="Catamaran"/>
              </a:rPr>
              <a:t>Elle a un beau nom, mais il fait très chaud</a:t>
            </a:r>
            <a:endParaRPr>
              <a:solidFill>
                <a:schemeClr val="dk1"/>
              </a:solidFill>
              <a:latin typeface="Catamaran"/>
              <a:ea typeface="Catamaran"/>
              <a:cs typeface="Catamaran"/>
              <a:sym typeface="Catamaran"/>
            </a:endParaRPr>
          </a:p>
        </p:txBody>
      </p:sp>
      <p:pic>
        <p:nvPicPr>
          <p:cNvPr id="1419" name="Google Shape;1419;p73"/>
          <p:cNvPicPr preferRelativeResize="0"/>
          <p:nvPr/>
        </p:nvPicPr>
        <p:blipFill rotWithShape="1">
          <a:blip r:embed="rId3">
            <a:alphaModFix amt="63000"/>
          </a:blip>
          <a:srcRect l="17536" t="30943" r="20804" b="36495"/>
          <a:stretch/>
        </p:blipFill>
        <p:spPr>
          <a:xfrm rot="2045531">
            <a:off x="-2530593" y="-1010345"/>
            <a:ext cx="4824687" cy="1433140"/>
          </a:xfrm>
          <a:prstGeom prst="rect">
            <a:avLst/>
          </a:prstGeom>
          <a:noFill/>
          <a:ln>
            <a:noFill/>
          </a:ln>
        </p:spPr>
      </p:pic>
      <p:pic>
        <p:nvPicPr>
          <p:cNvPr id="1420" name="Google Shape;1420;p73"/>
          <p:cNvPicPr preferRelativeResize="0"/>
          <p:nvPr/>
        </p:nvPicPr>
        <p:blipFill rotWithShape="1">
          <a:blip r:embed="rId4">
            <a:alphaModFix/>
          </a:blip>
          <a:srcRect l="28680" t="19555" r="23804" b="32703"/>
          <a:stretch/>
        </p:blipFill>
        <p:spPr>
          <a:xfrm rot="-1761291">
            <a:off x="7047123" y="439584"/>
            <a:ext cx="1287877" cy="727827"/>
          </a:xfrm>
          <a:prstGeom prst="rect">
            <a:avLst/>
          </a:prstGeom>
          <a:noFill/>
          <a:ln>
            <a:noFill/>
          </a:ln>
        </p:spPr>
      </p:pic>
      <p:pic>
        <p:nvPicPr>
          <p:cNvPr id="1421" name="Google Shape;1421;p73"/>
          <p:cNvPicPr preferRelativeResize="0"/>
          <p:nvPr/>
        </p:nvPicPr>
        <p:blipFill rotWithShape="1">
          <a:blip r:embed="rId5">
            <a:alphaModFix/>
          </a:blip>
          <a:srcRect l="45691" t="12052" r="18787" b="20159"/>
          <a:stretch/>
        </p:blipFill>
        <p:spPr>
          <a:xfrm>
            <a:off x="1362900" y="-95560"/>
            <a:ext cx="1366949" cy="1467299"/>
          </a:xfrm>
          <a:prstGeom prst="rect">
            <a:avLst/>
          </a:prstGeom>
          <a:noFill/>
          <a:ln>
            <a:noFill/>
          </a:ln>
        </p:spPr>
      </p:pic>
      <p:pic>
        <p:nvPicPr>
          <p:cNvPr id="1422" name="Google Shape;1422;p73"/>
          <p:cNvPicPr preferRelativeResize="0"/>
          <p:nvPr/>
        </p:nvPicPr>
        <p:blipFill rotWithShape="1">
          <a:blip r:embed="rId6">
            <a:alphaModFix amt="76000"/>
          </a:blip>
          <a:srcRect l="37412" t="9009" r="30455" b="20771"/>
          <a:stretch/>
        </p:blipFill>
        <p:spPr>
          <a:xfrm>
            <a:off x="3511274" y="1267886"/>
            <a:ext cx="2121451" cy="2607725"/>
          </a:xfrm>
          <a:prstGeom prst="rect">
            <a:avLst/>
          </a:prstGeom>
          <a:noFill/>
          <a:ln>
            <a:noFill/>
          </a:ln>
        </p:spPr>
      </p:pic>
      <p:grpSp>
        <p:nvGrpSpPr>
          <p:cNvPr id="1423" name="Google Shape;1423;p73"/>
          <p:cNvGrpSpPr/>
          <p:nvPr/>
        </p:nvGrpSpPr>
        <p:grpSpPr>
          <a:xfrm>
            <a:off x="4176797" y="2250207"/>
            <a:ext cx="790357" cy="719768"/>
            <a:chOff x="-40378075" y="3267450"/>
            <a:chExt cx="317425" cy="289075"/>
          </a:xfrm>
        </p:grpSpPr>
        <p:sp>
          <p:nvSpPr>
            <p:cNvPr id="1424" name="Google Shape;1424;p73"/>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73"/>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73"/>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73"/>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28" name="Google Shape;1428;p73"/>
          <p:cNvPicPr preferRelativeResize="0"/>
          <p:nvPr/>
        </p:nvPicPr>
        <p:blipFill rotWithShape="1">
          <a:blip r:embed="rId6">
            <a:alphaModFix amt="76000"/>
          </a:blip>
          <a:srcRect l="37412" t="9009" r="30455" b="20771"/>
          <a:stretch/>
        </p:blipFill>
        <p:spPr>
          <a:xfrm flipH="1">
            <a:off x="3093200" y="1371745"/>
            <a:ext cx="753245" cy="925900"/>
          </a:xfrm>
          <a:prstGeom prst="rect">
            <a:avLst/>
          </a:prstGeom>
          <a:noFill/>
          <a:ln>
            <a:noFill/>
          </a:ln>
        </p:spPr>
      </p:pic>
      <p:pic>
        <p:nvPicPr>
          <p:cNvPr id="1429" name="Google Shape;1429;p73"/>
          <p:cNvPicPr preferRelativeResize="0"/>
          <p:nvPr/>
        </p:nvPicPr>
        <p:blipFill rotWithShape="1">
          <a:blip r:embed="rId6">
            <a:alphaModFix amt="76000"/>
          </a:blip>
          <a:srcRect l="37412" t="9009" r="30455" b="20771"/>
          <a:stretch/>
        </p:blipFill>
        <p:spPr>
          <a:xfrm flipH="1">
            <a:off x="3093200" y="2845845"/>
            <a:ext cx="753245" cy="925900"/>
          </a:xfrm>
          <a:prstGeom prst="rect">
            <a:avLst/>
          </a:prstGeom>
          <a:noFill/>
          <a:ln>
            <a:noFill/>
          </a:ln>
        </p:spPr>
      </p:pic>
      <p:pic>
        <p:nvPicPr>
          <p:cNvPr id="1430" name="Google Shape;1430;p73"/>
          <p:cNvPicPr preferRelativeResize="0"/>
          <p:nvPr/>
        </p:nvPicPr>
        <p:blipFill rotWithShape="1">
          <a:blip r:embed="rId6">
            <a:alphaModFix amt="76000"/>
          </a:blip>
          <a:srcRect l="37412" t="9009" r="30455" b="20771"/>
          <a:stretch/>
        </p:blipFill>
        <p:spPr>
          <a:xfrm>
            <a:off x="5297500" y="1371745"/>
            <a:ext cx="753245" cy="925900"/>
          </a:xfrm>
          <a:prstGeom prst="rect">
            <a:avLst/>
          </a:prstGeom>
          <a:noFill/>
          <a:ln>
            <a:noFill/>
          </a:ln>
        </p:spPr>
      </p:pic>
      <p:pic>
        <p:nvPicPr>
          <p:cNvPr id="1431" name="Google Shape;1431;p73"/>
          <p:cNvPicPr preferRelativeResize="0"/>
          <p:nvPr/>
        </p:nvPicPr>
        <p:blipFill rotWithShape="1">
          <a:blip r:embed="rId6">
            <a:alphaModFix amt="76000"/>
          </a:blip>
          <a:srcRect l="37412" t="9009" r="30455" b="20771"/>
          <a:stretch/>
        </p:blipFill>
        <p:spPr>
          <a:xfrm>
            <a:off x="5297500" y="2845845"/>
            <a:ext cx="753245" cy="925900"/>
          </a:xfrm>
          <a:prstGeom prst="rect">
            <a:avLst/>
          </a:prstGeom>
          <a:noFill/>
          <a:ln>
            <a:noFill/>
          </a:ln>
        </p:spPr>
      </p:pic>
      <p:grpSp>
        <p:nvGrpSpPr>
          <p:cNvPr id="1432" name="Google Shape;1432;p73"/>
          <p:cNvGrpSpPr/>
          <p:nvPr/>
        </p:nvGrpSpPr>
        <p:grpSpPr>
          <a:xfrm>
            <a:off x="5528715" y="1649832"/>
            <a:ext cx="290815" cy="369740"/>
            <a:chOff x="-37370925" y="3579105"/>
            <a:chExt cx="248900" cy="316450"/>
          </a:xfrm>
        </p:grpSpPr>
        <p:sp>
          <p:nvSpPr>
            <p:cNvPr id="1433" name="Google Shape;1433;p73"/>
            <p:cNvSpPr/>
            <p:nvPr/>
          </p:nvSpPr>
          <p:spPr>
            <a:xfrm>
              <a:off x="-37268550" y="3671055"/>
              <a:ext cx="83525" cy="82525"/>
            </a:xfrm>
            <a:custGeom>
              <a:avLst/>
              <a:gdLst/>
              <a:ahLst/>
              <a:cxnLst/>
              <a:rect l="l" t="t" r="r" b="b"/>
              <a:pathLst>
                <a:path w="3341" h="3301" extrusionOk="0">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73"/>
            <p:cNvSpPr/>
            <p:nvPr/>
          </p:nvSpPr>
          <p:spPr>
            <a:xfrm>
              <a:off x="-37370925" y="3579105"/>
              <a:ext cx="248900" cy="316450"/>
            </a:xfrm>
            <a:custGeom>
              <a:avLst/>
              <a:gdLst/>
              <a:ahLst/>
              <a:cxnLst/>
              <a:rect l="l" t="t" r="r" b="b"/>
              <a:pathLst>
                <a:path w="9956" h="12658" extrusionOk="0">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5" name="Google Shape;1435;p73"/>
          <p:cNvGrpSpPr/>
          <p:nvPr/>
        </p:nvGrpSpPr>
        <p:grpSpPr>
          <a:xfrm>
            <a:off x="3304793" y="1651821"/>
            <a:ext cx="330069" cy="365766"/>
            <a:chOff x="-39998250" y="3605325"/>
            <a:chExt cx="288875" cy="317450"/>
          </a:xfrm>
        </p:grpSpPr>
        <p:sp>
          <p:nvSpPr>
            <p:cNvPr id="1436" name="Google Shape;1436;p73"/>
            <p:cNvSpPr/>
            <p:nvPr/>
          </p:nvSpPr>
          <p:spPr>
            <a:xfrm>
              <a:off x="-39998250" y="3799600"/>
              <a:ext cx="288875" cy="123175"/>
            </a:xfrm>
            <a:custGeom>
              <a:avLst/>
              <a:gdLst/>
              <a:ahLst/>
              <a:cxnLst/>
              <a:rect l="l" t="t" r="r" b="b"/>
              <a:pathLst>
                <a:path w="11555" h="4927" extrusionOk="0">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73"/>
            <p:cNvSpPr/>
            <p:nvPr/>
          </p:nvSpPr>
          <p:spPr>
            <a:xfrm>
              <a:off x="-39940950" y="3605325"/>
              <a:ext cx="160700" cy="212050"/>
            </a:xfrm>
            <a:custGeom>
              <a:avLst/>
              <a:gdLst/>
              <a:ahLst/>
              <a:cxnLst/>
              <a:rect l="l" t="t" r="r" b="b"/>
              <a:pathLst>
                <a:path w="6428" h="8482" extrusionOk="0">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8" name="Google Shape;1438;p73"/>
          <p:cNvSpPr/>
          <p:nvPr/>
        </p:nvSpPr>
        <p:spPr>
          <a:xfrm>
            <a:off x="3254867" y="3183908"/>
            <a:ext cx="383790" cy="370266"/>
          </a:xfrm>
          <a:custGeom>
            <a:avLst/>
            <a:gdLst/>
            <a:ahLst/>
            <a:cxnLst/>
            <a:rect l="l" t="t" r="r" b="b"/>
            <a:pathLst>
              <a:path w="13139" h="12676" extrusionOk="0">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73"/>
          <p:cNvSpPr/>
          <p:nvPr/>
        </p:nvSpPr>
        <p:spPr>
          <a:xfrm>
            <a:off x="5541127" y="3184525"/>
            <a:ext cx="265986" cy="369039"/>
          </a:xfrm>
          <a:custGeom>
            <a:avLst/>
            <a:gdLst/>
            <a:ahLst/>
            <a:cxnLst/>
            <a:rect l="l" t="t" r="r" b="b"/>
            <a:pathLst>
              <a:path w="9106" h="12634" extrusionOk="0">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40" name="Google Shape;1440;p73"/>
          <p:cNvCxnSpPr>
            <a:stCxn id="1411" idx="3"/>
            <a:endCxn id="1428" idx="3"/>
          </p:cNvCxnSpPr>
          <p:nvPr/>
        </p:nvCxnSpPr>
        <p:spPr>
          <a:xfrm>
            <a:off x="2492825" y="1634013"/>
            <a:ext cx="600300" cy="200700"/>
          </a:xfrm>
          <a:prstGeom prst="curvedConnector3">
            <a:avLst>
              <a:gd name="adj1" fmla="val 50006"/>
            </a:avLst>
          </a:prstGeom>
          <a:noFill/>
          <a:ln w="19050" cap="flat" cmpd="sng">
            <a:solidFill>
              <a:schemeClr val="accent3"/>
            </a:solidFill>
            <a:prstDash val="solid"/>
            <a:round/>
            <a:headEnd type="none" w="med" len="med"/>
            <a:tailEnd type="none" w="med" len="med"/>
          </a:ln>
        </p:spPr>
      </p:cxnSp>
      <p:cxnSp>
        <p:nvCxnSpPr>
          <p:cNvPr id="1441" name="Google Shape;1441;p73"/>
          <p:cNvCxnSpPr>
            <a:stCxn id="1413" idx="3"/>
            <a:endCxn id="1429" idx="3"/>
          </p:cNvCxnSpPr>
          <p:nvPr/>
        </p:nvCxnSpPr>
        <p:spPr>
          <a:xfrm>
            <a:off x="2492825" y="3082688"/>
            <a:ext cx="600300" cy="226200"/>
          </a:xfrm>
          <a:prstGeom prst="curvedConnector3">
            <a:avLst>
              <a:gd name="adj1" fmla="val 50006"/>
            </a:avLst>
          </a:prstGeom>
          <a:noFill/>
          <a:ln w="19050" cap="flat" cmpd="sng">
            <a:solidFill>
              <a:schemeClr val="accent3"/>
            </a:solidFill>
            <a:prstDash val="solid"/>
            <a:round/>
            <a:headEnd type="none" w="med" len="med"/>
            <a:tailEnd type="none" w="med" len="med"/>
          </a:ln>
        </p:spPr>
      </p:cxnSp>
      <p:cxnSp>
        <p:nvCxnSpPr>
          <p:cNvPr id="1442" name="Google Shape;1442;p73"/>
          <p:cNvCxnSpPr>
            <a:stCxn id="1415" idx="3"/>
            <a:endCxn id="1430" idx="3"/>
          </p:cNvCxnSpPr>
          <p:nvPr/>
        </p:nvCxnSpPr>
        <p:spPr>
          <a:xfrm flipH="1">
            <a:off x="6050825" y="1634013"/>
            <a:ext cx="600300" cy="200700"/>
          </a:xfrm>
          <a:prstGeom prst="curvedConnector3">
            <a:avLst>
              <a:gd name="adj1" fmla="val 50007"/>
            </a:avLst>
          </a:prstGeom>
          <a:noFill/>
          <a:ln w="19050" cap="flat" cmpd="sng">
            <a:solidFill>
              <a:schemeClr val="accent3"/>
            </a:solidFill>
            <a:prstDash val="solid"/>
            <a:round/>
            <a:headEnd type="none" w="med" len="med"/>
            <a:tailEnd type="none" w="med" len="med"/>
          </a:ln>
        </p:spPr>
      </p:cxnSp>
      <p:cxnSp>
        <p:nvCxnSpPr>
          <p:cNvPr id="1443" name="Google Shape;1443;p73"/>
          <p:cNvCxnSpPr>
            <a:stCxn id="1417" idx="3"/>
            <a:endCxn id="1431" idx="3"/>
          </p:cNvCxnSpPr>
          <p:nvPr/>
        </p:nvCxnSpPr>
        <p:spPr>
          <a:xfrm flipH="1">
            <a:off x="6050825" y="3082688"/>
            <a:ext cx="600300" cy="226200"/>
          </a:xfrm>
          <a:prstGeom prst="curvedConnector3">
            <a:avLst>
              <a:gd name="adj1" fmla="val 50007"/>
            </a:avLst>
          </a:prstGeom>
          <a:noFill/>
          <a:ln w="19050" cap="flat" cmpd="sng">
            <a:solidFill>
              <a:schemeClr val="accent3"/>
            </a:solidFill>
            <a:prstDash val="solid"/>
            <a:round/>
            <a:headEnd type="none" w="med" len="med"/>
            <a:tailEnd type="none" w="med" len="med"/>
          </a:ln>
        </p:spPr>
      </p:cxnSp>
      <p:sp>
        <p:nvSpPr>
          <p:cNvPr id="1444" name="Google Shape;1444;p73">
            <a:hlinkClick r:id="rId7"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445" name="Google Shape;1445;p73">
            <a:hlinkClick r:id="rId8"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446" name="Google Shape;1446;p73">
            <a:hlinkClick r:id="rId9"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447" name="Google Shape;1447;p73">
            <a:hlinkClick r:id="rId10"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448" name="Google Shape;1448;p73">
            <a:hlinkClick r:id="rId11"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52"/>
        <p:cNvGrpSpPr/>
        <p:nvPr/>
      </p:nvGrpSpPr>
      <p:grpSpPr>
        <a:xfrm>
          <a:off x="0" y="0"/>
          <a:ext cx="0" cy="0"/>
          <a:chOff x="0" y="0"/>
          <a:chExt cx="0" cy="0"/>
        </a:xfrm>
      </p:grpSpPr>
      <p:sp>
        <p:nvSpPr>
          <p:cNvPr id="1453" name="Google Shape;1453;p74"/>
          <p:cNvSpPr txBox="1">
            <a:spLocks noGrp="1"/>
          </p:cNvSpPr>
          <p:nvPr>
            <p:ph type="subTitle" idx="1"/>
          </p:nvPr>
        </p:nvSpPr>
        <p:spPr>
          <a:xfrm>
            <a:off x="2132900" y="1496950"/>
            <a:ext cx="20229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Vénus</a:t>
            </a:r>
            <a:endParaRPr/>
          </a:p>
        </p:txBody>
      </p:sp>
      <p:sp>
        <p:nvSpPr>
          <p:cNvPr id="1454" name="Google Shape;1454;p74"/>
          <p:cNvSpPr txBox="1">
            <a:spLocks noGrp="1"/>
          </p:cNvSpPr>
          <p:nvPr>
            <p:ph type="subTitle" idx="2"/>
          </p:nvPr>
        </p:nvSpPr>
        <p:spPr>
          <a:xfrm>
            <a:off x="2132900" y="1845447"/>
            <a:ext cx="20229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Elle a un beau nom, mais il fait très chaud</a:t>
            </a:r>
            <a:endParaRPr/>
          </a:p>
        </p:txBody>
      </p:sp>
      <p:sp>
        <p:nvSpPr>
          <p:cNvPr id="1455" name="Google Shape;1455;p74"/>
          <p:cNvSpPr txBox="1">
            <a:spLocks noGrp="1"/>
          </p:cNvSpPr>
          <p:nvPr>
            <p:ph type="title"/>
          </p:nvPr>
        </p:nvSpPr>
        <p:spPr>
          <a:xfrm>
            <a:off x="713225" y="441475"/>
            <a:ext cx="7717500" cy="6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Test 2</a:t>
            </a:r>
            <a:endParaRPr/>
          </a:p>
        </p:txBody>
      </p:sp>
      <p:sp>
        <p:nvSpPr>
          <p:cNvPr id="1456" name="Google Shape;1456;p74"/>
          <p:cNvSpPr txBox="1">
            <a:spLocks noGrp="1"/>
          </p:cNvSpPr>
          <p:nvPr>
            <p:ph type="subTitle" idx="3"/>
          </p:nvPr>
        </p:nvSpPr>
        <p:spPr>
          <a:xfrm>
            <a:off x="4988125" y="1496950"/>
            <a:ext cx="20229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Neptune</a:t>
            </a:r>
            <a:endParaRPr/>
          </a:p>
        </p:txBody>
      </p:sp>
      <p:sp>
        <p:nvSpPr>
          <p:cNvPr id="1457" name="Google Shape;1457;p74"/>
          <p:cNvSpPr txBox="1">
            <a:spLocks noGrp="1"/>
          </p:cNvSpPr>
          <p:nvPr>
            <p:ph type="subTitle" idx="4"/>
          </p:nvPr>
        </p:nvSpPr>
        <p:spPr>
          <a:xfrm>
            <a:off x="4988125" y="1845447"/>
            <a:ext cx="20229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C’est la planète la plus éloignée du Soleil</a:t>
            </a:r>
            <a:endParaRPr/>
          </a:p>
        </p:txBody>
      </p:sp>
      <p:sp>
        <p:nvSpPr>
          <p:cNvPr id="1458" name="Google Shape;1458;p74"/>
          <p:cNvSpPr txBox="1">
            <a:spLocks noGrp="1"/>
          </p:cNvSpPr>
          <p:nvPr>
            <p:ph type="subTitle" idx="5"/>
          </p:nvPr>
        </p:nvSpPr>
        <p:spPr>
          <a:xfrm>
            <a:off x="2132900" y="2823350"/>
            <a:ext cx="20229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1459" name="Google Shape;1459;p74"/>
          <p:cNvSpPr txBox="1">
            <a:spLocks noGrp="1"/>
          </p:cNvSpPr>
          <p:nvPr>
            <p:ph type="subTitle" idx="6"/>
          </p:nvPr>
        </p:nvSpPr>
        <p:spPr>
          <a:xfrm>
            <a:off x="2132900" y="3171847"/>
            <a:ext cx="20229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Elle est en fait un endroit très froid</a:t>
            </a:r>
            <a:endParaRPr/>
          </a:p>
        </p:txBody>
      </p:sp>
      <p:sp>
        <p:nvSpPr>
          <p:cNvPr id="1460" name="Google Shape;1460;p74"/>
          <p:cNvSpPr txBox="1">
            <a:spLocks noGrp="1"/>
          </p:cNvSpPr>
          <p:nvPr>
            <p:ph type="subTitle" idx="7"/>
          </p:nvPr>
        </p:nvSpPr>
        <p:spPr>
          <a:xfrm>
            <a:off x="4988125" y="2823350"/>
            <a:ext cx="20229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1461" name="Google Shape;1461;p74"/>
          <p:cNvSpPr txBox="1">
            <a:spLocks noGrp="1"/>
          </p:cNvSpPr>
          <p:nvPr>
            <p:ph type="subTitle" idx="8"/>
          </p:nvPr>
        </p:nvSpPr>
        <p:spPr>
          <a:xfrm>
            <a:off x="4988125" y="3171847"/>
            <a:ext cx="20229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C’est la plus grande planète de toutes</a:t>
            </a:r>
            <a:endParaRPr/>
          </a:p>
        </p:txBody>
      </p:sp>
      <p:pic>
        <p:nvPicPr>
          <p:cNvPr id="1462" name="Google Shape;1462;p74"/>
          <p:cNvPicPr preferRelativeResize="0"/>
          <p:nvPr/>
        </p:nvPicPr>
        <p:blipFill rotWithShape="1">
          <a:blip r:embed="rId3">
            <a:alphaModFix amt="74000"/>
          </a:blip>
          <a:srcRect l="37807" t="9859" r="25038" b="24368"/>
          <a:stretch/>
        </p:blipFill>
        <p:spPr>
          <a:xfrm rot="7850497" flipH="1">
            <a:off x="-936596" y="-1636207"/>
            <a:ext cx="3011204" cy="2998649"/>
          </a:xfrm>
          <a:prstGeom prst="rect">
            <a:avLst/>
          </a:prstGeom>
          <a:noFill/>
          <a:ln>
            <a:noFill/>
          </a:ln>
        </p:spPr>
      </p:pic>
      <p:sp>
        <p:nvSpPr>
          <p:cNvPr id="1463" name="Google Shape;1463;p74"/>
          <p:cNvSpPr/>
          <p:nvPr/>
        </p:nvSpPr>
        <p:spPr>
          <a:xfrm rot="7863968" flipH="1">
            <a:off x="7261512" y="-1777148"/>
            <a:ext cx="1447727" cy="4544998"/>
          </a:xfrm>
          <a:custGeom>
            <a:avLst/>
            <a:gdLst/>
            <a:ahLst/>
            <a:cxnLst/>
            <a:rect l="l" t="t" r="r" b="b"/>
            <a:pathLst>
              <a:path w="41649" h="130753" extrusionOk="0">
                <a:moveTo>
                  <a:pt x="11180" y="58329"/>
                </a:moveTo>
                <a:cubicBezTo>
                  <a:pt x="11751" y="58329"/>
                  <a:pt x="12324" y="58373"/>
                  <a:pt x="12895" y="58460"/>
                </a:cubicBezTo>
                <a:cubicBezTo>
                  <a:pt x="13847" y="58627"/>
                  <a:pt x="15121" y="58817"/>
                  <a:pt x="15848" y="59520"/>
                </a:cubicBezTo>
                <a:cubicBezTo>
                  <a:pt x="16169" y="59829"/>
                  <a:pt x="16288" y="60294"/>
                  <a:pt x="16050" y="60711"/>
                </a:cubicBezTo>
                <a:cubicBezTo>
                  <a:pt x="15800" y="61163"/>
                  <a:pt x="15276" y="61353"/>
                  <a:pt x="14800" y="61425"/>
                </a:cubicBezTo>
                <a:cubicBezTo>
                  <a:pt x="14517" y="61469"/>
                  <a:pt x="14230" y="61488"/>
                  <a:pt x="13942" y="61488"/>
                </a:cubicBezTo>
                <a:cubicBezTo>
                  <a:pt x="12992" y="61488"/>
                  <a:pt x="12022" y="61281"/>
                  <a:pt x="11109" y="61080"/>
                </a:cubicBezTo>
                <a:cubicBezTo>
                  <a:pt x="9811" y="60818"/>
                  <a:pt x="8240" y="60806"/>
                  <a:pt x="7216" y="59877"/>
                </a:cubicBezTo>
                <a:cubicBezTo>
                  <a:pt x="7049" y="59758"/>
                  <a:pt x="7061" y="59532"/>
                  <a:pt x="7180" y="59389"/>
                </a:cubicBezTo>
                <a:cubicBezTo>
                  <a:pt x="7228" y="59329"/>
                  <a:pt x="7287" y="59294"/>
                  <a:pt x="7347" y="59234"/>
                </a:cubicBezTo>
                <a:cubicBezTo>
                  <a:pt x="7359" y="59103"/>
                  <a:pt x="7418" y="58984"/>
                  <a:pt x="7585" y="58925"/>
                </a:cubicBezTo>
                <a:cubicBezTo>
                  <a:pt x="8752" y="58528"/>
                  <a:pt x="9962" y="58329"/>
                  <a:pt x="11180" y="58329"/>
                </a:cubicBezTo>
                <a:close/>
                <a:moveTo>
                  <a:pt x="7575" y="96887"/>
                </a:moveTo>
                <a:cubicBezTo>
                  <a:pt x="8389" y="96887"/>
                  <a:pt x="9213" y="97311"/>
                  <a:pt x="9895" y="97715"/>
                </a:cubicBezTo>
                <a:cubicBezTo>
                  <a:pt x="10442" y="98037"/>
                  <a:pt x="10978" y="98429"/>
                  <a:pt x="11490" y="98822"/>
                </a:cubicBezTo>
                <a:cubicBezTo>
                  <a:pt x="12169" y="99346"/>
                  <a:pt x="12776" y="99953"/>
                  <a:pt x="13335" y="100608"/>
                </a:cubicBezTo>
                <a:cubicBezTo>
                  <a:pt x="13419" y="100704"/>
                  <a:pt x="13490" y="100811"/>
                  <a:pt x="13574" y="100894"/>
                </a:cubicBezTo>
                <a:lnTo>
                  <a:pt x="13586" y="100906"/>
                </a:lnTo>
                <a:cubicBezTo>
                  <a:pt x="13871" y="101251"/>
                  <a:pt x="14169" y="101608"/>
                  <a:pt x="14431" y="101966"/>
                </a:cubicBezTo>
                <a:cubicBezTo>
                  <a:pt x="14800" y="102454"/>
                  <a:pt x="15514" y="103347"/>
                  <a:pt x="15133" y="104002"/>
                </a:cubicBezTo>
                <a:cubicBezTo>
                  <a:pt x="14965" y="104289"/>
                  <a:pt x="14675" y="104394"/>
                  <a:pt x="14338" y="104394"/>
                </a:cubicBezTo>
                <a:cubicBezTo>
                  <a:pt x="13630" y="104394"/>
                  <a:pt x="12716" y="103930"/>
                  <a:pt x="12288" y="103728"/>
                </a:cubicBezTo>
                <a:cubicBezTo>
                  <a:pt x="10847" y="103049"/>
                  <a:pt x="9478" y="102192"/>
                  <a:pt x="8228" y="101204"/>
                </a:cubicBezTo>
                <a:cubicBezTo>
                  <a:pt x="7775" y="100870"/>
                  <a:pt x="7263" y="100454"/>
                  <a:pt x="6882" y="99942"/>
                </a:cubicBezTo>
                <a:cubicBezTo>
                  <a:pt x="6739" y="99775"/>
                  <a:pt x="6608" y="99632"/>
                  <a:pt x="6466" y="99453"/>
                </a:cubicBezTo>
                <a:cubicBezTo>
                  <a:pt x="6168" y="99060"/>
                  <a:pt x="5918" y="98572"/>
                  <a:pt x="5977" y="98084"/>
                </a:cubicBezTo>
                <a:cubicBezTo>
                  <a:pt x="6049" y="97417"/>
                  <a:pt x="6644" y="96977"/>
                  <a:pt x="7287" y="96905"/>
                </a:cubicBezTo>
                <a:cubicBezTo>
                  <a:pt x="7383" y="96893"/>
                  <a:pt x="7479" y="96887"/>
                  <a:pt x="7575" y="96887"/>
                </a:cubicBezTo>
                <a:close/>
                <a:moveTo>
                  <a:pt x="36195" y="1"/>
                </a:moveTo>
                <a:cubicBezTo>
                  <a:pt x="35731" y="620"/>
                  <a:pt x="35862" y="1132"/>
                  <a:pt x="36112" y="1668"/>
                </a:cubicBezTo>
                <a:cubicBezTo>
                  <a:pt x="36624" y="2680"/>
                  <a:pt x="37148" y="3692"/>
                  <a:pt x="37648" y="4727"/>
                </a:cubicBezTo>
                <a:cubicBezTo>
                  <a:pt x="38898" y="7287"/>
                  <a:pt x="40101" y="9847"/>
                  <a:pt x="39970" y="12824"/>
                </a:cubicBezTo>
                <a:cubicBezTo>
                  <a:pt x="39779" y="17289"/>
                  <a:pt x="36803" y="19729"/>
                  <a:pt x="32719" y="19741"/>
                </a:cubicBezTo>
                <a:cubicBezTo>
                  <a:pt x="32689" y="19741"/>
                  <a:pt x="32659" y="19741"/>
                  <a:pt x="32629" y="19741"/>
                </a:cubicBezTo>
                <a:cubicBezTo>
                  <a:pt x="30398" y="19741"/>
                  <a:pt x="28189" y="19305"/>
                  <a:pt x="26016" y="18729"/>
                </a:cubicBezTo>
                <a:cubicBezTo>
                  <a:pt x="22229" y="17729"/>
                  <a:pt x="18550" y="16312"/>
                  <a:pt x="14729" y="15455"/>
                </a:cubicBezTo>
                <a:cubicBezTo>
                  <a:pt x="13187" y="15114"/>
                  <a:pt x="11633" y="14798"/>
                  <a:pt x="10059" y="14798"/>
                </a:cubicBezTo>
                <a:cubicBezTo>
                  <a:pt x="9432" y="14798"/>
                  <a:pt x="8802" y="14848"/>
                  <a:pt x="8168" y="14967"/>
                </a:cubicBezTo>
                <a:cubicBezTo>
                  <a:pt x="6216" y="15324"/>
                  <a:pt x="4596" y="16086"/>
                  <a:pt x="3882" y="18134"/>
                </a:cubicBezTo>
                <a:cubicBezTo>
                  <a:pt x="3358" y="19646"/>
                  <a:pt x="3584" y="21158"/>
                  <a:pt x="3930" y="22670"/>
                </a:cubicBezTo>
                <a:cubicBezTo>
                  <a:pt x="4442" y="24992"/>
                  <a:pt x="5323" y="27230"/>
                  <a:pt x="5799" y="29564"/>
                </a:cubicBezTo>
                <a:cubicBezTo>
                  <a:pt x="6192" y="31481"/>
                  <a:pt x="6680" y="33386"/>
                  <a:pt x="6501" y="35362"/>
                </a:cubicBezTo>
                <a:cubicBezTo>
                  <a:pt x="6251" y="38220"/>
                  <a:pt x="5120" y="40780"/>
                  <a:pt x="3810" y="43304"/>
                </a:cubicBezTo>
                <a:cubicBezTo>
                  <a:pt x="3048" y="44756"/>
                  <a:pt x="1977" y="46042"/>
                  <a:pt x="1334" y="47590"/>
                </a:cubicBezTo>
                <a:cubicBezTo>
                  <a:pt x="655" y="49257"/>
                  <a:pt x="0" y="50947"/>
                  <a:pt x="72" y="52745"/>
                </a:cubicBezTo>
                <a:cubicBezTo>
                  <a:pt x="179" y="55341"/>
                  <a:pt x="1584" y="57270"/>
                  <a:pt x="3549" y="58841"/>
                </a:cubicBezTo>
                <a:cubicBezTo>
                  <a:pt x="3965" y="59163"/>
                  <a:pt x="4608" y="59377"/>
                  <a:pt x="4834" y="59782"/>
                </a:cubicBezTo>
                <a:cubicBezTo>
                  <a:pt x="5120" y="60306"/>
                  <a:pt x="4311" y="60639"/>
                  <a:pt x="4191" y="61151"/>
                </a:cubicBezTo>
                <a:cubicBezTo>
                  <a:pt x="4144" y="61318"/>
                  <a:pt x="4061" y="61473"/>
                  <a:pt x="4001" y="61627"/>
                </a:cubicBezTo>
                <a:cubicBezTo>
                  <a:pt x="3334" y="63497"/>
                  <a:pt x="3727" y="65294"/>
                  <a:pt x="4477" y="67009"/>
                </a:cubicBezTo>
                <a:cubicBezTo>
                  <a:pt x="5561" y="69545"/>
                  <a:pt x="7299" y="71664"/>
                  <a:pt x="9144" y="73688"/>
                </a:cubicBezTo>
                <a:cubicBezTo>
                  <a:pt x="11038" y="75772"/>
                  <a:pt x="13133" y="77665"/>
                  <a:pt x="15002" y="79772"/>
                </a:cubicBezTo>
                <a:cubicBezTo>
                  <a:pt x="18824" y="84154"/>
                  <a:pt x="21801" y="89035"/>
                  <a:pt x="22896" y="94822"/>
                </a:cubicBezTo>
                <a:cubicBezTo>
                  <a:pt x="23420" y="97513"/>
                  <a:pt x="23158" y="100144"/>
                  <a:pt x="21467" y="102466"/>
                </a:cubicBezTo>
                <a:cubicBezTo>
                  <a:pt x="20539" y="103763"/>
                  <a:pt x="19360" y="104656"/>
                  <a:pt x="17693" y="104823"/>
                </a:cubicBezTo>
                <a:cubicBezTo>
                  <a:pt x="17600" y="104833"/>
                  <a:pt x="17513" y="104838"/>
                  <a:pt x="17432" y="104838"/>
                </a:cubicBezTo>
                <a:cubicBezTo>
                  <a:pt x="16898" y="104838"/>
                  <a:pt x="16602" y="104620"/>
                  <a:pt x="16395" y="103990"/>
                </a:cubicBezTo>
                <a:cubicBezTo>
                  <a:pt x="15574" y="101549"/>
                  <a:pt x="14348" y="99370"/>
                  <a:pt x="12240" y="97787"/>
                </a:cubicBezTo>
                <a:cubicBezTo>
                  <a:pt x="10740" y="96632"/>
                  <a:pt x="9049" y="96060"/>
                  <a:pt x="7180" y="96024"/>
                </a:cubicBezTo>
                <a:cubicBezTo>
                  <a:pt x="7171" y="96024"/>
                  <a:pt x="7163" y="96024"/>
                  <a:pt x="7154" y="96024"/>
                </a:cubicBezTo>
                <a:cubicBezTo>
                  <a:pt x="5350" y="96024"/>
                  <a:pt x="4504" y="97259"/>
                  <a:pt x="5073" y="98953"/>
                </a:cubicBezTo>
                <a:cubicBezTo>
                  <a:pt x="5394" y="99953"/>
                  <a:pt x="5989" y="100787"/>
                  <a:pt x="6728" y="101513"/>
                </a:cubicBezTo>
                <a:cubicBezTo>
                  <a:pt x="8942" y="103716"/>
                  <a:pt x="11633" y="105049"/>
                  <a:pt x="14669" y="105716"/>
                </a:cubicBezTo>
                <a:cubicBezTo>
                  <a:pt x="15264" y="105847"/>
                  <a:pt x="15741" y="106002"/>
                  <a:pt x="15788" y="106728"/>
                </a:cubicBezTo>
                <a:cubicBezTo>
                  <a:pt x="15860" y="107800"/>
                  <a:pt x="16074" y="108871"/>
                  <a:pt x="16038" y="109955"/>
                </a:cubicBezTo>
                <a:cubicBezTo>
                  <a:pt x="15979" y="112431"/>
                  <a:pt x="15967" y="114896"/>
                  <a:pt x="15872" y="117372"/>
                </a:cubicBezTo>
                <a:cubicBezTo>
                  <a:pt x="15788" y="119539"/>
                  <a:pt x="15681" y="121730"/>
                  <a:pt x="15336" y="123885"/>
                </a:cubicBezTo>
                <a:cubicBezTo>
                  <a:pt x="15014" y="125897"/>
                  <a:pt x="14478" y="127862"/>
                  <a:pt x="13943" y="129826"/>
                </a:cubicBezTo>
                <a:cubicBezTo>
                  <a:pt x="13824" y="130243"/>
                  <a:pt x="13871" y="130552"/>
                  <a:pt x="14312" y="130719"/>
                </a:cubicBezTo>
                <a:cubicBezTo>
                  <a:pt x="14388" y="130742"/>
                  <a:pt x="14454" y="130752"/>
                  <a:pt x="14512" y="130752"/>
                </a:cubicBezTo>
                <a:cubicBezTo>
                  <a:pt x="14847" y="130752"/>
                  <a:pt x="14922" y="130408"/>
                  <a:pt x="15074" y="130124"/>
                </a:cubicBezTo>
                <a:cubicBezTo>
                  <a:pt x="15491" y="129326"/>
                  <a:pt x="15633" y="128433"/>
                  <a:pt x="15872" y="127552"/>
                </a:cubicBezTo>
                <a:cubicBezTo>
                  <a:pt x="16729" y="124230"/>
                  <a:pt x="17145" y="120885"/>
                  <a:pt x="17122" y="117456"/>
                </a:cubicBezTo>
                <a:cubicBezTo>
                  <a:pt x="17122" y="116646"/>
                  <a:pt x="17205" y="115824"/>
                  <a:pt x="17265" y="114991"/>
                </a:cubicBezTo>
                <a:cubicBezTo>
                  <a:pt x="17419" y="112241"/>
                  <a:pt x="17384" y="109478"/>
                  <a:pt x="17110" y="106740"/>
                </a:cubicBezTo>
                <a:cubicBezTo>
                  <a:pt x="17026" y="105907"/>
                  <a:pt x="17336" y="105823"/>
                  <a:pt x="17896" y="105776"/>
                </a:cubicBezTo>
                <a:cubicBezTo>
                  <a:pt x="19050" y="105692"/>
                  <a:pt x="20039" y="105252"/>
                  <a:pt x="20920" y="104525"/>
                </a:cubicBezTo>
                <a:cubicBezTo>
                  <a:pt x="23253" y="102609"/>
                  <a:pt x="24230" y="100001"/>
                  <a:pt x="24242" y="97084"/>
                </a:cubicBezTo>
                <a:cubicBezTo>
                  <a:pt x="24242" y="94334"/>
                  <a:pt x="23539" y="91714"/>
                  <a:pt x="22384" y="89202"/>
                </a:cubicBezTo>
                <a:cubicBezTo>
                  <a:pt x="20336" y="84773"/>
                  <a:pt x="17765" y="80749"/>
                  <a:pt x="14288" y="77272"/>
                </a:cubicBezTo>
                <a:cubicBezTo>
                  <a:pt x="12335" y="75343"/>
                  <a:pt x="10264" y="73498"/>
                  <a:pt x="8597" y="71283"/>
                </a:cubicBezTo>
                <a:cubicBezTo>
                  <a:pt x="7239" y="69462"/>
                  <a:pt x="5727" y="67747"/>
                  <a:pt x="5084" y="65485"/>
                </a:cubicBezTo>
                <a:cubicBezTo>
                  <a:pt x="4668" y="63997"/>
                  <a:pt x="4489" y="62544"/>
                  <a:pt x="5358" y="61127"/>
                </a:cubicBezTo>
                <a:cubicBezTo>
                  <a:pt x="5618" y="60695"/>
                  <a:pt x="5877" y="60460"/>
                  <a:pt x="6247" y="60460"/>
                </a:cubicBezTo>
                <a:cubicBezTo>
                  <a:pt x="6436" y="60460"/>
                  <a:pt x="6655" y="60522"/>
                  <a:pt x="6918" y="60651"/>
                </a:cubicBezTo>
                <a:cubicBezTo>
                  <a:pt x="8896" y="61655"/>
                  <a:pt x="10990" y="62159"/>
                  <a:pt x="13162" y="62159"/>
                </a:cubicBezTo>
                <a:cubicBezTo>
                  <a:pt x="13695" y="62159"/>
                  <a:pt x="14234" y="62129"/>
                  <a:pt x="14776" y="62068"/>
                </a:cubicBezTo>
                <a:cubicBezTo>
                  <a:pt x="15526" y="61973"/>
                  <a:pt x="16312" y="61854"/>
                  <a:pt x="16931" y="61377"/>
                </a:cubicBezTo>
                <a:cubicBezTo>
                  <a:pt x="17479" y="60961"/>
                  <a:pt x="17586" y="60461"/>
                  <a:pt x="17145" y="59925"/>
                </a:cubicBezTo>
                <a:cubicBezTo>
                  <a:pt x="16931" y="59675"/>
                  <a:pt x="16681" y="59401"/>
                  <a:pt x="16383" y="59234"/>
                </a:cubicBezTo>
                <a:cubicBezTo>
                  <a:pt x="14555" y="58193"/>
                  <a:pt x="12704" y="57571"/>
                  <a:pt x="10829" y="57571"/>
                </a:cubicBezTo>
                <a:cubicBezTo>
                  <a:pt x="9358" y="57571"/>
                  <a:pt x="7872" y="57954"/>
                  <a:pt x="6370" y="58817"/>
                </a:cubicBezTo>
                <a:cubicBezTo>
                  <a:pt x="6196" y="58924"/>
                  <a:pt x="6050" y="58974"/>
                  <a:pt x="5909" y="58974"/>
                </a:cubicBezTo>
                <a:cubicBezTo>
                  <a:pt x="5780" y="58974"/>
                  <a:pt x="5655" y="58932"/>
                  <a:pt x="5513" y="58853"/>
                </a:cubicBezTo>
                <a:cubicBezTo>
                  <a:pt x="4191" y="58079"/>
                  <a:pt x="3072" y="57079"/>
                  <a:pt x="2156" y="55877"/>
                </a:cubicBezTo>
                <a:cubicBezTo>
                  <a:pt x="1548" y="55055"/>
                  <a:pt x="1227" y="54138"/>
                  <a:pt x="1191" y="53102"/>
                </a:cubicBezTo>
                <a:cubicBezTo>
                  <a:pt x="1108" y="50983"/>
                  <a:pt x="1858" y="49090"/>
                  <a:pt x="2798" y="47257"/>
                </a:cubicBezTo>
                <a:cubicBezTo>
                  <a:pt x="3632" y="45637"/>
                  <a:pt x="4775" y="44209"/>
                  <a:pt x="5573" y="42565"/>
                </a:cubicBezTo>
                <a:cubicBezTo>
                  <a:pt x="6918" y="39815"/>
                  <a:pt x="7978" y="37005"/>
                  <a:pt x="7894" y="33862"/>
                </a:cubicBezTo>
                <a:cubicBezTo>
                  <a:pt x="7859" y="31421"/>
                  <a:pt x="7347" y="29088"/>
                  <a:pt x="6739" y="26754"/>
                </a:cubicBezTo>
                <a:cubicBezTo>
                  <a:pt x="6144" y="24456"/>
                  <a:pt x="5239" y="22230"/>
                  <a:pt x="5263" y="19789"/>
                </a:cubicBezTo>
                <a:cubicBezTo>
                  <a:pt x="5275" y="18277"/>
                  <a:pt x="6025" y="17289"/>
                  <a:pt x="7454" y="16824"/>
                </a:cubicBezTo>
                <a:cubicBezTo>
                  <a:pt x="8315" y="16543"/>
                  <a:pt x="9174" y="16435"/>
                  <a:pt x="10029" y="16435"/>
                </a:cubicBezTo>
                <a:cubicBezTo>
                  <a:pt x="11383" y="16435"/>
                  <a:pt x="12731" y="16706"/>
                  <a:pt x="14074" y="16991"/>
                </a:cubicBezTo>
                <a:cubicBezTo>
                  <a:pt x="18110" y="17848"/>
                  <a:pt x="21968" y="19313"/>
                  <a:pt x="25968" y="20289"/>
                </a:cubicBezTo>
                <a:cubicBezTo>
                  <a:pt x="28051" y="20803"/>
                  <a:pt x="30140" y="21273"/>
                  <a:pt x="32264" y="21273"/>
                </a:cubicBezTo>
                <a:cubicBezTo>
                  <a:pt x="33041" y="21273"/>
                  <a:pt x="33824" y="21210"/>
                  <a:pt x="34612" y="21063"/>
                </a:cubicBezTo>
                <a:cubicBezTo>
                  <a:pt x="38636" y="20325"/>
                  <a:pt x="40934" y="17408"/>
                  <a:pt x="41315" y="13693"/>
                </a:cubicBezTo>
                <a:cubicBezTo>
                  <a:pt x="41649" y="10347"/>
                  <a:pt x="40482" y="7347"/>
                  <a:pt x="38886" y="4454"/>
                </a:cubicBezTo>
                <a:cubicBezTo>
                  <a:pt x="38065" y="2965"/>
                  <a:pt x="36874" y="1703"/>
                  <a:pt x="36195" y="1"/>
                </a:cubicBezTo>
                <a:close/>
              </a:path>
            </a:pathLst>
          </a:custGeom>
          <a:solidFill>
            <a:srgbClr val="CBB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4" name="Google Shape;1464;p74"/>
          <p:cNvGrpSpPr/>
          <p:nvPr/>
        </p:nvGrpSpPr>
        <p:grpSpPr>
          <a:xfrm rot="-704396">
            <a:off x="24204" y="2613553"/>
            <a:ext cx="1716724" cy="1859935"/>
            <a:chOff x="5032175" y="2294450"/>
            <a:chExt cx="1144500" cy="1239975"/>
          </a:xfrm>
        </p:grpSpPr>
        <p:sp>
          <p:nvSpPr>
            <p:cNvPr id="1465" name="Google Shape;1465;p74"/>
            <p:cNvSpPr/>
            <p:nvPr/>
          </p:nvSpPr>
          <p:spPr>
            <a:xfrm>
              <a:off x="5447100" y="2296850"/>
              <a:ext cx="224450" cy="701900"/>
            </a:xfrm>
            <a:custGeom>
              <a:avLst/>
              <a:gdLst/>
              <a:ahLst/>
              <a:cxnLst/>
              <a:rect l="l" t="t" r="r" b="b"/>
              <a:pathLst>
                <a:path w="8978" h="28076" extrusionOk="0">
                  <a:moveTo>
                    <a:pt x="8156" y="1"/>
                  </a:moveTo>
                  <a:cubicBezTo>
                    <a:pt x="8097" y="72"/>
                    <a:pt x="8013" y="144"/>
                    <a:pt x="7978" y="239"/>
                  </a:cubicBezTo>
                  <a:cubicBezTo>
                    <a:pt x="7775" y="537"/>
                    <a:pt x="7573" y="822"/>
                    <a:pt x="7382" y="1120"/>
                  </a:cubicBezTo>
                  <a:cubicBezTo>
                    <a:pt x="7144" y="1501"/>
                    <a:pt x="6977" y="1906"/>
                    <a:pt x="6858" y="2334"/>
                  </a:cubicBezTo>
                  <a:cubicBezTo>
                    <a:pt x="6561" y="3537"/>
                    <a:pt x="6251" y="4763"/>
                    <a:pt x="5954" y="5966"/>
                  </a:cubicBezTo>
                  <a:cubicBezTo>
                    <a:pt x="5299" y="8657"/>
                    <a:pt x="4644" y="11347"/>
                    <a:pt x="3965" y="14026"/>
                  </a:cubicBezTo>
                  <a:cubicBezTo>
                    <a:pt x="3358" y="16467"/>
                    <a:pt x="2751" y="18908"/>
                    <a:pt x="2108" y="21349"/>
                  </a:cubicBezTo>
                  <a:cubicBezTo>
                    <a:pt x="1679" y="22992"/>
                    <a:pt x="1262" y="24611"/>
                    <a:pt x="739" y="26218"/>
                  </a:cubicBezTo>
                  <a:cubicBezTo>
                    <a:pt x="548" y="26814"/>
                    <a:pt x="310" y="27397"/>
                    <a:pt x="36" y="27945"/>
                  </a:cubicBezTo>
                  <a:cubicBezTo>
                    <a:pt x="24" y="27992"/>
                    <a:pt x="0" y="28076"/>
                    <a:pt x="12" y="28076"/>
                  </a:cubicBezTo>
                  <a:cubicBezTo>
                    <a:pt x="24" y="28076"/>
                    <a:pt x="84" y="28004"/>
                    <a:pt x="119" y="27957"/>
                  </a:cubicBezTo>
                  <a:cubicBezTo>
                    <a:pt x="369" y="27528"/>
                    <a:pt x="631" y="27087"/>
                    <a:pt x="870" y="26623"/>
                  </a:cubicBezTo>
                  <a:cubicBezTo>
                    <a:pt x="1167" y="26028"/>
                    <a:pt x="1477" y="25432"/>
                    <a:pt x="1846" y="24861"/>
                  </a:cubicBezTo>
                  <a:cubicBezTo>
                    <a:pt x="1977" y="24659"/>
                    <a:pt x="2096" y="24444"/>
                    <a:pt x="2203" y="24206"/>
                  </a:cubicBezTo>
                  <a:cubicBezTo>
                    <a:pt x="2525" y="23420"/>
                    <a:pt x="2953" y="22706"/>
                    <a:pt x="3406" y="21992"/>
                  </a:cubicBezTo>
                  <a:cubicBezTo>
                    <a:pt x="4501" y="20241"/>
                    <a:pt x="5561" y="18467"/>
                    <a:pt x="6501" y="16622"/>
                  </a:cubicBezTo>
                  <a:cubicBezTo>
                    <a:pt x="7347" y="14943"/>
                    <a:pt x="7930" y="13193"/>
                    <a:pt x="8287" y="11347"/>
                  </a:cubicBezTo>
                  <a:cubicBezTo>
                    <a:pt x="8609" y="9681"/>
                    <a:pt x="8692" y="8026"/>
                    <a:pt x="8751" y="6323"/>
                  </a:cubicBezTo>
                  <a:lnTo>
                    <a:pt x="8882" y="3465"/>
                  </a:lnTo>
                  <a:cubicBezTo>
                    <a:pt x="8930" y="2632"/>
                    <a:pt x="8942" y="1799"/>
                    <a:pt x="8966" y="953"/>
                  </a:cubicBezTo>
                  <a:cubicBezTo>
                    <a:pt x="8966" y="787"/>
                    <a:pt x="8978" y="596"/>
                    <a:pt x="8894" y="441"/>
                  </a:cubicBezTo>
                  <a:lnTo>
                    <a:pt x="8894" y="906"/>
                  </a:lnTo>
                  <a:cubicBezTo>
                    <a:pt x="8894" y="1906"/>
                    <a:pt x="8823" y="2870"/>
                    <a:pt x="8775" y="3870"/>
                  </a:cubicBezTo>
                  <a:cubicBezTo>
                    <a:pt x="8704" y="5192"/>
                    <a:pt x="8692" y="6502"/>
                    <a:pt x="8597" y="7811"/>
                  </a:cubicBezTo>
                  <a:cubicBezTo>
                    <a:pt x="8406" y="10657"/>
                    <a:pt x="7918" y="13324"/>
                    <a:pt x="6727" y="15919"/>
                  </a:cubicBezTo>
                  <a:cubicBezTo>
                    <a:pt x="5918" y="17693"/>
                    <a:pt x="4918" y="19348"/>
                    <a:pt x="3906" y="21015"/>
                  </a:cubicBezTo>
                  <a:cubicBezTo>
                    <a:pt x="3596" y="21539"/>
                    <a:pt x="3251" y="22039"/>
                    <a:pt x="2929" y="22575"/>
                  </a:cubicBezTo>
                  <a:cubicBezTo>
                    <a:pt x="2894" y="22623"/>
                    <a:pt x="2858" y="22670"/>
                    <a:pt x="2810" y="22694"/>
                  </a:cubicBezTo>
                  <a:lnTo>
                    <a:pt x="2941" y="22384"/>
                  </a:lnTo>
                  <a:cubicBezTo>
                    <a:pt x="3251" y="21670"/>
                    <a:pt x="3584" y="20968"/>
                    <a:pt x="3882" y="20241"/>
                  </a:cubicBezTo>
                  <a:cubicBezTo>
                    <a:pt x="4489" y="18801"/>
                    <a:pt x="4906" y="17324"/>
                    <a:pt x="5203" y="15788"/>
                  </a:cubicBezTo>
                  <a:cubicBezTo>
                    <a:pt x="5668" y="13419"/>
                    <a:pt x="6144" y="11074"/>
                    <a:pt x="6739" y="8752"/>
                  </a:cubicBezTo>
                  <a:cubicBezTo>
                    <a:pt x="7120" y="7252"/>
                    <a:pt x="7585" y="5740"/>
                    <a:pt x="7989" y="4239"/>
                  </a:cubicBezTo>
                  <a:cubicBezTo>
                    <a:pt x="8216" y="3394"/>
                    <a:pt x="8430" y="2525"/>
                    <a:pt x="8644" y="1668"/>
                  </a:cubicBezTo>
                  <a:cubicBezTo>
                    <a:pt x="8716" y="1334"/>
                    <a:pt x="8775" y="989"/>
                    <a:pt x="8751" y="656"/>
                  </a:cubicBezTo>
                  <a:cubicBezTo>
                    <a:pt x="8728" y="429"/>
                    <a:pt x="8656" y="227"/>
                    <a:pt x="8525" y="25"/>
                  </a:cubicBezTo>
                  <a:lnTo>
                    <a:pt x="8525" y="25"/>
                  </a:lnTo>
                  <a:cubicBezTo>
                    <a:pt x="8525" y="60"/>
                    <a:pt x="8525" y="120"/>
                    <a:pt x="8537" y="132"/>
                  </a:cubicBezTo>
                  <a:cubicBezTo>
                    <a:pt x="8692" y="429"/>
                    <a:pt x="8704" y="715"/>
                    <a:pt x="8668" y="1025"/>
                  </a:cubicBezTo>
                  <a:cubicBezTo>
                    <a:pt x="8632" y="1334"/>
                    <a:pt x="8573" y="1644"/>
                    <a:pt x="8490" y="1941"/>
                  </a:cubicBezTo>
                  <a:cubicBezTo>
                    <a:pt x="8073" y="3561"/>
                    <a:pt x="7620" y="5144"/>
                    <a:pt x="7180" y="6740"/>
                  </a:cubicBezTo>
                  <a:cubicBezTo>
                    <a:pt x="6513" y="9133"/>
                    <a:pt x="5989" y="11562"/>
                    <a:pt x="5489" y="14002"/>
                  </a:cubicBezTo>
                  <a:cubicBezTo>
                    <a:pt x="5239" y="15217"/>
                    <a:pt x="5001" y="16431"/>
                    <a:pt x="4715" y="17634"/>
                  </a:cubicBezTo>
                  <a:cubicBezTo>
                    <a:pt x="4465" y="18658"/>
                    <a:pt x="4060" y="19610"/>
                    <a:pt x="3656" y="20575"/>
                  </a:cubicBezTo>
                  <a:cubicBezTo>
                    <a:pt x="3287" y="21456"/>
                    <a:pt x="2894" y="22337"/>
                    <a:pt x="2525" y="23230"/>
                  </a:cubicBezTo>
                  <a:cubicBezTo>
                    <a:pt x="2465" y="23361"/>
                    <a:pt x="2405" y="23516"/>
                    <a:pt x="2334" y="23647"/>
                  </a:cubicBezTo>
                  <a:cubicBezTo>
                    <a:pt x="1822" y="24635"/>
                    <a:pt x="1322" y="25611"/>
                    <a:pt x="798" y="26575"/>
                  </a:cubicBezTo>
                  <a:cubicBezTo>
                    <a:pt x="786" y="26611"/>
                    <a:pt x="774" y="26635"/>
                    <a:pt x="750" y="26635"/>
                  </a:cubicBezTo>
                  <a:cubicBezTo>
                    <a:pt x="734" y="26646"/>
                    <a:pt x="721" y="26652"/>
                    <a:pt x="711" y="26652"/>
                  </a:cubicBezTo>
                  <a:cubicBezTo>
                    <a:pt x="698" y="26652"/>
                    <a:pt x="691" y="26643"/>
                    <a:pt x="691" y="26623"/>
                  </a:cubicBezTo>
                  <a:cubicBezTo>
                    <a:pt x="691" y="26611"/>
                    <a:pt x="703" y="26552"/>
                    <a:pt x="727" y="26504"/>
                  </a:cubicBezTo>
                  <a:cubicBezTo>
                    <a:pt x="1251" y="24909"/>
                    <a:pt x="1679" y="23289"/>
                    <a:pt x="2120" y="21670"/>
                  </a:cubicBezTo>
                  <a:cubicBezTo>
                    <a:pt x="2953" y="18622"/>
                    <a:pt x="3691" y="15550"/>
                    <a:pt x="4441" y="12467"/>
                  </a:cubicBezTo>
                  <a:cubicBezTo>
                    <a:pt x="5132" y="9704"/>
                    <a:pt x="5799" y="6918"/>
                    <a:pt x="6489" y="4132"/>
                  </a:cubicBezTo>
                  <a:cubicBezTo>
                    <a:pt x="6632" y="3561"/>
                    <a:pt x="6787" y="2965"/>
                    <a:pt x="6930" y="2382"/>
                  </a:cubicBezTo>
                  <a:cubicBezTo>
                    <a:pt x="7085" y="1799"/>
                    <a:pt x="7335" y="1310"/>
                    <a:pt x="7656" y="822"/>
                  </a:cubicBezTo>
                  <a:cubicBezTo>
                    <a:pt x="7835" y="548"/>
                    <a:pt x="8001" y="275"/>
                    <a:pt x="815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74"/>
            <p:cNvSpPr/>
            <p:nvPr/>
          </p:nvSpPr>
          <p:spPr>
            <a:xfrm>
              <a:off x="5419725" y="3136050"/>
              <a:ext cx="698600" cy="92800"/>
            </a:xfrm>
            <a:custGeom>
              <a:avLst/>
              <a:gdLst/>
              <a:ahLst/>
              <a:cxnLst/>
              <a:rect l="l" t="t" r="r" b="b"/>
              <a:pathLst>
                <a:path w="27944" h="3712" extrusionOk="0">
                  <a:moveTo>
                    <a:pt x="25184" y="1"/>
                  </a:moveTo>
                  <a:cubicBezTo>
                    <a:pt x="23797" y="1"/>
                    <a:pt x="22400" y="93"/>
                    <a:pt x="21038" y="246"/>
                  </a:cubicBezTo>
                  <a:cubicBezTo>
                    <a:pt x="19098" y="449"/>
                    <a:pt x="17181" y="675"/>
                    <a:pt x="15240" y="735"/>
                  </a:cubicBezTo>
                  <a:cubicBezTo>
                    <a:pt x="14942" y="746"/>
                    <a:pt x="14646" y="750"/>
                    <a:pt x="14351" y="750"/>
                  </a:cubicBezTo>
                  <a:cubicBezTo>
                    <a:pt x="13761" y="750"/>
                    <a:pt x="13176" y="735"/>
                    <a:pt x="12597" y="735"/>
                  </a:cubicBezTo>
                  <a:cubicBezTo>
                    <a:pt x="11287" y="735"/>
                    <a:pt x="10001" y="770"/>
                    <a:pt x="8739" y="997"/>
                  </a:cubicBezTo>
                  <a:cubicBezTo>
                    <a:pt x="7775" y="1175"/>
                    <a:pt x="6834" y="1473"/>
                    <a:pt x="5906" y="1770"/>
                  </a:cubicBezTo>
                  <a:cubicBezTo>
                    <a:pt x="4215" y="2330"/>
                    <a:pt x="2548" y="2878"/>
                    <a:pt x="845" y="3425"/>
                  </a:cubicBezTo>
                  <a:lnTo>
                    <a:pt x="0" y="3699"/>
                  </a:lnTo>
                  <a:cubicBezTo>
                    <a:pt x="52" y="3707"/>
                    <a:pt x="102" y="3711"/>
                    <a:pt x="152" y="3711"/>
                  </a:cubicBezTo>
                  <a:cubicBezTo>
                    <a:pt x="251" y="3711"/>
                    <a:pt x="349" y="3695"/>
                    <a:pt x="452" y="3664"/>
                  </a:cubicBezTo>
                  <a:cubicBezTo>
                    <a:pt x="810" y="3556"/>
                    <a:pt x="1131" y="3461"/>
                    <a:pt x="1488" y="3354"/>
                  </a:cubicBezTo>
                  <a:cubicBezTo>
                    <a:pt x="2977" y="2925"/>
                    <a:pt x="4405" y="2509"/>
                    <a:pt x="5941" y="2163"/>
                  </a:cubicBezTo>
                  <a:cubicBezTo>
                    <a:pt x="7880" y="1736"/>
                    <a:pt x="9777" y="1532"/>
                    <a:pt x="11751" y="1532"/>
                  </a:cubicBezTo>
                  <a:cubicBezTo>
                    <a:pt x="12141" y="1532"/>
                    <a:pt x="12533" y="1540"/>
                    <a:pt x="12930" y="1556"/>
                  </a:cubicBezTo>
                  <a:cubicBezTo>
                    <a:pt x="15895" y="1651"/>
                    <a:pt x="18883" y="1735"/>
                    <a:pt x="21860" y="1878"/>
                  </a:cubicBezTo>
                  <a:cubicBezTo>
                    <a:pt x="23015" y="1937"/>
                    <a:pt x="24182" y="1997"/>
                    <a:pt x="25348" y="2044"/>
                  </a:cubicBezTo>
                  <a:cubicBezTo>
                    <a:pt x="25601" y="2050"/>
                    <a:pt x="25856" y="2061"/>
                    <a:pt x="26113" y="2061"/>
                  </a:cubicBezTo>
                  <a:cubicBezTo>
                    <a:pt x="26403" y="2061"/>
                    <a:pt x="26695" y="2047"/>
                    <a:pt x="26991" y="1997"/>
                  </a:cubicBezTo>
                  <a:cubicBezTo>
                    <a:pt x="27063" y="1985"/>
                    <a:pt x="27170" y="1961"/>
                    <a:pt x="27218" y="1925"/>
                  </a:cubicBezTo>
                  <a:cubicBezTo>
                    <a:pt x="27242" y="1913"/>
                    <a:pt x="27182" y="1913"/>
                    <a:pt x="27158" y="1913"/>
                  </a:cubicBezTo>
                  <a:cubicBezTo>
                    <a:pt x="26732" y="1953"/>
                    <a:pt x="26300" y="1968"/>
                    <a:pt x="25866" y="1968"/>
                  </a:cubicBezTo>
                  <a:cubicBezTo>
                    <a:pt x="25392" y="1968"/>
                    <a:pt x="24916" y="1950"/>
                    <a:pt x="24444" y="1925"/>
                  </a:cubicBezTo>
                  <a:cubicBezTo>
                    <a:pt x="21919" y="1806"/>
                    <a:pt x="19395" y="1687"/>
                    <a:pt x="16895" y="1616"/>
                  </a:cubicBezTo>
                  <a:cubicBezTo>
                    <a:pt x="15466" y="1568"/>
                    <a:pt x="14061" y="1508"/>
                    <a:pt x="12656" y="1449"/>
                  </a:cubicBezTo>
                  <a:cubicBezTo>
                    <a:pt x="12312" y="1435"/>
                    <a:pt x="11970" y="1428"/>
                    <a:pt x="11631" y="1428"/>
                  </a:cubicBezTo>
                  <a:cubicBezTo>
                    <a:pt x="9719" y="1428"/>
                    <a:pt x="7880" y="1652"/>
                    <a:pt x="5989" y="2056"/>
                  </a:cubicBezTo>
                  <a:cubicBezTo>
                    <a:pt x="5239" y="2223"/>
                    <a:pt x="4560" y="2413"/>
                    <a:pt x="3822" y="2592"/>
                  </a:cubicBezTo>
                  <a:cubicBezTo>
                    <a:pt x="3773" y="2600"/>
                    <a:pt x="3723" y="2614"/>
                    <a:pt x="3678" y="2614"/>
                  </a:cubicBezTo>
                  <a:cubicBezTo>
                    <a:pt x="3658" y="2614"/>
                    <a:pt x="3638" y="2611"/>
                    <a:pt x="3620" y="2604"/>
                  </a:cubicBezTo>
                  <a:cubicBezTo>
                    <a:pt x="3608" y="2604"/>
                    <a:pt x="3667" y="2592"/>
                    <a:pt x="3679" y="2580"/>
                  </a:cubicBezTo>
                  <a:cubicBezTo>
                    <a:pt x="5048" y="2175"/>
                    <a:pt x="6382" y="1711"/>
                    <a:pt x="7787" y="1330"/>
                  </a:cubicBezTo>
                  <a:cubicBezTo>
                    <a:pt x="9275" y="913"/>
                    <a:pt x="10787" y="818"/>
                    <a:pt x="12335" y="818"/>
                  </a:cubicBezTo>
                  <a:cubicBezTo>
                    <a:pt x="12994" y="818"/>
                    <a:pt x="13637" y="834"/>
                    <a:pt x="14281" y="834"/>
                  </a:cubicBezTo>
                  <a:cubicBezTo>
                    <a:pt x="14604" y="834"/>
                    <a:pt x="14926" y="830"/>
                    <a:pt x="15252" y="818"/>
                  </a:cubicBezTo>
                  <a:cubicBezTo>
                    <a:pt x="16955" y="782"/>
                    <a:pt x="18645" y="604"/>
                    <a:pt x="20348" y="425"/>
                  </a:cubicBezTo>
                  <a:cubicBezTo>
                    <a:pt x="21800" y="258"/>
                    <a:pt x="23277" y="104"/>
                    <a:pt x="24765" y="92"/>
                  </a:cubicBezTo>
                  <a:cubicBezTo>
                    <a:pt x="25253" y="92"/>
                    <a:pt x="25729" y="92"/>
                    <a:pt x="26265" y="127"/>
                  </a:cubicBezTo>
                  <a:cubicBezTo>
                    <a:pt x="26789" y="139"/>
                    <a:pt x="27372" y="306"/>
                    <a:pt x="27873" y="508"/>
                  </a:cubicBezTo>
                  <a:lnTo>
                    <a:pt x="27944" y="544"/>
                  </a:lnTo>
                  <a:cubicBezTo>
                    <a:pt x="27587" y="318"/>
                    <a:pt x="27194" y="175"/>
                    <a:pt x="26777" y="92"/>
                  </a:cubicBezTo>
                  <a:cubicBezTo>
                    <a:pt x="26468" y="56"/>
                    <a:pt x="26158" y="20"/>
                    <a:pt x="25860" y="8"/>
                  </a:cubicBezTo>
                  <a:cubicBezTo>
                    <a:pt x="25635" y="3"/>
                    <a:pt x="25410" y="1"/>
                    <a:pt x="2518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74"/>
            <p:cNvSpPr/>
            <p:nvPr/>
          </p:nvSpPr>
          <p:spPr>
            <a:xfrm>
              <a:off x="5535500" y="2716550"/>
              <a:ext cx="634325" cy="305200"/>
            </a:xfrm>
            <a:custGeom>
              <a:avLst/>
              <a:gdLst/>
              <a:ahLst/>
              <a:cxnLst/>
              <a:rect l="l" t="t" r="r" b="b"/>
              <a:pathLst>
                <a:path w="25373" h="12208" extrusionOk="0">
                  <a:moveTo>
                    <a:pt x="24182" y="1"/>
                  </a:moveTo>
                  <a:lnTo>
                    <a:pt x="24182" y="1"/>
                  </a:lnTo>
                  <a:cubicBezTo>
                    <a:pt x="23884" y="48"/>
                    <a:pt x="23587" y="60"/>
                    <a:pt x="23313" y="120"/>
                  </a:cubicBezTo>
                  <a:cubicBezTo>
                    <a:pt x="22515" y="298"/>
                    <a:pt x="21741" y="524"/>
                    <a:pt x="21015" y="834"/>
                  </a:cubicBezTo>
                  <a:cubicBezTo>
                    <a:pt x="20527" y="1036"/>
                    <a:pt x="19979" y="1263"/>
                    <a:pt x="19515" y="1453"/>
                  </a:cubicBezTo>
                  <a:cubicBezTo>
                    <a:pt x="19051" y="1655"/>
                    <a:pt x="18634" y="1834"/>
                    <a:pt x="18205" y="2025"/>
                  </a:cubicBezTo>
                  <a:cubicBezTo>
                    <a:pt x="17777" y="2215"/>
                    <a:pt x="17360" y="2406"/>
                    <a:pt x="16955" y="2584"/>
                  </a:cubicBezTo>
                  <a:cubicBezTo>
                    <a:pt x="16550" y="2787"/>
                    <a:pt x="16205" y="2965"/>
                    <a:pt x="15824" y="3144"/>
                  </a:cubicBezTo>
                  <a:cubicBezTo>
                    <a:pt x="15360" y="3346"/>
                    <a:pt x="14895" y="3560"/>
                    <a:pt x="14455" y="3751"/>
                  </a:cubicBezTo>
                  <a:cubicBezTo>
                    <a:pt x="14002" y="3941"/>
                    <a:pt x="13574" y="4108"/>
                    <a:pt x="13133" y="4287"/>
                  </a:cubicBezTo>
                  <a:cubicBezTo>
                    <a:pt x="12788" y="4418"/>
                    <a:pt x="12454" y="4549"/>
                    <a:pt x="12097" y="4703"/>
                  </a:cubicBezTo>
                  <a:cubicBezTo>
                    <a:pt x="11740" y="4846"/>
                    <a:pt x="11371" y="5001"/>
                    <a:pt x="11014" y="5180"/>
                  </a:cubicBezTo>
                  <a:cubicBezTo>
                    <a:pt x="10454" y="5465"/>
                    <a:pt x="9871" y="5739"/>
                    <a:pt x="9335" y="6061"/>
                  </a:cubicBezTo>
                  <a:cubicBezTo>
                    <a:pt x="8799" y="6370"/>
                    <a:pt x="8323" y="6680"/>
                    <a:pt x="7811" y="7025"/>
                  </a:cubicBezTo>
                  <a:cubicBezTo>
                    <a:pt x="7430" y="7275"/>
                    <a:pt x="7061" y="7525"/>
                    <a:pt x="6680" y="7799"/>
                  </a:cubicBezTo>
                  <a:cubicBezTo>
                    <a:pt x="6299" y="8061"/>
                    <a:pt x="5906" y="8359"/>
                    <a:pt x="5525" y="8644"/>
                  </a:cubicBezTo>
                  <a:cubicBezTo>
                    <a:pt x="5192" y="8871"/>
                    <a:pt x="4870" y="9109"/>
                    <a:pt x="4537" y="9335"/>
                  </a:cubicBezTo>
                  <a:cubicBezTo>
                    <a:pt x="4120" y="9609"/>
                    <a:pt x="3703" y="9883"/>
                    <a:pt x="3287" y="10145"/>
                  </a:cubicBezTo>
                  <a:cubicBezTo>
                    <a:pt x="2977" y="10347"/>
                    <a:pt x="2679" y="10538"/>
                    <a:pt x="2358" y="10728"/>
                  </a:cubicBezTo>
                  <a:cubicBezTo>
                    <a:pt x="2025" y="10942"/>
                    <a:pt x="1644" y="11157"/>
                    <a:pt x="1310" y="11371"/>
                  </a:cubicBezTo>
                  <a:cubicBezTo>
                    <a:pt x="989" y="11573"/>
                    <a:pt x="655" y="11776"/>
                    <a:pt x="334" y="11966"/>
                  </a:cubicBezTo>
                  <a:cubicBezTo>
                    <a:pt x="227" y="12026"/>
                    <a:pt x="108" y="12097"/>
                    <a:pt x="12" y="12157"/>
                  </a:cubicBezTo>
                  <a:cubicBezTo>
                    <a:pt x="1" y="12169"/>
                    <a:pt x="12" y="12192"/>
                    <a:pt x="36" y="12204"/>
                  </a:cubicBezTo>
                  <a:cubicBezTo>
                    <a:pt x="38" y="12207"/>
                    <a:pt x="42" y="12208"/>
                    <a:pt x="47" y="12208"/>
                  </a:cubicBezTo>
                  <a:cubicBezTo>
                    <a:pt x="70" y="12208"/>
                    <a:pt x="116" y="12188"/>
                    <a:pt x="155" y="12169"/>
                  </a:cubicBezTo>
                  <a:cubicBezTo>
                    <a:pt x="810" y="11800"/>
                    <a:pt x="1548" y="11430"/>
                    <a:pt x="2215" y="11145"/>
                  </a:cubicBezTo>
                  <a:cubicBezTo>
                    <a:pt x="2906" y="10859"/>
                    <a:pt x="3584" y="10585"/>
                    <a:pt x="4215" y="10323"/>
                  </a:cubicBezTo>
                  <a:cubicBezTo>
                    <a:pt x="4858" y="10073"/>
                    <a:pt x="5418" y="9895"/>
                    <a:pt x="6013" y="9656"/>
                  </a:cubicBezTo>
                  <a:cubicBezTo>
                    <a:pt x="6478" y="9478"/>
                    <a:pt x="6954" y="9275"/>
                    <a:pt x="7371" y="9073"/>
                  </a:cubicBezTo>
                  <a:cubicBezTo>
                    <a:pt x="7799" y="8894"/>
                    <a:pt x="8133" y="8752"/>
                    <a:pt x="8525" y="8573"/>
                  </a:cubicBezTo>
                  <a:cubicBezTo>
                    <a:pt x="8930" y="8394"/>
                    <a:pt x="9335" y="8204"/>
                    <a:pt x="9752" y="8025"/>
                  </a:cubicBezTo>
                  <a:cubicBezTo>
                    <a:pt x="10240" y="7799"/>
                    <a:pt x="10728" y="7573"/>
                    <a:pt x="11204" y="7347"/>
                  </a:cubicBezTo>
                  <a:cubicBezTo>
                    <a:pt x="11466" y="7228"/>
                    <a:pt x="11728" y="7097"/>
                    <a:pt x="11978" y="6978"/>
                  </a:cubicBezTo>
                  <a:cubicBezTo>
                    <a:pt x="12490" y="6728"/>
                    <a:pt x="13038" y="6454"/>
                    <a:pt x="13526" y="6239"/>
                  </a:cubicBezTo>
                  <a:cubicBezTo>
                    <a:pt x="14026" y="6013"/>
                    <a:pt x="14479" y="5799"/>
                    <a:pt x="14955" y="5608"/>
                  </a:cubicBezTo>
                  <a:cubicBezTo>
                    <a:pt x="15586" y="5346"/>
                    <a:pt x="16181" y="5084"/>
                    <a:pt x="16800" y="4846"/>
                  </a:cubicBezTo>
                  <a:cubicBezTo>
                    <a:pt x="17562" y="4549"/>
                    <a:pt x="18324" y="4287"/>
                    <a:pt x="19086" y="4001"/>
                  </a:cubicBezTo>
                  <a:cubicBezTo>
                    <a:pt x="20277" y="3572"/>
                    <a:pt x="21468" y="3156"/>
                    <a:pt x="22634" y="2703"/>
                  </a:cubicBezTo>
                  <a:cubicBezTo>
                    <a:pt x="23230" y="2489"/>
                    <a:pt x="23813" y="2227"/>
                    <a:pt x="24396" y="1965"/>
                  </a:cubicBezTo>
                  <a:cubicBezTo>
                    <a:pt x="24694" y="1834"/>
                    <a:pt x="24944" y="1667"/>
                    <a:pt x="25230" y="1513"/>
                  </a:cubicBezTo>
                  <a:cubicBezTo>
                    <a:pt x="25313" y="1477"/>
                    <a:pt x="25373" y="1394"/>
                    <a:pt x="25361" y="1298"/>
                  </a:cubicBezTo>
                  <a:lnTo>
                    <a:pt x="25361" y="1298"/>
                  </a:lnTo>
                  <a:cubicBezTo>
                    <a:pt x="25099" y="1548"/>
                    <a:pt x="24766" y="1679"/>
                    <a:pt x="24456" y="1846"/>
                  </a:cubicBezTo>
                  <a:cubicBezTo>
                    <a:pt x="23515" y="2287"/>
                    <a:pt x="22575" y="2644"/>
                    <a:pt x="21598" y="3001"/>
                  </a:cubicBezTo>
                  <a:cubicBezTo>
                    <a:pt x="20491" y="3406"/>
                    <a:pt x="19396" y="3799"/>
                    <a:pt x="18312" y="4192"/>
                  </a:cubicBezTo>
                  <a:cubicBezTo>
                    <a:pt x="17622" y="4453"/>
                    <a:pt x="16943" y="4715"/>
                    <a:pt x="16264" y="4989"/>
                  </a:cubicBezTo>
                  <a:cubicBezTo>
                    <a:pt x="15705" y="5204"/>
                    <a:pt x="15157" y="5430"/>
                    <a:pt x="14598" y="5668"/>
                  </a:cubicBezTo>
                  <a:cubicBezTo>
                    <a:pt x="14240" y="5823"/>
                    <a:pt x="13883" y="6001"/>
                    <a:pt x="13526" y="6156"/>
                  </a:cubicBezTo>
                  <a:cubicBezTo>
                    <a:pt x="13038" y="6382"/>
                    <a:pt x="12550" y="6620"/>
                    <a:pt x="12073" y="6847"/>
                  </a:cubicBezTo>
                  <a:cubicBezTo>
                    <a:pt x="11800" y="6978"/>
                    <a:pt x="11550" y="7097"/>
                    <a:pt x="11264" y="7228"/>
                  </a:cubicBezTo>
                  <a:cubicBezTo>
                    <a:pt x="10764" y="7466"/>
                    <a:pt x="10299" y="7704"/>
                    <a:pt x="9764" y="7942"/>
                  </a:cubicBezTo>
                  <a:cubicBezTo>
                    <a:pt x="9228" y="8180"/>
                    <a:pt x="8633" y="8454"/>
                    <a:pt x="8073" y="8704"/>
                  </a:cubicBezTo>
                  <a:cubicBezTo>
                    <a:pt x="7692" y="8871"/>
                    <a:pt x="7359" y="9037"/>
                    <a:pt x="6954" y="9192"/>
                  </a:cubicBezTo>
                  <a:cubicBezTo>
                    <a:pt x="6549" y="9371"/>
                    <a:pt x="6120" y="9537"/>
                    <a:pt x="5668" y="9716"/>
                  </a:cubicBezTo>
                  <a:cubicBezTo>
                    <a:pt x="5227" y="9895"/>
                    <a:pt x="4656" y="10109"/>
                    <a:pt x="4180" y="10288"/>
                  </a:cubicBezTo>
                  <a:lnTo>
                    <a:pt x="2799" y="10823"/>
                  </a:lnTo>
                  <a:cubicBezTo>
                    <a:pt x="2441" y="10966"/>
                    <a:pt x="2072" y="11133"/>
                    <a:pt x="1727" y="11276"/>
                  </a:cubicBezTo>
                  <a:cubicBezTo>
                    <a:pt x="1656" y="11311"/>
                    <a:pt x="1560" y="11371"/>
                    <a:pt x="1536" y="11371"/>
                  </a:cubicBezTo>
                  <a:cubicBezTo>
                    <a:pt x="1513" y="11335"/>
                    <a:pt x="1513" y="11311"/>
                    <a:pt x="1536" y="11300"/>
                  </a:cubicBezTo>
                  <a:cubicBezTo>
                    <a:pt x="1846" y="11097"/>
                    <a:pt x="2179" y="10907"/>
                    <a:pt x="2501" y="10704"/>
                  </a:cubicBezTo>
                  <a:cubicBezTo>
                    <a:pt x="2834" y="10490"/>
                    <a:pt x="3215" y="10252"/>
                    <a:pt x="3525" y="10049"/>
                  </a:cubicBezTo>
                  <a:cubicBezTo>
                    <a:pt x="3846" y="9847"/>
                    <a:pt x="4084" y="9692"/>
                    <a:pt x="4358" y="9514"/>
                  </a:cubicBezTo>
                  <a:cubicBezTo>
                    <a:pt x="4739" y="9264"/>
                    <a:pt x="5049" y="9061"/>
                    <a:pt x="5418" y="8799"/>
                  </a:cubicBezTo>
                  <a:cubicBezTo>
                    <a:pt x="5787" y="8525"/>
                    <a:pt x="6228" y="8216"/>
                    <a:pt x="6597" y="7942"/>
                  </a:cubicBezTo>
                  <a:cubicBezTo>
                    <a:pt x="6978" y="7680"/>
                    <a:pt x="7359" y="7394"/>
                    <a:pt x="7740" y="7144"/>
                  </a:cubicBezTo>
                  <a:cubicBezTo>
                    <a:pt x="8049" y="6930"/>
                    <a:pt x="8383" y="6716"/>
                    <a:pt x="8704" y="6513"/>
                  </a:cubicBezTo>
                  <a:cubicBezTo>
                    <a:pt x="9478" y="6037"/>
                    <a:pt x="10276" y="5585"/>
                    <a:pt x="11109" y="5204"/>
                  </a:cubicBezTo>
                  <a:cubicBezTo>
                    <a:pt x="11704" y="4942"/>
                    <a:pt x="12335" y="4703"/>
                    <a:pt x="12919" y="4465"/>
                  </a:cubicBezTo>
                  <a:cubicBezTo>
                    <a:pt x="13502" y="4227"/>
                    <a:pt x="14050" y="4013"/>
                    <a:pt x="14598" y="3763"/>
                  </a:cubicBezTo>
                  <a:cubicBezTo>
                    <a:pt x="15336" y="3441"/>
                    <a:pt x="16014" y="3096"/>
                    <a:pt x="16741" y="2763"/>
                  </a:cubicBezTo>
                  <a:cubicBezTo>
                    <a:pt x="17372" y="2489"/>
                    <a:pt x="17979" y="2203"/>
                    <a:pt x="18610" y="1929"/>
                  </a:cubicBezTo>
                  <a:cubicBezTo>
                    <a:pt x="19467" y="1560"/>
                    <a:pt x="20348" y="1191"/>
                    <a:pt x="21206" y="834"/>
                  </a:cubicBezTo>
                  <a:cubicBezTo>
                    <a:pt x="22003" y="501"/>
                    <a:pt x="22813" y="286"/>
                    <a:pt x="23646" y="131"/>
                  </a:cubicBezTo>
                  <a:cubicBezTo>
                    <a:pt x="23765" y="120"/>
                    <a:pt x="23908" y="84"/>
                    <a:pt x="23992" y="72"/>
                  </a:cubicBezTo>
                  <a:cubicBezTo>
                    <a:pt x="24087" y="48"/>
                    <a:pt x="24111" y="24"/>
                    <a:pt x="2418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74"/>
            <p:cNvSpPr/>
            <p:nvPr/>
          </p:nvSpPr>
          <p:spPr>
            <a:xfrm>
              <a:off x="5032175" y="2294450"/>
              <a:ext cx="1144500" cy="1239975"/>
            </a:xfrm>
            <a:custGeom>
              <a:avLst/>
              <a:gdLst/>
              <a:ahLst/>
              <a:cxnLst/>
              <a:rect l="l" t="t" r="r" b="b"/>
              <a:pathLst>
                <a:path w="45780" h="49599" extrusionOk="0">
                  <a:moveTo>
                    <a:pt x="25010" y="177"/>
                  </a:moveTo>
                  <a:cubicBezTo>
                    <a:pt x="25106" y="177"/>
                    <a:pt x="25196" y="223"/>
                    <a:pt x="25265" y="323"/>
                  </a:cubicBezTo>
                  <a:cubicBezTo>
                    <a:pt x="25325" y="394"/>
                    <a:pt x="25384" y="466"/>
                    <a:pt x="25408" y="561"/>
                  </a:cubicBezTo>
                  <a:cubicBezTo>
                    <a:pt x="25444" y="752"/>
                    <a:pt x="25491" y="942"/>
                    <a:pt x="25503" y="1133"/>
                  </a:cubicBezTo>
                  <a:cubicBezTo>
                    <a:pt x="25539" y="1728"/>
                    <a:pt x="25539" y="2311"/>
                    <a:pt x="25551" y="2919"/>
                  </a:cubicBezTo>
                  <a:cubicBezTo>
                    <a:pt x="25563" y="3526"/>
                    <a:pt x="25587" y="4157"/>
                    <a:pt x="25610" y="4764"/>
                  </a:cubicBezTo>
                  <a:cubicBezTo>
                    <a:pt x="25670" y="6050"/>
                    <a:pt x="25718" y="7324"/>
                    <a:pt x="25610" y="8610"/>
                  </a:cubicBezTo>
                  <a:cubicBezTo>
                    <a:pt x="25479" y="10265"/>
                    <a:pt x="25265" y="11896"/>
                    <a:pt x="24765" y="13491"/>
                  </a:cubicBezTo>
                  <a:cubicBezTo>
                    <a:pt x="23765" y="16658"/>
                    <a:pt x="22396" y="19587"/>
                    <a:pt x="20598" y="22373"/>
                  </a:cubicBezTo>
                  <a:cubicBezTo>
                    <a:pt x="19836" y="23540"/>
                    <a:pt x="18967" y="24624"/>
                    <a:pt x="18181" y="25767"/>
                  </a:cubicBezTo>
                  <a:cubicBezTo>
                    <a:pt x="17812" y="26338"/>
                    <a:pt x="17395" y="26850"/>
                    <a:pt x="17074" y="27445"/>
                  </a:cubicBezTo>
                  <a:cubicBezTo>
                    <a:pt x="17050" y="27481"/>
                    <a:pt x="17014" y="27529"/>
                    <a:pt x="16978" y="27541"/>
                  </a:cubicBezTo>
                  <a:cubicBezTo>
                    <a:pt x="16973" y="27546"/>
                    <a:pt x="16969" y="27548"/>
                    <a:pt x="16964" y="27548"/>
                  </a:cubicBezTo>
                  <a:cubicBezTo>
                    <a:pt x="16959" y="27548"/>
                    <a:pt x="16955" y="27543"/>
                    <a:pt x="16955" y="27529"/>
                  </a:cubicBezTo>
                  <a:cubicBezTo>
                    <a:pt x="16966" y="27493"/>
                    <a:pt x="16990" y="27410"/>
                    <a:pt x="17014" y="27326"/>
                  </a:cubicBezTo>
                  <a:cubicBezTo>
                    <a:pt x="17109" y="26910"/>
                    <a:pt x="17264" y="26493"/>
                    <a:pt x="17347" y="26064"/>
                  </a:cubicBezTo>
                  <a:cubicBezTo>
                    <a:pt x="17681" y="24552"/>
                    <a:pt x="17990" y="23028"/>
                    <a:pt x="18300" y="21492"/>
                  </a:cubicBezTo>
                  <a:cubicBezTo>
                    <a:pt x="18871" y="18694"/>
                    <a:pt x="19431" y="15884"/>
                    <a:pt x="19991" y="13075"/>
                  </a:cubicBezTo>
                  <a:cubicBezTo>
                    <a:pt x="20312" y="11420"/>
                    <a:pt x="20669" y="9788"/>
                    <a:pt x="21181" y="8193"/>
                  </a:cubicBezTo>
                  <a:cubicBezTo>
                    <a:pt x="21503" y="7193"/>
                    <a:pt x="21848" y="6193"/>
                    <a:pt x="22193" y="5205"/>
                  </a:cubicBezTo>
                  <a:cubicBezTo>
                    <a:pt x="22658" y="3811"/>
                    <a:pt x="23253" y="2502"/>
                    <a:pt x="23991" y="1240"/>
                  </a:cubicBezTo>
                  <a:cubicBezTo>
                    <a:pt x="24134" y="978"/>
                    <a:pt x="24313" y="716"/>
                    <a:pt x="24515" y="478"/>
                  </a:cubicBezTo>
                  <a:cubicBezTo>
                    <a:pt x="24598" y="359"/>
                    <a:pt x="24706" y="287"/>
                    <a:pt x="24848" y="216"/>
                  </a:cubicBezTo>
                  <a:cubicBezTo>
                    <a:pt x="24903" y="191"/>
                    <a:pt x="24957" y="177"/>
                    <a:pt x="25010" y="177"/>
                  </a:cubicBezTo>
                  <a:close/>
                  <a:moveTo>
                    <a:pt x="44363" y="16944"/>
                  </a:moveTo>
                  <a:cubicBezTo>
                    <a:pt x="44601" y="16944"/>
                    <a:pt x="44839" y="16980"/>
                    <a:pt x="45065" y="17075"/>
                  </a:cubicBezTo>
                  <a:cubicBezTo>
                    <a:pt x="45506" y="17266"/>
                    <a:pt x="45625" y="17599"/>
                    <a:pt x="45434" y="18039"/>
                  </a:cubicBezTo>
                  <a:cubicBezTo>
                    <a:pt x="45363" y="18218"/>
                    <a:pt x="45244" y="18385"/>
                    <a:pt x="45113" y="18516"/>
                  </a:cubicBezTo>
                  <a:cubicBezTo>
                    <a:pt x="44851" y="18754"/>
                    <a:pt x="44613" y="18992"/>
                    <a:pt x="44339" y="19206"/>
                  </a:cubicBezTo>
                  <a:cubicBezTo>
                    <a:pt x="43470" y="19873"/>
                    <a:pt x="42553" y="20409"/>
                    <a:pt x="41517" y="20790"/>
                  </a:cubicBezTo>
                  <a:cubicBezTo>
                    <a:pt x="40862" y="21052"/>
                    <a:pt x="40184" y="21230"/>
                    <a:pt x="39517" y="21433"/>
                  </a:cubicBezTo>
                  <a:cubicBezTo>
                    <a:pt x="38457" y="21778"/>
                    <a:pt x="37445" y="22254"/>
                    <a:pt x="36433" y="22719"/>
                  </a:cubicBezTo>
                  <a:cubicBezTo>
                    <a:pt x="35766" y="23016"/>
                    <a:pt x="35076" y="23314"/>
                    <a:pt x="34433" y="23576"/>
                  </a:cubicBezTo>
                  <a:cubicBezTo>
                    <a:pt x="33790" y="23862"/>
                    <a:pt x="33183" y="24100"/>
                    <a:pt x="32564" y="24374"/>
                  </a:cubicBezTo>
                  <a:cubicBezTo>
                    <a:pt x="32028" y="24588"/>
                    <a:pt x="31504" y="24826"/>
                    <a:pt x="30968" y="25040"/>
                  </a:cubicBezTo>
                  <a:cubicBezTo>
                    <a:pt x="30182" y="25338"/>
                    <a:pt x="29420" y="25636"/>
                    <a:pt x="28635" y="25898"/>
                  </a:cubicBezTo>
                  <a:cubicBezTo>
                    <a:pt x="27301" y="26350"/>
                    <a:pt x="25968" y="26767"/>
                    <a:pt x="24610" y="27172"/>
                  </a:cubicBezTo>
                  <a:cubicBezTo>
                    <a:pt x="24217" y="27291"/>
                    <a:pt x="23789" y="27374"/>
                    <a:pt x="23408" y="27541"/>
                  </a:cubicBezTo>
                  <a:cubicBezTo>
                    <a:pt x="22562" y="27898"/>
                    <a:pt x="21717" y="28267"/>
                    <a:pt x="20860" y="28636"/>
                  </a:cubicBezTo>
                  <a:cubicBezTo>
                    <a:pt x="20753" y="28684"/>
                    <a:pt x="20657" y="28731"/>
                    <a:pt x="20586" y="28791"/>
                  </a:cubicBezTo>
                  <a:cubicBezTo>
                    <a:pt x="20586" y="28791"/>
                    <a:pt x="20550" y="28755"/>
                    <a:pt x="20562" y="28755"/>
                  </a:cubicBezTo>
                  <a:cubicBezTo>
                    <a:pt x="20979" y="28434"/>
                    <a:pt x="21431" y="28100"/>
                    <a:pt x="21860" y="27779"/>
                  </a:cubicBezTo>
                  <a:cubicBezTo>
                    <a:pt x="22979" y="26898"/>
                    <a:pt x="24003" y="25921"/>
                    <a:pt x="25003" y="24909"/>
                  </a:cubicBezTo>
                  <a:cubicBezTo>
                    <a:pt x="26194" y="23683"/>
                    <a:pt x="27349" y="22528"/>
                    <a:pt x="28766" y="21576"/>
                  </a:cubicBezTo>
                  <a:cubicBezTo>
                    <a:pt x="29778" y="20885"/>
                    <a:pt x="30802" y="20337"/>
                    <a:pt x="31933" y="19861"/>
                  </a:cubicBezTo>
                  <a:cubicBezTo>
                    <a:pt x="33064" y="19373"/>
                    <a:pt x="34278" y="19004"/>
                    <a:pt x="35481" y="18730"/>
                  </a:cubicBezTo>
                  <a:cubicBezTo>
                    <a:pt x="37029" y="18385"/>
                    <a:pt x="38576" y="18063"/>
                    <a:pt x="40124" y="17718"/>
                  </a:cubicBezTo>
                  <a:cubicBezTo>
                    <a:pt x="41160" y="17480"/>
                    <a:pt x="42232" y="17254"/>
                    <a:pt x="43291" y="17051"/>
                  </a:cubicBezTo>
                  <a:cubicBezTo>
                    <a:pt x="43648" y="16968"/>
                    <a:pt x="44006" y="16944"/>
                    <a:pt x="44363" y="16944"/>
                  </a:cubicBezTo>
                  <a:close/>
                  <a:moveTo>
                    <a:pt x="33085" y="31932"/>
                  </a:moveTo>
                  <a:cubicBezTo>
                    <a:pt x="34703" y="31932"/>
                    <a:pt x="36322" y="32075"/>
                    <a:pt x="37945" y="32327"/>
                  </a:cubicBezTo>
                  <a:cubicBezTo>
                    <a:pt x="39303" y="32541"/>
                    <a:pt x="40672" y="32982"/>
                    <a:pt x="41970" y="33518"/>
                  </a:cubicBezTo>
                  <a:cubicBezTo>
                    <a:pt x="42470" y="33732"/>
                    <a:pt x="42994" y="33994"/>
                    <a:pt x="43458" y="34327"/>
                  </a:cubicBezTo>
                  <a:cubicBezTo>
                    <a:pt x="43625" y="34434"/>
                    <a:pt x="43756" y="34565"/>
                    <a:pt x="43887" y="34708"/>
                  </a:cubicBezTo>
                  <a:cubicBezTo>
                    <a:pt x="44017" y="34863"/>
                    <a:pt x="44017" y="35006"/>
                    <a:pt x="43839" y="35137"/>
                  </a:cubicBezTo>
                  <a:cubicBezTo>
                    <a:pt x="43744" y="35220"/>
                    <a:pt x="43625" y="35280"/>
                    <a:pt x="43506" y="35327"/>
                  </a:cubicBezTo>
                  <a:cubicBezTo>
                    <a:pt x="43267" y="35399"/>
                    <a:pt x="43029" y="35470"/>
                    <a:pt x="42767" y="35506"/>
                  </a:cubicBezTo>
                  <a:cubicBezTo>
                    <a:pt x="41982" y="35601"/>
                    <a:pt x="41196" y="35744"/>
                    <a:pt x="40410" y="35815"/>
                  </a:cubicBezTo>
                  <a:cubicBezTo>
                    <a:pt x="37775" y="36084"/>
                    <a:pt x="35125" y="36201"/>
                    <a:pt x="32483" y="36201"/>
                  </a:cubicBezTo>
                  <a:cubicBezTo>
                    <a:pt x="31723" y="36201"/>
                    <a:pt x="30964" y="36191"/>
                    <a:pt x="30206" y="36173"/>
                  </a:cubicBezTo>
                  <a:cubicBezTo>
                    <a:pt x="28808" y="36140"/>
                    <a:pt x="27421" y="36076"/>
                    <a:pt x="26015" y="36076"/>
                  </a:cubicBezTo>
                  <a:cubicBezTo>
                    <a:pt x="25900" y="36076"/>
                    <a:pt x="25785" y="36076"/>
                    <a:pt x="25670" y="36077"/>
                  </a:cubicBezTo>
                  <a:cubicBezTo>
                    <a:pt x="24027" y="36101"/>
                    <a:pt x="22431" y="36196"/>
                    <a:pt x="20824" y="36435"/>
                  </a:cubicBezTo>
                  <a:cubicBezTo>
                    <a:pt x="19693" y="36601"/>
                    <a:pt x="18586" y="36816"/>
                    <a:pt x="17467" y="36994"/>
                  </a:cubicBezTo>
                  <a:cubicBezTo>
                    <a:pt x="16966" y="37066"/>
                    <a:pt x="16490" y="37149"/>
                    <a:pt x="15990" y="37256"/>
                  </a:cubicBezTo>
                  <a:cubicBezTo>
                    <a:pt x="15978" y="37256"/>
                    <a:pt x="15966" y="37244"/>
                    <a:pt x="15978" y="37220"/>
                  </a:cubicBezTo>
                  <a:cubicBezTo>
                    <a:pt x="15990" y="37208"/>
                    <a:pt x="16038" y="37185"/>
                    <a:pt x="16074" y="37161"/>
                  </a:cubicBezTo>
                  <a:cubicBezTo>
                    <a:pt x="17598" y="36458"/>
                    <a:pt x="19050" y="35661"/>
                    <a:pt x="20574" y="34934"/>
                  </a:cubicBezTo>
                  <a:cubicBezTo>
                    <a:pt x="23420" y="33577"/>
                    <a:pt x="26313" y="32625"/>
                    <a:pt x="29468" y="32184"/>
                  </a:cubicBezTo>
                  <a:cubicBezTo>
                    <a:pt x="30673" y="32011"/>
                    <a:pt x="31879" y="31932"/>
                    <a:pt x="33085" y="31932"/>
                  </a:cubicBezTo>
                  <a:close/>
                  <a:moveTo>
                    <a:pt x="24998" y="1"/>
                  </a:moveTo>
                  <a:cubicBezTo>
                    <a:pt x="24899" y="1"/>
                    <a:pt x="24790" y="32"/>
                    <a:pt x="24670" y="97"/>
                  </a:cubicBezTo>
                  <a:cubicBezTo>
                    <a:pt x="24527" y="180"/>
                    <a:pt x="24396" y="311"/>
                    <a:pt x="24289" y="454"/>
                  </a:cubicBezTo>
                  <a:cubicBezTo>
                    <a:pt x="24110" y="692"/>
                    <a:pt x="23944" y="942"/>
                    <a:pt x="23801" y="1192"/>
                  </a:cubicBezTo>
                  <a:cubicBezTo>
                    <a:pt x="23086" y="2454"/>
                    <a:pt x="22467" y="3764"/>
                    <a:pt x="22015" y="5133"/>
                  </a:cubicBezTo>
                  <a:cubicBezTo>
                    <a:pt x="21574" y="6407"/>
                    <a:pt x="21157" y="7669"/>
                    <a:pt x="20765" y="8943"/>
                  </a:cubicBezTo>
                  <a:cubicBezTo>
                    <a:pt x="20384" y="10122"/>
                    <a:pt x="20134" y="11324"/>
                    <a:pt x="19895" y="12539"/>
                  </a:cubicBezTo>
                  <a:cubicBezTo>
                    <a:pt x="19312" y="15432"/>
                    <a:pt x="18741" y="18349"/>
                    <a:pt x="18157" y="21254"/>
                  </a:cubicBezTo>
                  <a:cubicBezTo>
                    <a:pt x="17859" y="22754"/>
                    <a:pt x="17574" y="24243"/>
                    <a:pt x="17228" y="25755"/>
                  </a:cubicBezTo>
                  <a:cubicBezTo>
                    <a:pt x="17050" y="26540"/>
                    <a:pt x="16847" y="27302"/>
                    <a:pt x="16550" y="28053"/>
                  </a:cubicBezTo>
                  <a:cubicBezTo>
                    <a:pt x="15764" y="30100"/>
                    <a:pt x="14633" y="31732"/>
                    <a:pt x="13026" y="33208"/>
                  </a:cubicBezTo>
                  <a:cubicBezTo>
                    <a:pt x="12371" y="33803"/>
                    <a:pt x="11692" y="34339"/>
                    <a:pt x="11061" y="34934"/>
                  </a:cubicBezTo>
                  <a:cubicBezTo>
                    <a:pt x="9668" y="36232"/>
                    <a:pt x="8394" y="37554"/>
                    <a:pt x="7251" y="39066"/>
                  </a:cubicBezTo>
                  <a:cubicBezTo>
                    <a:pt x="5775" y="40995"/>
                    <a:pt x="4489" y="43031"/>
                    <a:pt x="2917" y="44888"/>
                  </a:cubicBezTo>
                  <a:cubicBezTo>
                    <a:pt x="1810" y="46186"/>
                    <a:pt x="881" y="47579"/>
                    <a:pt x="143" y="49127"/>
                  </a:cubicBezTo>
                  <a:cubicBezTo>
                    <a:pt x="107" y="49222"/>
                    <a:pt x="60" y="49341"/>
                    <a:pt x="24" y="49412"/>
                  </a:cubicBezTo>
                  <a:cubicBezTo>
                    <a:pt x="0" y="49508"/>
                    <a:pt x="12" y="49519"/>
                    <a:pt x="0" y="49591"/>
                  </a:cubicBezTo>
                  <a:cubicBezTo>
                    <a:pt x="18" y="49596"/>
                    <a:pt x="34" y="49599"/>
                    <a:pt x="49" y="49599"/>
                  </a:cubicBezTo>
                  <a:cubicBezTo>
                    <a:pt x="133" y="49599"/>
                    <a:pt x="170" y="49521"/>
                    <a:pt x="191" y="49460"/>
                  </a:cubicBezTo>
                  <a:cubicBezTo>
                    <a:pt x="381" y="49055"/>
                    <a:pt x="548" y="48674"/>
                    <a:pt x="762" y="48281"/>
                  </a:cubicBezTo>
                  <a:cubicBezTo>
                    <a:pt x="1596" y="46745"/>
                    <a:pt x="2691" y="45471"/>
                    <a:pt x="3774" y="44126"/>
                  </a:cubicBezTo>
                  <a:cubicBezTo>
                    <a:pt x="4941" y="42697"/>
                    <a:pt x="5894" y="41185"/>
                    <a:pt x="6977" y="39709"/>
                  </a:cubicBezTo>
                  <a:cubicBezTo>
                    <a:pt x="7013" y="39661"/>
                    <a:pt x="7037" y="39602"/>
                    <a:pt x="7084" y="39578"/>
                  </a:cubicBezTo>
                  <a:cubicBezTo>
                    <a:pt x="7144" y="39542"/>
                    <a:pt x="7203" y="39542"/>
                    <a:pt x="7263" y="39542"/>
                  </a:cubicBezTo>
                  <a:cubicBezTo>
                    <a:pt x="8680" y="39506"/>
                    <a:pt x="10025" y="39268"/>
                    <a:pt x="11382" y="38875"/>
                  </a:cubicBezTo>
                  <a:cubicBezTo>
                    <a:pt x="12406" y="38578"/>
                    <a:pt x="13359" y="38220"/>
                    <a:pt x="14359" y="37863"/>
                  </a:cubicBezTo>
                  <a:cubicBezTo>
                    <a:pt x="15121" y="37601"/>
                    <a:pt x="15859" y="37399"/>
                    <a:pt x="16669" y="37268"/>
                  </a:cubicBezTo>
                  <a:cubicBezTo>
                    <a:pt x="18026" y="37066"/>
                    <a:pt x="19372" y="36827"/>
                    <a:pt x="20741" y="36613"/>
                  </a:cubicBezTo>
                  <a:cubicBezTo>
                    <a:pt x="21669" y="36470"/>
                    <a:pt x="22610" y="36351"/>
                    <a:pt x="23563" y="36304"/>
                  </a:cubicBezTo>
                  <a:cubicBezTo>
                    <a:pt x="24417" y="36257"/>
                    <a:pt x="25270" y="36240"/>
                    <a:pt x="26125" y="36240"/>
                  </a:cubicBezTo>
                  <a:cubicBezTo>
                    <a:pt x="27247" y="36240"/>
                    <a:pt x="28374" y="36270"/>
                    <a:pt x="29516" y="36304"/>
                  </a:cubicBezTo>
                  <a:cubicBezTo>
                    <a:pt x="30482" y="36331"/>
                    <a:pt x="31453" y="36345"/>
                    <a:pt x="32426" y="36345"/>
                  </a:cubicBezTo>
                  <a:cubicBezTo>
                    <a:pt x="34417" y="36345"/>
                    <a:pt x="36419" y="36285"/>
                    <a:pt x="38410" y="36149"/>
                  </a:cubicBezTo>
                  <a:cubicBezTo>
                    <a:pt x="39838" y="36065"/>
                    <a:pt x="41303" y="35875"/>
                    <a:pt x="42708" y="35661"/>
                  </a:cubicBezTo>
                  <a:cubicBezTo>
                    <a:pt x="42982" y="35637"/>
                    <a:pt x="43232" y="35553"/>
                    <a:pt x="43482" y="35482"/>
                  </a:cubicBezTo>
                  <a:cubicBezTo>
                    <a:pt x="43636" y="35434"/>
                    <a:pt x="43803" y="35375"/>
                    <a:pt x="43922" y="35292"/>
                  </a:cubicBezTo>
                  <a:cubicBezTo>
                    <a:pt x="44196" y="35077"/>
                    <a:pt x="44232" y="34827"/>
                    <a:pt x="43994" y="34565"/>
                  </a:cubicBezTo>
                  <a:cubicBezTo>
                    <a:pt x="43756" y="34291"/>
                    <a:pt x="43446" y="34041"/>
                    <a:pt x="43113" y="33875"/>
                  </a:cubicBezTo>
                  <a:cubicBezTo>
                    <a:pt x="42053" y="33327"/>
                    <a:pt x="40946" y="32791"/>
                    <a:pt x="39791" y="32541"/>
                  </a:cubicBezTo>
                  <a:cubicBezTo>
                    <a:pt x="37537" y="32030"/>
                    <a:pt x="35327" y="31777"/>
                    <a:pt x="33117" y="31777"/>
                  </a:cubicBezTo>
                  <a:cubicBezTo>
                    <a:pt x="31056" y="31777"/>
                    <a:pt x="28994" y="31997"/>
                    <a:pt x="26896" y="32434"/>
                  </a:cubicBezTo>
                  <a:cubicBezTo>
                    <a:pt x="24551" y="32922"/>
                    <a:pt x="22455" y="33815"/>
                    <a:pt x="20348" y="34815"/>
                  </a:cubicBezTo>
                  <a:cubicBezTo>
                    <a:pt x="18812" y="35530"/>
                    <a:pt x="17371" y="36351"/>
                    <a:pt x="15847" y="37030"/>
                  </a:cubicBezTo>
                  <a:cubicBezTo>
                    <a:pt x="13823" y="37935"/>
                    <a:pt x="11859" y="38613"/>
                    <a:pt x="9716" y="39113"/>
                  </a:cubicBezTo>
                  <a:cubicBezTo>
                    <a:pt x="9037" y="39280"/>
                    <a:pt x="8323" y="39340"/>
                    <a:pt x="7620" y="39363"/>
                  </a:cubicBezTo>
                  <a:cubicBezTo>
                    <a:pt x="7525" y="39363"/>
                    <a:pt x="7394" y="39352"/>
                    <a:pt x="7287" y="39352"/>
                  </a:cubicBezTo>
                  <a:cubicBezTo>
                    <a:pt x="7322" y="39292"/>
                    <a:pt x="7370" y="39209"/>
                    <a:pt x="7406" y="39161"/>
                  </a:cubicBezTo>
                  <a:cubicBezTo>
                    <a:pt x="8442" y="37851"/>
                    <a:pt x="9525" y="36625"/>
                    <a:pt x="10740" y="35494"/>
                  </a:cubicBezTo>
                  <a:cubicBezTo>
                    <a:pt x="11597" y="34708"/>
                    <a:pt x="12490" y="33946"/>
                    <a:pt x="13395" y="33267"/>
                  </a:cubicBezTo>
                  <a:cubicBezTo>
                    <a:pt x="14299" y="32577"/>
                    <a:pt x="15204" y="31958"/>
                    <a:pt x="16181" y="31362"/>
                  </a:cubicBezTo>
                  <a:cubicBezTo>
                    <a:pt x="17467" y="30553"/>
                    <a:pt x="18812" y="29827"/>
                    <a:pt x="20181" y="29148"/>
                  </a:cubicBezTo>
                  <a:cubicBezTo>
                    <a:pt x="21027" y="28707"/>
                    <a:pt x="21931" y="28350"/>
                    <a:pt x="22801" y="27957"/>
                  </a:cubicBezTo>
                  <a:cubicBezTo>
                    <a:pt x="23574" y="27600"/>
                    <a:pt x="24396" y="27422"/>
                    <a:pt x="25194" y="27183"/>
                  </a:cubicBezTo>
                  <a:cubicBezTo>
                    <a:pt x="26361" y="26838"/>
                    <a:pt x="27492" y="26469"/>
                    <a:pt x="28635" y="26076"/>
                  </a:cubicBezTo>
                  <a:cubicBezTo>
                    <a:pt x="29301" y="25850"/>
                    <a:pt x="29956" y="25600"/>
                    <a:pt x="30611" y="25350"/>
                  </a:cubicBezTo>
                  <a:cubicBezTo>
                    <a:pt x="31147" y="25159"/>
                    <a:pt x="31659" y="24933"/>
                    <a:pt x="32195" y="24707"/>
                  </a:cubicBezTo>
                  <a:cubicBezTo>
                    <a:pt x="32707" y="24481"/>
                    <a:pt x="33266" y="24243"/>
                    <a:pt x="33802" y="24028"/>
                  </a:cubicBezTo>
                  <a:cubicBezTo>
                    <a:pt x="34433" y="23754"/>
                    <a:pt x="35076" y="23492"/>
                    <a:pt x="35719" y="23207"/>
                  </a:cubicBezTo>
                  <a:cubicBezTo>
                    <a:pt x="36659" y="22790"/>
                    <a:pt x="37612" y="22338"/>
                    <a:pt x="38564" y="21945"/>
                  </a:cubicBezTo>
                  <a:cubicBezTo>
                    <a:pt x="39136" y="21707"/>
                    <a:pt x="39755" y="21540"/>
                    <a:pt x="40350" y="21361"/>
                  </a:cubicBezTo>
                  <a:cubicBezTo>
                    <a:pt x="41553" y="20992"/>
                    <a:pt x="42684" y="20492"/>
                    <a:pt x="43756" y="19813"/>
                  </a:cubicBezTo>
                  <a:cubicBezTo>
                    <a:pt x="44291" y="19456"/>
                    <a:pt x="44768" y="19063"/>
                    <a:pt x="45208" y="18623"/>
                  </a:cubicBezTo>
                  <a:cubicBezTo>
                    <a:pt x="45375" y="18444"/>
                    <a:pt x="45530" y="18266"/>
                    <a:pt x="45613" y="18028"/>
                  </a:cubicBezTo>
                  <a:cubicBezTo>
                    <a:pt x="45780" y="17563"/>
                    <a:pt x="45649" y="17182"/>
                    <a:pt x="45208" y="16944"/>
                  </a:cubicBezTo>
                  <a:cubicBezTo>
                    <a:pt x="44968" y="16802"/>
                    <a:pt x="44697" y="16740"/>
                    <a:pt x="44415" y="16740"/>
                  </a:cubicBezTo>
                  <a:cubicBezTo>
                    <a:pt x="44390" y="16740"/>
                    <a:pt x="44364" y="16741"/>
                    <a:pt x="44339" y="16742"/>
                  </a:cubicBezTo>
                  <a:cubicBezTo>
                    <a:pt x="43863" y="16777"/>
                    <a:pt x="43398" y="16825"/>
                    <a:pt x="42934" y="16908"/>
                  </a:cubicBezTo>
                  <a:cubicBezTo>
                    <a:pt x="40374" y="17444"/>
                    <a:pt x="37814" y="17968"/>
                    <a:pt x="35266" y="18575"/>
                  </a:cubicBezTo>
                  <a:cubicBezTo>
                    <a:pt x="34135" y="18849"/>
                    <a:pt x="33040" y="19182"/>
                    <a:pt x="31968" y="19635"/>
                  </a:cubicBezTo>
                  <a:cubicBezTo>
                    <a:pt x="30742" y="20147"/>
                    <a:pt x="29611" y="20754"/>
                    <a:pt x="28516" y="21516"/>
                  </a:cubicBezTo>
                  <a:cubicBezTo>
                    <a:pt x="27170" y="22421"/>
                    <a:pt x="26063" y="23552"/>
                    <a:pt x="24908" y="24707"/>
                  </a:cubicBezTo>
                  <a:cubicBezTo>
                    <a:pt x="23944" y="25695"/>
                    <a:pt x="22943" y="26671"/>
                    <a:pt x="21848" y="27541"/>
                  </a:cubicBezTo>
                  <a:cubicBezTo>
                    <a:pt x="20943" y="28255"/>
                    <a:pt x="19991" y="28922"/>
                    <a:pt x="18991" y="29517"/>
                  </a:cubicBezTo>
                  <a:cubicBezTo>
                    <a:pt x="18633" y="29719"/>
                    <a:pt x="18240" y="29922"/>
                    <a:pt x="17883" y="30124"/>
                  </a:cubicBezTo>
                  <a:cubicBezTo>
                    <a:pt x="16836" y="30755"/>
                    <a:pt x="15788" y="31398"/>
                    <a:pt x="14764" y="32065"/>
                  </a:cubicBezTo>
                  <a:cubicBezTo>
                    <a:pt x="14526" y="32232"/>
                    <a:pt x="14299" y="32386"/>
                    <a:pt x="14073" y="32541"/>
                  </a:cubicBezTo>
                  <a:cubicBezTo>
                    <a:pt x="14071" y="32543"/>
                    <a:pt x="14068" y="32544"/>
                    <a:pt x="14064" y="32544"/>
                  </a:cubicBezTo>
                  <a:cubicBezTo>
                    <a:pt x="14046" y="32544"/>
                    <a:pt x="14010" y="32521"/>
                    <a:pt x="13990" y="32482"/>
                  </a:cubicBezTo>
                  <a:cubicBezTo>
                    <a:pt x="14061" y="32398"/>
                    <a:pt x="14157" y="32315"/>
                    <a:pt x="14228" y="32220"/>
                  </a:cubicBezTo>
                  <a:cubicBezTo>
                    <a:pt x="15181" y="31184"/>
                    <a:pt x="15859" y="30053"/>
                    <a:pt x="16443" y="28755"/>
                  </a:cubicBezTo>
                  <a:cubicBezTo>
                    <a:pt x="16538" y="28553"/>
                    <a:pt x="16621" y="28350"/>
                    <a:pt x="16728" y="28160"/>
                  </a:cubicBezTo>
                  <a:cubicBezTo>
                    <a:pt x="17407" y="26957"/>
                    <a:pt x="18240" y="25874"/>
                    <a:pt x="19050" y="24755"/>
                  </a:cubicBezTo>
                  <a:cubicBezTo>
                    <a:pt x="20241" y="23100"/>
                    <a:pt x="21431" y="21468"/>
                    <a:pt x="22372" y="19635"/>
                  </a:cubicBezTo>
                  <a:cubicBezTo>
                    <a:pt x="23455" y="17539"/>
                    <a:pt x="24360" y="15408"/>
                    <a:pt x="24991" y="13110"/>
                  </a:cubicBezTo>
                  <a:cubicBezTo>
                    <a:pt x="25718" y="10455"/>
                    <a:pt x="25849" y="7752"/>
                    <a:pt x="25741" y="4990"/>
                  </a:cubicBezTo>
                  <a:cubicBezTo>
                    <a:pt x="25718" y="4216"/>
                    <a:pt x="25658" y="3442"/>
                    <a:pt x="25670" y="2668"/>
                  </a:cubicBezTo>
                  <a:cubicBezTo>
                    <a:pt x="25682" y="2121"/>
                    <a:pt x="25658" y="1585"/>
                    <a:pt x="25622" y="1025"/>
                  </a:cubicBezTo>
                  <a:cubicBezTo>
                    <a:pt x="25610" y="775"/>
                    <a:pt x="25563" y="525"/>
                    <a:pt x="25432" y="299"/>
                  </a:cubicBezTo>
                  <a:cubicBezTo>
                    <a:pt x="25318" y="101"/>
                    <a:pt x="25174" y="1"/>
                    <a:pt x="2499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69" name="Google Shape;1469;p74"/>
          <p:cNvPicPr preferRelativeResize="0"/>
          <p:nvPr/>
        </p:nvPicPr>
        <p:blipFill rotWithShape="1">
          <a:blip r:embed="rId4">
            <a:alphaModFix/>
          </a:blip>
          <a:srcRect l="3061" t="37780" r="11424" b="34639"/>
          <a:stretch/>
        </p:blipFill>
        <p:spPr>
          <a:xfrm>
            <a:off x="424450" y="276525"/>
            <a:ext cx="3073373" cy="557526"/>
          </a:xfrm>
          <a:prstGeom prst="rect">
            <a:avLst/>
          </a:prstGeom>
          <a:noFill/>
          <a:ln>
            <a:noFill/>
          </a:ln>
        </p:spPr>
      </p:pic>
      <p:pic>
        <p:nvPicPr>
          <p:cNvPr id="1470" name="Google Shape;1470;p74"/>
          <p:cNvPicPr preferRelativeResize="0"/>
          <p:nvPr/>
        </p:nvPicPr>
        <p:blipFill rotWithShape="1">
          <a:blip r:embed="rId5">
            <a:alphaModFix amt="62000"/>
          </a:blip>
          <a:srcRect l="60047" t="21324" r="10380" b="61757"/>
          <a:stretch/>
        </p:blipFill>
        <p:spPr>
          <a:xfrm flipH="1">
            <a:off x="7264250" y="2051800"/>
            <a:ext cx="2679082" cy="862075"/>
          </a:xfrm>
          <a:prstGeom prst="rect">
            <a:avLst/>
          </a:prstGeom>
          <a:noFill/>
          <a:ln>
            <a:noFill/>
          </a:ln>
        </p:spPr>
      </p:pic>
      <p:pic>
        <p:nvPicPr>
          <p:cNvPr id="1471" name="Google Shape;1471;p74"/>
          <p:cNvPicPr preferRelativeResize="0"/>
          <p:nvPr/>
        </p:nvPicPr>
        <p:blipFill rotWithShape="1">
          <a:blip r:embed="rId6">
            <a:alphaModFix/>
          </a:blip>
          <a:srcRect l="28680" t="19555" r="23804" b="32703"/>
          <a:stretch/>
        </p:blipFill>
        <p:spPr>
          <a:xfrm rot="204534">
            <a:off x="317897" y="1883084"/>
            <a:ext cx="1287877" cy="727828"/>
          </a:xfrm>
          <a:prstGeom prst="rect">
            <a:avLst/>
          </a:prstGeom>
          <a:noFill/>
          <a:ln>
            <a:noFill/>
          </a:ln>
        </p:spPr>
      </p:pic>
      <p:pic>
        <p:nvPicPr>
          <p:cNvPr id="1472" name="Google Shape;1472;p74"/>
          <p:cNvPicPr preferRelativeResize="0"/>
          <p:nvPr/>
        </p:nvPicPr>
        <p:blipFill rotWithShape="1">
          <a:blip r:embed="rId7">
            <a:alphaModFix/>
          </a:blip>
          <a:srcRect l="45691" t="12052" r="18787" b="20159"/>
          <a:stretch/>
        </p:blipFill>
        <p:spPr>
          <a:xfrm>
            <a:off x="7122800" y="2202027"/>
            <a:ext cx="1366949" cy="1467299"/>
          </a:xfrm>
          <a:prstGeom prst="rect">
            <a:avLst/>
          </a:prstGeom>
          <a:noFill/>
          <a:ln>
            <a:noFill/>
          </a:ln>
        </p:spPr>
      </p:pic>
      <p:sp>
        <p:nvSpPr>
          <p:cNvPr id="1473" name="Google Shape;1473;p74">
            <a:hlinkClick r:id="rId8"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474" name="Google Shape;1474;p74">
            <a:hlinkClick r:id="rId9"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475" name="Google Shape;1475;p74">
            <a:hlinkClick r:id="rId10"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476" name="Google Shape;1476;p74">
            <a:hlinkClick r:id="rId11"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477" name="Google Shape;1477;p74">
            <a:hlinkClick r:id="rId12"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2"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81"/>
        <p:cNvGrpSpPr/>
        <p:nvPr/>
      </p:nvGrpSpPr>
      <p:grpSpPr>
        <a:xfrm>
          <a:off x="0" y="0"/>
          <a:ext cx="0" cy="0"/>
          <a:chOff x="0" y="0"/>
          <a:chExt cx="0" cy="0"/>
        </a:xfrm>
      </p:grpSpPr>
      <p:pic>
        <p:nvPicPr>
          <p:cNvPr id="1482" name="Google Shape;1482;p75"/>
          <p:cNvPicPr preferRelativeResize="0"/>
          <p:nvPr/>
        </p:nvPicPr>
        <p:blipFill rotWithShape="1">
          <a:blip r:embed="rId3">
            <a:alphaModFix amt="62000"/>
          </a:blip>
          <a:srcRect l="60047" t="21324" r="10380" b="61757"/>
          <a:stretch/>
        </p:blipFill>
        <p:spPr>
          <a:xfrm>
            <a:off x="-1008800" y="3358525"/>
            <a:ext cx="2679082" cy="862075"/>
          </a:xfrm>
          <a:prstGeom prst="rect">
            <a:avLst/>
          </a:prstGeom>
          <a:noFill/>
          <a:ln>
            <a:noFill/>
          </a:ln>
        </p:spPr>
      </p:pic>
      <p:sp>
        <p:nvSpPr>
          <p:cNvPr id="1483" name="Google Shape;1483;p75"/>
          <p:cNvSpPr txBox="1">
            <a:spLocks noGrp="1"/>
          </p:cNvSpPr>
          <p:nvPr>
            <p:ph type="title"/>
          </p:nvPr>
        </p:nvSpPr>
        <p:spPr>
          <a:xfrm>
            <a:off x="1918950" y="1077250"/>
            <a:ext cx="5306100" cy="253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Mots géniaux</a:t>
            </a:r>
            <a:endParaRPr/>
          </a:p>
        </p:txBody>
      </p:sp>
      <p:pic>
        <p:nvPicPr>
          <p:cNvPr id="1484" name="Google Shape;1484;p75"/>
          <p:cNvPicPr preferRelativeResize="0"/>
          <p:nvPr/>
        </p:nvPicPr>
        <p:blipFill rotWithShape="1">
          <a:blip r:embed="rId4">
            <a:alphaModFix amt="81000"/>
          </a:blip>
          <a:srcRect l="35653" t="26726" r="33387" b="27688"/>
          <a:stretch/>
        </p:blipFill>
        <p:spPr>
          <a:xfrm rot="4800711" flipH="1">
            <a:off x="5683155" y="-927209"/>
            <a:ext cx="3020016" cy="2501092"/>
          </a:xfrm>
          <a:prstGeom prst="rect">
            <a:avLst/>
          </a:prstGeom>
          <a:noFill/>
          <a:ln>
            <a:noFill/>
          </a:ln>
        </p:spPr>
      </p:pic>
      <p:pic>
        <p:nvPicPr>
          <p:cNvPr id="1485" name="Google Shape;1485;p75"/>
          <p:cNvPicPr preferRelativeResize="0"/>
          <p:nvPr/>
        </p:nvPicPr>
        <p:blipFill rotWithShape="1">
          <a:blip r:embed="rId5">
            <a:alphaModFix amt="63000"/>
          </a:blip>
          <a:srcRect l="17536" t="30943" r="20804" b="36495"/>
          <a:stretch/>
        </p:blipFill>
        <p:spPr>
          <a:xfrm rot="2699998">
            <a:off x="6892382" y="3859329"/>
            <a:ext cx="4824687" cy="1433140"/>
          </a:xfrm>
          <a:prstGeom prst="rect">
            <a:avLst/>
          </a:prstGeom>
          <a:noFill/>
          <a:ln>
            <a:noFill/>
          </a:ln>
        </p:spPr>
      </p:pic>
      <p:pic>
        <p:nvPicPr>
          <p:cNvPr id="1486" name="Google Shape;1486;p75"/>
          <p:cNvPicPr preferRelativeResize="0"/>
          <p:nvPr/>
        </p:nvPicPr>
        <p:blipFill rotWithShape="1">
          <a:blip r:embed="rId6">
            <a:alphaModFix amt="82000"/>
          </a:blip>
          <a:srcRect l="50645" t="40792" r="22239" b="43575"/>
          <a:stretch/>
        </p:blipFill>
        <p:spPr>
          <a:xfrm flipH="1">
            <a:off x="7473715" y="1482572"/>
            <a:ext cx="2446373" cy="793376"/>
          </a:xfrm>
          <a:prstGeom prst="rect">
            <a:avLst/>
          </a:prstGeom>
          <a:noFill/>
          <a:ln>
            <a:noFill/>
          </a:ln>
        </p:spPr>
      </p:pic>
      <p:pic>
        <p:nvPicPr>
          <p:cNvPr id="1487" name="Google Shape;1487;p75"/>
          <p:cNvPicPr preferRelativeResize="0"/>
          <p:nvPr/>
        </p:nvPicPr>
        <p:blipFill rotWithShape="1">
          <a:blip r:embed="rId7">
            <a:alphaModFix/>
          </a:blip>
          <a:srcRect l="28680" t="19555" r="23804" b="32703"/>
          <a:stretch/>
        </p:blipFill>
        <p:spPr>
          <a:xfrm rot="-1761291">
            <a:off x="7117098" y="212434"/>
            <a:ext cx="1287877" cy="727827"/>
          </a:xfrm>
          <a:prstGeom prst="rect">
            <a:avLst/>
          </a:prstGeom>
          <a:noFill/>
          <a:ln>
            <a:noFill/>
          </a:ln>
        </p:spPr>
      </p:pic>
      <p:pic>
        <p:nvPicPr>
          <p:cNvPr id="1488" name="Google Shape;1488;p75"/>
          <p:cNvPicPr preferRelativeResize="0"/>
          <p:nvPr/>
        </p:nvPicPr>
        <p:blipFill rotWithShape="1">
          <a:blip r:embed="rId7">
            <a:alphaModFix/>
          </a:blip>
          <a:srcRect l="28680" t="19555" r="23804" b="32703"/>
          <a:stretch/>
        </p:blipFill>
        <p:spPr>
          <a:xfrm rot="-2342612">
            <a:off x="545648" y="1920859"/>
            <a:ext cx="1287878" cy="727829"/>
          </a:xfrm>
          <a:prstGeom prst="rect">
            <a:avLst/>
          </a:prstGeom>
          <a:noFill/>
          <a:ln>
            <a:noFill/>
          </a:ln>
        </p:spPr>
      </p:pic>
      <p:pic>
        <p:nvPicPr>
          <p:cNvPr id="1489" name="Google Shape;1489;p75"/>
          <p:cNvPicPr preferRelativeResize="0"/>
          <p:nvPr/>
        </p:nvPicPr>
        <p:blipFill rotWithShape="1">
          <a:blip r:embed="rId8">
            <a:alphaModFix/>
          </a:blip>
          <a:srcRect l="45691" t="12052" r="18787" b="20159"/>
          <a:stretch/>
        </p:blipFill>
        <p:spPr>
          <a:xfrm>
            <a:off x="6951363" y="2417852"/>
            <a:ext cx="1366949" cy="1467299"/>
          </a:xfrm>
          <a:prstGeom prst="rect">
            <a:avLst/>
          </a:prstGeom>
          <a:noFill/>
          <a:ln>
            <a:noFill/>
          </a:ln>
        </p:spPr>
      </p:pic>
      <p:grpSp>
        <p:nvGrpSpPr>
          <p:cNvPr id="1490" name="Google Shape;1490;p75"/>
          <p:cNvGrpSpPr/>
          <p:nvPr/>
        </p:nvGrpSpPr>
        <p:grpSpPr>
          <a:xfrm rot="8100000">
            <a:off x="1197602" y="-1360955"/>
            <a:ext cx="1683118" cy="2875693"/>
            <a:chOff x="4084725" y="1655475"/>
            <a:chExt cx="916200" cy="1565375"/>
          </a:xfrm>
        </p:grpSpPr>
        <p:sp>
          <p:nvSpPr>
            <p:cNvPr id="1491" name="Google Shape;1491;p75"/>
            <p:cNvSpPr/>
            <p:nvPr/>
          </p:nvSpPr>
          <p:spPr>
            <a:xfrm>
              <a:off x="4084725" y="1655475"/>
              <a:ext cx="916200" cy="1565375"/>
            </a:xfrm>
            <a:custGeom>
              <a:avLst/>
              <a:gdLst/>
              <a:ahLst/>
              <a:cxnLst/>
              <a:rect l="l" t="t" r="r" b="b"/>
              <a:pathLst>
                <a:path w="36648" h="62615" extrusionOk="0">
                  <a:moveTo>
                    <a:pt x="32038" y="113"/>
                  </a:moveTo>
                  <a:cubicBezTo>
                    <a:pt x="32273" y="113"/>
                    <a:pt x="32434" y="295"/>
                    <a:pt x="32528" y="664"/>
                  </a:cubicBezTo>
                  <a:cubicBezTo>
                    <a:pt x="32647" y="1104"/>
                    <a:pt x="32600" y="1557"/>
                    <a:pt x="32505" y="1997"/>
                  </a:cubicBezTo>
                  <a:cubicBezTo>
                    <a:pt x="32255" y="2962"/>
                    <a:pt x="31933" y="3902"/>
                    <a:pt x="31469" y="4795"/>
                  </a:cubicBezTo>
                  <a:cubicBezTo>
                    <a:pt x="31064" y="5581"/>
                    <a:pt x="30635" y="6379"/>
                    <a:pt x="30207" y="7153"/>
                  </a:cubicBezTo>
                  <a:cubicBezTo>
                    <a:pt x="29766" y="7951"/>
                    <a:pt x="29195" y="8665"/>
                    <a:pt x="28611" y="9367"/>
                  </a:cubicBezTo>
                  <a:cubicBezTo>
                    <a:pt x="28278" y="9784"/>
                    <a:pt x="27956" y="10213"/>
                    <a:pt x="27635" y="10629"/>
                  </a:cubicBezTo>
                  <a:cubicBezTo>
                    <a:pt x="27635" y="10641"/>
                    <a:pt x="27623" y="10641"/>
                    <a:pt x="27587" y="10665"/>
                  </a:cubicBezTo>
                  <a:cubicBezTo>
                    <a:pt x="27575" y="10629"/>
                    <a:pt x="27575" y="10618"/>
                    <a:pt x="27563" y="10618"/>
                  </a:cubicBezTo>
                  <a:cubicBezTo>
                    <a:pt x="27647" y="9510"/>
                    <a:pt x="27718" y="8427"/>
                    <a:pt x="27825" y="7331"/>
                  </a:cubicBezTo>
                  <a:cubicBezTo>
                    <a:pt x="27885" y="6653"/>
                    <a:pt x="27980" y="5986"/>
                    <a:pt x="28135" y="5331"/>
                  </a:cubicBezTo>
                  <a:cubicBezTo>
                    <a:pt x="28349" y="4510"/>
                    <a:pt x="28671" y="3736"/>
                    <a:pt x="29076" y="3009"/>
                  </a:cubicBezTo>
                  <a:cubicBezTo>
                    <a:pt x="29540" y="2164"/>
                    <a:pt x="30135" y="1414"/>
                    <a:pt x="30861" y="795"/>
                  </a:cubicBezTo>
                  <a:cubicBezTo>
                    <a:pt x="31100" y="604"/>
                    <a:pt x="31338" y="402"/>
                    <a:pt x="31612" y="259"/>
                  </a:cubicBezTo>
                  <a:cubicBezTo>
                    <a:pt x="31774" y="162"/>
                    <a:pt x="31916" y="113"/>
                    <a:pt x="32038" y="113"/>
                  </a:cubicBezTo>
                  <a:close/>
                  <a:moveTo>
                    <a:pt x="36100" y="8486"/>
                  </a:moveTo>
                  <a:cubicBezTo>
                    <a:pt x="36350" y="8498"/>
                    <a:pt x="36457" y="8629"/>
                    <a:pt x="36386" y="8879"/>
                  </a:cubicBezTo>
                  <a:cubicBezTo>
                    <a:pt x="36338" y="9010"/>
                    <a:pt x="36291" y="9141"/>
                    <a:pt x="36219" y="9260"/>
                  </a:cubicBezTo>
                  <a:cubicBezTo>
                    <a:pt x="35684" y="10141"/>
                    <a:pt x="34993" y="10903"/>
                    <a:pt x="34207" y="11558"/>
                  </a:cubicBezTo>
                  <a:cubicBezTo>
                    <a:pt x="33826" y="11868"/>
                    <a:pt x="33374" y="12058"/>
                    <a:pt x="32909" y="12177"/>
                  </a:cubicBezTo>
                  <a:cubicBezTo>
                    <a:pt x="32219" y="12356"/>
                    <a:pt x="31516" y="12523"/>
                    <a:pt x="30802" y="12665"/>
                  </a:cubicBezTo>
                  <a:cubicBezTo>
                    <a:pt x="29790" y="12880"/>
                    <a:pt x="28766" y="13070"/>
                    <a:pt x="27754" y="13261"/>
                  </a:cubicBezTo>
                  <a:cubicBezTo>
                    <a:pt x="27540" y="13296"/>
                    <a:pt x="27349" y="13356"/>
                    <a:pt x="27135" y="13416"/>
                  </a:cubicBezTo>
                  <a:cubicBezTo>
                    <a:pt x="27135" y="13392"/>
                    <a:pt x="27123" y="13380"/>
                    <a:pt x="27123" y="13368"/>
                  </a:cubicBezTo>
                  <a:cubicBezTo>
                    <a:pt x="27421" y="13046"/>
                    <a:pt x="27718" y="12713"/>
                    <a:pt x="28028" y="12427"/>
                  </a:cubicBezTo>
                  <a:cubicBezTo>
                    <a:pt x="28492" y="11987"/>
                    <a:pt x="28968" y="11546"/>
                    <a:pt x="29445" y="11118"/>
                  </a:cubicBezTo>
                  <a:cubicBezTo>
                    <a:pt x="29873" y="10749"/>
                    <a:pt x="30350" y="10439"/>
                    <a:pt x="30873" y="10225"/>
                  </a:cubicBezTo>
                  <a:cubicBezTo>
                    <a:pt x="32219" y="9677"/>
                    <a:pt x="33552" y="9153"/>
                    <a:pt x="34933" y="8724"/>
                  </a:cubicBezTo>
                  <a:cubicBezTo>
                    <a:pt x="35219" y="8629"/>
                    <a:pt x="35505" y="8570"/>
                    <a:pt x="35791" y="8510"/>
                  </a:cubicBezTo>
                  <a:cubicBezTo>
                    <a:pt x="35886" y="8486"/>
                    <a:pt x="35993" y="8486"/>
                    <a:pt x="36100" y="8486"/>
                  </a:cubicBezTo>
                  <a:close/>
                  <a:moveTo>
                    <a:pt x="18131" y="849"/>
                  </a:moveTo>
                  <a:cubicBezTo>
                    <a:pt x="18269" y="849"/>
                    <a:pt x="18400" y="924"/>
                    <a:pt x="18539" y="1069"/>
                  </a:cubicBezTo>
                  <a:cubicBezTo>
                    <a:pt x="18610" y="1164"/>
                    <a:pt x="18693" y="1259"/>
                    <a:pt x="18753" y="1343"/>
                  </a:cubicBezTo>
                  <a:cubicBezTo>
                    <a:pt x="19193" y="1974"/>
                    <a:pt x="19598" y="2605"/>
                    <a:pt x="19896" y="3319"/>
                  </a:cubicBezTo>
                  <a:cubicBezTo>
                    <a:pt x="20384" y="4498"/>
                    <a:pt x="20896" y="5676"/>
                    <a:pt x="21384" y="6843"/>
                  </a:cubicBezTo>
                  <a:cubicBezTo>
                    <a:pt x="21801" y="7867"/>
                    <a:pt x="21979" y="8915"/>
                    <a:pt x="22146" y="9987"/>
                  </a:cubicBezTo>
                  <a:cubicBezTo>
                    <a:pt x="22301" y="11010"/>
                    <a:pt x="22349" y="12046"/>
                    <a:pt x="22206" y="13070"/>
                  </a:cubicBezTo>
                  <a:cubicBezTo>
                    <a:pt x="22087" y="13844"/>
                    <a:pt x="21884" y="14618"/>
                    <a:pt x="21646" y="15380"/>
                  </a:cubicBezTo>
                  <a:cubicBezTo>
                    <a:pt x="21503" y="15821"/>
                    <a:pt x="21325" y="16273"/>
                    <a:pt x="21170" y="16714"/>
                  </a:cubicBezTo>
                  <a:cubicBezTo>
                    <a:pt x="21098" y="16952"/>
                    <a:pt x="21039" y="17178"/>
                    <a:pt x="20967" y="17416"/>
                  </a:cubicBezTo>
                  <a:cubicBezTo>
                    <a:pt x="20955" y="17452"/>
                    <a:pt x="20932" y="17487"/>
                    <a:pt x="20920" y="17523"/>
                  </a:cubicBezTo>
                  <a:cubicBezTo>
                    <a:pt x="20908" y="17523"/>
                    <a:pt x="20872" y="17535"/>
                    <a:pt x="20860" y="17535"/>
                  </a:cubicBezTo>
                  <a:cubicBezTo>
                    <a:pt x="20848" y="17476"/>
                    <a:pt x="20848" y="17416"/>
                    <a:pt x="20848" y="17368"/>
                  </a:cubicBezTo>
                  <a:cubicBezTo>
                    <a:pt x="20622" y="16642"/>
                    <a:pt x="20313" y="15952"/>
                    <a:pt x="19943" y="15285"/>
                  </a:cubicBezTo>
                  <a:cubicBezTo>
                    <a:pt x="19658" y="14761"/>
                    <a:pt x="19360" y="14261"/>
                    <a:pt x="19050" y="13773"/>
                  </a:cubicBezTo>
                  <a:cubicBezTo>
                    <a:pt x="18122" y="12284"/>
                    <a:pt x="17515" y="10665"/>
                    <a:pt x="17169" y="8927"/>
                  </a:cubicBezTo>
                  <a:cubicBezTo>
                    <a:pt x="16824" y="7189"/>
                    <a:pt x="16669" y="5450"/>
                    <a:pt x="16812" y="3676"/>
                  </a:cubicBezTo>
                  <a:cubicBezTo>
                    <a:pt x="16872" y="3057"/>
                    <a:pt x="16991" y="2450"/>
                    <a:pt x="17217" y="1866"/>
                  </a:cubicBezTo>
                  <a:cubicBezTo>
                    <a:pt x="17300" y="1640"/>
                    <a:pt x="17443" y="1426"/>
                    <a:pt x="17562" y="1224"/>
                  </a:cubicBezTo>
                  <a:cubicBezTo>
                    <a:pt x="17598" y="1152"/>
                    <a:pt x="17657" y="1093"/>
                    <a:pt x="17741" y="1033"/>
                  </a:cubicBezTo>
                  <a:cubicBezTo>
                    <a:pt x="17881" y="909"/>
                    <a:pt x="18009" y="849"/>
                    <a:pt x="18131" y="849"/>
                  </a:cubicBezTo>
                  <a:close/>
                  <a:moveTo>
                    <a:pt x="26007" y="23434"/>
                  </a:moveTo>
                  <a:cubicBezTo>
                    <a:pt x="26186" y="23434"/>
                    <a:pt x="26368" y="23444"/>
                    <a:pt x="26551" y="23464"/>
                  </a:cubicBezTo>
                  <a:cubicBezTo>
                    <a:pt x="27004" y="23524"/>
                    <a:pt x="27468" y="23560"/>
                    <a:pt x="27933" y="23643"/>
                  </a:cubicBezTo>
                  <a:cubicBezTo>
                    <a:pt x="28647" y="23762"/>
                    <a:pt x="29373" y="23893"/>
                    <a:pt x="30099" y="24012"/>
                  </a:cubicBezTo>
                  <a:cubicBezTo>
                    <a:pt x="30415" y="24062"/>
                    <a:pt x="30730" y="24083"/>
                    <a:pt x="31046" y="24083"/>
                  </a:cubicBezTo>
                  <a:cubicBezTo>
                    <a:pt x="31183" y="24083"/>
                    <a:pt x="31320" y="24079"/>
                    <a:pt x="31457" y="24072"/>
                  </a:cubicBezTo>
                  <a:lnTo>
                    <a:pt x="31635" y="24072"/>
                  </a:lnTo>
                  <a:cubicBezTo>
                    <a:pt x="31635" y="24084"/>
                    <a:pt x="31647" y="24095"/>
                    <a:pt x="31647" y="24119"/>
                  </a:cubicBezTo>
                  <a:cubicBezTo>
                    <a:pt x="31576" y="24143"/>
                    <a:pt x="31504" y="24179"/>
                    <a:pt x="31421" y="24191"/>
                  </a:cubicBezTo>
                  <a:cubicBezTo>
                    <a:pt x="30457" y="24453"/>
                    <a:pt x="29457" y="24595"/>
                    <a:pt x="28468" y="24679"/>
                  </a:cubicBezTo>
                  <a:cubicBezTo>
                    <a:pt x="27492" y="24750"/>
                    <a:pt x="26516" y="24810"/>
                    <a:pt x="25551" y="24869"/>
                  </a:cubicBezTo>
                  <a:cubicBezTo>
                    <a:pt x="24456" y="24953"/>
                    <a:pt x="23384" y="25072"/>
                    <a:pt x="22349" y="25429"/>
                  </a:cubicBezTo>
                  <a:cubicBezTo>
                    <a:pt x="21979" y="25560"/>
                    <a:pt x="21622" y="25727"/>
                    <a:pt x="21289" y="25929"/>
                  </a:cubicBezTo>
                  <a:cubicBezTo>
                    <a:pt x="20991" y="26119"/>
                    <a:pt x="20694" y="26334"/>
                    <a:pt x="20396" y="26524"/>
                  </a:cubicBezTo>
                  <a:cubicBezTo>
                    <a:pt x="20348" y="26560"/>
                    <a:pt x="20301" y="26596"/>
                    <a:pt x="20241" y="26631"/>
                  </a:cubicBezTo>
                  <a:cubicBezTo>
                    <a:pt x="20241" y="26620"/>
                    <a:pt x="20217" y="26620"/>
                    <a:pt x="20217" y="26596"/>
                  </a:cubicBezTo>
                  <a:lnTo>
                    <a:pt x="20301" y="26524"/>
                  </a:lnTo>
                  <a:cubicBezTo>
                    <a:pt x="21241" y="25524"/>
                    <a:pt x="22301" y="24679"/>
                    <a:pt x="23539" y="24060"/>
                  </a:cubicBezTo>
                  <a:cubicBezTo>
                    <a:pt x="24328" y="23665"/>
                    <a:pt x="25142" y="23434"/>
                    <a:pt x="26007" y="23434"/>
                  </a:cubicBezTo>
                  <a:close/>
                  <a:moveTo>
                    <a:pt x="32275" y="17767"/>
                  </a:moveTo>
                  <a:cubicBezTo>
                    <a:pt x="32407" y="17767"/>
                    <a:pt x="32539" y="17769"/>
                    <a:pt x="32671" y="17773"/>
                  </a:cubicBezTo>
                  <a:cubicBezTo>
                    <a:pt x="33362" y="17785"/>
                    <a:pt x="34040" y="17880"/>
                    <a:pt x="34695" y="18071"/>
                  </a:cubicBezTo>
                  <a:cubicBezTo>
                    <a:pt x="35029" y="18178"/>
                    <a:pt x="35350" y="18309"/>
                    <a:pt x="35648" y="18488"/>
                  </a:cubicBezTo>
                  <a:cubicBezTo>
                    <a:pt x="36219" y="18833"/>
                    <a:pt x="36422" y="19440"/>
                    <a:pt x="36231" y="20083"/>
                  </a:cubicBezTo>
                  <a:cubicBezTo>
                    <a:pt x="36124" y="20464"/>
                    <a:pt x="35922" y="20797"/>
                    <a:pt x="35684" y="21119"/>
                  </a:cubicBezTo>
                  <a:cubicBezTo>
                    <a:pt x="34969" y="22107"/>
                    <a:pt x="34076" y="22881"/>
                    <a:pt x="33052" y="23500"/>
                  </a:cubicBezTo>
                  <a:cubicBezTo>
                    <a:pt x="32766" y="23679"/>
                    <a:pt x="32445" y="23786"/>
                    <a:pt x="32112" y="23845"/>
                  </a:cubicBezTo>
                  <a:cubicBezTo>
                    <a:pt x="31790" y="23896"/>
                    <a:pt x="31471" y="23918"/>
                    <a:pt x="31153" y="23918"/>
                  </a:cubicBezTo>
                  <a:cubicBezTo>
                    <a:pt x="30646" y="23918"/>
                    <a:pt x="30145" y="23862"/>
                    <a:pt x="29647" y="23774"/>
                  </a:cubicBezTo>
                  <a:cubicBezTo>
                    <a:pt x="28599" y="23583"/>
                    <a:pt x="27540" y="23381"/>
                    <a:pt x="26492" y="23298"/>
                  </a:cubicBezTo>
                  <a:cubicBezTo>
                    <a:pt x="26327" y="23282"/>
                    <a:pt x="26164" y="23275"/>
                    <a:pt x="26002" y="23275"/>
                  </a:cubicBezTo>
                  <a:cubicBezTo>
                    <a:pt x="25168" y="23275"/>
                    <a:pt x="24368" y="23477"/>
                    <a:pt x="23611" y="23845"/>
                  </a:cubicBezTo>
                  <a:cubicBezTo>
                    <a:pt x="22360" y="24453"/>
                    <a:pt x="21289" y="25286"/>
                    <a:pt x="20324" y="26262"/>
                  </a:cubicBezTo>
                  <a:cubicBezTo>
                    <a:pt x="19836" y="26751"/>
                    <a:pt x="19348" y="27215"/>
                    <a:pt x="18848" y="27691"/>
                  </a:cubicBezTo>
                  <a:cubicBezTo>
                    <a:pt x="18812" y="27727"/>
                    <a:pt x="18753" y="27774"/>
                    <a:pt x="18705" y="27822"/>
                  </a:cubicBezTo>
                  <a:lnTo>
                    <a:pt x="18669" y="27786"/>
                  </a:lnTo>
                  <a:cubicBezTo>
                    <a:pt x="18812" y="27548"/>
                    <a:pt x="18943" y="27298"/>
                    <a:pt x="19086" y="27048"/>
                  </a:cubicBezTo>
                  <a:cubicBezTo>
                    <a:pt x="20813" y="24214"/>
                    <a:pt x="23015" y="21857"/>
                    <a:pt x="25682" y="19916"/>
                  </a:cubicBezTo>
                  <a:cubicBezTo>
                    <a:pt x="27647" y="18493"/>
                    <a:pt x="29858" y="17767"/>
                    <a:pt x="32275" y="17767"/>
                  </a:cubicBezTo>
                  <a:close/>
                  <a:moveTo>
                    <a:pt x="11058" y="13217"/>
                  </a:moveTo>
                  <a:cubicBezTo>
                    <a:pt x="11163" y="13217"/>
                    <a:pt x="11271" y="13231"/>
                    <a:pt x="11383" y="13261"/>
                  </a:cubicBezTo>
                  <a:cubicBezTo>
                    <a:pt x="11681" y="13356"/>
                    <a:pt x="11931" y="13499"/>
                    <a:pt x="12169" y="13701"/>
                  </a:cubicBezTo>
                  <a:cubicBezTo>
                    <a:pt x="12478" y="13951"/>
                    <a:pt x="12728" y="14237"/>
                    <a:pt x="12966" y="14547"/>
                  </a:cubicBezTo>
                  <a:cubicBezTo>
                    <a:pt x="13967" y="15856"/>
                    <a:pt x="14717" y="17297"/>
                    <a:pt x="15193" y="18880"/>
                  </a:cubicBezTo>
                  <a:cubicBezTo>
                    <a:pt x="15883" y="21178"/>
                    <a:pt x="16288" y="23560"/>
                    <a:pt x="16407" y="25977"/>
                  </a:cubicBezTo>
                  <a:cubicBezTo>
                    <a:pt x="16443" y="26715"/>
                    <a:pt x="16479" y="27465"/>
                    <a:pt x="16526" y="28203"/>
                  </a:cubicBezTo>
                  <a:lnTo>
                    <a:pt x="16526" y="28536"/>
                  </a:lnTo>
                  <a:lnTo>
                    <a:pt x="16479" y="28536"/>
                  </a:lnTo>
                  <a:cubicBezTo>
                    <a:pt x="16395" y="28382"/>
                    <a:pt x="16312" y="28251"/>
                    <a:pt x="16217" y="28108"/>
                  </a:cubicBezTo>
                  <a:cubicBezTo>
                    <a:pt x="15848" y="27524"/>
                    <a:pt x="15383" y="27012"/>
                    <a:pt x="14883" y="26536"/>
                  </a:cubicBezTo>
                  <a:cubicBezTo>
                    <a:pt x="13895" y="25608"/>
                    <a:pt x="13050" y="24548"/>
                    <a:pt x="12288" y="23417"/>
                  </a:cubicBezTo>
                  <a:cubicBezTo>
                    <a:pt x="11823" y="22714"/>
                    <a:pt x="11454" y="21988"/>
                    <a:pt x="11180" y="21214"/>
                  </a:cubicBezTo>
                  <a:cubicBezTo>
                    <a:pt x="10549" y="19357"/>
                    <a:pt x="10014" y="17476"/>
                    <a:pt x="9752" y="15511"/>
                  </a:cubicBezTo>
                  <a:cubicBezTo>
                    <a:pt x="9728" y="15213"/>
                    <a:pt x="9692" y="14928"/>
                    <a:pt x="9680" y="14630"/>
                  </a:cubicBezTo>
                  <a:cubicBezTo>
                    <a:pt x="9668" y="14475"/>
                    <a:pt x="9668" y="14320"/>
                    <a:pt x="9692" y="14154"/>
                  </a:cubicBezTo>
                  <a:cubicBezTo>
                    <a:pt x="9740" y="13856"/>
                    <a:pt x="9895" y="13618"/>
                    <a:pt x="10168" y="13475"/>
                  </a:cubicBezTo>
                  <a:cubicBezTo>
                    <a:pt x="10462" y="13333"/>
                    <a:pt x="10748" y="13217"/>
                    <a:pt x="11058" y="13217"/>
                  </a:cubicBezTo>
                  <a:close/>
                  <a:moveTo>
                    <a:pt x="7125" y="29645"/>
                  </a:moveTo>
                  <a:cubicBezTo>
                    <a:pt x="7427" y="29645"/>
                    <a:pt x="7730" y="29660"/>
                    <a:pt x="8037" y="29691"/>
                  </a:cubicBezTo>
                  <a:cubicBezTo>
                    <a:pt x="9609" y="29894"/>
                    <a:pt x="11109" y="30346"/>
                    <a:pt x="12526" y="31096"/>
                  </a:cubicBezTo>
                  <a:cubicBezTo>
                    <a:pt x="12752" y="31215"/>
                    <a:pt x="12978" y="31346"/>
                    <a:pt x="13193" y="31477"/>
                  </a:cubicBezTo>
                  <a:cubicBezTo>
                    <a:pt x="13252" y="31513"/>
                    <a:pt x="13312" y="31573"/>
                    <a:pt x="13359" y="31620"/>
                  </a:cubicBezTo>
                  <a:cubicBezTo>
                    <a:pt x="10751" y="30642"/>
                    <a:pt x="8068" y="30279"/>
                    <a:pt x="5326" y="30279"/>
                  </a:cubicBezTo>
                  <a:cubicBezTo>
                    <a:pt x="4764" y="30279"/>
                    <a:pt x="4199" y="30294"/>
                    <a:pt x="3632" y="30322"/>
                  </a:cubicBezTo>
                  <a:cubicBezTo>
                    <a:pt x="4773" y="29885"/>
                    <a:pt x="5929" y="29645"/>
                    <a:pt x="7125" y="29645"/>
                  </a:cubicBezTo>
                  <a:close/>
                  <a:moveTo>
                    <a:pt x="5900" y="28785"/>
                  </a:moveTo>
                  <a:cubicBezTo>
                    <a:pt x="6981" y="28785"/>
                    <a:pt x="8063" y="28903"/>
                    <a:pt x="9144" y="29132"/>
                  </a:cubicBezTo>
                  <a:cubicBezTo>
                    <a:pt x="10145" y="29334"/>
                    <a:pt x="11097" y="29632"/>
                    <a:pt x="12026" y="30072"/>
                  </a:cubicBezTo>
                  <a:cubicBezTo>
                    <a:pt x="12824" y="30453"/>
                    <a:pt x="13574" y="30906"/>
                    <a:pt x="14228" y="31501"/>
                  </a:cubicBezTo>
                  <a:cubicBezTo>
                    <a:pt x="14538" y="31775"/>
                    <a:pt x="14788" y="32108"/>
                    <a:pt x="15026" y="32454"/>
                  </a:cubicBezTo>
                  <a:cubicBezTo>
                    <a:pt x="15062" y="32489"/>
                    <a:pt x="15074" y="32537"/>
                    <a:pt x="15121" y="32608"/>
                  </a:cubicBezTo>
                  <a:cubicBezTo>
                    <a:pt x="14836" y="32406"/>
                    <a:pt x="14586" y="32215"/>
                    <a:pt x="14324" y="32037"/>
                  </a:cubicBezTo>
                  <a:cubicBezTo>
                    <a:pt x="13812" y="31692"/>
                    <a:pt x="13288" y="31334"/>
                    <a:pt x="12752" y="31025"/>
                  </a:cubicBezTo>
                  <a:cubicBezTo>
                    <a:pt x="12109" y="30644"/>
                    <a:pt x="11430" y="30370"/>
                    <a:pt x="10716" y="30132"/>
                  </a:cubicBezTo>
                  <a:cubicBezTo>
                    <a:pt x="9716" y="29787"/>
                    <a:pt x="8692" y="29572"/>
                    <a:pt x="7644" y="29501"/>
                  </a:cubicBezTo>
                  <a:cubicBezTo>
                    <a:pt x="7419" y="29485"/>
                    <a:pt x="7196" y="29477"/>
                    <a:pt x="6975" y="29477"/>
                  </a:cubicBezTo>
                  <a:cubicBezTo>
                    <a:pt x="6211" y="29477"/>
                    <a:pt x="5466" y="29574"/>
                    <a:pt x="4727" y="29787"/>
                  </a:cubicBezTo>
                  <a:cubicBezTo>
                    <a:pt x="4144" y="29953"/>
                    <a:pt x="3584" y="30132"/>
                    <a:pt x="3013" y="30275"/>
                  </a:cubicBezTo>
                  <a:cubicBezTo>
                    <a:pt x="2298" y="30465"/>
                    <a:pt x="1572" y="30513"/>
                    <a:pt x="834" y="30513"/>
                  </a:cubicBezTo>
                  <a:cubicBezTo>
                    <a:pt x="727" y="30513"/>
                    <a:pt x="608" y="30501"/>
                    <a:pt x="501" y="30465"/>
                  </a:cubicBezTo>
                  <a:cubicBezTo>
                    <a:pt x="429" y="30453"/>
                    <a:pt x="358" y="30406"/>
                    <a:pt x="298" y="30382"/>
                  </a:cubicBezTo>
                  <a:cubicBezTo>
                    <a:pt x="262" y="30251"/>
                    <a:pt x="310" y="30168"/>
                    <a:pt x="381" y="30108"/>
                  </a:cubicBezTo>
                  <a:cubicBezTo>
                    <a:pt x="453" y="30049"/>
                    <a:pt x="536" y="30013"/>
                    <a:pt x="608" y="29965"/>
                  </a:cubicBezTo>
                  <a:cubicBezTo>
                    <a:pt x="1489" y="29501"/>
                    <a:pt x="2406" y="29156"/>
                    <a:pt x="3394" y="29001"/>
                  </a:cubicBezTo>
                  <a:cubicBezTo>
                    <a:pt x="4229" y="28856"/>
                    <a:pt x="5064" y="28785"/>
                    <a:pt x="5900" y="28785"/>
                  </a:cubicBezTo>
                  <a:close/>
                  <a:moveTo>
                    <a:pt x="22417" y="30566"/>
                  </a:moveTo>
                  <a:cubicBezTo>
                    <a:pt x="22825" y="30566"/>
                    <a:pt x="23221" y="30666"/>
                    <a:pt x="23587" y="30882"/>
                  </a:cubicBezTo>
                  <a:cubicBezTo>
                    <a:pt x="23968" y="31108"/>
                    <a:pt x="24158" y="31465"/>
                    <a:pt x="24146" y="31930"/>
                  </a:cubicBezTo>
                  <a:cubicBezTo>
                    <a:pt x="24123" y="32418"/>
                    <a:pt x="23992" y="32882"/>
                    <a:pt x="23813" y="33323"/>
                  </a:cubicBezTo>
                  <a:cubicBezTo>
                    <a:pt x="23527" y="34025"/>
                    <a:pt x="23146" y="34680"/>
                    <a:pt x="22730" y="35311"/>
                  </a:cubicBezTo>
                  <a:cubicBezTo>
                    <a:pt x="21515" y="37180"/>
                    <a:pt x="19920" y="38704"/>
                    <a:pt x="18169" y="40050"/>
                  </a:cubicBezTo>
                  <a:cubicBezTo>
                    <a:pt x="17562" y="40514"/>
                    <a:pt x="16895" y="40967"/>
                    <a:pt x="16288" y="41443"/>
                  </a:cubicBezTo>
                  <a:cubicBezTo>
                    <a:pt x="15788" y="41824"/>
                    <a:pt x="15324" y="42241"/>
                    <a:pt x="14848" y="42669"/>
                  </a:cubicBezTo>
                  <a:cubicBezTo>
                    <a:pt x="14550" y="42943"/>
                    <a:pt x="14300" y="43264"/>
                    <a:pt x="14097" y="43622"/>
                  </a:cubicBezTo>
                  <a:cubicBezTo>
                    <a:pt x="14086" y="43657"/>
                    <a:pt x="14062" y="43681"/>
                    <a:pt x="14026" y="43717"/>
                  </a:cubicBezTo>
                  <a:cubicBezTo>
                    <a:pt x="14014" y="43717"/>
                    <a:pt x="14002" y="43705"/>
                    <a:pt x="13990" y="43705"/>
                  </a:cubicBezTo>
                  <a:cubicBezTo>
                    <a:pt x="14074" y="43145"/>
                    <a:pt x="14145" y="42586"/>
                    <a:pt x="14205" y="42038"/>
                  </a:cubicBezTo>
                  <a:cubicBezTo>
                    <a:pt x="14502" y="40264"/>
                    <a:pt x="14859" y="38526"/>
                    <a:pt x="15288" y="36776"/>
                  </a:cubicBezTo>
                  <a:cubicBezTo>
                    <a:pt x="15491" y="36037"/>
                    <a:pt x="15681" y="35275"/>
                    <a:pt x="15860" y="34537"/>
                  </a:cubicBezTo>
                  <a:cubicBezTo>
                    <a:pt x="15883" y="34418"/>
                    <a:pt x="15943" y="34311"/>
                    <a:pt x="16038" y="34216"/>
                  </a:cubicBezTo>
                  <a:cubicBezTo>
                    <a:pt x="17336" y="32954"/>
                    <a:pt x="18789" y="31918"/>
                    <a:pt x="20408" y="31144"/>
                  </a:cubicBezTo>
                  <a:cubicBezTo>
                    <a:pt x="20884" y="30918"/>
                    <a:pt x="21384" y="30727"/>
                    <a:pt x="21884" y="30620"/>
                  </a:cubicBezTo>
                  <a:cubicBezTo>
                    <a:pt x="22063" y="30584"/>
                    <a:pt x="22242" y="30566"/>
                    <a:pt x="22417" y="30566"/>
                  </a:cubicBezTo>
                  <a:close/>
                  <a:moveTo>
                    <a:pt x="15657" y="34716"/>
                  </a:moveTo>
                  <a:cubicBezTo>
                    <a:pt x="14800" y="37990"/>
                    <a:pt x="14074" y="41276"/>
                    <a:pt x="13705" y="44634"/>
                  </a:cubicBezTo>
                  <a:lnTo>
                    <a:pt x="13645" y="44634"/>
                  </a:lnTo>
                  <a:cubicBezTo>
                    <a:pt x="13586" y="44407"/>
                    <a:pt x="13502" y="44193"/>
                    <a:pt x="13466" y="44003"/>
                  </a:cubicBezTo>
                  <a:cubicBezTo>
                    <a:pt x="13276" y="43122"/>
                    <a:pt x="13109" y="42229"/>
                    <a:pt x="13074" y="41336"/>
                  </a:cubicBezTo>
                  <a:cubicBezTo>
                    <a:pt x="13026" y="39752"/>
                    <a:pt x="13324" y="38252"/>
                    <a:pt x="14062" y="36835"/>
                  </a:cubicBezTo>
                  <a:cubicBezTo>
                    <a:pt x="14431" y="36097"/>
                    <a:pt x="14907" y="35442"/>
                    <a:pt x="15455" y="34847"/>
                  </a:cubicBezTo>
                  <a:lnTo>
                    <a:pt x="15574" y="34728"/>
                  </a:lnTo>
                  <a:cubicBezTo>
                    <a:pt x="15586" y="34716"/>
                    <a:pt x="15610" y="34716"/>
                    <a:pt x="15657" y="34716"/>
                  </a:cubicBezTo>
                  <a:close/>
                  <a:moveTo>
                    <a:pt x="27142" y="36639"/>
                  </a:moveTo>
                  <a:cubicBezTo>
                    <a:pt x="27246" y="36639"/>
                    <a:pt x="27351" y="36654"/>
                    <a:pt x="27456" y="36680"/>
                  </a:cubicBezTo>
                  <a:cubicBezTo>
                    <a:pt x="27730" y="36740"/>
                    <a:pt x="27873" y="36895"/>
                    <a:pt x="27825" y="37180"/>
                  </a:cubicBezTo>
                  <a:cubicBezTo>
                    <a:pt x="27778" y="37454"/>
                    <a:pt x="27694" y="37716"/>
                    <a:pt x="27587" y="37966"/>
                  </a:cubicBezTo>
                  <a:cubicBezTo>
                    <a:pt x="27337" y="38609"/>
                    <a:pt x="26897" y="39133"/>
                    <a:pt x="26385" y="39574"/>
                  </a:cubicBezTo>
                  <a:cubicBezTo>
                    <a:pt x="25599" y="40252"/>
                    <a:pt x="24730" y="40800"/>
                    <a:pt x="23837" y="41288"/>
                  </a:cubicBezTo>
                  <a:cubicBezTo>
                    <a:pt x="22634" y="41955"/>
                    <a:pt x="21408" y="42633"/>
                    <a:pt x="20193" y="43288"/>
                  </a:cubicBezTo>
                  <a:cubicBezTo>
                    <a:pt x="18729" y="44062"/>
                    <a:pt x="17479" y="45086"/>
                    <a:pt x="16383" y="46301"/>
                  </a:cubicBezTo>
                  <a:lnTo>
                    <a:pt x="16253" y="46443"/>
                  </a:lnTo>
                  <a:cubicBezTo>
                    <a:pt x="16229" y="46455"/>
                    <a:pt x="16217" y="46455"/>
                    <a:pt x="16181" y="46467"/>
                  </a:cubicBezTo>
                  <a:cubicBezTo>
                    <a:pt x="16372" y="46039"/>
                    <a:pt x="16526" y="45622"/>
                    <a:pt x="16705" y="45217"/>
                  </a:cubicBezTo>
                  <a:cubicBezTo>
                    <a:pt x="16931" y="44753"/>
                    <a:pt x="17169" y="44312"/>
                    <a:pt x="17407" y="43848"/>
                  </a:cubicBezTo>
                  <a:cubicBezTo>
                    <a:pt x="18193" y="42348"/>
                    <a:pt x="19336" y="41157"/>
                    <a:pt x="20753" y="40252"/>
                  </a:cubicBezTo>
                  <a:cubicBezTo>
                    <a:pt x="22432" y="39181"/>
                    <a:pt x="24146" y="38180"/>
                    <a:pt x="25849" y="37157"/>
                  </a:cubicBezTo>
                  <a:cubicBezTo>
                    <a:pt x="26123" y="36978"/>
                    <a:pt x="26444" y="36859"/>
                    <a:pt x="26754" y="36716"/>
                  </a:cubicBezTo>
                  <a:cubicBezTo>
                    <a:pt x="26880" y="36663"/>
                    <a:pt x="27010" y="36639"/>
                    <a:pt x="27142" y="36639"/>
                  </a:cubicBezTo>
                  <a:close/>
                  <a:moveTo>
                    <a:pt x="23849" y="45360"/>
                  </a:moveTo>
                  <a:cubicBezTo>
                    <a:pt x="25027" y="45360"/>
                    <a:pt x="26206" y="45384"/>
                    <a:pt x="27385" y="45396"/>
                  </a:cubicBezTo>
                  <a:cubicBezTo>
                    <a:pt x="27635" y="45396"/>
                    <a:pt x="27873" y="45431"/>
                    <a:pt x="28111" y="45467"/>
                  </a:cubicBezTo>
                  <a:cubicBezTo>
                    <a:pt x="28492" y="45550"/>
                    <a:pt x="28611" y="45884"/>
                    <a:pt x="28397" y="46217"/>
                  </a:cubicBezTo>
                  <a:lnTo>
                    <a:pt x="28349" y="46253"/>
                  </a:lnTo>
                  <a:cubicBezTo>
                    <a:pt x="27361" y="47408"/>
                    <a:pt x="26170" y="48206"/>
                    <a:pt x="24670" y="48491"/>
                  </a:cubicBezTo>
                  <a:cubicBezTo>
                    <a:pt x="23603" y="48681"/>
                    <a:pt x="22542" y="48808"/>
                    <a:pt x="21467" y="48808"/>
                  </a:cubicBezTo>
                  <a:cubicBezTo>
                    <a:pt x="20994" y="48808"/>
                    <a:pt x="20519" y="48784"/>
                    <a:pt x="20039" y="48729"/>
                  </a:cubicBezTo>
                  <a:cubicBezTo>
                    <a:pt x="19282" y="48638"/>
                    <a:pt x="18498" y="48582"/>
                    <a:pt x="17717" y="48582"/>
                  </a:cubicBezTo>
                  <a:cubicBezTo>
                    <a:pt x="17478" y="48582"/>
                    <a:pt x="17240" y="48587"/>
                    <a:pt x="17003" y="48598"/>
                  </a:cubicBezTo>
                  <a:cubicBezTo>
                    <a:pt x="16979" y="48598"/>
                    <a:pt x="16943" y="48575"/>
                    <a:pt x="16907" y="48575"/>
                  </a:cubicBezTo>
                  <a:cubicBezTo>
                    <a:pt x="16921" y="48554"/>
                    <a:pt x="16927" y="48541"/>
                    <a:pt x="16929" y="48541"/>
                  </a:cubicBezTo>
                  <a:cubicBezTo>
                    <a:pt x="16931" y="48541"/>
                    <a:pt x="16931" y="48548"/>
                    <a:pt x="16931" y="48563"/>
                  </a:cubicBezTo>
                  <a:cubicBezTo>
                    <a:pt x="17693" y="48086"/>
                    <a:pt x="18360" y="47479"/>
                    <a:pt x="19074" y="46943"/>
                  </a:cubicBezTo>
                  <a:cubicBezTo>
                    <a:pt x="19408" y="46693"/>
                    <a:pt x="19729" y="46467"/>
                    <a:pt x="20074" y="46241"/>
                  </a:cubicBezTo>
                  <a:cubicBezTo>
                    <a:pt x="20551" y="45920"/>
                    <a:pt x="21086" y="45705"/>
                    <a:pt x="21646" y="45598"/>
                  </a:cubicBezTo>
                  <a:cubicBezTo>
                    <a:pt x="22372" y="45455"/>
                    <a:pt x="23111" y="45360"/>
                    <a:pt x="23849" y="45360"/>
                  </a:cubicBezTo>
                  <a:close/>
                  <a:moveTo>
                    <a:pt x="7136" y="36210"/>
                  </a:moveTo>
                  <a:cubicBezTo>
                    <a:pt x="7207" y="36210"/>
                    <a:pt x="7282" y="36227"/>
                    <a:pt x="7359" y="36264"/>
                  </a:cubicBezTo>
                  <a:cubicBezTo>
                    <a:pt x="7478" y="36323"/>
                    <a:pt x="7620" y="36406"/>
                    <a:pt x="7704" y="36502"/>
                  </a:cubicBezTo>
                  <a:cubicBezTo>
                    <a:pt x="7871" y="36656"/>
                    <a:pt x="8037" y="36823"/>
                    <a:pt x="8156" y="37014"/>
                  </a:cubicBezTo>
                  <a:cubicBezTo>
                    <a:pt x="9121" y="38538"/>
                    <a:pt x="10026" y="40085"/>
                    <a:pt x="10573" y="41812"/>
                  </a:cubicBezTo>
                  <a:cubicBezTo>
                    <a:pt x="10966" y="43026"/>
                    <a:pt x="11157" y="44300"/>
                    <a:pt x="11288" y="45562"/>
                  </a:cubicBezTo>
                  <a:cubicBezTo>
                    <a:pt x="11371" y="46324"/>
                    <a:pt x="11454" y="47074"/>
                    <a:pt x="11704" y="47813"/>
                  </a:cubicBezTo>
                  <a:cubicBezTo>
                    <a:pt x="11823" y="48146"/>
                    <a:pt x="11978" y="48491"/>
                    <a:pt x="12109" y="48837"/>
                  </a:cubicBezTo>
                  <a:cubicBezTo>
                    <a:pt x="12145" y="48908"/>
                    <a:pt x="12204" y="48968"/>
                    <a:pt x="12240" y="49039"/>
                  </a:cubicBezTo>
                  <a:cubicBezTo>
                    <a:pt x="12228" y="49039"/>
                    <a:pt x="12204" y="49063"/>
                    <a:pt x="12181" y="49075"/>
                  </a:cubicBezTo>
                  <a:cubicBezTo>
                    <a:pt x="12164" y="49066"/>
                    <a:pt x="12142" y="49053"/>
                    <a:pt x="12118" y="49053"/>
                  </a:cubicBezTo>
                  <a:cubicBezTo>
                    <a:pt x="12107" y="49053"/>
                    <a:pt x="12096" y="49055"/>
                    <a:pt x="12085" y="49063"/>
                  </a:cubicBezTo>
                  <a:cubicBezTo>
                    <a:pt x="11157" y="48253"/>
                    <a:pt x="10240" y="47420"/>
                    <a:pt x="9383" y="46527"/>
                  </a:cubicBezTo>
                  <a:cubicBezTo>
                    <a:pt x="8775" y="45884"/>
                    <a:pt x="8252" y="45193"/>
                    <a:pt x="7823" y="44407"/>
                  </a:cubicBezTo>
                  <a:cubicBezTo>
                    <a:pt x="7382" y="43645"/>
                    <a:pt x="7109" y="42800"/>
                    <a:pt x="6978" y="41931"/>
                  </a:cubicBezTo>
                  <a:cubicBezTo>
                    <a:pt x="6751" y="40455"/>
                    <a:pt x="6608" y="38966"/>
                    <a:pt x="6561" y="37478"/>
                  </a:cubicBezTo>
                  <a:cubicBezTo>
                    <a:pt x="6561" y="37264"/>
                    <a:pt x="6573" y="37049"/>
                    <a:pt x="6608" y="36835"/>
                  </a:cubicBezTo>
                  <a:cubicBezTo>
                    <a:pt x="6632" y="36704"/>
                    <a:pt x="6680" y="36585"/>
                    <a:pt x="6739" y="36466"/>
                  </a:cubicBezTo>
                  <a:cubicBezTo>
                    <a:pt x="6830" y="36301"/>
                    <a:pt x="6973" y="36210"/>
                    <a:pt x="7136" y="36210"/>
                  </a:cubicBezTo>
                  <a:close/>
                  <a:moveTo>
                    <a:pt x="12776" y="56397"/>
                  </a:moveTo>
                  <a:cubicBezTo>
                    <a:pt x="12800" y="56457"/>
                    <a:pt x="12800" y="56516"/>
                    <a:pt x="12776" y="56599"/>
                  </a:cubicBezTo>
                  <a:cubicBezTo>
                    <a:pt x="12693" y="58183"/>
                    <a:pt x="12752" y="59743"/>
                    <a:pt x="12812" y="61314"/>
                  </a:cubicBezTo>
                  <a:cubicBezTo>
                    <a:pt x="12824" y="61600"/>
                    <a:pt x="12812" y="61886"/>
                    <a:pt x="12800" y="62172"/>
                  </a:cubicBezTo>
                  <a:cubicBezTo>
                    <a:pt x="12800" y="62267"/>
                    <a:pt x="12776" y="62374"/>
                    <a:pt x="12681" y="62469"/>
                  </a:cubicBezTo>
                  <a:cubicBezTo>
                    <a:pt x="12585" y="62410"/>
                    <a:pt x="12609" y="62326"/>
                    <a:pt x="12609" y="62255"/>
                  </a:cubicBezTo>
                  <a:cubicBezTo>
                    <a:pt x="12609" y="61636"/>
                    <a:pt x="12609" y="61029"/>
                    <a:pt x="12633" y="60397"/>
                  </a:cubicBezTo>
                  <a:cubicBezTo>
                    <a:pt x="12645" y="59278"/>
                    <a:pt x="12681" y="58147"/>
                    <a:pt x="12693" y="57028"/>
                  </a:cubicBezTo>
                  <a:cubicBezTo>
                    <a:pt x="12693" y="56849"/>
                    <a:pt x="12704" y="56695"/>
                    <a:pt x="12716" y="56516"/>
                  </a:cubicBezTo>
                  <a:cubicBezTo>
                    <a:pt x="12716" y="56468"/>
                    <a:pt x="12740" y="56433"/>
                    <a:pt x="12752" y="56397"/>
                  </a:cubicBezTo>
                  <a:close/>
                  <a:moveTo>
                    <a:pt x="32028" y="0"/>
                  </a:moveTo>
                  <a:cubicBezTo>
                    <a:pt x="31939" y="0"/>
                    <a:pt x="31844" y="19"/>
                    <a:pt x="31743" y="57"/>
                  </a:cubicBezTo>
                  <a:cubicBezTo>
                    <a:pt x="31612" y="104"/>
                    <a:pt x="31457" y="176"/>
                    <a:pt x="31338" y="271"/>
                  </a:cubicBezTo>
                  <a:cubicBezTo>
                    <a:pt x="31028" y="509"/>
                    <a:pt x="30695" y="747"/>
                    <a:pt x="30421" y="1009"/>
                  </a:cubicBezTo>
                  <a:cubicBezTo>
                    <a:pt x="29730" y="1664"/>
                    <a:pt x="29195" y="2426"/>
                    <a:pt x="28766" y="3260"/>
                  </a:cubicBezTo>
                  <a:cubicBezTo>
                    <a:pt x="28421" y="3926"/>
                    <a:pt x="28135" y="4629"/>
                    <a:pt x="27956" y="5355"/>
                  </a:cubicBezTo>
                  <a:cubicBezTo>
                    <a:pt x="27742" y="6212"/>
                    <a:pt x="27659" y="7070"/>
                    <a:pt x="27587" y="7939"/>
                  </a:cubicBezTo>
                  <a:cubicBezTo>
                    <a:pt x="27516" y="8844"/>
                    <a:pt x="27456" y="9737"/>
                    <a:pt x="27385" y="10641"/>
                  </a:cubicBezTo>
                  <a:cubicBezTo>
                    <a:pt x="27337" y="11118"/>
                    <a:pt x="27182" y="11570"/>
                    <a:pt x="26921" y="11963"/>
                  </a:cubicBezTo>
                  <a:cubicBezTo>
                    <a:pt x="26313" y="12892"/>
                    <a:pt x="25718" y="13808"/>
                    <a:pt x="25087" y="14725"/>
                  </a:cubicBezTo>
                  <a:cubicBezTo>
                    <a:pt x="23646" y="16773"/>
                    <a:pt x="22360" y="18928"/>
                    <a:pt x="21110" y="21119"/>
                  </a:cubicBezTo>
                  <a:cubicBezTo>
                    <a:pt x="21027" y="21286"/>
                    <a:pt x="20920" y="21428"/>
                    <a:pt x="20836" y="21595"/>
                  </a:cubicBezTo>
                  <a:cubicBezTo>
                    <a:pt x="20848" y="21226"/>
                    <a:pt x="20920" y="20881"/>
                    <a:pt x="20932" y="20524"/>
                  </a:cubicBezTo>
                  <a:cubicBezTo>
                    <a:pt x="20979" y="19809"/>
                    <a:pt x="20991" y="19107"/>
                    <a:pt x="21015" y="18416"/>
                  </a:cubicBezTo>
                  <a:cubicBezTo>
                    <a:pt x="21015" y="17821"/>
                    <a:pt x="21110" y="17249"/>
                    <a:pt x="21336" y="16714"/>
                  </a:cubicBezTo>
                  <a:cubicBezTo>
                    <a:pt x="21646" y="15952"/>
                    <a:pt x="21908" y="15178"/>
                    <a:pt x="22098" y="14392"/>
                  </a:cubicBezTo>
                  <a:cubicBezTo>
                    <a:pt x="22349" y="13427"/>
                    <a:pt x="22503" y="12463"/>
                    <a:pt x="22444" y="11463"/>
                  </a:cubicBezTo>
                  <a:cubicBezTo>
                    <a:pt x="22337" y="9665"/>
                    <a:pt x="22027" y="7891"/>
                    <a:pt x="21289" y="6224"/>
                  </a:cubicBezTo>
                  <a:cubicBezTo>
                    <a:pt x="21194" y="5998"/>
                    <a:pt x="21098" y="5772"/>
                    <a:pt x="21015" y="5557"/>
                  </a:cubicBezTo>
                  <a:cubicBezTo>
                    <a:pt x="20634" y="4688"/>
                    <a:pt x="20277" y="3831"/>
                    <a:pt x="19896" y="2962"/>
                  </a:cubicBezTo>
                  <a:cubicBezTo>
                    <a:pt x="19586" y="2259"/>
                    <a:pt x="19170" y="1628"/>
                    <a:pt x="18693" y="1033"/>
                  </a:cubicBezTo>
                  <a:cubicBezTo>
                    <a:pt x="18510" y="801"/>
                    <a:pt x="18310" y="688"/>
                    <a:pt x="18107" y="688"/>
                  </a:cubicBezTo>
                  <a:cubicBezTo>
                    <a:pt x="17914" y="688"/>
                    <a:pt x="17717" y="789"/>
                    <a:pt x="17526" y="985"/>
                  </a:cubicBezTo>
                  <a:cubicBezTo>
                    <a:pt x="17503" y="1033"/>
                    <a:pt x="17455" y="1069"/>
                    <a:pt x="17419" y="1116"/>
                  </a:cubicBezTo>
                  <a:cubicBezTo>
                    <a:pt x="17324" y="1295"/>
                    <a:pt x="17181" y="1462"/>
                    <a:pt x="17110" y="1652"/>
                  </a:cubicBezTo>
                  <a:cubicBezTo>
                    <a:pt x="16812" y="2355"/>
                    <a:pt x="16669" y="3081"/>
                    <a:pt x="16610" y="3843"/>
                  </a:cubicBezTo>
                  <a:cubicBezTo>
                    <a:pt x="16467" y="5617"/>
                    <a:pt x="16634" y="7355"/>
                    <a:pt x="16991" y="9082"/>
                  </a:cubicBezTo>
                  <a:cubicBezTo>
                    <a:pt x="17348" y="10772"/>
                    <a:pt x="17955" y="12368"/>
                    <a:pt x="18872" y="13856"/>
                  </a:cubicBezTo>
                  <a:cubicBezTo>
                    <a:pt x="19420" y="14761"/>
                    <a:pt x="19979" y="15678"/>
                    <a:pt x="20384" y="16666"/>
                  </a:cubicBezTo>
                  <a:cubicBezTo>
                    <a:pt x="20610" y="17237"/>
                    <a:pt x="20848" y="17785"/>
                    <a:pt x="20848" y="18392"/>
                  </a:cubicBezTo>
                  <a:cubicBezTo>
                    <a:pt x="20848" y="19488"/>
                    <a:pt x="20813" y="20559"/>
                    <a:pt x="20634" y="21631"/>
                  </a:cubicBezTo>
                  <a:cubicBezTo>
                    <a:pt x="20598" y="21881"/>
                    <a:pt x="20551" y="22131"/>
                    <a:pt x="20420" y="22357"/>
                  </a:cubicBezTo>
                  <a:cubicBezTo>
                    <a:pt x="20265" y="22595"/>
                    <a:pt x="20134" y="22845"/>
                    <a:pt x="20003" y="23095"/>
                  </a:cubicBezTo>
                  <a:cubicBezTo>
                    <a:pt x="19443" y="24107"/>
                    <a:pt x="18955" y="25143"/>
                    <a:pt x="18491" y="26179"/>
                  </a:cubicBezTo>
                  <a:cubicBezTo>
                    <a:pt x="17955" y="27405"/>
                    <a:pt x="17479" y="28655"/>
                    <a:pt x="17086" y="29929"/>
                  </a:cubicBezTo>
                  <a:cubicBezTo>
                    <a:pt x="17050" y="29977"/>
                    <a:pt x="17038" y="30037"/>
                    <a:pt x="16991" y="30120"/>
                  </a:cubicBezTo>
                  <a:cubicBezTo>
                    <a:pt x="16884" y="29668"/>
                    <a:pt x="16788" y="29275"/>
                    <a:pt x="16693" y="28870"/>
                  </a:cubicBezTo>
                  <a:cubicBezTo>
                    <a:pt x="16669" y="28751"/>
                    <a:pt x="16669" y="28632"/>
                    <a:pt x="16669" y="28513"/>
                  </a:cubicBezTo>
                  <a:cubicBezTo>
                    <a:pt x="16645" y="28334"/>
                    <a:pt x="16669" y="28179"/>
                    <a:pt x="16645" y="28013"/>
                  </a:cubicBezTo>
                  <a:cubicBezTo>
                    <a:pt x="16622" y="27358"/>
                    <a:pt x="16586" y="26691"/>
                    <a:pt x="16562" y="26036"/>
                  </a:cubicBezTo>
                  <a:cubicBezTo>
                    <a:pt x="16455" y="23691"/>
                    <a:pt x="16074" y="21393"/>
                    <a:pt x="15431" y="19142"/>
                  </a:cubicBezTo>
                  <a:cubicBezTo>
                    <a:pt x="14955" y="17464"/>
                    <a:pt x="14193" y="15892"/>
                    <a:pt x="13133" y="14499"/>
                  </a:cubicBezTo>
                  <a:cubicBezTo>
                    <a:pt x="12895" y="14166"/>
                    <a:pt x="12621" y="13856"/>
                    <a:pt x="12288" y="13594"/>
                  </a:cubicBezTo>
                  <a:cubicBezTo>
                    <a:pt x="12002" y="13368"/>
                    <a:pt x="11704" y="13177"/>
                    <a:pt x="11347" y="13094"/>
                  </a:cubicBezTo>
                  <a:cubicBezTo>
                    <a:pt x="11248" y="13077"/>
                    <a:pt x="11150" y="13068"/>
                    <a:pt x="11054" y="13068"/>
                  </a:cubicBezTo>
                  <a:cubicBezTo>
                    <a:pt x="10623" y="13068"/>
                    <a:pt x="10229" y="13236"/>
                    <a:pt x="9859" y="13499"/>
                  </a:cubicBezTo>
                  <a:cubicBezTo>
                    <a:pt x="9776" y="13570"/>
                    <a:pt x="9716" y="13677"/>
                    <a:pt x="9656" y="13785"/>
                  </a:cubicBezTo>
                  <a:cubicBezTo>
                    <a:pt x="9525" y="14023"/>
                    <a:pt x="9490" y="14285"/>
                    <a:pt x="9502" y="14559"/>
                  </a:cubicBezTo>
                  <a:cubicBezTo>
                    <a:pt x="9537" y="14928"/>
                    <a:pt x="9561" y="15297"/>
                    <a:pt x="9609" y="15678"/>
                  </a:cubicBezTo>
                  <a:cubicBezTo>
                    <a:pt x="9823" y="17309"/>
                    <a:pt x="10264" y="18904"/>
                    <a:pt x="10752" y="20476"/>
                  </a:cubicBezTo>
                  <a:cubicBezTo>
                    <a:pt x="10978" y="21190"/>
                    <a:pt x="11228" y="21905"/>
                    <a:pt x="11609" y="22560"/>
                  </a:cubicBezTo>
                  <a:cubicBezTo>
                    <a:pt x="12335" y="23857"/>
                    <a:pt x="13216" y="25036"/>
                    <a:pt x="14240" y="26108"/>
                  </a:cubicBezTo>
                  <a:cubicBezTo>
                    <a:pt x="14669" y="26548"/>
                    <a:pt x="15121" y="26965"/>
                    <a:pt x="15514" y="27429"/>
                  </a:cubicBezTo>
                  <a:cubicBezTo>
                    <a:pt x="16145" y="28132"/>
                    <a:pt x="16622" y="28929"/>
                    <a:pt x="16812" y="29870"/>
                  </a:cubicBezTo>
                  <a:cubicBezTo>
                    <a:pt x="16884" y="30263"/>
                    <a:pt x="16872" y="30632"/>
                    <a:pt x="16753" y="31001"/>
                  </a:cubicBezTo>
                  <a:cubicBezTo>
                    <a:pt x="16526" y="31715"/>
                    <a:pt x="16324" y="32442"/>
                    <a:pt x="16098" y="33156"/>
                  </a:cubicBezTo>
                  <a:cubicBezTo>
                    <a:pt x="16050" y="33323"/>
                    <a:pt x="15991" y="33489"/>
                    <a:pt x="15955" y="33656"/>
                  </a:cubicBezTo>
                  <a:cubicBezTo>
                    <a:pt x="15919" y="33632"/>
                    <a:pt x="15895" y="33632"/>
                    <a:pt x="15895" y="33620"/>
                  </a:cubicBezTo>
                  <a:cubicBezTo>
                    <a:pt x="15848" y="33549"/>
                    <a:pt x="15812" y="33489"/>
                    <a:pt x="15788" y="33418"/>
                  </a:cubicBezTo>
                  <a:cubicBezTo>
                    <a:pt x="15371" y="32465"/>
                    <a:pt x="14776" y="31656"/>
                    <a:pt x="13955" y="31037"/>
                  </a:cubicBezTo>
                  <a:cubicBezTo>
                    <a:pt x="12978" y="30287"/>
                    <a:pt x="11871" y="29763"/>
                    <a:pt x="10716" y="29382"/>
                  </a:cubicBezTo>
                  <a:cubicBezTo>
                    <a:pt x="9430" y="28965"/>
                    <a:pt x="8132" y="28727"/>
                    <a:pt x="6799" y="28655"/>
                  </a:cubicBezTo>
                  <a:cubicBezTo>
                    <a:pt x="6479" y="28637"/>
                    <a:pt x="6161" y="28627"/>
                    <a:pt x="5844" y="28627"/>
                  </a:cubicBezTo>
                  <a:cubicBezTo>
                    <a:pt x="4730" y="28627"/>
                    <a:pt x="3630" y="28747"/>
                    <a:pt x="2537" y="29025"/>
                  </a:cubicBezTo>
                  <a:cubicBezTo>
                    <a:pt x="1810" y="29203"/>
                    <a:pt x="1143" y="29501"/>
                    <a:pt x="489" y="29846"/>
                  </a:cubicBezTo>
                  <a:cubicBezTo>
                    <a:pt x="370" y="29918"/>
                    <a:pt x="239" y="30001"/>
                    <a:pt x="155" y="30120"/>
                  </a:cubicBezTo>
                  <a:cubicBezTo>
                    <a:pt x="0" y="30346"/>
                    <a:pt x="96" y="30560"/>
                    <a:pt x="358" y="30620"/>
                  </a:cubicBezTo>
                  <a:cubicBezTo>
                    <a:pt x="477" y="30644"/>
                    <a:pt x="608" y="30680"/>
                    <a:pt x="739" y="30680"/>
                  </a:cubicBezTo>
                  <a:cubicBezTo>
                    <a:pt x="1048" y="30680"/>
                    <a:pt x="1370" y="30680"/>
                    <a:pt x="1679" y="30656"/>
                  </a:cubicBezTo>
                  <a:cubicBezTo>
                    <a:pt x="2501" y="30596"/>
                    <a:pt x="3310" y="30513"/>
                    <a:pt x="4132" y="30477"/>
                  </a:cubicBezTo>
                  <a:cubicBezTo>
                    <a:pt x="4590" y="30459"/>
                    <a:pt x="5048" y="30449"/>
                    <a:pt x="5504" y="30449"/>
                  </a:cubicBezTo>
                  <a:cubicBezTo>
                    <a:pt x="7451" y="30449"/>
                    <a:pt x="9375" y="30630"/>
                    <a:pt x="11276" y="31132"/>
                  </a:cubicBezTo>
                  <a:cubicBezTo>
                    <a:pt x="12121" y="31370"/>
                    <a:pt x="12954" y="31608"/>
                    <a:pt x="13752" y="31989"/>
                  </a:cubicBezTo>
                  <a:cubicBezTo>
                    <a:pt x="14288" y="32239"/>
                    <a:pt x="14776" y="32549"/>
                    <a:pt x="15205" y="32954"/>
                  </a:cubicBezTo>
                  <a:cubicBezTo>
                    <a:pt x="15502" y="33204"/>
                    <a:pt x="15633" y="33537"/>
                    <a:pt x="15741" y="33894"/>
                  </a:cubicBezTo>
                  <a:cubicBezTo>
                    <a:pt x="15800" y="34097"/>
                    <a:pt x="15752" y="34251"/>
                    <a:pt x="15598" y="34406"/>
                  </a:cubicBezTo>
                  <a:cubicBezTo>
                    <a:pt x="14907" y="35097"/>
                    <a:pt x="14324" y="35835"/>
                    <a:pt x="13895" y="36716"/>
                  </a:cubicBezTo>
                  <a:cubicBezTo>
                    <a:pt x="13586" y="37359"/>
                    <a:pt x="13312" y="38014"/>
                    <a:pt x="13157" y="38716"/>
                  </a:cubicBezTo>
                  <a:cubicBezTo>
                    <a:pt x="12835" y="40026"/>
                    <a:pt x="12812" y="41336"/>
                    <a:pt x="13038" y="42657"/>
                  </a:cubicBezTo>
                  <a:cubicBezTo>
                    <a:pt x="13157" y="43383"/>
                    <a:pt x="13300" y="44086"/>
                    <a:pt x="13490" y="44788"/>
                  </a:cubicBezTo>
                  <a:cubicBezTo>
                    <a:pt x="13550" y="44979"/>
                    <a:pt x="13597" y="45181"/>
                    <a:pt x="13586" y="45396"/>
                  </a:cubicBezTo>
                  <a:cubicBezTo>
                    <a:pt x="13478" y="47063"/>
                    <a:pt x="13359" y="48741"/>
                    <a:pt x="13240" y="50408"/>
                  </a:cubicBezTo>
                  <a:cubicBezTo>
                    <a:pt x="13228" y="50468"/>
                    <a:pt x="13228" y="50539"/>
                    <a:pt x="13216" y="50646"/>
                  </a:cubicBezTo>
                  <a:cubicBezTo>
                    <a:pt x="13181" y="50575"/>
                    <a:pt x="13157" y="50527"/>
                    <a:pt x="13133" y="50503"/>
                  </a:cubicBezTo>
                  <a:cubicBezTo>
                    <a:pt x="13014" y="50158"/>
                    <a:pt x="12835" y="49849"/>
                    <a:pt x="12633" y="49563"/>
                  </a:cubicBezTo>
                  <a:cubicBezTo>
                    <a:pt x="12573" y="49468"/>
                    <a:pt x="12514" y="49349"/>
                    <a:pt x="12466" y="49253"/>
                  </a:cubicBezTo>
                  <a:cubicBezTo>
                    <a:pt x="12383" y="49051"/>
                    <a:pt x="12300" y="48872"/>
                    <a:pt x="12228" y="48682"/>
                  </a:cubicBezTo>
                  <a:cubicBezTo>
                    <a:pt x="11883" y="47860"/>
                    <a:pt x="11645" y="47051"/>
                    <a:pt x="11550" y="46170"/>
                  </a:cubicBezTo>
                  <a:cubicBezTo>
                    <a:pt x="11442" y="45336"/>
                    <a:pt x="11347" y="44503"/>
                    <a:pt x="11216" y="43681"/>
                  </a:cubicBezTo>
                  <a:cubicBezTo>
                    <a:pt x="10990" y="42324"/>
                    <a:pt x="10609" y="41038"/>
                    <a:pt x="9978" y="39812"/>
                  </a:cubicBezTo>
                  <a:cubicBezTo>
                    <a:pt x="9561" y="38978"/>
                    <a:pt x="9085" y="38157"/>
                    <a:pt x="8633" y="37359"/>
                  </a:cubicBezTo>
                  <a:cubicBezTo>
                    <a:pt x="8454" y="37049"/>
                    <a:pt x="8216" y="36728"/>
                    <a:pt x="7978" y="36454"/>
                  </a:cubicBezTo>
                  <a:cubicBezTo>
                    <a:pt x="7859" y="36299"/>
                    <a:pt x="7680" y="36168"/>
                    <a:pt x="7501" y="36061"/>
                  </a:cubicBezTo>
                  <a:cubicBezTo>
                    <a:pt x="7386" y="35998"/>
                    <a:pt x="7270" y="35967"/>
                    <a:pt x="7159" y="35967"/>
                  </a:cubicBezTo>
                  <a:cubicBezTo>
                    <a:pt x="6937" y="35967"/>
                    <a:pt x="6735" y="36089"/>
                    <a:pt x="6608" y="36311"/>
                  </a:cubicBezTo>
                  <a:cubicBezTo>
                    <a:pt x="6549" y="36406"/>
                    <a:pt x="6501" y="36490"/>
                    <a:pt x="6489" y="36585"/>
                  </a:cubicBezTo>
                  <a:cubicBezTo>
                    <a:pt x="6442" y="36871"/>
                    <a:pt x="6394" y="37145"/>
                    <a:pt x="6394" y="37418"/>
                  </a:cubicBezTo>
                  <a:cubicBezTo>
                    <a:pt x="6442" y="38978"/>
                    <a:pt x="6585" y="40538"/>
                    <a:pt x="6858" y="42086"/>
                  </a:cubicBezTo>
                  <a:cubicBezTo>
                    <a:pt x="7037" y="43122"/>
                    <a:pt x="7418" y="44050"/>
                    <a:pt x="7978" y="44919"/>
                  </a:cubicBezTo>
                  <a:cubicBezTo>
                    <a:pt x="8418" y="45622"/>
                    <a:pt x="8942" y="46241"/>
                    <a:pt x="9525" y="46836"/>
                  </a:cubicBezTo>
                  <a:cubicBezTo>
                    <a:pt x="10276" y="47622"/>
                    <a:pt x="11097" y="48372"/>
                    <a:pt x="11931" y="49087"/>
                  </a:cubicBezTo>
                  <a:cubicBezTo>
                    <a:pt x="12514" y="49587"/>
                    <a:pt x="12895" y="50206"/>
                    <a:pt x="13133" y="50920"/>
                  </a:cubicBezTo>
                  <a:cubicBezTo>
                    <a:pt x="13181" y="51039"/>
                    <a:pt x="13216" y="51182"/>
                    <a:pt x="13193" y="51301"/>
                  </a:cubicBezTo>
                  <a:cubicBezTo>
                    <a:pt x="13121" y="52135"/>
                    <a:pt x="13038" y="52956"/>
                    <a:pt x="12919" y="53778"/>
                  </a:cubicBezTo>
                  <a:cubicBezTo>
                    <a:pt x="12764" y="54802"/>
                    <a:pt x="12585" y="55814"/>
                    <a:pt x="12526" y="56838"/>
                  </a:cubicBezTo>
                  <a:cubicBezTo>
                    <a:pt x="12419" y="58683"/>
                    <a:pt x="12478" y="60528"/>
                    <a:pt x="12454" y="62374"/>
                  </a:cubicBezTo>
                  <a:cubicBezTo>
                    <a:pt x="12454" y="62445"/>
                    <a:pt x="12478" y="62505"/>
                    <a:pt x="12478" y="62564"/>
                  </a:cubicBezTo>
                  <a:cubicBezTo>
                    <a:pt x="12561" y="62597"/>
                    <a:pt x="12629" y="62615"/>
                    <a:pt x="12686" y="62615"/>
                  </a:cubicBezTo>
                  <a:cubicBezTo>
                    <a:pt x="12792" y="62615"/>
                    <a:pt x="12856" y="62554"/>
                    <a:pt x="12895" y="62422"/>
                  </a:cubicBezTo>
                  <a:cubicBezTo>
                    <a:pt x="12954" y="62207"/>
                    <a:pt x="12990" y="61993"/>
                    <a:pt x="12990" y="61767"/>
                  </a:cubicBezTo>
                  <a:cubicBezTo>
                    <a:pt x="12978" y="61076"/>
                    <a:pt x="12931" y="60386"/>
                    <a:pt x="12931" y="59695"/>
                  </a:cubicBezTo>
                  <a:cubicBezTo>
                    <a:pt x="12931" y="58600"/>
                    <a:pt x="12931" y="57480"/>
                    <a:pt x="12954" y="56373"/>
                  </a:cubicBezTo>
                  <a:cubicBezTo>
                    <a:pt x="12990" y="55635"/>
                    <a:pt x="13002" y="54885"/>
                    <a:pt x="13074" y="54147"/>
                  </a:cubicBezTo>
                  <a:cubicBezTo>
                    <a:pt x="13157" y="53242"/>
                    <a:pt x="13288" y="52349"/>
                    <a:pt x="13407" y="51432"/>
                  </a:cubicBezTo>
                  <a:cubicBezTo>
                    <a:pt x="13419" y="51373"/>
                    <a:pt x="13419" y="51313"/>
                    <a:pt x="13455" y="51254"/>
                  </a:cubicBezTo>
                  <a:cubicBezTo>
                    <a:pt x="13645" y="50837"/>
                    <a:pt x="13847" y="50408"/>
                    <a:pt x="14050" y="49991"/>
                  </a:cubicBezTo>
                  <a:cubicBezTo>
                    <a:pt x="14240" y="49610"/>
                    <a:pt x="14538" y="49349"/>
                    <a:pt x="14919" y="49194"/>
                  </a:cubicBezTo>
                  <a:cubicBezTo>
                    <a:pt x="15133" y="49098"/>
                    <a:pt x="15336" y="49027"/>
                    <a:pt x="15550" y="48968"/>
                  </a:cubicBezTo>
                  <a:cubicBezTo>
                    <a:pt x="16026" y="48837"/>
                    <a:pt x="16514" y="48777"/>
                    <a:pt x="17003" y="48741"/>
                  </a:cubicBezTo>
                  <a:cubicBezTo>
                    <a:pt x="17245" y="48730"/>
                    <a:pt x="17488" y="48725"/>
                    <a:pt x="17729" y="48725"/>
                  </a:cubicBezTo>
                  <a:cubicBezTo>
                    <a:pt x="18519" y="48725"/>
                    <a:pt x="19302" y="48781"/>
                    <a:pt x="20086" y="48872"/>
                  </a:cubicBezTo>
                  <a:cubicBezTo>
                    <a:pt x="20567" y="48926"/>
                    <a:pt x="21048" y="48950"/>
                    <a:pt x="21526" y="48950"/>
                  </a:cubicBezTo>
                  <a:cubicBezTo>
                    <a:pt x="22647" y="48950"/>
                    <a:pt x="23760" y="48815"/>
                    <a:pt x="24861" y="48598"/>
                  </a:cubicBezTo>
                  <a:cubicBezTo>
                    <a:pt x="26373" y="48301"/>
                    <a:pt x="27540" y="47444"/>
                    <a:pt x="28516" y="46301"/>
                  </a:cubicBezTo>
                  <a:cubicBezTo>
                    <a:pt x="28837" y="45920"/>
                    <a:pt x="28718" y="45467"/>
                    <a:pt x="28230" y="45324"/>
                  </a:cubicBezTo>
                  <a:cubicBezTo>
                    <a:pt x="27992" y="45229"/>
                    <a:pt x="27718" y="45205"/>
                    <a:pt x="27468" y="45205"/>
                  </a:cubicBezTo>
                  <a:lnTo>
                    <a:pt x="24206" y="45158"/>
                  </a:lnTo>
                  <a:cubicBezTo>
                    <a:pt x="24151" y="45157"/>
                    <a:pt x="24097" y="45156"/>
                    <a:pt x="24043" y="45156"/>
                  </a:cubicBezTo>
                  <a:cubicBezTo>
                    <a:pt x="23349" y="45156"/>
                    <a:pt x="22664" y="45226"/>
                    <a:pt x="21979" y="45336"/>
                  </a:cubicBezTo>
                  <a:cubicBezTo>
                    <a:pt x="21206" y="45467"/>
                    <a:pt x="20479" y="45717"/>
                    <a:pt x="19824" y="46181"/>
                  </a:cubicBezTo>
                  <a:cubicBezTo>
                    <a:pt x="19539" y="46384"/>
                    <a:pt x="19253" y="46586"/>
                    <a:pt x="18967" y="46789"/>
                  </a:cubicBezTo>
                  <a:cubicBezTo>
                    <a:pt x="18515" y="47158"/>
                    <a:pt x="18062" y="47527"/>
                    <a:pt x="17598" y="47872"/>
                  </a:cubicBezTo>
                  <a:cubicBezTo>
                    <a:pt x="17288" y="48086"/>
                    <a:pt x="16967" y="48301"/>
                    <a:pt x="16645" y="48503"/>
                  </a:cubicBezTo>
                  <a:cubicBezTo>
                    <a:pt x="16514" y="48598"/>
                    <a:pt x="16372" y="48622"/>
                    <a:pt x="16217" y="48658"/>
                  </a:cubicBezTo>
                  <a:cubicBezTo>
                    <a:pt x="15681" y="48741"/>
                    <a:pt x="15145" y="48872"/>
                    <a:pt x="14669" y="49146"/>
                  </a:cubicBezTo>
                  <a:cubicBezTo>
                    <a:pt x="14625" y="49168"/>
                    <a:pt x="14571" y="49210"/>
                    <a:pt x="14535" y="49244"/>
                  </a:cubicBezTo>
                  <a:lnTo>
                    <a:pt x="14535" y="49244"/>
                  </a:lnTo>
                  <a:cubicBezTo>
                    <a:pt x="14551" y="49204"/>
                    <a:pt x="14555" y="49165"/>
                    <a:pt x="14586" y="49134"/>
                  </a:cubicBezTo>
                  <a:cubicBezTo>
                    <a:pt x="15002" y="48432"/>
                    <a:pt x="15455" y="47789"/>
                    <a:pt x="15967" y="47146"/>
                  </a:cubicBezTo>
                  <a:cubicBezTo>
                    <a:pt x="17145" y="45646"/>
                    <a:pt x="18574" y="44407"/>
                    <a:pt x="20265" y="43503"/>
                  </a:cubicBezTo>
                  <a:cubicBezTo>
                    <a:pt x="21587" y="42788"/>
                    <a:pt x="22920" y="42050"/>
                    <a:pt x="24242" y="41312"/>
                  </a:cubicBezTo>
                  <a:cubicBezTo>
                    <a:pt x="25039" y="40871"/>
                    <a:pt x="25813" y="40347"/>
                    <a:pt x="26516" y="39740"/>
                  </a:cubicBezTo>
                  <a:cubicBezTo>
                    <a:pt x="27159" y="39193"/>
                    <a:pt x="27635" y="38514"/>
                    <a:pt x="27897" y="37716"/>
                  </a:cubicBezTo>
                  <a:cubicBezTo>
                    <a:pt x="27944" y="37549"/>
                    <a:pt x="27992" y="37383"/>
                    <a:pt x="28004" y="37228"/>
                  </a:cubicBezTo>
                  <a:cubicBezTo>
                    <a:pt x="28040" y="36895"/>
                    <a:pt x="27861" y="36668"/>
                    <a:pt x="27540" y="36585"/>
                  </a:cubicBezTo>
                  <a:cubicBezTo>
                    <a:pt x="27410" y="36554"/>
                    <a:pt x="27284" y="36536"/>
                    <a:pt x="27160" y="36536"/>
                  </a:cubicBezTo>
                  <a:cubicBezTo>
                    <a:pt x="27001" y="36536"/>
                    <a:pt x="26843" y="36566"/>
                    <a:pt x="26682" y="36633"/>
                  </a:cubicBezTo>
                  <a:cubicBezTo>
                    <a:pt x="26373" y="36764"/>
                    <a:pt x="26075" y="36883"/>
                    <a:pt x="25789" y="37049"/>
                  </a:cubicBezTo>
                  <a:cubicBezTo>
                    <a:pt x="24075" y="38085"/>
                    <a:pt x="22349" y="39097"/>
                    <a:pt x="20670" y="40169"/>
                  </a:cubicBezTo>
                  <a:cubicBezTo>
                    <a:pt x="19027" y="41217"/>
                    <a:pt x="17812" y="42669"/>
                    <a:pt x="16967" y="44431"/>
                  </a:cubicBezTo>
                  <a:cubicBezTo>
                    <a:pt x="16645" y="45098"/>
                    <a:pt x="16348" y="45765"/>
                    <a:pt x="16074" y="46431"/>
                  </a:cubicBezTo>
                  <a:cubicBezTo>
                    <a:pt x="15907" y="46824"/>
                    <a:pt x="15729" y="47182"/>
                    <a:pt x="15479" y="47503"/>
                  </a:cubicBezTo>
                  <a:cubicBezTo>
                    <a:pt x="14800" y="48396"/>
                    <a:pt x="14228" y="49349"/>
                    <a:pt x="13716" y="50361"/>
                  </a:cubicBezTo>
                  <a:cubicBezTo>
                    <a:pt x="13645" y="50515"/>
                    <a:pt x="13574" y="50658"/>
                    <a:pt x="13466" y="50861"/>
                  </a:cubicBezTo>
                  <a:lnTo>
                    <a:pt x="13466" y="50658"/>
                  </a:lnTo>
                  <a:cubicBezTo>
                    <a:pt x="13586" y="48968"/>
                    <a:pt x="13705" y="47253"/>
                    <a:pt x="13824" y="45562"/>
                  </a:cubicBezTo>
                  <a:cubicBezTo>
                    <a:pt x="13847" y="45217"/>
                    <a:pt x="13895" y="44872"/>
                    <a:pt x="13967" y="44550"/>
                  </a:cubicBezTo>
                  <a:cubicBezTo>
                    <a:pt x="14133" y="43872"/>
                    <a:pt x="14526" y="43324"/>
                    <a:pt x="15014" y="42860"/>
                  </a:cubicBezTo>
                  <a:cubicBezTo>
                    <a:pt x="15479" y="42443"/>
                    <a:pt x="15931" y="42050"/>
                    <a:pt x="16431" y="41657"/>
                  </a:cubicBezTo>
                  <a:cubicBezTo>
                    <a:pt x="16991" y="41217"/>
                    <a:pt x="17586" y="40800"/>
                    <a:pt x="18169" y="40359"/>
                  </a:cubicBezTo>
                  <a:cubicBezTo>
                    <a:pt x="19610" y="39288"/>
                    <a:pt x="20908" y="38073"/>
                    <a:pt x="22039" y="36692"/>
                  </a:cubicBezTo>
                  <a:cubicBezTo>
                    <a:pt x="22872" y="35656"/>
                    <a:pt x="23551" y="34561"/>
                    <a:pt x="24063" y="33323"/>
                  </a:cubicBezTo>
                  <a:cubicBezTo>
                    <a:pt x="24230" y="32918"/>
                    <a:pt x="24325" y="32501"/>
                    <a:pt x="24361" y="32073"/>
                  </a:cubicBezTo>
                  <a:cubicBezTo>
                    <a:pt x="24384" y="31430"/>
                    <a:pt x="24087" y="30941"/>
                    <a:pt x="23492" y="30691"/>
                  </a:cubicBezTo>
                  <a:cubicBezTo>
                    <a:pt x="23152" y="30540"/>
                    <a:pt x="22799" y="30463"/>
                    <a:pt x="22441" y="30463"/>
                  </a:cubicBezTo>
                  <a:cubicBezTo>
                    <a:pt x="22209" y="30463"/>
                    <a:pt x="21975" y="30495"/>
                    <a:pt x="21741" y="30560"/>
                  </a:cubicBezTo>
                  <a:cubicBezTo>
                    <a:pt x="21170" y="30703"/>
                    <a:pt x="20634" y="30930"/>
                    <a:pt x="20122" y="31180"/>
                  </a:cubicBezTo>
                  <a:cubicBezTo>
                    <a:pt x="18693" y="31894"/>
                    <a:pt x="17407" y="32799"/>
                    <a:pt x="16253" y="33894"/>
                  </a:cubicBezTo>
                  <a:cubicBezTo>
                    <a:pt x="16205" y="33930"/>
                    <a:pt x="16145" y="33966"/>
                    <a:pt x="16098" y="34013"/>
                  </a:cubicBezTo>
                  <a:cubicBezTo>
                    <a:pt x="16086" y="33954"/>
                    <a:pt x="16086" y="33918"/>
                    <a:pt x="16098" y="33894"/>
                  </a:cubicBezTo>
                  <a:cubicBezTo>
                    <a:pt x="16455" y="32716"/>
                    <a:pt x="16800" y="31549"/>
                    <a:pt x="17169" y="30382"/>
                  </a:cubicBezTo>
                  <a:cubicBezTo>
                    <a:pt x="17229" y="30168"/>
                    <a:pt x="17336" y="29977"/>
                    <a:pt x="17443" y="29798"/>
                  </a:cubicBezTo>
                  <a:cubicBezTo>
                    <a:pt x="17753" y="29275"/>
                    <a:pt x="18110" y="28786"/>
                    <a:pt x="18539" y="28358"/>
                  </a:cubicBezTo>
                  <a:cubicBezTo>
                    <a:pt x="18777" y="28132"/>
                    <a:pt x="18991" y="27882"/>
                    <a:pt x="19241" y="27667"/>
                  </a:cubicBezTo>
                  <a:cubicBezTo>
                    <a:pt x="20003" y="27060"/>
                    <a:pt x="20789" y="26512"/>
                    <a:pt x="21610" y="26012"/>
                  </a:cubicBezTo>
                  <a:cubicBezTo>
                    <a:pt x="21860" y="25858"/>
                    <a:pt x="22146" y="25750"/>
                    <a:pt x="22420" y="25643"/>
                  </a:cubicBezTo>
                  <a:cubicBezTo>
                    <a:pt x="23456" y="25286"/>
                    <a:pt x="24527" y="25155"/>
                    <a:pt x="25611" y="25107"/>
                  </a:cubicBezTo>
                  <a:cubicBezTo>
                    <a:pt x="26825" y="25048"/>
                    <a:pt x="28052" y="24988"/>
                    <a:pt x="29254" y="24846"/>
                  </a:cubicBezTo>
                  <a:cubicBezTo>
                    <a:pt x="30147" y="24738"/>
                    <a:pt x="31028" y="24584"/>
                    <a:pt x="31874" y="24310"/>
                  </a:cubicBezTo>
                  <a:cubicBezTo>
                    <a:pt x="33314" y="23833"/>
                    <a:pt x="34469" y="22905"/>
                    <a:pt x="35457" y="21774"/>
                  </a:cubicBezTo>
                  <a:cubicBezTo>
                    <a:pt x="35803" y="21369"/>
                    <a:pt x="36112" y="20940"/>
                    <a:pt x="36326" y="20452"/>
                  </a:cubicBezTo>
                  <a:cubicBezTo>
                    <a:pt x="36648" y="19678"/>
                    <a:pt x="36529" y="18738"/>
                    <a:pt x="35505" y="18261"/>
                  </a:cubicBezTo>
                  <a:cubicBezTo>
                    <a:pt x="34862" y="17964"/>
                    <a:pt x="34195" y="17797"/>
                    <a:pt x="33517" y="17726"/>
                  </a:cubicBezTo>
                  <a:cubicBezTo>
                    <a:pt x="33095" y="17679"/>
                    <a:pt x="32678" y="17656"/>
                    <a:pt x="32264" y="17656"/>
                  </a:cubicBezTo>
                  <a:cubicBezTo>
                    <a:pt x="30460" y="17656"/>
                    <a:pt x="28734" y="18095"/>
                    <a:pt x="27087" y="18928"/>
                  </a:cubicBezTo>
                  <a:cubicBezTo>
                    <a:pt x="26087" y="19440"/>
                    <a:pt x="25206" y="20095"/>
                    <a:pt x="24361" y="20797"/>
                  </a:cubicBezTo>
                  <a:cubicBezTo>
                    <a:pt x="23039" y="21893"/>
                    <a:pt x="21860" y="23143"/>
                    <a:pt x="20753" y="24465"/>
                  </a:cubicBezTo>
                  <a:cubicBezTo>
                    <a:pt x="20086" y="25274"/>
                    <a:pt x="19479" y="26119"/>
                    <a:pt x="18955" y="27048"/>
                  </a:cubicBezTo>
                  <a:cubicBezTo>
                    <a:pt x="18634" y="27620"/>
                    <a:pt x="18288" y="28191"/>
                    <a:pt x="17943" y="28751"/>
                  </a:cubicBezTo>
                  <a:cubicBezTo>
                    <a:pt x="17824" y="28953"/>
                    <a:pt x="17681" y="29144"/>
                    <a:pt x="17538" y="29334"/>
                  </a:cubicBezTo>
                  <a:cubicBezTo>
                    <a:pt x="17526" y="29251"/>
                    <a:pt x="17538" y="29167"/>
                    <a:pt x="17574" y="29096"/>
                  </a:cubicBezTo>
                  <a:cubicBezTo>
                    <a:pt x="17931" y="28191"/>
                    <a:pt x="18253" y="27262"/>
                    <a:pt x="18646" y="26370"/>
                  </a:cubicBezTo>
                  <a:cubicBezTo>
                    <a:pt x="18955" y="25631"/>
                    <a:pt x="19312" y="24905"/>
                    <a:pt x="19682" y="24167"/>
                  </a:cubicBezTo>
                  <a:cubicBezTo>
                    <a:pt x="20039" y="23452"/>
                    <a:pt x="20444" y="22738"/>
                    <a:pt x="20836" y="22048"/>
                  </a:cubicBezTo>
                  <a:cubicBezTo>
                    <a:pt x="21253" y="21297"/>
                    <a:pt x="21682" y="20571"/>
                    <a:pt x="22110" y="19845"/>
                  </a:cubicBezTo>
                  <a:cubicBezTo>
                    <a:pt x="22563" y="19107"/>
                    <a:pt x="22980" y="18369"/>
                    <a:pt x="23432" y="17642"/>
                  </a:cubicBezTo>
                  <a:cubicBezTo>
                    <a:pt x="24027" y="16690"/>
                    <a:pt x="24670" y="15761"/>
                    <a:pt x="25277" y="14809"/>
                  </a:cubicBezTo>
                  <a:cubicBezTo>
                    <a:pt x="25492" y="14499"/>
                    <a:pt x="25742" y="14285"/>
                    <a:pt x="26051" y="14130"/>
                  </a:cubicBezTo>
                  <a:cubicBezTo>
                    <a:pt x="26135" y="14082"/>
                    <a:pt x="26206" y="14070"/>
                    <a:pt x="26278" y="14023"/>
                  </a:cubicBezTo>
                  <a:cubicBezTo>
                    <a:pt x="26813" y="13713"/>
                    <a:pt x="27409" y="13546"/>
                    <a:pt x="28004" y="13427"/>
                  </a:cubicBezTo>
                  <a:cubicBezTo>
                    <a:pt x="28933" y="13249"/>
                    <a:pt x="29849" y="13082"/>
                    <a:pt x="30778" y="12904"/>
                  </a:cubicBezTo>
                  <a:cubicBezTo>
                    <a:pt x="31564" y="12761"/>
                    <a:pt x="32350" y="12594"/>
                    <a:pt x="33124" y="12344"/>
                  </a:cubicBezTo>
                  <a:cubicBezTo>
                    <a:pt x="33588" y="12189"/>
                    <a:pt x="34029" y="11987"/>
                    <a:pt x="34410" y="11653"/>
                  </a:cubicBezTo>
                  <a:cubicBezTo>
                    <a:pt x="35183" y="10987"/>
                    <a:pt x="35850" y="10237"/>
                    <a:pt x="36374" y="9344"/>
                  </a:cubicBezTo>
                  <a:cubicBezTo>
                    <a:pt x="36457" y="9201"/>
                    <a:pt x="36517" y="9022"/>
                    <a:pt x="36553" y="8844"/>
                  </a:cubicBezTo>
                  <a:cubicBezTo>
                    <a:pt x="36588" y="8617"/>
                    <a:pt x="36505" y="8474"/>
                    <a:pt x="36279" y="8415"/>
                  </a:cubicBezTo>
                  <a:cubicBezTo>
                    <a:pt x="36192" y="8383"/>
                    <a:pt x="36088" y="8367"/>
                    <a:pt x="35987" y="8367"/>
                  </a:cubicBezTo>
                  <a:cubicBezTo>
                    <a:pt x="35936" y="8367"/>
                    <a:pt x="35886" y="8371"/>
                    <a:pt x="35838" y="8379"/>
                  </a:cubicBezTo>
                  <a:cubicBezTo>
                    <a:pt x="35517" y="8439"/>
                    <a:pt x="35207" y="8510"/>
                    <a:pt x="34898" y="8605"/>
                  </a:cubicBezTo>
                  <a:cubicBezTo>
                    <a:pt x="33540" y="9022"/>
                    <a:pt x="32219" y="9546"/>
                    <a:pt x="30909" y="10058"/>
                  </a:cubicBezTo>
                  <a:cubicBezTo>
                    <a:pt x="30302" y="10320"/>
                    <a:pt x="29742" y="10653"/>
                    <a:pt x="29254" y="11106"/>
                  </a:cubicBezTo>
                  <a:cubicBezTo>
                    <a:pt x="28480" y="11784"/>
                    <a:pt x="27742" y="12499"/>
                    <a:pt x="27051" y="13273"/>
                  </a:cubicBezTo>
                  <a:cubicBezTo>
                    <a:pt x="26849" y="13499"/>
                    <a:pt x="26623" y="13689"/>
                    <a:pt x="26337" y="13808"/>
                  </a:cubicBezTo>
                  <a:cubicBezTo>
                    <a:pt x="26206" y="13856"/>
                    <a:pt x="26075" y="13951"/>
                    <a:pt x="25932" y="14023"/>
                  </a:cubicBezTo>
                  <a:cubicBezTo>
                    <a:pt x="25897" y="14047"/>
                    <a:pt x="25849" y="14070"/>
                    <a:pt x="25754" y="14106"/>
                  </a:cubicBezTo>
                  <a:cubicBezTo>
                    <a:pt x="25956" y="13808"/>
                    <a:pt x="26135" y="13558"/>
                    <a:pt x="26289" y="13296"/>
                  </a:cubicBezTo>
                  <a:cubicBezTo>
                    <a:pt x="26670" y="12665"/>
                    <a:pt x="27051" y="12046"/>
                    <a:pt x="27421" y="11415"/>
                  </a:cubicBezTo>
                  <a:cubicBezTo>
                    <a:pt x="27528" y="11237"/>
                    <a:pt x="27623" y="11010"/>
                    <a:pt x="27742" y="10832"/>
                  </a:cubicBezTo>
                  <a:cubicBezTo>
                    <a:pt x="27956" y="10510"/>
                    <a:pt x="28194" y="10177"/>
                    <a:pt x="28456" y="9879"/>
                  </a:cubicBezTo>
                  <a:cubicBezTo>
                    <a:pt x="29004" y="9213"/>
                    <a:pt x="29588" y="8546"/>
                    <a:pt x="30040" y="7796"/>
                  </a:cubicBezTo>
                  <a:cubicBezTo>
                    <a:pt x="30445" y="7117"/>
                    <a:pt x="30838" y="6427"/>
                    <a:pt x="31219" y="5736"/>
                  </a:cubicBezTo>
                  <a:cubicBezTo>
                    <a:pt x="31814" y="4641"/>
                    <a:pt x="32290" y="3498"/>
                    <a:pt x="32624" y="2295"/>
                  </a:cubicBezTo>
                  <a:cubicBezTo>
                    <a:pt x="32719" y="1902"/>
                    <a:pt x="32778" y="1521"/>
                    <a:pt x="32766" y="1128"/>
                  </a:cubicBezTo>
                  <a:cubicBezTo>
                    <a:pt x="32755" y="878"/>
                    <a:pt x="32707" y="640"/>
                    <a:pt x="32600" y="414"/>
                  </a:cubicBezTo>
                  <a:cubicBezTo>
                    <a:pt x="32469" y="143"/>
                    <a:pt x="32273" y="0"/>
                    <a:pt x="32028"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75"/>
            <p:cNvSpPr/>
            <p:nvPr/>
          </p:nvSpPr>
          <p:spPr>
            <a:xfrm>
              <a:off x="4329700" y="1984000"/>
              <a:ext cx="172950" cy="397100"/>
            </a:xfrm>
            <a:custGeom>
              <a:avLst/>
              <a:gdLst/>
              <a:ahLst/>
              <a:cxnLst/>
              <a:rect l="l" t="t" r="r" b="b"/>
              <a:pathLst>
                <a:path w="6918" h="15884" extrusionOk="0">
                  <a:moveTo>
                    <a:pt x="1048" y="1"/>
                  </a:moveTo>
                  <a:lnTo>
                    <a:pt x="1048" y="1"/>
                  </a:lnTo>
                  <a:cubicBezTo>
                    <a:pt x="1072" y="48"/>
                    <a:pt x="1120" y="84"/>
                    <a:pt x="1167" y="108"/>
                  </a:cubicBezTo>
                  <a:cubicBezTo>
                    <a:pt x="1298" y="179"/>
                    <a:pt x="1465" y="227"/>
                    <a:pt x="1584" y="334"/>
                  </a:cubicBezTo>
                  <a:cubicBezTo>
                    <a:pt x="2179" y="810"/>
                    <a:pt x="2644" y="1394"/>
                    <a:pt x="3025" y="2037"/>
                  </a:cubicBezTo>
                  <a:cubicBezTo>
                    <a:pt x="3596" y="2977"/>
                    <a:pt x="3977" y="3989"/>
                    <a:pt x="4287" y="5037"/>
                  </a:cubicBezTo>
                  <a:cubicBezTo>
                    <a:pt x="4691" y="6371"/>
                    <a:pt x="5013" y="7740"/>
                    <a:pt x="5299" y="9109"/>
                  </a:cubicBezTo>
                  <a:cubicBezTo>
                    <a:pt x="5644" y="10752"/>
                    <a:pt x="5953" y="12371"/>
                    <a:pt x="6287" y="14002"/>
                  </a:cubicBezTo>
                  <a:cubicBezTo>
                    <a:pt x="6299" y="14038"/>
                    <a:pt x="6287" y="14074"/>
                    <a:pt x="6287" y="14098"/>
                  </a:cubicBezTo>
                  <a:cubicBezTo>
                    <a:pt x="6239" y="14038"/>
                    <a:pt x="6203" y="13979"/>
                    <a:pt x="6180" y="13919"/>
                  </a:cubicBezTo>
                  <a:cubicBezTo>
                    <a:pt x="5299" y="11669"/>
                    <a:pt x="4525" y="9395"/>
                    <a:pt x="3822" y="7109"/>
                  </a:cubicBezTo>
                  <a:cubicBezTo>
                    <a:pt x="3275" y="5287"/>
                    <a:pt x="2632" y="3489"/>
                    <a:pt x="1774" y="1775"/>
                  </a:cubicBezTo>
                  <a:cubicBezTo>
                    <a:pt x="1584" y="1370"/>
                    <a:pt x="1370" y="1001"/>
                    <a:pt x="1143" y="608"/>
                  </a:cubicBezTo>
                  <a:cubicBezTo>
                    <a:pt x="1024" y="417"/>
                    <a:pt x="869" y="251"/>
                    <a:pt x="655" y="155"/>
                  </a:cubicBezTo>
                  <a:lnTo>
                    <a:pt x="655" y="155"/>
                  </a:lnTo>
                  <a:cubicBezTo>
                    <a:pt x="679" y="179"/>
                    <a:pt x="691" y="215"/>
                    <a:pt x="715" y="239"/>
                  </a:cubicBezTo>
                  <a:cubicBezTo>
                    <a:pt x="953" y="453"/>
                    <a:pt x="1120" y="703"/>
                    <a:pt x="1274" y="965"/>
                  </a:cubicBezTo>
                  <a:cubicBezTo>
                    <a:pt x="2179" y="2668"/>
                    <a:pt x="2905" y="4418"/>
                    <a:pt x="3477" y="6251"/>
                  </a:cubicBezTo>
                  <a:cubicBezTo>
                    <a:pt x="4168" y="8502"/>
                    <a:pt x="4882" y="10752"/>
                    <a:pt x="5715" y="12967"/>
                  </a:cubicBezTo>
                  <a:cubicBezTo>
                    <a:pt x="5739" y="13014"/>
                    <a:pt x="5739" y="13050"/>
                    <a:pt x="5751" y="13098"/>
                  </a:cubicBezTo>
                  <a:cubicBezTo>
                    <a:pt x="5572" y="12836"/>
                    <a:pt x="5418" y="12550"/>
                    <a:pt x="5263" y="12276"/>
                  </a:cubicBezTo>
                  <a:cubicBezTo>
                    <a:pt x="4537" y="11085"/>
                    <a:pt x="3822" y="9919"/>
                    <a:pt x="3108" y="8740"/>
                  </a:cubicBezTo>
                  <a:cubicBezTo>
                    <a:pt x="2191" y="7180"/>
                    <a:pt x="1322" y="5585"/>
                    <a:pt x="715" y="3870"/>
                  </a:cubicBezTo>
                  <a:cubicBezTo>
                    <a:pt x="477" y="3203"/>
                    <a:pt x="274" y="2537"/>
                    <a:pt x="167" y="1834"/>
                  </a:cubicBezTo>
                  <a:cubicBezTo>
                    <a:pt x="96" y="1358"/>
                    <a:pt x="36" y="894"/>
                    <a:pt x="238" y="429"/>
                  </a:cubicBezTo>
                  <a:lnTo>
                    <a:pt x="215" y="405"/>
                  </a:lnTo>
                  <a:cubicBezTo>
                    <a:pt x="107" y="513"/>
                    <a:pt x="60" y="644"/>
                    <a:pt x="48" y="798"/>
                  </a:cubicBezTo>
                  <a:cubicBezTo>
                    <a:pt x="0" y="1275"/>
                    <a:pt x="48" y="1739"/>
                    <a:pt x="155" y="2203"/>
                  </a:cubicBezTo>
                  <a:cubicBezTo>
                    <a:pt x="512" y="3787"/>
                    <a:pt x="1108" y="5263"/>
                    <a:pt x="1846" y="6668"/>
                  </a:cubicBezTo>
                  <a:cubicBezTo>
                    <a:pt x="2560" y="8037"/>
                    <a:pt x="3370" y="9347"/>
                    <a:pt x="4168" y="10657"/>
                  </a:cubicBezTo>
                  <a:cubicBezTo>
                    <a:pt x="4870" y="11788"/>
                    <a:pt x="5572" y="12943"/>
                    <a:pt x="6156" y="14133"/>
                  </a:cubicBezTo>
                  <a:cubicBezTo>
                    <a:pt x="6346" y="14514"/>
                    <a:pt x="6513" y="14919"/>
                    <a:pt x="6656" y="15324"/>
                  </a:cubicBezTo>
                  <a:cubicBezTo>
                    <a:pt x="6727" y="15514"/>
                    <a:pt x="6811" y="15693"/>
                    <a:pt x="6894" y="15872"/>
                  </a:cubicBezTo>
                  <a:cubicBezTo>
                    <a:pt x="6897" y="15872"/>
                    <a:pt x="6902" y="15871"/>
                    <a:pt x="6906" y="15870"/>
                  </a:cubicBezTo>
                  <a:lnTo>
                    <a:pt x="6906" y="15870"/>
                  </a:lnTo>
                  <a:cubicBezTo>
                    <a:pt x="6906" y="15874"/>
                    <a:pt x="6906" y="15879"/>
                    <a:pt x="6906" y="15884"/>
                  </a:cubicBezTo>
                  <a:cubicBezTo>
                    <a:pt x="6918" y="15872"/>
                    <a:pt x="6918" y="15869"/>
                    <a:pt x="6913" y="15869"/>
                  </a:cubicBezTo>
                  <a:cubicBezTo>
                    <a:pt x="6911" y="15869"/>
                    <a:pt x="6909" y="15869"/>
                    <a:pt x="6906" y="15870"/>
                  </a:cubicBezTo>
                  <a:lnTo>
                    <a:pt x="6906" y="15870"/>
                  </a:lnTo>
                  <a:cubicBezTo>
                    <a:pt x="6904" y="15817"/>
                    <a:pt x="6893" y="15772"/>
                    <a:pt x="6882" y="15717"/>
                  </a:cubicBezTo>
                  <a:cubicBezTo>
                    <a:pt x="6751" y="15300"/>
                    <a:pt x="6596" y="14907"/>
                    <a:pt x="6489" y="14491"/>
                  </a:cubicBezTo>
                  <a:cubicBezTo>
                    <a:pt x="6334" y="13800"/>
                    <a:pt x="6180" y="13086"/>
                    <a:pt x="6049" y="12383"/>
                  </a:cubicBezTo>
                  <a:cubicBezTo>
                    <a:pt x="5632" y="10145"/>
                    <a:pt x="5180" y="7906"/>
                    <a:pt x="4572" y="5704"/>
                  </a:cubicBezTo>
                  <a:cubicBezTo>
                    <a:pt x="4275" y="4620"/>
                    <a:pt x="3929" y="3549"/>
                    <a:pt x="3417" y="2549"/>
                  </a:cubicBezTo>
                  <a:cubicBezTo>
                    <a:pt x="2977" y="1715"/>
                    <a:pt x="2465" y="953"/>
                    <a:pt x="1751" y="346"/>
                  </a:cubicBezTo>
                  <a:cubicBezTo>
                    <a:pt x="1536" y="167"/>
                    <a:pt x="1298" y="84"/>
                    <a:pt x="104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75"/>
            <p:cNvSpPr/>
            <p:nvPr/>
          </p:nvSpPr>
          <p:spPr>
            <a:xfrm>
              <a:off x="4543125" y="2106900"/>
              <a:ext cx="448575" cy="258725"/>
            </a:xfrm>
            <a:custGeom>
              <a:avLst/>
              <a:gdLst/>
              <a:ahLst/>
              <a:cxnLst/>
              <a:rect l="l" t="t" r="r" b="b"/>
              <a:pathLst>
                <a:path w="17943" h="10349" extrusionOk="0">
                  <a:moveTo>
                    <a:pt x="15346" y="1"/>
                  </a:moveTo>
                  <a:cubicBezTo>
                    <a:pt x="15101" y="1"/>
                    <a:pt x="14855" y="14"/>
                    <a:pt x="14609" y="38"/>
                  </a:cubicBezTo>
                  <a:cubicBezTo>
                    <a:pt x="12133" y="300"/>
                    <a:pt x="9870" y="1145"/>
                    <a:pt x="7787" y="2455"/>
                  </a:cubicBezTo>
                  <a:cubicBezTo>
                    <a:pt x="6144" y="3479"/>
                    <a:pt x="4632" y="4717"/>
                    <a:pt x="3286" y="6110"/>
                  </a:cubicBezTo>
                  <a:cubicBezTo>
                    <a:pt x="2381" y="7050"/>
                    <a:pt x="1465" y="7979"/>
                    <a:pt x="714" y="9039"/>
                  </a:cubicBezTo>
                  <a:cubicBezTo>
                    <a:pt x="429" y="9432"/>
                    <a:pt x="119" y="9837"/>
                    <a:pt x="0" y="10348"/>
                  </a:cubicBezTo>
                  <a:cubicBezTo>
                    <a:pt x="8" y="10326"/>
                    <a:pt x="15" y="10318"/>
                    <a:pt x="23" y="10318"/>
                  </a:cubicBezTo>
                  <a:cubicBezTo>
                    <a:pt x="27" y="10318"/>
                    <a:pt x="31" y="10320"/>
                    <a:pt x="36" y="10325"/>
                  </a:cubicBezTo>
                  <a:cubicBezTo>
                    <a:pt x="95" y="10206"/>
                    <a:pt x="179" y="10075"/>
                    <a:pt x="250" y="9967"/>
                  </a:cubicBezTo>
                  <a:cubicBezTo>
                    <a:pt x="453" y="9682"/>
                    <a:pt x="667" y="9384"/>
                    <a:pt x="893" y="9122"/>
                  </a:cubicBezTo>
                  <a:cubicBezTo>
                    <a:pt x="1631" y="8193"/>
                    <a:pt x="2524" y="7408"/>
                    <a:pt x="3465" y="6693"/>
                  </a:cubicBezTo>
                  <a:cubicBezTo>
                    <a:pt x="4739" y="5717"/>
                    <a:pt x="6132" y="4919"/>
                    <a:pt x="7656" y="4383"/>
                  </a:cubicBezTo>
                  <a:cubicBezTo>
                    <a:pt x="8835" y="3991"/>
                    <a:pt x="10061" y="3729"/>
                    <a:pt x="11275" y="3538"/>
                  </a:cubicBezTo>
                  <a:cubicBezTo>
                    <a:pt x="12537" y="3348"/>
                    <a:pt x="13811" y="3181"/>
                    <a:pt x="15038" y="2883"/>
                  </a:cubicBezTo>
                  <a:cubicBezTo>
                    <a:pt x="15788" y="2705"/>
                    <a:pt x="16514" y="2478"/>
                    <a:pt x="17217" y="2205"/>
                  </a:cubicBezTo>
                  <a:cubicBezTo>
                    <a:pt x="17443" y="2109"/>
                    <a:pt x="17645" y="1966"/>
                    <a:pt x="17859" y="1847"/>
                  </a:cubicBezTo>
                  <a:cubicBezTo>
                    <a:pt x="17943" y="1788"/>
                    <a:pt x="17943" y="1788"/>
                    <a:pt x="17943" y="1669"/>
                  </a:cubicBezTo>
                  <a:lnTo>
                    <a:pt x="17943" y="1669"/>
                  </a:lnTo>
                  <a:cubicBezTo>
                    <a:pt x="17645" y="1907"/>
                    <a:pt x="17324" y="2086"/>
                    <a:pt x="16967" y="2205"/>
                  </a:cubicBezTo>
                  <a:cubicBezTo>
                    <a:pt x="16645" y="2324"/>
                    <a:pt x="16335" y="2419"/>
                    <a:pt x="16026" y="2514"/>
                  </a:cubicBezTo>
                  <a:cubicBezTo>
                    <a:pt x="14919" y="2836"/>
                    <a:pt x="13811" y="3050"/>
                    <a:pt x="12680" y="3229"/>
                  </a:cubicBezTo>
                  <a:cubicBezTo>
                    <a:pt x="11763" y="3371"/>
                    <a:pt x="10847" y="3514"/>
                    <a:pt x="9942" y="3693"/>
                  </a:cubicBezTo>
                  <a:cubicBezTo>
                    <a:pt x="8549" y="3955"/>
                    <a:pt x="7215" y="4372"/>
                    <a:pt x="5965" y="5014"/>
                  </a:cubicBezTo>
                  <a:cubicBezTo>
                    <a:pt x="4298" y="5860"/>
                    <a:pt x="2822" y="6979"/>
                    <a:pt x="1500" y="8301"/>
                  </a:cubicBezTo>
                  <a:lnTo>
                    <a:pt x="1322" y="8479"/>
                  </a:lnTo>
                  <a:cubicBezTo>
                    <a:pt x="1310" y="8432"/>
                    <a:pt x="1334" y="8408"/>
                    <a:pt x="1346" y="8372"/>
                  </a:cubicBezTo>
                  <a:cubicBezTo>
                    <a:pt x="1703" y="7955"/>
                    <a:pt x="2048" y="7562"/>
                    <a:pt x="2417" y="7158"/>
                  </a:cubicBezTo>
                  <a:cubicBezTo>
                    <a:pt x="3655" y="5836"/>
                    <a:pt x="4965" y="4562"/>
                    <a:pt x="6441" y="3490"/>
                  </a:cubicBezTo>
                  <a:cubicBezTo>
                    <a:pt x="7584" y="2657"/>
                    <a:pt x="8763" y="1931"/>
                    <a:pt x="10049" y="1371"/>
                  </a:cubicBezTo>
                  <a:cubicBezTo>
                    <a:pt x="11573" y="716"/>
                    <a:pt x="13145" y="264"/>
                    <a:pt x="14811" y="121"/>
                  </a:cubicBezTo>
                  <a:cubicBezTo>
                    <a:pt x="15011" y="99"/>
                    <a:pt x="15209" y="89"/>
                    <a:pt x="15406" y="89"/>
                  </a:cubicBezTo>
                  <a:cubicBezTo>
                    <a:pt x="16080" y="89"/>
                    <a:pt x="16739" y="212"/>
                    <a:pt x="17383" y="442"/>
                  </a:cubicBezTo>
                  <a:cubicBezTo>
                    <a:pt x="17407" y="454"/>
                    <a:pt x="17431" y="454"/>
                    <a:pt x="17467" y="454"/>
                  </a:cubicBezTo>
                  <a:cubicBezTo>
                    <a:pt x="17276" y="276"/>
                    <a:pt x="17014" y="240"/>
                    <a:pt x="16800" y="181"/>
                  </a:cubicBezTo>
                  <a:cubicBezTo>
                    <a:pt x="16324" y="54"/>
                    <a:pt x="15837" y="1"/>
                    <a:pt x="1534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75"/>
            <p:cNvSpPr/>
            <p:nvPr/>
          </p:nvSpPr>
          <p:spPr>
            <a:xfrm>
              <a:off x="4486275" y="2571875"/>
              <a:ext cx="295000" cy="252425"/>
            </a:xfrm>
            <a:custGeom>
              <a:avLst/>
              <a:gdLst/>
              <a:ahLst/>
              <a:cxnLst/>
              <a:rect l="l" t="t" r="r" b="b"/>
              <a:pathLst>
                <a:path w="11800" h="10097" extrusionOk="0">
                  <a:moveTo>
                    <a:pt x="11585" y="0"/>
                  </a:moveTo>
                  <a:lnTo>
                    <a:pt x="11585" y="0"/>
                  </a:lnTo>
                  <a:cubicBezTo>
                    <a:pt x="11704" y="215"/>
                    <a:pt x="11632" y="393"/>
                    <a:pt x="11525" y="584"/>
                  </a:cubicBezTo>
                  <a:cubicBezTo>
                    <a:pt x="11418" y="715"/>
                    <a:pt x="11311" y="834"/>
                    <a:pt x="11192" y="953"/>
                  </a:cubicBezTo>
                  <a:cubicBezTo>
                    <a:pt x="10525" y="1644"/>
                    <a:pt x="9763" y="2239"/>
                    <a:pt x="8977" y="2787"/>
                  </a:cubicBezTo>
                  <a:cubicBezTo>
                    <a:pt x="7608" y="3775"/>
                    <a:pt x="6227" y="4727"/>
                    <a:pt x="4846" y="5692"/>
                  </a:cubicBezTo>
                  <a:cubicBezTo>
                    <a:pt x="3620" y="6537"/>
                    <a:pt x="2417" y="7406"/>
                    <a:pt x="1334" y="8418"/>
                  </a:cubicBezTo>
                  <a:cubicBezTo>
                    <a:pt x="1310" y="8430"/>
                    <a:pt x="1286" y="8442"/>
                    <a:pt x="1274" y="8454"/>
                  </a:cubicBezTo>
                  <a:cubicBezTo>
                    <a:pt x="1274" y="8394"/>
                    <a:pt x="1298" y="8359"/>
                    <a:pt x="1334" y="8311"/>
                  </a:cubicBezTo>
                  <a:cubicBezTo>
                    <a:pt x="1655" y="7894"/>
                    <a:pt x="1988" y="7466"/>
                    <a:pt x="2322" y="7061"/>
                  </a:cubicBezTo>
                  <a:cubicBezTo>
                    <a:pt x="3536" y="5632"/>
                    <a:pt x="4798" y="4275"/>
                    <a:pt x="6227" y="3072"/>
                  </a:cubicBezTo>
                  <a:cubicBezTo>
                    <a:pt x="7620" y="1905"/>
                    <a:pt x="9108" y="870"/>
                    <a:pt x="10775" y="84"/>
                  </a:cubicBezTo>
                  <a:cubicBezTo>
                    <a:pt x="10799" y="60"/>
                    <a:pt x="10823" y="48"/>
                    <a:pt x="10835" y="36"/>
                  </a:cubicBezTo>
                  <a:cubicBezTo>
                    <a:pt x="10815" y="17"/>
                    <a:pt x="10799" y="8"/>
                    <a:pt x="10785" y="8"/>
                  </a:cubicBezTo>
                  <a:cubicBezTo>
                    <a:pt x="10773" y="8"/>
                    <a:pt x="10762" y="14"/>
                    <a:pt x="10751" y="24"/>
                  </a:cubicBezTo>
                  <a:cubicBezTo>
                    <a:pt x="10501" y="120"/>
                    <a:pt x="10239" y="215"/>
                    <a:pt x="10001" y="346"/>
                  </a:cubicBezTo>
                  <a:cubicBezTo>
                    <a:pt x="8394" y="1191"/>
                    <a:pt x="6941" y="2251"/>
                    <a:pt x="5596" y="3453"/>
                  </a:cubicBezTo>
                  <a:cubicBezTo>
                    <a:pt x="4084" y="4811"/>
                    <a:pt x="2727" y="6311"/>
                    <a:pt x="1476" y="7918"/>
                  </a:cubicBezTo>
                  <a:cubicBezTo>
                    <a:pt x="988" y="8549"/>
                    <a:pt x="512" y="9168"/>
                    <a:pt x="95" y="9847"/>
                  </a:cubicBezTo>
                  <a:cubicBezTo>
                    <a:pt x="60" y="9906"/>
                    <a:pt x="0" y="9978"/>
                    <a:pt x="36" y="10097"/>
                  </a:cubicBezTo>
                  <a:cubicBezTo>
                    <a:pt x="83" y="10037"/>
                    <a:pt x="95" y="10002"/>
                    <a:pt x="107" y="9978"/>
                  </a:cubicBezTo>
                  <a:cubicBezTo>
                    <a:pt x="119" y="9942"/>
                    <a:pt x="143" y="9906"/>
                    <a:pt x="167" y="9871"/>
                  </a:cubicBezTo>
                  <a:cubicBezTo>
                    <a:pt x="643" y="9156"/>
                    <a:pt x="1226" y="8549"/>
                    <a:pt x="1881" y="8001"/>
                  </a:cubicBezTo>
                  <a:cubicBezTo>
                    <a:pt x="2881" y="7168"/>
                    <a:pt x="3917" y="6394"/>
                    <a:pt x="4989" y="5644"/>
                  </a:cubicBezTo>
                  <a:cubicBezTo>
                    <a:pt x="6417" y="4644"/>
                    <a:pt x="7870" y="3632"/>
                    <a:pt x="9299" y="2620"/>
                  </a:cubicBezTo>
                  <a:cubicBezTo>
                    <a:pt x="10037" y="2084"/>
                    <a:pt x="10751" y="1513"/>
                    <a:pt x="11394" y="822"/>
                  </a:cubicBezTo>
                  <a:cubicBezTo>
                    <a:pt x="11430" y="762"/>
                    <a:pt x="11478" y="715"/>
                    <a:pt x="11549" y="643"/>
                  </a:cubicBezTo>
                  <a:lnTo>
                    <a:pt x="11549" y="643"/>
                  </a:lnTo>
                  <a:cubicBezTo>
                    <a:pt x="11537" y="691"/>
                    <a:pt x="11537" y="715"/>
                    <a:pt x="11537" y="739"/>
                  </a:cubicBezTo>
                  <a:cubicBezTo>
                    <a:pt x="11430" y="1155"/>
                    <a:pt x="11168" y="1465"/>
                    <a:pt x="10870" y="1751"/>
                  </a:cubicBezTo>
                  <a:cubicBezTo>
                    <a:pt x="9870" y="2715"/>
                    <a:pt x="8799" y="3572"/>
                    <a:pt x="7656" y="4334"/>
                  </a:cubicBezTo>
                  <a:cubicBezTo>
                    <a:pt x="6298" y="5239"/>
                    <a:pt x="4953" y="6120"/>
                    <a:pt x="3596" y="7013"/>
                  </a:cubicBezTo>
                  <a:cubicBezTo>
                    <a:pt x="3381" y="7144"/>
                    <a:pt x="3191" y="7299"/>
                    <a:pt x="3000" y="7430"/>
                  </a:cubicBezTo>
                  <a:cubicBezTo>
                    <a:pt x="3009" y="7432"/>
                    <a:pt x="3018" y="7433"/>
                    <a:pt x="3026" y="7433"/>
                  </a:cubicBezTo>
                  <a:cubicBezTo>
                    <a:pt x="3062" y="7433"/>
                    <a:pt x="3091" y="7416"/>
                    <a:pt x="3119" y="7406"/>
                  </a:cubicBezTo>
                  <a:cubicBezTo>
                    <a:pt x="4667" y="6406"/>
                    <a:pt x="6215" y="5406"/>
                    <a:pt x="7751" y="4394"/>
                  </a:cubicBezTo>
                  <a:cubicBezTo>
                    <a:pt x="8870" y="3632"/>
                    <a:pt x="9942" y="2787"/>
                    <a:pt x="10918" y="1822"/>
                  </a:cubicBezTo>
                  <a:cubicBezTo>
                    <a:pt x="11240" y="1489"/>
                    <a:pt x="11537" y="1132"/>
                    <a:pt x="11644" y="655"/>
                  </a:cubicBezTo>
                  <a:cubicBezTo>
                    <a:pt x="11680" y="572"/>
                    <a:pt x="11680" y="465"/>
                    <a:pt x="11716" y="393"/>
                  </a:cubicBezTo>
                  <a:cubicBezTo>
                    <a:pt x="11799" y="227"/>
                    <a:pt x="11716" y="108"/>
                    <a:pt x="1158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75"/>
            <p:cNvSpPr/>
            <p:nvPr/>
          </p:nvSpPr>
          <p:spPr>
            <a:xfrm>
              <a:off x="4756825" y="1866125"/>
              <a:ext cx="234875" cy="128025"/>
            </a:xfrm>
            <a:custGeom>
              <a:avLst/>
              <a:gdLst/>
              <a:ahLst/>
              <a:cxnLst/>
              <a:rect l="l" t="t" r="r" b="b"/>
              <a:pathLst>
                <a:path w="9395" h="5121" extrusionOk="0">
                  <a:moveTo>
                    <a:pt x="9252" y="60"/>
                  </a:moveTo>
                  <a:cubicBezTo>
                    <a:pt x="9311" y="215"/>
                    <a:pt x="9252" y="298"/>
                    <a:pt x="9192" y="394"/>
                  </a:cubicBezTo>
                  <a:cubicBezTo>
                    <a:pt x="8930" y="775"/>
                    <a:pt x="8609" y="1072"/>
                    <a:pt x="8240" y="1346"/>
                  </a:cubicBezTo>
                  <a:cubicBezTo>
                    <a:pt x="7526" y="1870"/>
                    <a:pt x="6716" y="2263"/>
                    <a:pt x="5882" y="2561"/>
                  </a:cubicBezTo>
                  <a:cubicBezTo>
                    <a:pt x="5001" y="2870"/>
                    <a:pt x="4132" y="3156"/>
                    <a:pt x="3239" y="3454"/>
                  </a:cubicBezTo>
                  <a:cubicBezTo>
                    <a:pt x="2489" y="3692"/>
                    <a:pt x="1775" y="3978"/>
                    <a:pt x="1108" y="4359"/>
                  </a:cubicBezTo>
                  <a:cubicBezTo>
                    <a:pt x="1072" y="4394"/>
                    <a:pt x="1037" y="4406"/>
                    <a:pt x="1001" y="4418"/>
                  </a:cubicBezTo>
                  <a:cubicBezTo>
                    <a:pt x="1751" y="3739"/>
                    <a:pt x="2430" y="2989"/>
                    <a:pt x="3323" y="2513"/>
                  </a:cubicBezTo>
                  <a:cubicBezTo>
                    <a:pt x="3751" y="2275"/>
                    <a:pt x="4216" y="2073"/>
                    <a:pt x="4692" y="1918"/>
                  </a:cubicBezTo>
                  <a:cubicBezTo>
                    <a:pt x="5871" y="1561"/>
                    <a:pt x="7002" y="1049"/>
                    <a:pt x="8121" y="537"/>
                  </a:cubicBezTo>
                  <a:cubicBezTo>
                    <a:pt x="8490" y="370"/>
                    <a:pt x="8859" y="227"/>
                    <a:pt x="9252" y="60"/>
                  </a:cubicBezTo>
                  <a:close/>
                  <a:moveTo>
                    <a:pt x="9264" y="1"/>
                  </a:moveTo>
                  <a:cubicBezTo>
                    <a:pt x="9145" y="37"/>
                    <a:pt x="9026" y="60"/>
                    <a:pt x="8907" y="108"/>
                  </a:cubicBezTo>
                  <a:cubicBezTo>
                    <a:pt x="8526" y="251"/>
                    <a:pt x="8157" y="406"/>
                    <a:pt x="7799" y="572"/>
                  </a:cubicBezTo>
                  <a:cubicBezTo>
                    <a:pt x="6764" y="1060"/>
                    <a:pt x="5692" y="1501"/>
                    <a:pt x="4585" y="1846"/>
                  </a:cubicBezTo>
                  <a:cubicBezTo>
                    <a:pt x="3632" y="2144"/>
                    <a:pt x="2775" y="2632"/>
                    <a:pt x="2025" y="3311"/>
                  </a:cubicBezTo>
                  <a:cubicBezTo>
                    <a:pt x="1406" y="3870"/>
                    <a:pt x="775" y="4418"/>
                    <a:pt x="156" y="4978"/>
                  </a:cubicBezTo>
                  <a:cubicBezTo>
                    <a:pt x="108" y="5001"/>
                    <a:pt x="60" y="5049"/>
                    <a:pt x="1" y="5120"/>
                  </a:cubicBezTo>
                  <a:cubicBezTo>
                    <a:pt x="191" y="5061"/>
                    <a:pt x="346" y="5013"/>
                    <a:pt x="489" y="4954"/>
                  </a:cubicBezTo>
                  <a:cubicBezTo>
                    <a:pt x="1465" y="4585"/>
                    <a:pt x="2453" y="4299"/>
                    <a:pt x="3454" y="4061"/>
                  </a:cubicBezTo>
                  <a:cubicBezTo>
                    <a:pt x="4525" y="3811"/>
                    <a:pt x="5585" y="3477"/>
                    <a:pt x="6609" y="3085"/>
                  </a:cubicBezTo>
                  <a:cubicBezTo>
                    <a:pt x="7383" y="2763"/>
                    <a:pt x="8097" y="2358"/>
                    <a:pt x="8680" y="1739"/>
                  </a:cubicBezTo>
                  <a:cubicBezTo>
                    <a:pt x="8811" y="1596"/>
                    <a:pt x="8930" y="1441"/>
                    <a:pt x="9050" y="1299"/>
                  </a:cubicBezTo>
                  <a:cubicBezTo>
                    <a:pt x="9038" y="1287"/>
                    <a:pt x="9038" y="1287"/>
                    <a:pt x="9026" y="1287"/>
                  </a:cubicBezTo>
                  <a:lnTo>
                    <a:pt x="8847" y="1465"/>
                  </a:lnTo>
                  <a:cubicBezTo>
                    <a:pt x="8740" y="1584"/>
                    <a:pt x="8621" y="1703"/>
                    <a:pt x="8502" y="1822"/>
                  </a:cubicBezTo>
                  <a:cubicBezTo>
                    <a:pt x="7966" y="2323"/>
                    <a:pt x="7335" y="2692"/>
                    <a:pt x="6656" y="2977"/>
                  </a:cubicBezTo>
                  <a:cubicBezTo>
                    <a:pt x="5823" y="3323"/>
                    <a:pt x="4966" y="3608"/>
                    <a:pt x="4085" y="3823"/>
                  </a:cubicBezTo>
                  <a:cubicBezTo>
                    <a:pt x="2930" y="4120"/>
                    <a:pt x="1787" y="4382"/>
                    <a:pt x="691" y="4811"/>
                  </a:cubicBezTo>
                  <a:cubicBezTo>
                    <a:pt x="679" y="4811"/>
                    <a:pt x="656" y="4799"/>
                    <a:pt x="608" y="4799"/>
                  </a:cubicBezTo>
                  <a:cubicBezTo>
                    <a:pt x="691" y="4751"/>
                    <a:pt x="727" y="4716"/>
                    <a:pt x="775" y="4692"/>
                  </a:cubicBezTo>
                  <a:cubicBezTo>
                    <a:pt x="1703" y="4108"/>
                    <a:pt x="2680" y="3727"/>
                    <a:pt x="3704" y="3430"/>
                  </a:cubicBezTo>
                  <a:cubicBezTo>
                    <a:pt x="4870" y="3073"/>
                    <a:pt x="6013" y="2680"/>
                    <a:pt x="7097" y="2144"/>
                  </a:cubicBezTo>
                  <a:cubicBezTo>
                    <a:pt x="7716" y="1846"/>
                    <a:pt x="8276" y="1489"/>
                    <a:pt x="8764" y="1013"/>
                  </a:cubicBezTo>
                  <a:cubicBezTo>
                    <a:pt x="8942" y="834"/>
                    <a:pt x="9109" y="608"/>
                    <a:pt x="9264" y="406"/>
                  </a:cubicBezTo>
                  <a:cubicBezTo>
                    <a:pt x="9335" y="287"/>
                    <a:pt x="9395" y="156"/>
                    <a:pt x="9264"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75"/>
            <p:cNvSpPr/>
            <p:nvPr/>
          </p:nvSpPr>
          <p:spPr>
            <a:xfrm>
              <a:off x="4424950" y="2471775"/>
              <a:ext cx="215825" cy="307900"/>
            </a:xfrm>
            <a:custGeom>
              <a:avLst/>
              <a:gdLst/>
              <a:ahLst/>
              <a:cxnLst/>
              <a:rect l="l" t="t" r="r" b="b"/>
              <a:pathLst>
                <a:path w="8633" h="12316" extrusionOk="0">
                  <a:moveTo>
                    <a:pt x="8606" y="1"/>
                  </a:moveTo>
                  <a:cubicBezTo>
                    <a:pt x="8571" y="1"/>
                    <a:pt x="8542" y="18"/>
                    <a:pt x="8513" y="28"/>
                  </a:cubicBezTo>
                  <a:cubicBezTo>
                    <a:pt x="6596" y="1242"/>
                    <a:pt x="4882" y="2683"/>
                    <a:pt x="3441" y="4421"/>
                  </a:cubicBezTo>
                  <a:cubicBezTo>
                    <a:pt x="2870" y="5124"/>
                    <a:pt x="2334" y="5850"/>
                    <a:pt x="1882" y="6624"/>
                  </a:cubicBezTo>
                  <a:cubicBezTo>
                    <a:pt x="1679" y="6957"/>
                    <a:pt x="1489" y="7291"/>
                    <a:pt x="1310" y="7636"/>
                  </a:cubicBezTo>
                  <a:cubicBezTo>
                    <a:pt x="1131" y="7993"/>
                    <a:pt x="941" y="8350"/>
                    <a:pt x="786" y="8731"/>
                  </a:cubicBezTo>
                  <a:cubicBezTo>
                    <a:pt x="584" y="9267"/>
                    <a:pt x="393" y="9803"/>
                    <a:pt x="262" y="10362"/>
                  </a:cubicBezTo>
                  <a:cubicBezTo>
                    <a:pt x="143" y="10886"/>
                    <a:pt x="36" y="11386"/>
                    <a:pt x="24" y="11922"/>
                  </a:cubicBezTo>
                  <a:cubicBezTo>
                    <a:pt x="0" y="12053"/>
                    <a:pt x="36" y="12184"/>
                    <a:pt x="36" y="12315"/>
                  </a:cubicBezTo>
                  <a:lnTo>
                    <a:pt x="60" y="12315"/>
                  </a:lnTo>
                  <a:cubicBezTo>
                    <a:pt x="60" y="12315"/>
                    <a:pt x="72" y="12303"/>
                    <a:pt x="72" y="12279"/>
                  </a:cubicBezTo>
                  <a:cubicBezTo>
                    <a:pt x="60" y="11196"/>
                    <a:pt x="358" y="10172"/>
                    <a:pt x="703" y="9172"/>
                  </a:cubicBezTo>
                  <a:cubicBezTo>
                    <a:pt x="869" y="8731"/>
                    <a:pt x="1084" y="8315"/>
                    <a:pt x="1286" y="7874"/>
                  </a:cubicBezTo>
                  <a:cubicBezTo>
                    <a:pt x="1584" y="7243"/>
                    <a:pt x="1941" y="6624"/>
                    <a:pt x="2334" y="6052"/>
                  </a:cubicBezTo>
                  <a:cubicBezTo>
                    <a:pt x="3275" y="4659"/>
                    <a:pt x="4358" y="3421"/>
                    <a:pt x="5608" y="2314"/>
                  </a:cubicBezTo>
                  <a:cubicBezTo>
                    <a:pt x="6442" y="1564"/>
                    <a:pt x="7358" y="909"/>
                    <a:pt x="8263" y="278"/>
                  </a:cubicBezTo>
                  <a:cubicBezTo>
                    <a:pt x="8382" y="183"/>
                    <a:pt x="8513" y="99"/>
                    <a:pt x="8632" y="4"/>
                  </a:cubicBezTo>
                  <a:cubicBezTo>
                    <a:pt x="8623" y="2"/>
                    <a:pt x="8615" y="1"/>
                    <a:pt x="860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75"/>
            <p:cNvSpPr/>
            <p:nvPr/>
          </p:nvSpPr>
          <p:spPr>
            <a:xfrm>
              <a:off x="4548175" y="1770575"/>
              <a:ext cx="62525" cy="339650"/>
            </a:xfrm>
            <a:custGeom>
              <a:avLst/>
              <a:gdLst/>
              <a:ahLst/>
              <a:cxnLst/>
              <a:rect l="l" t="t" r="r" b="b"/>
              <a:pathLst>
                <a:path w="2501" h="13586" extrusionOk="0">
                  <a:moveTo>
                    <a:pt x="12" y="1"/>
                  </a:moveTo>
                  <a:cubicBezTo>
                    <a:pt x="1" y="49"/>
                    <a:pt x="1" y="60"/>
                    <a:pt x="1" y="72"/>
                  </a:cubicBezTo>
                  <a:cubicBezTo>
                    <a:pt x="24" y="132"/>
                    <a:pt x="48" y="203"/>
                    <a:pt x="72" y="263"/>
                  </a:cubicBezTo>
                  <a:cubicBezTo>
                    <a:pt x="858" y="2370"/>
                    <a:pt x="1453" y="4537"/>
                    <a:pt x="1858" y="6752"/>
                  </a:cubicBezTo>
                  <a:cubicBezTo>
                    <a:pt x="2167" y="8478"/>
                    <a:pt x="2382" y="10228"/>
                    <a:pt x="2382" y="11990"/>
                  </a:cubicBezTo>
                  <a:cubicBezTo>
                    <a:pt x="2382" y="12467"/>
                    <a:pt x="2346" y="12931"/>
                    <a:pt x="2334" y="13407"/>
                  </a:cubicBezTo>
                  <a:cubicBezTo>
                    <a:pt x="2334" y="13455"/>
                    <a:pt x="2298" y="13538"/>
                    <a:pt x="2406" y="13586"/>
                  </a:cubicBezTo>
                  <a:cubicBezTo>
                    <a:pt x="2429" y="13503"/>
                    <a:pt x="2441" y="13419"/>
                    <a:pt x="2441" y="13395"/>
                  </a:cubicBezTo>
                  <a:cubicBezTo>
                    <a:pt x="2453" y="12800"/>
                    <a:pt x="2501" y="12217"/>
                    <a:pt x="2489" y="11633"/>
                  </a:cubicBezTo>
                  <a:cubicBezTo>
                    <a:pt x="2453" y="9466"/>
                    <a:pt x="2132" y="7323"/>
                    <a:pt x="1655" y="5204"/>
                  </a:cubicBezTo>
                  <a:cubicBezTo>
                    <a:pt x="1263" y="3513"/>
                    <a:pt x="774" y="1846"/>
                    <a:pt x="120" y="227"/>
                  </a:cubicBezTo>
                  <a:cubicBezTo>
                    <a:pt x="84" y="168"/>
                    <a:pt x="60" y="84"/>
                    <a:pt x="1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75"/>
            <p:cNvSpPr/>
            <p:nvPr/>
          </p:nvSpPr>
          <p:spPr>
            <a:xfrm>
              <a:off x="4110925" y="2379875"/>
              <a:ext cx="358400" cy="98850"/>
            </a:xfrm>
            <a:custGeom>
              <a:avLst/>
              <a:gdLst/>
              <a:ahLst/>
              <a:cxnLst/>
              <a:rect l="l" t="t" r="r" b="b"/>
              <a:pathLst>
                <a:path w="14336" h="3954" extrusionOk="0">
                  <a:moveTo>
                    <a:pt x="3767" y="0"/>
                  </a:moveTo>
                  <a:cubicBezTo>
                    <a:pt x="2701" y="0"/>
                    <a:pt x="1667" y="123"/>
                    <a:pt x="655" y="441"/>
                  </a:cubicBezTo>
                  <a:cubicBezTo>
                    <a:pt x="441" y="501"/>
                    <a:pt x="226" y="596"/>
                    <a:pt x="0" y="692"/>
                  </a:cubicBezTo>
                  <a:cubicBezTo>
                    <a:pt x="0" y="703"/>
                    <a:pt x="0" y="715"/>
                    <a:pt x="24" y="751"/>
                  </a:cubicBezTo>
                  <a:cubicBezTo>
                    <a:pt x="143" y="703"/>
                    <a:pt x="274" y="656"/>
                    <a:pt x="393" y="608"/>
                  </a:cubicBezTo>
                  <a:cubicBezTo>
                    <a:pt x="1238" y="311"/>
                    <a:pt x="2120" y="156"/>
                    <a:pt x="3013" y="108"/>
                  </a:cubicBezTo>
                  <a:cubicBezTo>
                    <a:pt x="3261" y="97"/>
                    <a:pt x="3510" y="91"/>
                    <a:pt x="3759" y="91"/>
                  </a:cubicBezTo>
                  <a:cubicBezTo>
                    <a:pt x="4800" y="91"/>
                    <a:pt x="5847" y="183"/>
                    <a:pt x="6894" y="299"/>
                  </a:cubicBezTo>
                  <a:cubicBezTo>
                    <a:pt x="7930" y="418"/>
                    <a:pt x="8954" y="703"/>
                    <a:pt x="9930" y="1061"/>
                  </a:cubicBezTo>
                  <a:cubicBezTo>
                    <a:pt x="10740" y="1358"/>
                    <a:pt x="11514" y="1715"/>
                    <a:pt x="12228" y="2192"/>
                  </a:cubicBezTo>
                  <a:cubicBezTo>
                    <a:pt x="12919" y="2656"/>
                    <a:pt x="13550" y="3180"/>
                    <a:pt x="14145" y="3751"/>
                  </a:cubicBezTo>
                  <a:cubicBezTo>
                    <a:pt x="14204" y="3811"/>
                    <a:pt x="14240" y="3894"/>
                    <a:pt x="14312" y="3954"/>
                  </a:cubicBezTo>
                  <a:lnTo>
                    <a:pt x="14335" y="3918"/>
                  </a:lnTo>
                  <a:cubicBezTo>
                    <a:pt x="14264" y="3847"/>
                    <a:pt x="14204" y="3740"/>
                    <a:pt x="14133" y="3668"/>
                  </a:cubicBezTo>
                  <a:cubicBezTo>
                    <a:pt x="13907" y="3442"/>
                    <a:pt x="13681" y="3228"/>
                    <a:pt x="13442" y="3025"/>
                  </a:cubicBezTo>
                  <a:cubicBezTo>
                    <a:pt x="12585" y="2287"/>
                    <a:pt x="11645" y="1692"/>
                    <a:pt x="10585" y="1251"/>
                  </a:cubicBezTo>
                  <a:cubicBezTo>
                    <a:pt x="10097" y="1049"/>
                    <a:pt x="9609" y="858"/>
                    <a:pt x="9085" y="703"/>
                  </a:cubicBezTo>
                  <a:cubicBezTo>
                    <a:pt x="8668" y="584"/>
                    <a:pt x="8239" y="441"/>
                    <a:pt x="7799" y="358"/>
                  </a:cubicBezTo>
                  <a:cubicBezTo>
                    <a:pt x="6525" y="144"/>
                    <a:pt x="5227" y="25"/>
                    <a:pt x="3917" y="1"/>
                  </a:cubicBezTo>
                  <a:cubicBezTo>
                    <a:pt x="3867" y="0"/>
                    <a:pt x="3817" y="0"/>
                    <a:pt x="3767"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75"/>
            <p:cNvSpPr/>
            <p:nvPr/>
          </p:nvSpPr>
          <p:spPr>
            <a:xfrm>
              <a:off x="4772900" y="2155150"/>
              <a:ext cx="221475" cy="88725"/>
            </a:xfrm>
            <a:custGeom>
              <a:avLst/>
              <a:gdLst/>
              <a:ahLst/>
              <a:cxnLst/>
              <a:rect l="l" t="t" r="r" b="b"/>
              <a:pathLst>
                <a:path w="8859" h="3549" extrusionOk="0">
                  <a:moveTo>
                    <a:pt x="8799" y="1"/>
                  </a:moveTo>
                  <a:cubicBezTo>
                    <a:pt x="8597" y="346"/>
                    <a:pt x="8383" y="656"/>
                    <a:pt x="8073" y="894"/>
                  </a:cubicBezTo>
                  <a:cubicBezTo>
                    <a:pt x="7728" y="1156"/>
                    <a:pt x="7371" y="1394"/>
                    <a:pt x="7014" y="1608"/>
                  </a:cubicBezTo>
                  <a:cubicBezTo>
                    <a:pt x="5704" y="2406"/>
                    <a:pt x="4287" y="2942"/>
                    <a:pt x="2799" y="3275"/>
                  </a:cubicBezTo>
                  <a:cubicBezTo>
                    <a:pt x="2156" y="3430"/>
                    <a:pt x="1501" y="3477"/>
                    <a:pt x="846" y="3477"/>
                  </a:cubicBezTo>
                  <a:cubicBezTo>
                    <a:pt x="572" y="3477"/>
                    <a:pt x="286" y="3489"/>
                    <a:pt x="1" y="3489"/>
                  </a:cubicBezTo>
                  <a:cubicBezTo>
                    <a:pt x="72" y="3537"/>
                    <a:pt x="167" y="3549"/>
                    <a:pt x="239" y="3549"/>
                  </a:cubicBezTo>
                  <a:cubicBezTo>
                    <a:pt x="632" y="3549"/>
                    <a:pt x="1001" y="3549"/>
                    <a:pt x="1370" y="3537"/>
                  </a:cubicBezTo>
                  <a:cubicBezTo>
                    <a:pt x="1680" y="3513"/>
                    <a:pt x="2025" y="3501"/>
                    <a:pt x="2334" y="3442"/>
                  </a:cubicBezTo>
                  <a:cubicBezTo>
                    <a:pt x="4275" y="3084"/>
                    <a:pt x="6061" y="2370"/>
                    <a:pt x="7692" y="1299"/>
                  </a:cubicBezTo>
                  <a:cubicBezTo>
                    <a:pt x="8145" y="1001"/>
                    <a:pt x="8502" y="632"/>
                    <a:pt x="8788" y="179"/>
                  </a:cubicBezTo>
                  <a:cubicBezTo>
                    <a:pt x="8811" y="144"/>
                    <a:pt x="8823" y="84"/>
                    <a:pt x="8859" y="25"/>
                  </a:cubicBezTo>
                  <a:cubicBezTo>
                    <a:pt x="8847" y="1"/>
                    <a:pt x="8823" y="1"/>
                    <a:pt x="879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75"/>
            <p:cNvSpPr/>
            <p:nvPr/>
          </p:nvSpPr>
          <p:spPr>
            <a:xfrm>
              <a:off x="4290100" y="2673975"/>
              <a:ext cx="107200" cy="217600"/>
            </a:xfrm>
            <a:custGeom>
              <a:avLst/>
              <a:gdLst/>
              <a:ahLst/>
              <a:cxnLst/>
              <a:rect l="l" t="t" r="r" b="b"/>
              <a:pathLst>
                <a:path w="4288" h="8704" extrusionOk="0">
                  <a:moveTo>
                    <a:pt x="25" y="0"/>
                  </a:moveTo>
                  <a:cubicBezTo>
                    <a:pt x="25" y="0"/>
                    <a:pt x="13" y="0"/>
                    <a:pt x="1" y="12"/>
                  </a:cubicBezTo>
                  <a:cubicBezTo>
                    <a:pt x="1" y="60"/>
                    <a:pt x="13" y="84"/>
                    <a:pt x="25" y="131"/>
                  </a:cubicBezTo>
                  <a:cubicBezTo>
                    <a:pt x="191" y="584"/>
                    <a:pt x="334" y="1036"/>
                    <a:pt x="501" y="1489"/>
                  </a:cubicBezTo>
                  <a:cubicBezTo>
                    <a:pt x="1168" y="3382"/>
                    <a:pt x="1965" y="5227"/>
                    <a:pt x="2989" y="6954"/>
                  </a:cubicBezTo>
                  <a:cubicBezTo>
                    <a:pt x="3299" y="7466"/>
                    <a:pt x="3668" y="7966"/>
                    <a:pt x="4013" y="8466"/>
                  </a:cubicBezTo>
                  <a:cubicBezTo>
                    <a:pt x="4085" y="8561"/>
                    <a:pt x="4180" y="8632"/>
                    <a:pt x="4251" y="8704"/>
                  </a:cubicBezTo>
                  <a:cubicBezTo>
                    <a:pt x="4251" y="8692"/>
                    <a:pt x="4263" y="8692"/>
                    <a:pt x="4287" y="8680"/>
                  </a:cubicBezTo>
                  <a:cubicBezTo>
                    <a:pt x="4263" y="8656"/>
                    <a:pt x="4251" y="8632"/>
                    <a:pt x="4239" y="8620"/>
                  </a:cubicBezTo>
                  <a:cubicBezTo>
                    <a:pt x="4013" y="8323"/>
                    <a:pt x="3775" y="8025"/>
                    <a:pt x="3573" y="7704"/>
                  </a:cubicBezTo>
                  <a:cubicBezTo>
                    <a:pt x="2715" y="6418"/>
                    <a:pt x="2025" y="5013"/>
                    <a:pt x="1430" y="3584"/>
                  </a:cubicBezTo>
                  <a:cubicBezTo>
                    <a:pt x="965" y="2453"/>
                    <a:pt x="548" y="1310"/>
                    <a:pt x="96" y="179"/>
                  </a:cubicBezTo>
                  <a:cubicBezTo>
                    <a:pt x="84" y="119"/>
                    <a:pt x="60" y="60"/>
                    <a:pt x="25"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75"/>
            <p:cNvSpPr/>
            <p:nvPr/>
          </p:nvSpPr>
          <p:spPr>
            <a:xfrm>
              <a:off x="4768450" y="1718500"/>
              <a:ext cx="82175" cy="219400"/>
            </a:xfrm>
            <a:custGeom>
              <a:avLst/>
              <a:gdLst/>
              <a:ahLst/>
              <a:cxnLst/>
              <a:rect l="l" t="t" r="r" b="b"/>
              <a:pathLst>
                <a:path w="3287" h="8776" extrusionOk="0">
                  <a:moveTo>
                    <a:pt x="3286" y="0"/>
                  </a:moveTo>
                  <a:lnTo>
                    <a:pt x="3286" y="0"/>
                  </a:lnTo>
                  <a:cubicBezTo>
                    <a:pt x="3012" y="584"/>
                    <a:pt x="2715" y="1143"/>
                    <a:pt x="2477" y="1703"/>
                  </a:cubicBezTo>
                  <a:cubicBezTo>
                    <a:pt x="2000" y="2822"/>
                    <a:pt x="1488" y="3929"/>
                    <a:pt x="1131" y="5084"/>
                  </a:cubicBezTo>
                  <a:cubicBezTo>
                    <a:pt x="965" y="5608"/>
                    <a:pt x="774" y="6132"/>
                    <a:pt x="607" y="6668"/>
                  </a:cubicBezTo>
                  <a:cubicBezTo>
                    <a:pt x="417" y="7275"/>
                    <a:pt x="238" y="7882"/>
                    <a:pt x="60" y="8489"/>
                  </a:cubicBezTo>
                  <a:cubicBezTo>
                    <a:pt x="36" y="8585"/>
                    <a:pt x="12" y="8668"/>
                    <a:pt x="0" y="8763"/>
                  </a:cubicBezTo>
                  <a:cubicBezTo>
                    <a:pt x="12" y="8763"/>
                    <a:pt x="36" y="8775"/>
                    <a:pt x="48" y="8775"/>
                  </a:cubicBezTo>
                  <a:cubicBezTo>
                    <a:pt x="95" y="8692"/>
                    <a:pt x="143" y="8597"/>
                    <a:pt x="179" y="8501"/>
                  </a:cubicBezTo>
                  <a:cubicBezTo>
                    <a:pt x="262" y="8228"/>
                    <a:pt x="345" y="7942"/>
                    <a:pt x="417" y="7680"/>
                  </a:cubicBezTo>
                  <a:cubicBezTo>
                    <a:pt x="536" y="7263"/>
                    <a:pt x="643" y="6858"/>
                    <a:pt x="774" y="6442"/>
                  </a:cubicBezTo>
                  <a:cubicBezTo>
                    <a:pt x="893" y="6061"/>
                    <a:pt x="1024" y="5680"/>
                    <a:pt x="1155" y="5299"/>
                  </a:cubicBezTo>
                  <a:cubicBezTo>
                    <a:pt x="1334" y="4751"/>
                    <a:pt x="1524" y="4179"/>
                    <a:pt x="1738" y="3632"/>
                  </a:cubicBezTo>
                  <a:cubicBezTo>
                    <a:pt x="2119" y="2703"/>
                    <a:pt x="2536" y="1786"/>
                    <a:pt x="2917" y="858"/>
                  </a:cubicBezTo>
                  <a:cubicBezTo>
                    <a:pt x="3048" y="584"/>
                    <a:pt x="3167" y="286"/>
                    <a:pt x="328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75"/>
            <p:cNvSpPr/>
            <p:nvPr/>
          </p:nvSpPr>
          <p:spPr>
            <a:xfrm>
              <a:off x="4500250" y="2818625"/>
              <a:ext cx="197075" cy="53600"/>
            </a:xfrm>
            <a:custGeom>
              <a:avLst/>
              <a:gdLst/>
              <a:ahLst/>
              <a:cxnLst/>
              <a:rect l="l" t="t" r="r" b="b"/>
              <a:pathLst>
                <a:path w="7883" h="2144" extrusionOk="0">
                  <a:moveTo>
                    <a:pt x="7859" y="1"/>
                  </a:moveTo>
                  <a:cubicBezTo>
                    <a:pt x="7763" y="13"/>
                    <a:pt x="7656" y="25"/>
                    <a:pt x="7573" y="48"/>
                  </a:cubicBezTo>
                  <a:cubicBezTo>
                    <a:pt x="5585" y="358"/>
                    <a:pt x="3596" y="810"/>
                    <a:pt x="1679" y="1453"/>
                  </a:cubicBezTo>
                  <a:cubicBezTo>
                    <a:pt x="1191" y="1620"/>
                    <a:pt x="715" y="1787"/>
                    <a:pt x="227" y="1965"/>
                  </a:cubicBezTo>
                  <a:cubicBezTo>
                    <a:pt x="143" y="2001"/>
                    <a:pt x="72" y="2037"/>
                    <a:pt x="1" y="2072"/>
                  </a:cubicBezTo>
                  <a:cubicBezTo>
                    <a:pt x="13" y="2096"/>
                    <a:pt x="13" y="2108"/>
                    <a:pt x="24" y="2144"/>
                  </a:cubicBezTo>
                  <a:cubicBezTo>
                    <a:pt x="2572" y="1156"/>
                    <a:pt x="5204" y="489"/>
                    <a:pt x="7883" y="48"/>
                  </a:cubicBezTo>
                  <a:cubicBezTo>
                    <a:pt x="7871" y="36"/>
                    <a:pt x="7871" y="13"/>
                    <a:pt x="785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75"/>
            <p:cNvSpPr/>
            <p:nvPr/>
          </p:nvSpPr>
          <p:spPr>
            <a:xfrm>
              <a:off x="4091575" y="2390475"/>
              <a:ext cx="193500" cy="27525"/>
            </a:xfrm>
            <a:custGeom>
              <a:avLst/>
              <a:gdLst/>
              <a:ahLst/>
              <a:cxnLst/>
              <a:rect l="l" t="t" r="r" b="b"/>
              <a:pathLst>
                <a:path w="7740" h="1101" extrusionOk="0">
                  <a:moveTo>
                    <a:pt x="5766" y="0"/>
                  </a:moveTo>
                  <a:cubicBezTo>
                    <a:pt x="5063" y="0"/>
                    <a:pt x="4360" y="80"/>
                    <a:pt x="3667" y="232"/>
                  </a:cubicBezTo>
                  <a:cubicBezTo>
                    <a:pt x="3155" y="351"/>
                    <a:pt x="2667" y="494"/>
                    <a:pt x="2167" y="613"/>
                  </a:cubicBezTo>
                  <a:cubicBezTo>
                    <a:pt x="1453" y="791"/>
                    <a:pt x="739" y="982"/>
                    <a:pt x="0" y="1089"/>
                  </a:cubicBezTo>
                  <a:cubicBezTo>
                    <a:pt x="48" y="1089"/>
                    <a:pt x="84" y="1101"/>
                    <a:pt x="96" y="1101"/>
                  </a:cubicBezTo>
                  <a:cubicBezTo>
                    <a:pt x="393" y="1053"/>
                    <a:pt x="703" y="1041"/>
                    <a:pt x="1000" y="958"/>
                  </a:cubicBezTo>
                  <a:cubicBezTo>
                    <a:pt x="1810" y="779"/>
                    <a:pt x="2608" y="577"/>
                    <a:pt x="3417" y="387"/>
                  </a:cubicBezTo>
                  <a:cubicBezTo>
                    <a:pt x="4215" y="194"/>
                    <a:pt x="5012" y="78"/>
                    <a:pt x="5819" y="78"/>
                  </a:cubicBezTo>
                  <a:cubicBezTo>
                    <a:pt x="6109" y="78"/>
                    <a:pt x="6399" y="93"/>
                    <a:pt x="6692" y="125"/>
                  </a:cubicBezTo>
                  <a:cubicBezTo>
                    <a:pt x="7049" y="160"/>
                    <a:pt x="7382" y="172"/>
                    <a:pt x="7739" y="208"/>
                  </a:cubicBezTo>
                  <a:cubicBezTo>
                    <a:pt x="7692" y="172"/>
                    <a:pt x="7656" y="148"/>
                    <a:pt x="7608" y="148"/>
                  </a:cubicBezTo>
                  <a:cubicBezTo>
                    <a:pt x="7394" y="113"/>
                    <a:pt x="7180" y="101"/>
                    <a:pt x="6954" y="77"/>
                  </a:cubicBezTo>
                  <a:cubicBezTo>
                    <a:pt x="6559" y="26"/>
                    <a:pt x="6162" y="0"/>
                    <a:pt x="5766"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75"/>
            <p:cNvSpPr/>
            <p:nvPr/>
          </p:nvSpPr>
          <p:spPr>
            <a:xfrm>
              <a:off x="4460075" y="2501025"/>
              <a:ext cx="125325" cy="145875"/>
            </a:xfrm>
            <a:custGeom>
              <a:avLst/>
              <a:gdLst/>
              <a:ahLst/>
              <a:cxnLst/>
              <a:rect l="l" t="t" r="r" b="b"/>
              <a:pathLst>
                <a:path w="5013" h="5835" extrusionOk="0">
                  <a:moveTo>
                    <a:pt x="4965" y="1"/>
                  </a:moveTo>
                  <a:cubicBezTo>
                    <a:pt x="4953" y="13"/>
                    <a:pt x="4941" y="13"/>
                    <a:pt x="4929" y="25"/>
                  </a:cubicBezTo>
                  <a:cubicBezTo>
                    <a:pt x="3929" y="799"/>
                    <a:pt x="2989" y="1632"/>
                    <a:pt x="2155" y="2596"/>
                  </a:cubicBezTo>
                  <a:cubicBezTo>
                    <a:pt x="1560" y="3299"/>
                    <a:pt x="1024" y="4025"/>
                    <a:pt x="548" y="4799"/>
                  </a:cubicBezTo>
                  <a:cubicBezTo>
                    <a:pt x="346" y="5120"/>
                    <a:pt x="179" y="5478"/>
                    <a:pt x="0" y="5799"/>
                  </a:cubicBezTo>
                  <a:cubicBezTo>
                    <a:pt x="12" y="5811"/>
                    <a:pt x="24" y="5811"/>
                    <a:pt x="48" y="5835"/>
                  </a:cubicBezTo>
                  <a:cubicBezTo>
                    <a:pt x="1262" y="3525"/>
                    <a:pt x="2965" y="1620"/>
                    <a:pt x="5013" y="25"/>
                  </a:cubicBezTo>
                  <a:cubicBezTo>
                    <a:pt x="5001" y="13"/>
                    <a:pt x="4989" y="1"/>
                    <a:pt x="496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75"/>
            <p:cNvSpPr/>
            <p:nvPr/>
          </p:nvSpPr>
          <p:spPr>
            <a:xfrm>
              <a:off x="4577950" y="1839650"/>
              <a:ext cx="32450" cy="154200"/>
            </a:xfrm>
            <a:custGeom>
              <a:avLst/>
              <a:gdLst/>
              <a:ahLst/>
              <a:cxnLst/>
              <a:rect l="l" t="t" r="r" b="b"/>
              <a:pathLst>
                <a:path w="1298" h="6168" extrusionOk="0">
                  <a:moveTo>
                    <a:pt x="0" y="0"/>
                  </a:moveTo>
                  <a:lnTo>
                    <a:pt x="0" y="0"/>
                  </a:lnTo>
                  <a:cubicBezTo>
                    <a:pt x="643" y="2048"/>
                    <a:pt x="1060" y="4084"/>
                    <a:pt x="1286" y="6168"/>
                  </a:cubicBezTo>
                  <a:cubicBezTo>
                    <a:pt x="1298" y="4786"/>
                    <a:pt x="417" y="572"/>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75"/>
            <p:cNvSpPr/>
            <p:nvPr/>
          </p:nvSpPr>
          <p:spPr>
            <a:xfrm>
              <a:off x="4316000" y="2727850"/>
              <a:ext cx="48550" cy="105975"/>
            </a:xfrm>
            <a:custGeom>
              <a:avLst/>
              <a:gdLst/>
              <a:ahLst/>
              <a:cxnLst/>
              <a:rect l="l" t="t" r="r" b="b"/>
              <a:pathLst>
                <a:path w="1942" h="4239" extrusionOk="0">
                  <a:moveTo>
                    <a:pt x="1" y="0"/>
                  </a:moveTo>
                  <a:lnTo>
                    <a:pt x="1" y="0"/>
                  </a:lnTo>
                  <a:cubicBezTo>
                    <a:pt x="536" y="1465"/>
                    <a:pt x="1167" y="2894"/>
                    <a:pt x="1941" y="4239"/>
                  </a:cubicBezTo>
                  <a:cubicBezTo>
                    <a:pt x="1298" y="2834"/>
                    <a:pt x="644" y="1417"/>
                    <a:pt x="1"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75"/>
            <p:cNvSpPr/>
            <p:nvPr/>
          </p:nvSpPr>
          <p:spPr>
            <a:xfrm>
              <a:off x="4557100" y="2818075"/>
              <a:ext cx="108075" cy="29450"/>
            </a:xfrm>
            <a:custGeom>
              <a:avLst/>
              <a:gdLst/>
              <a:ahLst/>
              <a:cxnLst/>
              <a:rect l="l" t="t" r="r" b="b"/>
              <a:pathLst>
                <a:path w="4323" h="1178" extrusionOk="0">
                  <a:moveTo>
                    <a:pt x="4307" y="1"/>
                  </a:moveTo>
                  <a:cubicBezTo>
                    <a:pt x="4304" y="1"/>
                    <a:pt x="4304" y="5"/>
                    <a:pt x="4308" y="11"/>
                  </a:cubicBezTo>
                  <a:lnTo>
                    <a:pt x="4308" y="11"/>
                  </a:lnTo>
                  <a:cubicBezTo>
                    <a:pt x="4313" y="11"/>
                    <a:pt x="4318" y="11"/>
                    <a:pt x="4323" y="11"/>
                  </a:cubicBezTo>
                  <a:cubicBezTo>
                    <a:pt x="4315" y="3"/>
                    <a:pt x="4310" y="1"/>
                    <a:pt x="4307" y="1"/>
                  </a:cubicBezTo>
                  <a:close/>
                  <a:moveTo>
                    <a:pt x="4308" y="11"/>
                  </a:moveTo>
                  <a:lnTo>
                    <a:pt x="4308" y="11"/>
                  </a:lnTo>
                  <a:cubicBezTo>
                    <a:pt x="4267" y="11"/>
                    <a:pt x="4236" y="12"/>
                    <a:pt x="4204" y="23"/>
                  </a:cubicBezTo>
                  <a:cubicBezTo>
                    <a:pt x="3275" y="225"/>
                    <a:pt x="2334" y="428"/>
                    <a:pt x="1418" y="666"/>
                  </a:cubicBezTo>
                  <a:cubicBezTo>
                    <a:pt x="989" y="761"/>
                    <a:pt x="584" y="928"/>
                    <a:pt x="179" y="1059"/>
                  </a:cubicBezTo>
                  <a:cubicBezTo>
                    <a:pt x="108" y="1082"/>
                    <a:pt x="60" y="1118"/>
                    <a:pt x="1" y="1154"/>
                  </a:cubicBezTo>
                  <a:cubicBezTo>
                    <a:pt x="1" y="1154"/>
                    <a:pt x="13" y="1166"/>
                    <a:pt x="13" y="1178"/>
                  </a:cubicBezTo>
                  <a:cubicBezTo>
                    <a:pt x="1418" y="654"/>
                    <a:pt x="2870" y="356"/>
                    <a:pt x="4323" y="23"/>
                  </a:cubicBezTo>
                  <a:cubicBezTo>
                    <a:pt x="4316" y="19"/>
                    <a:pt x="4311" y="15"/>
                    <a:pt x="4308" y="1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75"/>
            <p:cNvSpPr/>
            <p:nvPr/>
          </p:nvSpPr>
          <p:spPr>
            <a:xfrm>
              <a:off x="4800000" y="1770575"/>
              <a:ext cx="35450" cy="85475"/>
            </a:xfrm>
            <a:custGeom>
              <a:avLst/>
              <a:gdLst/>
              <a:ahLst/>
              <a:cxnLst/>
              <a:rect l="l" t="t" r="r" b="b"/>
              <a:pathLst>
                <a:path w="1418" h="3419" extrusionOk="0">
                  <a:moveTo>
                    <a:pt x="1417" y="1"/>
                  </a:moveTo>
                  <a:lnTo>
                    <a:pt x="1417" y="1"/>
                  </a:lnTo>
                  <a:cubicBezTo>
                    <a:pt x="1322" y="168"/>
                    <a:pt x="1227" y="299"/>
                    <a:pt x="1167" y="465"/>
                  </a:cubicBezTo>
                  <a:cubicBezTo>
                    <a:pt x="786" y="1382"/>
                    <a:pt x="405" y="2323"/>
                    <a:pt x="36" y="3239"/>
                  </a:cubicBezTo>
                  <a:cubicBezTo>
                    <a:pt x="12" y="3299"/>
                    <a:pt x="12" y="3358"/>
                    <a:pt x="0" y="3418"/>
                  </a:cubicBezTo>
                  <a:lnTo>
                    <a:pt x="36" y="3418"/>
                  </a:lnTo>
                  <a:cubicBezTo>
                    <a:pt x="488" y="2275"/>
                    <a:pt x="953" y="1144"/>
                    <a:pt x="141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9" name="Google Shape;1509;p75">
            <a:hlinkClick r:id="rId9"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510" name="Google Shape;1510;p75">
            <a:hlinkClick r:id="rId10"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511" name="Google Shape;1511;p75">
            <a:hlinkClick r:id="rId11"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512" name="Google Shape;1512;p75">
            <a:hlinkClick r:id="rId12"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2"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513" name="Google Shape;1513;p75">
            <a:hlinkClick r:id="rId13"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3"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17"/>
        <p:cNvGrpSpPr/>
        <p:nvPr/>
      </p:nvGrpSpPr>
      <p:grpSpPr>
        <a:xfrm>
          <a:off x="0" y="0"/>
          <a:ext cx="0" cy="0"/>
          <a:chOff x="0" y="0"/>
          <a:chExt cx="0" cy="0"/>
        </a:xfrm>
      </p:grpSpPr>
      <p:pic>
        <p:nvPicPr>
          <p:cNvPr id="1518" name="Google Shape;1518;p76"/>
          <p:cNvPicPr preferRelativeResize="0"/>
          <p:nvPr/>
        </p:nvPicPr>
        <p:blipFill rotWithShape="1">
          <a:blip r:embed="rId3">
            <a:alphaModFix amt="76000"/>
          </a:blip>
          <a:srcRect l="37412" t="9009" r="30455" b="20771"/>
          <a:stretch/>
        </p:blipFill>
        <p:spPr>
          <a:xfrm>
            <a:off x="6897738" y="1122987"/>
            <a:ext cx="677722" cy="833074"/>
          </a:xfrm>
          <a:prstGeom prst="rect">
            <a:avLst/>
          </a:prstGeom>
          <a:noFill/>
          <a:ln>
            <a:noFill/>
          </a:ln>
        </p:spPr>
      </p:pic>
      <p:pic>
        <p:nvPicPr>
          <p:cNvPr id="1519" name="Google Shape;1519;p76"/>
          <p:cNvPicPr preferRelativeResize="0"/>
          <p:nvPr/>
        </p:nvPicPr>
        <p:blipFill rotWithShape="1">
          <a:blip r:embed="rId3">
            <a:alphaModFix amt="76000"/>
          </a:blip>
          <a:srcRect l="37412" t="9009" r="30455" b="20771"/>
          <a:stretch/>
        </p:blipFill>
        <p:spPr>
          <a:xfrm>
            <a:off x="4233188" y="1131962"/>
            <a:ext cx="677722" cy="833074"/>
          </a:xfrm>
          <a:prstGeom prst="rect">
            <a:avLst/>
          </a:prstGeom>
          <a:noFill/>
          <a:ln>
            <a:noFill/>
          </a:ln>
        </p:spPr>
      </p:pic>
      <p:pic>
        <p:nvPicPr>
          <p:cNvPr id="1520" name="Google Shape;1520;p76"/>
          <p:cNvPicPr preferRelativeResize="0"/>
          <p:nvPr/>
        </p:nvPicPr>
        <p:blipFill rotWithShape="1">
          <a:blip r:embed="rId3">
            <a:alphaModFix amt="76000"/>
          </a:blip>
          <a:srcRect l="37412" t="9009" r="30455" b="20771"/>
          <a:stretch/>
        </p:blipFill>
        <p:spPr>
          <a:xfrm>
            <a:off x="1552138" y="1118262"/>
            <a:ext cx="677722" cy="833074"/>
          </a:xfrm>
          <a:prstGeom prst="rect">
            <a:avLst/>
          </a:prstGeom>
          <a:noFill/>
          <a:ln>
            <a:noFill/>
          </a:ln>
        </p:spPr>
      </p:pic>
      <p:sp>
        <p:nvSpPr>
          <p:cNvPr id="1521" name="Google Shape;1521;p76"/>
          <p:cNvSpPr txBox="1">
            <a:spLocks noGrp="1"/>
          </p:cNvSpPr>
          <p:nvPr>
            <p:ph type="title"/>
          </p:nvPr>
        </p:nvSpPr>
        <p:spPr>
          <a:xfrm>
            <a:off x="713225" y="441475"/>
            <a:ext cx="7717500" cy="6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Pourcentages des tests</a:t>
            </a:r>
            <a:endParaRPr/>
          </a:p>
        </p:txBody>
      </p:sp>
      <p:sp>
        <p:nvSpPr>
          <p:cNvPr id="1522" name="Google Shape;1522;p76"/>
          <p:cNvSpPr txBox="1">
            <a:spLocks noGrp="1"/>
          </p:cNvSpPr>
          <p:nvPr>
            <p:ph type="subTitle" idx="1"/>
          </p:nvPr>
        </p:nvSpPr>
        <p:spPr>
          <a:xfrm>
            <a:off x="713200" y="3159855"/>
            <a:ext cx="23553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Mercure</a:t>
            </a:r>
            <a:endParaRPr/>
          </a:p>
        </p:txBody>
      </p:sp>
      <p:sp>
        <p:nvSpPr>
          <p:cNvPr id="1523" name="Google Shape;1523;p76"/>
          <p:cNvSpPr txBox="1">
            <a:spLocks noGrp="1"/>
          </p:cNvSpPr>
          <p:nvPr>
            <p:ph type="subTitle" idx="2"/>
          </p:nvPr>
        </p:nvSpPr>
        <p:spPr>
          <a:xfrm>
            <a:off x="3394325" y="3159853"/>
            <a:ext cx="23553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Saturne</a:t>
            </a:r>
            <a:endParaRPr/>
          </a:p>
        </p:txBody>
      </p:sp>
      <p:sp>
        <p:nvSpPr>
          <p:cNvPr id="1524" name="Google Shape;1524;p76"/>
          <p:cNvSpPr txBox="1">
            <a:spLocks noGrp="1"/>
          </p:cNvSpPr>
          <p:nvPr>
            <p:ph type="subTitle" idx="3"/>
          </p:nvPr>
        </p:nvSpPr>
        <p:spPr>
          <a:xfrm>
            <a:off x="713200" y="3525349"/>
            <a:ext cx="23553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Mercure est la planète la plus proche du Soleil</a:t>
            </a:r>
            <a:endParaRPr/>
          </a:p>
        </p:txBody>
      </p:sp>
      <p:sp>
        <p:nvSpPr>
          <p:cNvPr id="1525" name="Google Shape;1525;p76"/>
          <p:cNvSpPr txBox="1">
            <a:spLocks noGrp="1"/>
          </p:cNvSpPr>
          <p:nvPr>
            <p:ph type="subTitle" idx="4"/>
          </p:nvPr>
        </p:nvSpPr>
        <p:spPr>
          <a:xfrm>
            <a:off x="3394325" y="3525349"/>
            <a:ext cx="23553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Saturne est composée d'hydrogène et d'hélium</a:t>
            </a:r>
            <a:endParaRPr/>
          </a:p>
        </p:txBody>
      </p:sp>
      <p:sp>
        <p:nvSpPr>
          <p:cNvPr id="1526" name="Google Shape;1526;p76"/>
          <p:cNvSpPr txBox="1">
            <a:spLocks noGrp="1"/>
          </p:cNvSpPr>
          <p:nvPr>
            <p:ph type="title" idx="5"/>
          </p:nvPr>
        </p:nvSpPr>
        <p:spPr>
          <a:xfrm>
            <a:off x="713350" y="1279400"/>
            <a:ext cx="2355300" cy="53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10%</a:t>
            </a:r>
            <a:endParaRPr/>
          </a:p>
        </p:txBody>
      </p:sp>
      <p:sp>
        <p:nvSpPr>
          <p:cNvPr id="1527" name="Google Shape;1527;p76"/>
          <p:cNvSpPr txBox="1">
            <a:spLocks noGrp="1"/>
          </p:cNvSpPr>
          <p:nvPr>
            <p:ph type="title" idx="6"/>
          </p:nvPr>
        </p:nvSpPr>
        <p:spPr>
          <a:xfrm>
            <a:off x="3394325" y="1279400"/>
            <a:ext cx="2355300" cy="53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30%</a:t>
            </a:r>
            <a:endParaRPr/>
          </a:p>
        </p:txBody>
      </p:sp>
      <p:sp>
        <p:nvSpPr>
          <p:cNvPr id="1528" name="Google Shape;1528;p76"/>
          <p:cNvSpPr txBox="1">
            <a:spLocks noGrp="1"/>
          </p:cNvSpPr>
          <p:nvPr>
            <p:ph type="subTitle" idx="7"/>
          </p:nvPr>
        </p:nvSpPr>
        <p:spPr>
          <a:xfrm>
            <a:off x="6075451" y="3142690"/>
            <a:ext cx="2355300" cy="48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Neptune</a:t>
            </a:r>
            <a:endParaRPr/>
          </a:p>
        </p:txBody>
      </p:sp>
      <p:sp>
        <p:nvSpPr>
          <p:cNvPr id="1529" name="Google Shape;1529;p76"/>
          <p:cNvSpPr txBox="1">
            <a:spLocks noGrp="1"/>
          </p:cNvSpPr>
          <p:nvPr>
            <p:ph type="subTitle" idx="8"/>
          </p:nvPr>
        </p:nvSpPr>
        <p:spPr>
          <a:xfrm>
            <a:off x="6075450" y="3525361"/>
            <a:ext cx="2355300" cy="61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Neptune est la planète la plus éloignée du Soleil</a:t>
            </a:r>
            <a:endParaRPr/>
          </a:p>
        </p:txBody>
      </p:sp>
      <p:sp>
        <p:nvSpPr>
          <p:cNvPr id="1530" name="Google Shape;1530;p76"/>
          <p:cNvSpPr txBox="1">
            <a:spLocks noGrp="1"/>
          </p:cNvSpPr>
          <p:nvPr>
            <p:ph type="title" idx="9"/>
          </p:nvPr>
        </p:nvSpPr>
        <p:spPr>
          <a:xfrm>
            <a:off x="6075449" y="1279400"/>
            <a:ext cx="2355300" cy="53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60%</a:t>
            </a:r>
            <a:endParaRPr/>
          </a:p>
        </p:txBody>
      </p:sp>
      <p:sp>
        <p:nvSpPr>
          <p:cNvPr id="1531" name="Google Shape;1531;p76"/>
          <p:cNvSpPr/>
          <p:nvPr/>
        </p:nvSpPr>
        <p:spPr>
          <a:xfrm>
            <a:off x="1399600" y="2027225"/>
            <a:ext cx="982500" cy="982500"/>
          </a:xfrm>
          <a:prstGeom prst="ellipse">
            <a:avLst/>
          </a:pr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76"/>
          <p:cNvSpPr/>
          <p:nvPr/>
        </p:nvSpPr>
        <p:spPr>
          <a:xfrm flipH="1">
            <a:off x="1399600" y="2027675"/>
            <a:ext cx="973800" cy="973800"/>
          </a:xfrm>
          <a:prstGeom prst="pie">
            <a:avLst>
              <a:gd name="adj1" fmla="val 13226714"/>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76"/>
          <p:cNvSpPr/>
          <p:nvPr/>
        </p:nvSpPr>
        <p:spPr>
          <a:xfrm>
            <a:off x="4080725" y="2026788"/>
            <a:ext cx="982500" cy="982500"/>
          </a:xfrm>
          <a:prstGeom prst="ellipse">
            <a:avLst/>
          </a:pr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76"/>
          <p:cNvSpPr/>
          <p:nvPr/>
        </p:nvSpPr>
        <p:spPr>
          <a:xfrm flipH="1">
            <a:off x="4080725" y="2027675"/>
            <a:ext cx="982500" cy="982500"/>
          </a:xfrm>
          <a:prstGeom prst="pie">
            <a:avLst>
              <a:gd name="adj1" fmla="val 10067700"/>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76"/>
          <p:cNvSpPr/>
          <p:nvPr/>
        </p:nvSpPr>
        <p:spPr>
          <a:xfrm>
            <a:off x="6745350" y="2035925"/>
            <a:ext cx="982500" cy="982500"/>
          </a:xfrm>
          <a:prstGeom prst="ellipse">
            <a:avLst/>
          </a:prstGeom>
          <a:solidFill>
            <a:srgbClr val="FAC9BF">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76"/>
          <p:cNvSpPr/>
          <p:nvPr/>
        </p:nvSpPr>
        <p:spPr>
          <a:xfrm flipH="1">
            <a:off x="6745500" y="2036673"/>
            <a:ext cx="982500" cy="982800"/>
          </a:xfrm>
          <a:prstGeom prst="pie">
            <a:avLst>
              <a:gd name="adj1" fmla="val 2910603"/>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37" name="Google Shape;1537;p76"/>
          <p:cNvPicPr preferRelativeResize="0"/>
          <p:nvPr/>
        </p:nvPicPr>
        <p:blipFill rotWithShape="1">
          <a:blip r:embed="rId4">
            <a:alphaModFix amt="77000"/>
          </a:blip>
          <a:srcRect l="2217" t="17852" r="9074" b="32321"/>
          <a:stretch/>
        </p:blipFill>
        <p:spPr>
          <a:xfrm flipH="1">
            <a:off x="-1947145" y="-21903"/>
            <a:ext cx="3524923" cy="1113674"/>
          </a:xfrm>
          <a:prstGeom prst="rect">
            <a:avLst/>
          </a:prstGeom>
          <a:noFill/>
          <a:ln>
            <a:noFill/>
          </a:ln>
        </p:spPr>
      </p:pic>
      <p:pic>
        <p:nvPicPr>
          <p:cNvPr id="1538" name="Google Shape;1538;p76"/>
          <p:cNvPicPr preferRelativeResize="0"/>
          <p:nvPr/>
        </p:nvPicPr>
        <p:blipFill rotWithShape="1">
          <a:blip r:embed="rId5">
            <a:alphaModFix/>
          </a:blip>
          <a:srcRect l="28680" t="19555" r="23804" b="32703"/>
          <a:stretch/>
        </p:blipFill>
        <p:spPr>
          <a:xfrm rot="-204534" flipH="1">
            <a:off x="20507" y="888659"/>
            <a:ext cx="1287877" cy="727828"/>
          </a:xfrm>
          <a:prstGeom prst="rect">
            <a:avLst/>
          </a:prstGeom>
          <a:noFill/>
          <a:ln>
            <a:noFill/>
          </a:ln>
        </p:spPr>
      </p:pic>
      <p:pic>
        <p:nvPicPr>
          <p:cNvPr id="1539" name="Google Shape;1539;p76"/>
          <p:cNvPicPr preferRelativeResize="0"/>
          <p:nvPr/>
        </p:nvPicPr>
        <p:blipFill rotWithShape="1">
          <a:blip r:embed="rId6">
            <a:alphaModFix/>
          </a:blip>
          <a:srcRect l="45691" t="12052" r="18787" b="20159"/>
          <a:stretch/>
        </p:blipFill>
        <p:spPr>
          <a:xfrm>
            <a:off x="7510788" y="-263823"/>
            <a:ext cx="1366949" cy="1467299"/>
          </a:xfrm>
          <a:prstGeom prst="rect">
            <a:avLst/>
          </a:prstGeom>
          <a:noFill/>
          <a:ln>
            <a:noFill/>
          </a:ln>
        </p:spPr>
      </p:pic>
      <p:sp>
        <p:nvSpPr>
          <p:cNvPr id="1540" name="Google Shape;1540;p76">
            <a:hlinkClick r:id="rId7"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7"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541" name="Google Shape;1541;p76">
            <a:hlinkClick r:id="rId8"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542" name="Google Shape;1542;p76">
            <a:hlinkClick r:id="rId9"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543" name="Google Shape;1543;p76">
            <a:hlinkClick r:id="rId10"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544" name="Google Shape;1544;p76">
            <a:hlinkClick r:id="rId11" action="ppaction://hlinksldjump"/>
          </p:cNvPr>
          <p:cNvSpPr/>
          <p:nvPr/>
        </p:nvSpPr>
        <p:spPr>
          <a:xfrm>
            <a:off x="6778550" y="4375275"/>
            <a:ext cx="1361700" cy="339300"/>
          </a:xfrm>
          <a:prstGeom prst="rect">
            <a:avLst/>
          </a:prstGeom>
          <a:solidFill>
            <a:srgbClr val="E77A7A">
              <a:alpha val="472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48"/>
        <p:cNvGrpSpPr/>
        <p:nvPr/>
      </p:nvGrpSpPr>
      <p:grpSpPr>
        <a:xfrm>
          <a:off x="0" y="0"/>
          <a:ext cx="0" cy="0"/>
          <a:chOff x="0" y="0"/>
          <a:chExt cx="0" cy="0"/>
        </a:xfrm>
      </p:grpSpPr>
      <p:sp>
        <p:nvSpPr>
          <p:cNvPr id="1549" name="Google Shape;1549;p77"/>
          <p:cNvSpPr txBox="1">
            <a:spLocks noGrp="1"/>
          </p:cNvSpPr>
          <p:nvPr>
            <p:ph type="title"/>
          </p:nvPr>
        </p:nvSpPr>
        <p:spPr>
          <a:xfrm>
            <a:off x="2774850" y="365275"/>
            <a:ext cx="3594300" cy="108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Merci</a:t>
            </a:r>
            <a:endParaRPr/>
          </a:p>
        </p:txBody>
      </p:sp>
      <p:sp>
        <p:nvSpPr>
          <p:cNvPr id="1550" name="Google Shape;1550;p77"/>
          <p:cNvSpPr txBox="1">
            <a:spLocks noGrp="1"/>
          </p:cNvSpPr>
          <p:nvPr>
            <p:ph type="subTitle" idx="1"/>
          </p:nvPr>
        </p:nvSpPr>
        <p:spPr>
          <a:xfrm>
            <a:off x="2774850" y="1447950"/>
            <a:ext cx="3594300" cy="79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Avez-vous des questions ?</a:t>
            </a:r>
            <a:endParaRPr/>
          </a:p>
          <a:p>
            <a:pPr marL="0" lvl="0" indent="0" algn="ctr" rtl="0">
              <a:spcBef>
                <a:spcPts val="0"/>
              </a:spcBef>
              <a:spcAft>
                <a:spcPts val="0"/>
              </a:spcAft>
              <a:buClr>
                <a:schemeClr val="lt1"/>
              </a:buClr>
              <a:buSzPts val="1100"/>
              <a:buFont typeface="Arial"/>
              <a:buNone/>
            </a:pPr>
            <a:r>
              <a:rPr lang="en"/>
              <a:t>youremail@freepik.com +91  620 421 838 </a:t>
            </a:r>
            <a:endParaRPr/>
          </a:p>
          <a:p>
            <a:pPr marL="0" lvl="0" indent="0" algn="ctr" rtl="0">
              <a:spcBef>
                <a:spcPts val="0"/>
              </a:spcBef>
              <a:spcAft>
                <a:spcPts val="0"/>
              </a:spcAft>
              <a:buClr>
                <a:schemeClr val="dk1"/>
              </a:buClr>
              <a:buSzPts val="1100"/>
              <a:buFont typeface="Arial"/>
              <a:buNone/>
            </a:pPr>
            <a:r>
              <a:rPr lang="en"/>
              <a:t>yourcompany.com</a:t>
            </a:r>
            <a:endParaRPr/>
          </a:p>
        </p:txBody>
      </p:sp>
      <p:pic>
        <p:nvPicPr>
          <p:cNvPr id="1551" name="Google Shape;1551;p77"/>
          <p:cNvPicPr preferRelativeResize="0"/>
          <p:nvPr/>
        </p:nvPicPr>
        <p:blipFill rotWithShape="1">
          <a:blip r:embed="rId3">
            <a:alphaModFix amt="76000"/>
          </a:blip>
          <a:srcRect l="37412" t="9009" r="30455" b="20771"/>
          <a:stretch/>
        </p:blipFill>
        <p:spPr>
          <a:xfrm>
            <a:off x="2902751" y="2371600"/>
            <a:ext cx="712810" cy="876215"/>
          </a:xfrm>
          <a:prstGeom prst="rect">
            <a:avLst/>
          </a:prstGeom>
          <a:noFill/>
          <a:ln>
            <a:noFill/>
          </a:ln>
        </p:spPr>
      </p:pic>
      <p:pic>
        <p:nvPicPr>
          <p:cNvPr id="1552" name="Google Shape;1552;p77"/>
          <p:cNvPicPr preferRelativeResize="0"/>
          <p:nvPr/>
        </p:nvPicPr>
        <p:blipFill rotWithShape="1">
          <a:blip r:embed="rId3">
            <a:alphaModFix amt="76000"/>
          </a:blip>
          <a:srcRect l="37412" t="9009" r="30455" b="20771"/>
          <a:stretch/>
        </p:blipFill>
        <p:spPr>
          <a:xfrm>
            <a:off x="3777982" y="2371600"/>
            <a:ext cx="712810" cy="876215"/>
          </a:xfrm>
          <a:prstGeom prst="rect">
            <a:avLst/>
          </a:prstGeom>
          <a:noFill/>
          <a:ln>
            <a:noFill/>
          </a:ln>
        </p:spPr>
      </p:pic>
      <p:pic>
        <p:nvPicPr>
          <p:cNvPr id="1553" name="Google Shape;1553;p77"/>
          <p:cNvPicPr preferRelativeResize="0"/>
          <p:nvPr/>
        </p:nvPicPr>
        <p:blipFill rotWithShape="1">
          <a:blip r:embed="rId3">
            <a:alphaModFix amt="76000"/>
          </a:blip>
          <a:srcRect l="37412" t="9009" r="30455" b="20771"/>
          <a:stretch/>
        </p:blipFill>
        <p:spPr>
          <a:xfrm>
            <a:off x="4653213" y="2371611"/>
            <a:ext cx="712810" cy="876215"/>
          </a:xfrm>
          <a:prstGeom prst="rect">
            <a:avLst/>
          </a:prstGeom>
          <a:noFill/>
          <a:ln>
            <a:noFill/>
          </a:ln>
        </p:spPr>
      </p:pic>
      <p:pic>
        <p:nvPicPr>
          <p:cNvPr id="1554" name="Google Shape;1554;p77"/>
          <p:cNvPicPr preferRelativeResize="0"/>
          <p:nvPr/>
        </p:nvPicPr>
        <p:blipFill rotWithShape="1">
          <a:blip r:embed="rId3">
            <a:alphaModFix amt="76000"/>
          </a:blip>
          <a:srcRect l="37412" t="9009" r="30455" b="20771"/>
          <a:stretch/>
        </p:blipFill>
        <p:spPr>
          <a:xfrm>
            <a:off x="5528443" y="2371611"/>
            <a:ext cx="712810" cy="876215"/>
          </a:xfrm>
          <a:prstGeom prst="rect">
            <a:avLst/>
          </a:prstGeom>
          <a:noFill/>
          <a:ln>
            <a:noFill/>
          </a:ln>
        </p:spPr>
      </p:pic>
      <p:sp>
        <p:nvSpPr>
          <p:cNvPr id="1555" name="Google Shape;1555;p77"/>
          <p:cNvSpPr txBox="1"/>
          <p:nvPr/>
        </p:nvSpPr>
        <p:spPr>
          <a:xfrm>
            <a:off x="2117850" y="3892213"/>
            <a:ext cx="4908300" cy="27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latin typeface="Catamaran"/>
                <a:ea typeface="Catamaran"/>
                <a:cs typeface="Catamaran"/>
                <a:sym typeface="Catamaran"/>
              </a:rPr>
              <a:t>Veuillez conserver cette diapositive pour l'attribution</a:t>
            </a:r>
            <a:endParaRPr sz="1100">
              <a:solidFill>
                <a:schemeClr val="dk1"/>
              </a:solidFill>
              <a:latin typeface="Catamaran"/>
              <a:ea typeface="Catamaran"/>
              <a:cs typeface="Catamaran"/>
              <a:sym typeface="Catamaran"/>
            </a:endParaRPr>
          </a:p>
        </p:txBody>
      </p:sp>
      <p:grpSp>
        <p:nvGrpSpPr>
          <p:cNvPr id="1556" name="Google Shape;1556;p77"/>
          <p:cNvGrpSpPr/>
          <p:nvPr/>
        </p:nvGrpSpPr>
        <p:grpSpPr>
          <a:xfrm>
            <a:off x="3099127" y="2699002"/>
            <a:ext cx="320037" cy="320020"/>
            <a:chOff x="266768" y="1721375"/>
            <a:chExt cx="397907" cy="397887"/>
          </a:xfrm>
        </p:grpSpPr>
        <p:sp>
          <p:nvSpPr>
            <p:cNvPr id="1557" name="Google Shape;1557;p77"/>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77"/>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9" name="Google Shape;1559;p77"/>
          <p:cNvGrpSpPr/>
          <p:nvPr/>
        </p:nvGrpSpPr>
        <p:grpSpPr>
          <a:xfrm>
            <a:off x="4849611" y="2699002"/>
            <a:ext cx="320020" cy="320020"/>
            <a:chOff x="1379798" y="1723250"/>
            <a:chExt cx="397887" cy="397887"/>
          </a:xfrm>
        </p:grpSpPr>
        <p:sp>
          <p:nvSpPr>
            <p:cNvPr id="1560" name="Google Shape;1560;p77"/>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77"/>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77"/>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77"/>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4" name="Google Shape;1564;p77"/>
          <p:cNvGrpSpPr/>
          <p:nvPr/>
        </p:nvGrpSpPr>
        <p:grpSpPr>
          <a:xfrm>
            <a:off x="3974360" y="2699002"/>
            <a:ext cx="320043" cy="320020"/>
            <a:chOff x="864491" y="1723250"/>
            <a:chExt cx="397866" cy="397887"/>
          </a:xfrm>
        </p:grpSpPr>
        <p:sp>
          <p:nvSpPr>
            <p:cNvPr id="1565" name="Google Shape;1565;p77"/>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77"/>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77"/>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8" name="Google Shape;1568;p77"/>
          <p:cNvGrpSpPr/>
          <p:nvPr/>
        </p:nvGrpSpPr>
        <p:grpSpPr>
          <a:xfrm>
            <a:off x="5724853" y="2699084"/>
            <a:ext cx="319863" cy="319863"/>
            <a:chOff x="1190625" y="238125"/>
            <a:chExt cx="5235075" cy="5235075"/>
          </a:xfrm>
        </p:grpSpPr>
        <p:sp>
          <p:nvSpPr>
            <p:cNvPr id="1569" name="Google Shape;1569;p77"/>
            <p:cNvSpPr/>
            <p:nvPr/>
          </p:nvSpPr>
          <p:spPr>
            <a:xfrm>
              <a:off x="2315100" y="1168900"/>
              <a:ext cx="2952100" cy="3373700"/>
            </a:xfrm>
            <a:custGeom>
              <a:avLst/>
              <a:gdLst/>
              <a:ahLst/>
              <a:cxnLst/>
              <a:rect l="l" t="t" r="r" b="b"/>
              <a:pathLst>
                <a:path w="118084" h="134948" extrusionOk="0">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77"/>
            <p:cNvSpPr/>
            <p:nvPr/>
          </p:nvSpPr>
          <p:spPr>
            <a:xfrm>
              <a:off x="1190625" y="238125"/>
              <a:ext cx="5235075" cy="5235075"/>
            </a:xfrm>
            <a:custGeom>
              <a:avLst/>
              <a:gdLst/>
              <a:ahLst/>
              <a:cxnLst/>
              <a:rect l="l" t="t" r="r" b="b"/>
              <a:pathLst>
                <a:path w="209403" h="209403" extrusionOk="0">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71" name="Google Shape;1571;p77"/>
          <p:cNvPicPr preferRelativeResize="0"/>
          <p:nvPr/>
        </p:nvPicPr>
        <p:blipFill rotWithShape="1">
          <a:blip r:embed="rId4">
            <a:alphaModFix amt="57000"/>
          </a:blip>
          <a:srcRect l="36305" t="26731" r="30909" b="23776"/>
          <a:stretch/>
        </p:blipFill>
        <p:spPr>
          <a:xfrm flipH="1">
            <a:off x="214500" y="822312"/>
            <a:ext cx="2119848" cy="1800074"/>
          </a:xfrm>
          <a:prstGeom prst="rect">
            <a:avLst/>
          </a:prstGeom>
          <a:noFill/>
          <a:ln>
            <a:noFill/>
          </a:ln>
        </p:spPr>
      </p:pic>
      <p:pic>
        <p:nvPicPr>
          <p:cNvPr id="1572" name="Google Shape;1572;p77"/>
          <p:cNvPicPr preferRelativeResize="0"/>
          <p:nvPr/>
        </p:nvPicPr>
        <p:blipFill rotWithShape="1">
          <a:blip r:embed="rId5">
            <a:alphaModFix amt="63000"/>
          </a:blip>
          <a:srcRect l="17536" t="30943" r="20804" b="36495"/>
          <a:stretch/>
        </p:blipFill>
        <p:spPr>
          <a:xfrm rot="6776336">
            <a:off x="-2319368" y="1665902"/>
            <a:ext cx="4824681" cy="1433138"/>
          </a:xfrm>
          <a:prstGeom prst="rect">
            <a:avLst/>
          </a:prstGeom>
          <a:noFill/>
          <a:ln>
            <a:noFill/>
          </a:ln>
        </p:spPr>
      </p:pic>
      <p:pic>
        <p:nvPicPr>
          <p:cNvPr id="1573" name="Google Shape;1573;p77"/>
          <p:cNvPicPr preferRelativeResize="0"/>
          <p:nvPr/>
        </p:nvPicPr>
        <p:blipFill rotWithShape="1">
          <a:blip r:embed="rId6">
            <a:alphaModFix/>
          </a:blip>
          <a:srcRect l="45691" t="12052" r="18787" b="20159"/>
          <a:stretch/>
        </p:blipFill>
        <p:spPr>
          <a:xfrm rot="2894714">
            <a:off x="875051" y="83765"/>
            <a:ext cx="1366948" cy="1467298"/>
          </a:xfrm>
          <a:prstGeom prst="rect">
            <a:avLst/>
          </a:prstGeom>
          <a:noFill/>
          <a:ln>
            <a:noFill/>
          </a:ln>
        </p:spPr>
      </p:pic>
      <p:grpSp>
        <p:nvGrpSpPr>
          <p:cNvPr id="1574" name="Google Shape;1574;p77"/>
          <p:cNvGrpSpPr/>
          <p:nvPr/>
        </p:nvGrpSpPr>
        <p:grpSpPr>
          <a:xfrm rot="9030362" flipH="1">
            <a:off x="7478340" y="984885"/>
            <a:ext cx="1825657" cy="3443472"/>
            <a:chOff x="2145200" y="1846500"/>
            <a:chExt cx="1056700" cy="1993100"/>
          </a:xfrm>
        </p:grpSpPr>
        <p:sp>
          <p:nvSpPr>
            <p:cNvPr id="1575" name="Google Shape;1575;p77"/>
            <p:cNvSpPr/>
            <p:nvPr/>
          </p:nvSpPr>
          <p:spPr>
            <a:xfrm>
              <a:off x="2145200" y="1846500"/>
              <a:ext cx="1056700" cy="1993100"/>
            </a:xfrm>
            <a:custGeom>
              <a:avLst/>
              <a:gdLst/>
              <a:ahLst/>
              <a:cxnLst/>
              <a:rect l="l" t="t" r="r" b="b"/>
              <a:pathLst>
                <a:path w="42268" h="79724" extrusionOk="0">
                  <a:moveTo>
                    <a:pt x="31397" y="417"/>
                  </a:moveTo>
                  <a:cubicBezTo>
                    <a:pt x="31635" y="2676"/>
                    <a:pt x="31873" y="4936"/>
                    <a:pt x="31980" y="7208"/>
                  </a:cubicBezTo>
                  <a:lnTo>
                    <a:pt x="31980" y="7208"/>
                  </a:lnTo>
                  <a:cubicBezTo>
                    <a:pt x="31977" y="7176"/>
                    <a:pt x="31957" y="7153"/>
                    <a:pt x="31957" y="7120"/>
                  </a:cubicBezTo>
                  <a:cubicBezTo>
                    <a:pt x="31742" y="5179"/>
                    <a:pt x="31504" y="3239"/>
                    <a:pt x="31278" y="1286"/>
                  </a:cubicBezTo>
                  <a:cubicBezTo>
                    <a:pt x="31242" y="1072"/>
                    <a:pt x="31266" y="833"/>
                    <a:pt x="31266" y="595"/>
                  </a:cubicBezTo>
                  <a:cubicBezTo>
                    <a:pt x="31266" y="536"/>
                    <a:pt x="31302" y="476"/>
                    <a:pt x="31326" y="417"/>
                  </a:cubicBezTo>
                  <a:close/>
                  <a:moveTo>
                    <a:pt x="32397" y="16573"/>
                  </a:moveTo>
                  <a:cubicBezTo>
                    <a:pt x="32421" y="16573"/>
                    <a:pt x="32457" y="16597"/>
                    <a:pt x="32493" y="16609"/>
                  </a:cubicBezTo>
                  <a:cubicBezTo>
                    <a:pt x="32731" y="21300"/>
                    <a:pt x="32242" y="25920"/>
                    <a:pt x="31040" y="30539"/>
                  </a:cubicBezTo>
                  <a:cubicBezTo>
                    <a:pt x="30921" y="30480"/>
                    <a:pt x="30838" y="30444"/>
                    <a:pt x="30766" y="30420"/>
                  </a:cubicBezTo>
                  <a:cubicBezTo>
                    <a:pt x="29635" y="30028"/>
                    <a:pt x="28599" y="29480"/>
                    <a:pt x="27670" y="28706"/>
                  </a:cubicBezTo>
                  <a:cubicBezTo>
                    <a:pt x="26575" y="27801"/>
                    <a:pt x="25742" y="26682"/>
                    <a:pt x="25337" y="25301"/>
                  </a:cubicBezTo>
                  <a:cubicBezTo>
                    <a:pt x="24801" y="23467"/>
                    <a:pt x="24980" y="21669"/>
                    <a:pt x="25658" y="19895"/>
                  </a:cubicBezTo>
                  <a:cubicBezTo>
                    <a:pt x="25920" y="19276"/>
                    <a:pt x="26254" y="18681"/>
                    <a:pt x="26718" y="18181"/>
                  </a:cubicBezTo>
                  <a:cubicBezTo>
                    <a:pt x="27492" y="17371"/>
                    <a:pt x="28444" y="16859"/>
                    <a:pt x="29575" y="16740"/>
                  </a:cubicBezTo>
                  <a:cubicBezTo>
                    <a:pt x="30516" y="16633"/>
                    <a:pt x="31457" y="16621"/>
                    <a:pt x="32397" y="16573"/>
                  </a:cubicBezTo>
                  <a:close/>
                  <a:moveTo>
                    <a:pt x="36362" y="16388"/>
                  </a:moveTo>
                  <a:cubicBezTo>
                    <a:pt x="36678" y="16388"/>
                    <a:pt x="36993" y="16399"/>
                    <a:pt x="37303" y="16431"/>
                  </a:cubicBezTo>
                  <a:cubicBezTo>
                    <a:pt x="38374" y="16514"/>
                    <a:pt x="39291" y="16966"/>
                    <a:pt x="40053" y="17740"/>
                  </a:cubicBezTo>
                  <a:cubicBezTo>
                    <a:pt x="40553" y="18240"/>
                    <a:pt x="40922" y="18836"/>
                    <a:pt x="41184" y="19479"/>
                  </a:cubicBezTo>
                  <a:cubicBezTo>
                    <a:pt x="42053" y="21574"/>
                    <a:pt x="42137" y="23705"/>
                    <a:pt x="41339" y="25848"/>
                  </a:cubicBezTo>
                  <a:cubicBezTo>
                    <a:pt x="40922" y="26956"/>
                    <a:pt x="40386" y="27980"/>
                    <a:pt x="39481" y="28765"/>
                  </a:cubicBezTo>
                  <a:cubicBezTo>
                    <a:pt x="39184" y="29039"/>
                    <a:pt x="38862" y="29289"/>
                    <a:pt x="38541" y="29516"/>
                  </a:cubicBezTo>
                  <a:cubicBezTo>
                    <a:pt x="37422" y="30266"/>
                    <a:pt x="36231" y="30837"/>
                    <a:pt x="34874" y="30980"/>
                  </a:cubicBezTo>
                  <a:cubicBezTo>
                    <a:pt x="34612" y="31009"/>
                    <a:pt x="34351" y="31022"/>
                    <a:pt x="34091" y="31022"/>
                  </a:cubicBezTo>
                  <a:cubicBezTo>
                    <a:pt x="33380" y="31022"/>
                    <a:pt x="32671" y="30923"/>
                    <a:pt x="31957" y="30766"/>
                  </a:cubicBezTo>
                  <a:cubicBezTo>
                    <a:pt x="31742" y="30706"/>
                    <a:pt x="31528" y="30647"/>
                    <a:pt x="31278" y="30539"/>
                  </a:cubicBezTo>
                  <a:cubicBezTo>
                    <a:pt x="32481" y="25944"/>
                    <a:pt x="32969" y="21288"/>
                    <a:pt x="32766" y="16550"/>
                  </a:cubicBezTo>
                  <a:cubicBezTo>
                    <a:pt x="32909" y="16538"/>
                    <a:pt x="33004" y="16514"/>
                    <a:pt x="33100" y="16514"/>
                  </a:cubicBezTo>
                  <a:cubicBezTo>
                    <a:pt x="34028" y="16478"/>
                    <a:pt x="34969" y="16431"/>
                    <a:pt x="35886" y="16395"/>
                  </a:cubicBezTo>
                  <a:cubicBezTo>
                    <a:pt x="36045" y="16391"/>
                    <a:pt x="36203" y="16388"/>
                    <a:pt x="36362" y="16388"/>
                  </a:cubicBezTo>
                  <a:close/>
                  <a:moveTo>
                    <a:pt x="24908" y="21622"/>
                  </a:moveTo>
                  <a:lnTo>
                    <a:pt x="24908" y="21622"/>
                  </a:lnTo>
                  <a:cubicBezTo>
                    <a:pt x="24742" y="22765"/>
                    <a:pt x="24730" y="23884"/>
                    <a:pt x="24992" y="24991"/>
                  </a:cubicBezTo>
                  <a:cubicBezTo>
                    <a:pt x="25265" y="26098"/>
                    <a:pt x="25813" y="27075"/>
                    <a:pt x="26527" y="27980"/>
                  </a:cubicBezTo>
                  <a:cubicBezTo>
                    <a:pt x="26492" y="28039"/>
                    <a:pt x="26480" y="28063"/>
                    <a:pt x="26468" y="28087"/>
                  </a:cubicBezTo>
                  <a:cubicBezTo>
                    <a:pt x="26444" y="28123"/>
                    <a:pt x="26397" y="28170"/>
                    <a:pt x="26349" y="28218"/>
                  </a:cubicBezTo>
                  <a:cubicBezTo>
                    <a:pt x="25754" y="28813"/>
                    <a:pt x="25099" y="29301"/>
                    <a:pt x="24372" y="29706"/>
                  </a:cubicBezTo>
                  <a:cubicBezTo>
                    <a:pt x="23087" y="30409"/>
                    <a:pt x="21741" y="30920"/>
                    <a:pt x="20289" y="31254"/>
                  </a:cubicBezTo>
                  <a:cubicBezTo>
                    <a:pt x="18783" y="31584"/>
                    <a:pt x="17268" y="31664"/>
                    <a:pt x="15737" y="31664"/>
                  </a:cubicBezTo>
                  <a:cubicBezTo>
                    <a:pt x="15500" y="31664"/>
                    <a:pt x="15263" y="31662"/>
                    <a:pt x="15026" y="31659"/>
                  </a:cubicBezTo>
                  <a:cubicBezTo>
                    <a:pt x="14752" y="31659"/>
                    <a:pt x="14490" y="31623"/>
                    <a:pt x="14240" y="31552"/>
                  </a:cubicBezTo>
                  <a:cubicBezTo>
                    <a:pt x="13859" y="31432"/>
                    <a:pt x="13478" y="31313"/>
                    <a:pt x="13133" y="31123"/>
                  </a:cubicBezTo>
                  <a:cubicBezTo>
                    <a:pt x="12728" y="30897"/>
                    <a:pt x="12645" y="30599"/>
                    <a:pt x="12823" y="30182"/>
                  </a:cubicBezTo>
                  <a:cubicBezTo>
                    <a:pt x="12954" y="29873"/>
                    <a:pt x="13121" y="29575"/>
                    <a:pt x="13312" y="29301"/>
                  </a:cubicBezTo>
                  <a:cubicBezTo>
                    <a:pt x="13800" y="28634"/>
                    <a:pt x="14324" y="27968"/>
                    <a:pt x="14859" y="27325"/>
                  </a:cubicBezTo>
                  <a:cubicBezTo>
                    <a:pt x="16110" y="25825"/>
                    <a:pt x="17598" y="24586"/>
                    <a:pt x="19336" y="23705"/>
                  </a:cubicBezTo>
                  <a:cubicBezTo>
                    <a:pt x="19991" y="23360"/>
                    <a:pt x="20670" y="23062"/>
                    <a:pt x="21336" y="22765"/>
                  </a:cubicBezTo>
                  <a:cubicBezTo>
                    <a:pt x="22408" y="22312"/>
                    <a:pt x="23491" y="21919"/>
                    <a:pt x="24634" y="21669"/>
                  </a:cubicBezTo>
                  <a:cubicBezTo>
                    <a:pt x="24718" y="21657"/>
                    <a:pt x="24789" y="21634"/>
                    <a:pt x="24908" y="21622"/>
                  </a:cubicBezTo>
                  <a:close/>
                  <a:moveTo>
                    <a:pt x="11168" y="32742"/>
                  </a:moveTo>
                  <a:lnTo>
                    <a:pt x="11168" y="32742"/>
                  </a:lnTo>
                  <a:cubicBezTo>
                    <a:pt x="11299" y="32778"/>
                    <a:pt x="11407" y="32814"/>
                    <a:pt x="11514" y="32861"/>
                  </a:cubicBezTo>
                  <a:cubicBezTo>
                    <a:pt x="12228" y="33147"/>
                    <a:pt x="12942" y="33409"/>
                    <a:pt x="13645" y="33718"/>
                  </a:cubicBezTo>
                  <a:cubicBezTo>
                    <a:pt x="15586" y="34564"/>
                    <a:pt x="17526" y="35457"/>
                    <a:pt x="19491" y="36314"/>
                  </a:cubicBezTo>
                  <a:cubicBezTo>
                    <a:pt x="20217" y="36635"/>
                    <a:pt x="20991" y="36874"/>
                    <a:pt x="21753" y="37159"/>
                  </a:cubicBezTo>
                  <a:cubicBezTo>
                    <a:pt x="21801" y="37171"/>
                    <a:pt x="21836" y="37207"/>
                    <a:pt x="21896" y="37219"/>
                  </a:cubicBezTo>
                  <a:cubicBezTo>
                    <a:pt x="21896" y="37231"/>
                    <a:pt x="21884" y="37243"/>
                    <a:pt x="21884" y="37266"/>
                  </a:cubicBezTo>
                  <a:cubicBezTo>
                    <a:pt x="21825" y="37266"/>
                    <a:pt x="21777" y="37278"/>
                    <a:pt x="21741" y="37278"/>
                  </a:cubicBezTo>
                  <a:cubicBezTo>
                    <a:pt x="20503" y="37278"/>
                    <a:pt x="19265" y="37278"/>
                    <a:pt x="18026" y="37112"/>
                  </a:cubicBezTo>
                  <a:cubicBezTo>
                    <a:pt x="16836" y="36969"/>
                    <a:pt x="15729" y="36576"/>
                    <a:pt x="14740" y="35873"/>
                  </a:cubicBezTo>
                  <a:cubicBezTo>
                    <a:pt x="14181" y="35457"/>
                    <a:pt x="13645" y="35016"/>
                    <a:pt x="13109" y="34552"/>
                  </a:cubicBezTo>
                  <a:cubicBezTo>
                    <a:pt x="12466" y="34004"/>
                    <a:pt x="11835" y="33421"/>
                    <a:pt x="11216" y="32861"/>
                  </a:cubicBezTo>
                  <a:cubicBezTo>
                    <a:pt x="11204" y="32837"/>
                    <a:pt x="11204" y="32802"/>
                    <a:pt x="11168" y="32742"/>
                  </a:cubicBezTo>
                  <a:close/>
                  <a:moveTo>
                    <a:pt x="7748" y="32018"/>
                  </a:moveTo>
                  <a:cubicBezTo>
                    <a:pt x="9270" y="32018"/>
                    <a:pt x="10668" y="32537"/>
                    <a:pt x="11919" y="33754"/>
                  </a:cubicBezTo>
                  <a:cubicBezTo>
                    <a:pt x="12454" y="34278"/>
                    <a:pt x="12990" y="34778"/>
                    <a:pt x="13550" y="35266"/>
                  </a:cubicBezTo>
                  <a:cubicBezTo>
                    <a:pt x="14443" y="36040"/>
                    <a:pt x="15419" y="36683"/>
                    <a:pt x="16574" y="37040"/>
                  </a:cubicBezTo>
                  <a:cubicBezTo>
                    <a:pt x="17348" y="37278"/>
                    <a:pt x="18145" y="37397"/>
                    <a:pt x="18955" y="37445"/>
                  </a:cubicBezTo>
                  <a:cubicBezTo>
                    <a:pt x="19592" y="37476"/>
                    <a:pt x="20231" y="37497"/>
                    <a:pt x="20873" y="37497"/>
                  </a:cubicBezTo>
                  <a:cubicBezTo>
                    <a:pt x="21467" y="37497"/>
                    <a:pt x="22062" y="37479"/>
                    <a:pt x="22658" y="37433"/>
                  </a:cubicBezTo>
                  <a:cubicBezTo>
                    <a:pt x="22777" y="37421"/>
                    <a:pt x="22896" y="37417"/>
                    <a:pt x="23015" y="37417"/>
                  </a:cubicBezTo>
                  <a:cubicBezTo>
                    <a:pt x="23253" y="37417"/>
                    <a:pt x="23491" y="37433"/>
                    <a:pt x="23730" y="37433"/>
                  </a:cubicBezTo>
                  <a:lnTo>
                    <a:pt x="23730" y="37493"/>
                  </a:lnTo>
                  <a:cubicBezTo>
                    <a:pt x="23658" y="37517"/>
                    <a:pt x="23599" y="37552"/>
                    <a:pt x="23539" y="37564"/>
                  </a:cubicBezTo>
                  <a:cubicBezTo>
                    <a:pt x="22703" y="37799"/>
                    <a:pt x="21852" y="37893"/>
                    <a:pt x="20987" y="37893"/>
                  </a:cubicBezTo>
                  <a:cubicBezTo>
                    <a:pt x="20755" y="37893"/>
                    <a:pt x="20522" y="37886"/>
                    <a:pt x="20289" y="37874"/>
                  </a:cubicBezTo>
                  <a:cubicBezTo>
                    <a:pt x="19241" y="37814"/>
                    <a:pt x="18193" y="37636"/>
                    <a:pt x="17169" y="37409"/>
                  </a:cubicBezTo>
                  <a:cubicBezTo>
                    <a:pt x="14026" y="36743"/>
                    <a:pt x="10918" y="36040"/>
                    <a:pt x="7763" y="35492"/>
                  </a:cubicBezTo>
                  <a:cubicBezTo>
                    <a:pt x="7180" y="35385"/>
                    <a:pt x="6620" y="35231"/>
                    <a:pt x="6049" y="35052"/>
                  </a:cubicBezTo>
                  <a:cubicBezTo>
                    <a:pt x="5561" y="34897"/>
                    <a:pt x="5108" y="34671"/>
                    <a:pt x="4715" y="34373"/>
                  </a:cubicBezTo>
                  <a:cubicBezTo>
                    <a:pt x="4572" y="34254"/>
                    <a:pt x="4441" y="34123"/>
                    <a:pt x="4322" y="33992"/>
                  </a:cubicBezTo>
                  <a:cubicBezTo>
                    <a:pt x="4156" y="33778"/>
                    <a:pt x="4132" y="33540"/>
                    <a:pt x="4251" y="33326"/>
                  </a:cubicBezTo>
                  <a:cubicBezTo>
                    <a:pt x="4322" y="33171"/>
                    <a:pt x="4429" y="33028"/>
                    <a:pt x="4549" y="32909"/>
                  </a:cubicBezTo>
                  <a:cubicBezTo>
                    <a:pt x="4846" y="32587"/>
                    <a:pt x="5227" y="32409"/>
                    <a:pt x="5632" y="32314"/>
                  </a:cubicBezTo>
                  <a:cubicBezTo>
                    <a:pt x="6361" y="32122"/>
                    <a:pt x="7067" y="32018"/>
                    <a:pt x="7748" y="32018"/>
                  </a:cubicBezTo>
                  <a:close/>
                  <a:moveTo>
                    <a:pt x="27813" y="51899"/>
                  </a:moveTo>
                  <a:cubicBezTo>
                    <a:pt x="27790" y="51911"/>
                    <a:pt x="27790" y="51923"/>
                    <a:pt x="27790" y="51935"/>
                  </a:cubicBezTo>
                  <a:cubicBezTo>
                    <a:pt x="27492" y="52054"/>
                    <a:pt x="27182" y="52173"/>
                    <a:pt x="26873" y="52316"/>
                  </a:cubicBezTo>
                  <a:cubicBezTo>
                    <a:pt x="26504" y="52471"/>
                    <a:pt x="26123" y="52673"/>
                    <a:pt x="25754" y="52816"/>
                  </a:cubicBezTo>
                  <a:cubicBezTo>
                    <a:pt x="25116" y="53071"/>
                    <a:pt x="24472" y="53229"/>
                    <a:pt x="23809" y="53229"/>
                  </a:cubicBezTo>
                  <a:cubicBezTo>
                    <a:pt x="23544" y="53229"/>
                    <a:pt x="23275" y="53204"/>
                    <a:pt x="23003" y="53149"/>
                  </a:cubicBezTo>
                  <a:cubicBezTo>
                    <a:pt x="22587" y="53054"/>
                    <a:pt x="22170" y="52947"/>
                    <a:pt x="21753" y="52864"/>
                  </a:cubicBezTo>
                  <a:cubicBezTo>
                    <a:pt x="21384" y="52792"/>
                    <a:pt x="21003" y="52733"/>
                    <a:pt x="20634" y="52673"/>
                  </a:cubicBezTo>
                  <a:cubicBezTo>
                    <a:pt x="20562" y="52649"/>
                    <a:pt x="20491" y="52649"/>
                    <a:pt x="20408" y="52637"/>
                  </a:cubicBezTo>
                  <a:cubicBezTo>
                    <a:pt x="20610" y="52530"/>
                    <a:pt x="20801" y="52471"/>
                    <a:pt x="20991" y="52459"/>
                  </a:cubicBezTo>
                  <a:cubicBezTo>
                    <a:pt x="21563" y="52411"/>
                    <a:pt x="22134" y="52399"/>
                    <a:pt x="22706" y="52352"/>
                  </a:cubicBezTo>
                  <a:cubicBezTo>
                    <a:pt x="23134" y="52340"/>
                    <a:pt x="23551" y="52304"/>
                    <a:pt x="23980" y="52268"/>
                  </a:cubicBezTo>
                  <a:cubicBezTo>
                    <a:pt x="24968" y="52161"/>
                    <a:pt x="25944" y="52030"/>
                    <a:pt x="26932" y="51923"/>
                  </a:cubicBezTo>
                  <a:cubicBezTo>
                    <a:pt x="27230" y="51899"/>
                    <a:pt x="27528" y="51911"/>
                    <a:pt x="27813" y="51899"/>
                  </a:cubicBezTo>
                  <a:close/>
                  <a:moveTo>
                    <a:pt x="10735" y="42923"/>
                  </a:moveTo>
                  <a:cubicBezTo>
                    <a:pt x="11859" y="42923"/>
                    <a:pt x="12976" y="43087"/>
                    <a:pt x="14085" y="43398"/>
                  </a:cubicBezTo>
                  <a:cubicBezTo>
                    <a:pt x="16562" y="44077"/>
                    <a:pt x="18860" y="45125"/>
                    <a:pt x="21003" y="46541"/>
                  </a:cubicBezTo>
                  <a:cubicBezTo>
                    <a:pt x="21694" y="46982"/>
                    <a:pt x="22372" y="47458"/>
                    <a:pt x="23241" y="47661"/>
                  </a:cubicBezTo>
                  <a:cubicBezTo>
                    <a:pt x="23170" y="47780"/>
                    <a:pt x="23122" y="47875"/>
                    <a:pt x="23063" y="47958"/>
                  </a:cubicBezTo>
                  <a:cubicBezTo>
                    <a:pt x="21860" y="49792"/>
                    <a:pt x="20289" y="51256"/>
                    <a:pt x="18372" y="52352"/>
                  </a:cubicBezTo>
                  <a:cubicBezTo>
                    <a:pt x="16883" y="53197"/>
                    <a:pt x="15288" y="53709"/>
                    <a:pt x="13573" y="53780"/>
                  </a:cubicBezTo>
                  <a:cubicBezTo>
                    <a:pt x="12002" y="53840"/>
                    <a:pt x="10442" y="53899"/>
                    <a:pt x="8859" y="53947"/>
                  </a:cubicBezTo>
                  <a:cubicBezTo>
                    <a:pt x="8764" y="53950"/>
                    <a:pt x="8670" y="53951"/>
                    <a:pt x="8575" y="53951"/>
                  </a:cubicBezTo>
                  <a:cubicBezTo>
                    <a:pt x="7824" y="53951"/>
                    <a:pt x="7075" y="53868"/>
                    <a:pt x="6334" y="53709"/>
                  </a:cubicBezTo>
                  <a:cubicBezTo>
                    <a:pt x="5811" y="53590"/>
                    <a:pt x="5322" y="53423"/>
                    <a:pt x="4870" y="53161"/>
                  </a:cubicBezTo>
                  <a:cubicBezTo>
                    <a:pt x="3798" y="52506"/>
                    <a:pt x="3179" y="51566"/>
                    <a:pt x="3120" y="50280"/>
                  </a:cubicBezTo>
                  <a:cubicBezTo>
                    <a:pt x="3084" y="49863"/>
                    <a:pt x="3108" y="49447"/>
                    <a:pt x="3179" y="49030"/>
                  </a:cubicBezTo>
                  <a:cubicBezTo>
                    <a:pt x="3382" y="47756"/>
                    <a:pt x="3894" y="46577"/>
                    <a:pt x="4632" y="45518"/>
                  </a:cubicBezTo>
                  <a:cubicBezTo>
                    <a:pt x="5168" y="44767"/>
                    <a:pt x="5834" y="44172"/>
                    <a:pt x="6680" y="43755"/>
                  </a:cubicBezTo>
                  <a:cubicBezTo>
                    <a:pt x="7227" y="43470"/>
                    <a:pt x="7823" y="43279"/>
                    <a:pt x="8418" y="43160"/>
                  </a:cubicBezTo>
                  <a:cubicBezTo>
                    <a:pt x="9193" y="43000"/>
                    <a:pt x="9965" y="42923"/>
                    <a:pt x="10735" y="42923"/>
                  </a:cubicBezTo>
                  <a:close/>
                  <a:moveTo>
                    <a:pt x="30980" y="36433"/>
                  </a:moveTo>
                  <a:cubicBezTo>
                    <a:pt x="31028" y="36469"/>
                    <a:pt x="31064" y="36516"/>
                    <a:pt x="31111" y="36576"/>
                  </a:cubicBezTo>
                  <a:cubicBezTo>
                    <a:pt x="31266" y="36755"/>
                    <a:pt x="31397" y="36945"/>
                    <a:pt x="31540" y="37124"/>
                  </a:cubicBezTo>
                  <a:cubicBezTo>
                    <a:pt x="32302" y="38040"/>
                    <a:pt x="33171" y="38850"/>
                    <a:pt x="34028" y="39660"/>
                  </a:cubicBezTo>
                  <a:cubicBezTo>
                    <a:pt x="35160" y="40719"/>
                    <a:pt x="36291" y="41743"/>
                    <a:pt x="37291" y="42934"/>
                  </a:cubicBezTo>
                  <a:cubicBezTo>
                    <a:pt x="38172" y="43970"/>
                    <a:pt x="38827" y="45125"/>
                    <a:pt x="39160" y="46446"/>
                  </a:cubicBezTo>
                  <a:cubicBezTo>
                    <a:pt x="39422" y="47399"/>
                    <a:pt x="39422" y="48363"/>
                    <a:pt x="39386" y="49328"/>
                  </a:cubicBezTo>
                  <a:cubicBezTo>
                    <a:pt x="39315" y="51102"/>
                    <a:pt x="38743" y="52709"/>
                    <a:pt x="37874" y="54233"/>
                  </a:cubicBezTo>
                  <a:cubicBezTo>
                    <a:pt x="37648" y="54650"/>
                    <a:pt x="37315" y="54971"/>
                    <a:pt x="36934" y="55221"/>
                  </a:cubicBezTo>
                  <a:cubicBezTo>
                    <a:pt x="36601" y="55441"/>
                    <a:pt x="36272" y="55545"/>
                    <a:pt x="35961" y="55545"/>
                  </a:cubicBezTo>
                  <a:cubicBezTo>
                    <a:pt x="35550" y="55545"/>
                    <a:pt x="35169" y="55363"/>
                    <a:pt x="34850" y="55031"/>
                  </a:cubicBezTo>
                  <a:cubicBezTo>
                    <a:pt x="34779" y="54959"/>
                    <a:pt x="34695" y="54888"/>
                    <a:pt x="34636" y="54816"/>
                  </a:cubicBezTo>
                  <a:cubicBezTo>
                    <a:pt x="34159" y="54221"/>
                    <a:pt x="33778" y="53542"/>
                    <a:pt x="33433" y="52864"/>
                  </a:cubicBezTo>
                  <a:cubicBezTo>
                    <a:pt x="32993" y="51971"/>
                    <a:pt x="32540" y="51054"/>
                    <a:pt x="32076" y="50149"/>
                  </a:cubicBezTo>
                  <a:cubicBezTo>
                    <a:pt x="31421" y="48851"/>
                    <a:pt x="30849" y="47542"/>
                    <a:pt x="30349" y="46196"/>
                  </a:cubicBezTo>
                  <a:cubicBezTo>
                    <a:pt x="29683" y="44351"/>
                    <a:pt x="29516" y="42470"/>
                    <a:pt x="29980" y="40553"/>
                  </a:cubicBezTo>
                  <a:cubicBezTo>
                    <a:pt x="30147" y="39826"/>
                    <a:pt x="30373" y="39112"/>
                    <a:pt x="30576" y="38398"/>
                  </a:cubicBezTo>
                  <a:cubicBezTo>
                    <a:pt x="30754" y="37767"/>
                    <a:pt x="30933" y="37147"/>
                    <a:pt x="30933" y="36469"/>
                  </a:cubicBezTo>
                  <a:cubicBezTo>
                    <a:pt x="30933" y="36457"/>
                    <a:pt x="30969" y="36445"/>
                    <a:pt x="30980" y="36433"/>
                  </a:cubicBezTo>
                  <a:close/>
                  <a:moveTo>
                    <a:pt x="28370" y="52134"/>
                  </a:moveTo>
                  <a:cubicBezTo>
                    <a:pt x="28631" y="52134"/>
                    <a:pt x="28844" y="52240"/>
                    <a:pt x="29028" y="52435"/>
                  </a:cubicBezTo>
                  <a:cubicBezTo>
                    <a:pt x="29433" y="52816"/>
                    <a:pt x="29671" y="53292"/>
                    <a:pt x="29849" y="53816"/>
                  </a:cubicBezTo>
                  <a:cubicBezTo>
                    <a:pt x="30373" y="55352"/>
                    <a:pt x="30373" y="56900"/>
                    <a:pt x="29897" y="58424"/>
                  </a:cubicBezTo>
                  <a:cubicBezTo>
                    <a:pt x="29183" y="60686"/>
                    <a:pt x="27754" y="62412"/>
                    <a:pt x="25754" y="63686"/>
                  </a:cubicBezTo>
                  <a:cubicBezTo>
                    <a:pt x="24789" y="64294"/>
                    <a:pt x="23706" y="64675"/>
                    <a:pt x="22587" y="64937"/>
                  </a:cubicBezTo>
                  <a:cubicBezTo>
                    <a:pt x="21923" y="65078"/>
                    <a:pt x="21269" y="65190"/>
                    <a:pt x="20589" y="65190"/>
                  </a:cubicBezTo>
                  <a:cubicBezTo>
                    <a:pt x="20525" y="65190"/>
                    <a:pt x="20460" y="65189"/>
                    <a:pt x="20396" y="65187"/>
                  </a:cubicBezTo>
                  <a:cubicBezTo>
                    <a:pt x="19729" y="65175"/>
                    <a:pt x="19122" y="64960"/>
                    <a:pt x="18538" y="64591"/>
                  </a:cubicBezTo>
                  <a:cubicBezTo>
                    <a:pt x="17526" y="63936"/>
                    <a:pt x="16717" y="63067"/>
                    <a:pt x="16252" y="62281"/>
                  </a:cubicBezTo>
                  <a:cubicBezTo>
                    <a:pt x="15752" y="61365"/>
                    <a:pt x="15443" y="60686"/>
                    <a:pt x="15252" y="59960"/>
                  </a:cubicBezTo>
                  <a:cubicBezTo>
                    <a:pt x="14800" y="58245"/>
                    <a:pt x="15086" y="56709"/>
                    <a:pt x="16288" y="55388"/>
                  </a:cubicBezTo>
                  <a:cubicBezTo>
                    <a:pt x="16657" y="54983"/>
                    <a:pt x="17050" y="54590"/>
                    <a:pt x="17431" y="54197"/>
                  </a:cubicBezTo>
                  <a:cubicBezTo>
                    <a:pt x="17872" y="53780"/>
                    <a:pt x="18360" y="53471"/>
                    <a:pt x="18907" y="53233"/>
                  </a:cubicBezTo>
                  <a:cubicBezTo>
                    <a:pt x="19408" y="53024"/>
                    <a:pt x="19914" y="52898"/>
                    <a:pt x="20438" y="52898"/>
                  </a:cubicBezTo>
                  <a:cubicBezTo>
                    <a:pt x="20662" y="52898"/>
                    <a:pt x="20890" y="52921"/>
                    <a:pt x="21122" y="52971"/>
                  </a:cubicBezTo>
                  <a:cubicBezTo>
                    <a:pt x="21467" y="53042"/>
                    <a:pt x="21825" y="53126"/>
                    <a:pt x="22170" y="53221"/>
                  </a:cubicBezTo>
                  <a:cubicBezTo>
                    <a:pt x="22717" y="53370"/>
                    <a:pt x="23265" y="53456"/>
                    <a:pt x="23810" y="53456"/>
                  </a:cubicBezTo>
                  <a:cubicBezTo>
                    <a:pt x="24355" y="53456"/>
                    <a:pt x="24896" y="53370"/>
                    <a:pt x="25432" y="53173"/>
                  </a:cubicBezTo>
                  <a:cubicBezTo>
                    <a:pt x="25968" y="52983"/>
                    <a:pt x="26468" y="52733"/>
                    <a:pt x="26992" y="52471"/>
                  </a:cubicBezTo>
                  <a:cubicBezTo>
                    <a:pt x="27409" y="52268"/>
                    <a:pt x="27825" y="52137"/>
                    <a:pt x="28290" y="52137"/>
                  </a:cubicBezTo>
                  <a:cubicBezTo>
                    <a:pt x="28317" y="52135"/>
                    <a:pt x="28344" y="52134"/>
                    <a:pt x="28370" y="52134"/>
                  </a:cubicBezTo>
                  <a:close/>
                  <a:moveTo>
                    <a:pt x="9549" y="66484"/>
                  </a:moveTo>
                  <a:cubicBezTo>
                    <a:pt x="9513" y="66556"/>
                    <a:pt x="9502" y="66580"/>
                    <a:pt x="9490" y="66603"/>
                  </a:cubicBezTo>
                  <a:cubicBezTo>
                    <a:pt x="8728" y="67318"/>
                    <a:pt x="7870" y="67877"/>
                    <a:pt x="6882" y="68282"/>
                  </a:cubicBezTo>
                  <a:cubicBezTo>
                    <a:pt x="6168" y="68580"/>
                    <a:pt x="5406" y="68723"/>
                    <a:pt x="4632" y="68830"/>
                  </a:cubicBezTo>
                  <a:cubicBezTo>
                    <a:pt x="3953" y="68925"/>
                    <a:pt x="3286" y="69056"/>
                    <a:pt x="2655" y="69318"/>
                  </a:cubicBezTo>
                  <a:cubicBezTo>
                    <a:pt x="3382" y="68806"/>
                    <a:pt x="4203" y="68449"/>
                    <a:pt x="5049" y="68175"/>
                  </a:cubicBezTo>
                  <a:cubicBezTo>
                    <a:pt x="6227" y="67806"/>
                    <a:pt x="7394" y="67401"/>
                    <a:pt x="8525" y="66901"/>
                  </a:cubicBezTo>
                  <a:cubicBezTo>
                    <a:pt x="8847" y="66746"/>
                    <a:pt x="9180" y="66627"/>
                    <a:pt x="9549" y="66484"/>
                  </a:cubicBezTo>
                  <a:close/>
                  <a:moveTo>
                    <a:pt x="6799" y="72711"/>
                  </a:moveTo>
                  <a:cubicBezTo>
                    <a:pt x="6811" y="72735"/>
                    <a:pt x="6823" y="72759"/>
                    <a:pt x="6835" y="72771"/>
                  </a:cubicBezTo>
                  <a:cubicBezTo>
                    <a:pt x="5751" y="73961"/>
                    <a:pt x="4334" y="74712"/>
                    <a:pt x="3048" y="75616"/>
                  </a:cubicBezTo>
                  <a:cubicBezTo>
                    <a:pt x="3048" y="75605"/>
                    <a:pt x="3025" y="75569"/>
                    <a:pt x="3013" y="75557"/>
                  </a:cubicBezTo>
                  <a:cubicBezTo>
                    <a:pt x="3310" y="75212"/>
                    <a:pt x="3620" y="74878"/>
                    <a:pt x="3918" y="74533"/>
                  </a:cubicBezTo>
                  <a:cubicBezTo>
                    <a:pt x="4275" y="74116"/>
                    <a:pt x="4727" y="73807"/>
                    <a:pt x="5227" y="73569"/>
                  </a:cubicBezTo>
                  <a:cubicBezTo>
                    <a:pt x="5620" y="73390"/>
                    <a:pt x="6001" y="73188"/>
                    <a:pt x="6382" y="72997"/>
                  </a:cubicBezTo>
                  <a:cubicBezTo>
                    <a:pt x="6525" y="72926"/>
                    <a:pt x="6656" y="72807"/>
                    <a:pt x="6799" y="72711"/>
                  </a:cubicBezTo>
                  <a:close/>
                  <a:moveTo>
                    <a:pt x="9394" y="67032"/>
                  </a:moveTo>
                  <a:lnTo>
                    <a:pt x="9394" y="67032"/>
                  </a:lnTo>
                  <a:cubicBezTo>
                    <a:pt x="9335" y="67151"/>
                    <a:pt x="9323" y="67211"/>
                    <a:pt x="9299" y="67270"/>
                  </a:cubicBezTo>
                  <a:cubicBezTo>
                    <a:pt x="9109" y="67651"/>
                    <a:pt x="8918" y="68032"/>
                    <a:pt x="8775" y="68413"/>
                  </a:cubicBezTo>
                  <a:cubicBezTo>
                    <a:pt x="8537" y="69056"/>
                    <a:pt x="8347" y="69711"/>
                    <a:pt x="8109" y="70354"/>
                  </a:cubicBezTo>
                  <a:cubicBezTo>
                    <a:pt x="7930" y="70806"/>
                    <a:pt x="7728" y="71283"/>
                    <a:pt x="7525" y="71735"/>
                  </a:cubicBezTo>
                  <a:cubicBezTo>
                    <a:pt x="7454" y="71914"/>
                    <a:pt x="7311" y="72056"/>
                    <a:pt x="7180" y="72199"/>
                  </a:cubicBezTo>
                  <a:cubicBezTo>
                    <a:pt x="6692" y="72652"/>
                    <a:pt x="6108" y="72949"/>
                    <a:pt x="5513" y="73223"/>
                  </a:cubicBezTo>
                  <a:cubicBezTo>
                    <a:pt x="4846" y="73521"/>
                    <a:pt x="4203" y="73878"/>
                    <a:pt x="3727" y="74473"/>
                  </a:cubicBezTo>
                  <a:cubicBezTo>
                    <a:pt x="3525" y="74735"/>
                    <a:pt x="3298" y="74997"/>
                    <a:pt x="3072" y="75247"/>
                  </a:cubicBezTo>
                  <a:cubicBezTo>
                    <a:pt x="2775" y="75569"/>
                    <a:pt x="2453" y="75890"/>
                    <a:pt x="2036" y="76081"/>
                  </a:cubicBezTo>
                  <a:cubicBezTo>
                    <a:pt x="1832" y="76171"/>
                    <a:pt x="1610" y="76227"/>
                    <a:pt x="1396" y="76227"/>
                  </a:cubicBezTo>
                  <a:cubicBezTo>
                    <a:pt x="988" y="76227"/>
                    <a:pt x="613" y="76021"/>
                    <a:pt x="465" y="75450"/>
                  </a:cubicBezTo>
                  <a:cubicBezTo>
                    <a:pt x="381" y="75116"/>
                    <a:pt x="322" y="74759"/>
                    <a:pt x="322" y="74402"/>
                  </a:cubicBezTo>
                  <a:cubicBezTo>
                    <a:pt x="310" y="73509"/>
                    <a:pt x="489" y="72640"/>
                    <a:pt x="762" y="71806"/>
                  </a:cubicBezTo>
                  <a:cubicBezTo>
                    <a:pt x="941" y="71306"/>
                    <a:pt x="1215" y="70830"/>
                    <a:pt x="1524" y="70378"/>
                  </a:cubicBezTo>
                  <a:cubicBezTo>
                    <a:pt x="1762" y="70021"/>
                    <a:pt x="2072" y="69759"/>
                    <a:pt x="2477" y="69592"/>
                  </a:cubicBezTo>
                  <a:cubicBezTo>
                    <a:pt x="2655" y="69520"/>
                    <a:pt x="2846" y="69437"/>
                    <a:pt x="3048" y="69366"/>
                  </a:cubicBezTo>
                  <a:cubicBezTo>
                    <a:pt x="3548" y="69175"/>
                    <a:pt x="4084" y="69104"/>
                    <a:pt x="4620" y="69044"/>
                  </a:cubicBezTo>
                  <a:cubicBezTo>
                    <a:pt x="6049" y="68878"/>
                    <a:pt x="7394" y="68425"/>
                    <a:pt x="8585" y="67615"/>
                  </a:cubicBezTo>
                  <a:cubicBezTo>
                    <a:pt x="8835" y="67437"/>
                    <a:pt x="9073" y="67258"/>
                    <a:pt x="9394" y="67032"/>
                  </a:cubicBezTo>
                  <a:close/>
                  <a:moveTo>
                    <a:pt x="13240" y="66639"/>
                  </a:moveTo>
                  <a:cubicBezTo>
                    <a:pt x="13276" y="66925"/>
                    <a:pt x="13335" y="67223"/>
                    <a:pt x="13383" y="67508"/>
                  </a:cubicBezTo>
                  <a:cubicBezTo>
                    <a:pt x="13609" y="68842"/>
                    <a:pt x="13859" y="70175"/>
                    <a:pt x="14074" y="71497"/>
                  </a:cubicBezTo>
                  <a:cubicBezTo>
                    <a:pt x="14264" y="72807"/>
                    <a:pt x="14205" y="74092"/>
                    <a:pt x="13669" y="75343"/>
                  </a:cubicBezTo>
                  <a:cubicBezTo>
                    <a:pt x="13240" y="76378"/>
                    <a:pt x="12597" y="77271"/>
                    <a:pt x="11823" y="78069"/>
                  </a:cubicBezTo>
                  <a:cubicBezTo>
                    <a:pt x="11335" y="78581"/>
                    <a:pt x="10823" y="79069"/>
                    <a:pt x="10204" y="79415"/>
                  </a:cubicBezTo>
                  <a:cubicBezTo>
                    <a:pt x="9978" y="79533"/>
                    <a:pt x="9773" y="79592"/>
                    <a:pt x="9590" y="79592"/>
                  </a:cubicBezTo>
                  <a:cubicBezTo>
                    <a:pt x="9205" y="79592"/>
                    <a:pt x="8917" y="79332"/>
                    <a:pt x="8740" y="78831"/>
                  </a:cubicBezTo>
                  <a:cubicBezTo>
                    <a:pt x="8728" y="78748"/>
                    <a:pt x="8680" y="78653"/>
                    <a:pt x="8668" y="78557"/>
                  </a:cubicBezTo>
                  <a:cubicBezTo>
                    <a:pt x="8537" y="77950"/>
                    <a:pt x="8382" y="77343"/>
                    <a:pt x="8275" y="76736"/>
                  </a:cubicBezTo>
                  <a:cubicBezTo>
                    <a:pt x="7894" y="74521"/>
                    <a:pt x="8466" y="72580"/>
                    <a:pt x="10025" y="70961"/>
                  </a:cubicBezTo>
                  <a:cubicBezTo>
                    <a:pt x="10549" y="70425"/>
                    <a:pt x="11061" y="69890"/>
                    <a:pt x="11597" y="69366"/>
                  </a:cubicBezTo>
                  <a:cubicBezTo>
                    <a:pt x="12347" y="68651"/>
                    <a:pt x="12823" y="67770"/>
                    <a:pt x="13133" y="66794"/>
                  </a:cubicBezTo>
                  <a:cubicBezTo>
                    <a:pt x="13145" y="66734"/>
                    <a:pt x="13181" y="66687"/>
                    <a:pt x="13192" y="66639"/>
                  </a:cubicBezTo>
                  <a:close/>
                  <a:moveTo>
                    <a:pt x="31350" y="0"/>
                  </a:moveTo>
                  <a:cubicBezTo>
                    <a:pt x="31123" y="83"/>
                    <a:pt x="31040" y="274"/>
                    <a:pt x="31040" y="500"/>
                  </a:cubicBezTo>
                  <a:cubicBezTo>
                    <a:pt x="31016" y="833"/>
                    <a:pt x="31016" y="1155"/>
                    <a:pt x="31064" y="1488"/>
                  </a:cubicBezTo>
                  <a:cubicBezTo>
                    <a:pt x="31278" y="3179"/>
                    <a:pt x="31457" y="4882"/>
                    <a:pt x="31695" y="6560"/>
                  </a:cubicBezTo>
                  <a:cubicBezTo>
                    <a:pt x="32135" y="9692"/>
                    <a:pt x="32326" y="12823"/>
                    <a:pt x="32433" y="15966"/>
                  </a:cubicBezTo>
                  <a:lnTo>
                    <a:pt x="32433" y="16300"/>
                  </a:lnTo>
                  <a:cubicBezTo>
                    <a:pt x="32266" y="16312"/>
                    <a:pt x="32147" y="16323"/>
                    <a:pt x="32016" y="16323"/>
                  </a:cubicBezTo>
                  <a:cubicBezTo>
                    <a:pt x="31230" y="16371"/>
                    <a:pt x="30457" y="16383"/>
                    <a:pt x="29671" y="16454"/>
                  </a:cubicBezTo>
                  <a:cubicBezTo>
                    <a:pt x="28432" y="16585"/>
                    <a:pt x="27361" y="17097"/>
                    <a:pt x="26492" y="18014"/>
                  </a:cubicBezTo>
                  <a:cubicBezTo>
                    <a:pt x="25873" y="18693"/>
                    <a:pt x="25480" y="19491"/>
                    <a:pt x="25206" y="20360"/>
                  </a:cubicBezTo>
                  <a:cubicBezTo>
                    <a:pt x="25099" y="20657"/>
                    <a:pt x="25027" y="20967"/>
                    <a:pt x="24932" y="21288"/>
                  </a:cubicBezTo>
                  <a:cubicBezTo>
                    <a:pt x="24849" y="21312"/>
                    <a:pt x="24742" y="21348"/>
                    <a:pt x="24658" y="21372"/>
                  </a:cubicBezTo>
                  <a:cubicBezTo>
                    <a:pt x="23301" y="21669"/>
                    <a:pt x="21991" y="22146"/>
                    <a:pt x="20717" y="22729"/>
                  </a:cubicBezTo>
                  <a:cubicBezTo>
                    <a:pt x="20086" y="23027"/>
                    <a:pt x="19455" y="23336"/>
                    <a:pt x="18836" y="23658"/>
                  </a:cubicBezTo>
                  <a:cubicBezTo>
                    <a:pt x="17300" y="24467"/>
                    <a:pt x="15990" y="25551"/>
                    <a:pt x="14871" y="26860"/>
                  </a:cubicBezTo>
                  <a:cubicBezTo>
                    <a:pt x="14252" y="27587"/>
                    <a:pt x="13657" y="28349"/>
                    <a:pt x="13073" y="29111"/>
                  </a:cubicBezTo>
                  <a:cubicBezTo>
                    <a:pt x="12859" y="29396"/>
                    <a:pt x="12681" y="29718"/>
                    <a:pt x="12550" y="30051"/>
                  </a:cubicBezTo>
                  <a:cubicBezTo>
                    <a:pt x="12323" y="30551"/>
                    <a:pt x="12478" y="30968"/>
                    <a:pt x="12954" y="31278"/>
                  </a:cubicBezTo>
                  <a:cubicBezTo>
                    <a:pt x="13383" y="31563"/>
                    <a:pt x="13859" y="31718"/>
                    <a:pt x="14347" y="31802"/>
                  </a:cubicBezTo>
                  <a:cubicBezTo>
                    <a:pt x="14562" y="31849"/>
                    <a:pt x="14788" y="31873"/>
                    <a:pt x="14990" y="31873"/>
                  </a:cubicBezTo>
                  <a:cubicBezTo>
                    <a:pt x="15272" y="31877"/>
                    <a:pt x="15555" y="31880"/>
                    <a:pt x="15837" y="31880"/>
                  </a:cubicBezTo>
                  <a:cubicBezTo>
                    <a:pt x="17177" y="31880"/>
                    <a:pt x="18521" y="31819"/>
                    <a:pt x="19848" y="31563"/>
                  </a:cubicBezTo>
                  <a:cubicBezTo>
                    <a:pt x="21372" y="31278"/>
                    <a:pt x="22837" y="30742"/>
                    <a:pt x="24218" y="30028"/>
                  </a:cubicBezTo>
                  <a:cubicBezTo>
                    <a:pt x="25051" y="29599"/>
                    <a:pt x="25801" y="29051"/>
                    <a:pt x="26468" y="28396"/>
                  </a:cubicBezTo>
                  <a:cubicBezTo>
                    <a:pt x="26539" y="28325"/>
                    <a:pt x="26611" y="28265"/>
                    <a:pt x="26706" y="28170"/>
                  </a:cubicBezTo>
                  <a:cubicBezTo>
                    <a:pt x="27301" y="28777"/>
                    <a:pt x="27944" y="29301"/>
                    <a:pt x="28659" y="29718"/>
                  </a:cubicBezTo>
                  <a:cubicBezTo>
                    <a:pt x="29361" y="30135"/>
                    <a:pt x="30099" y="30468"/>
                    <a:pt x="30921" y="30730"/>
                  </a:cubicBezTo>
                  <a:cubicBezTo>
                    <a:pt x="30885" y="30861"/>
                    <a:pt x="30861" y="31004"/>
                    <a:pt x="30826" y="31123"/>
                  </a:cubicBezTo>
                  <a:cubicBezTo>
                    <a:pt x="30516" y="32266"/>
                    <a:pt x="30528" y="32266"/>
                    <a:pt x="29766" y="33171"/>
                  </a:cubicBezTo>
                  <a:cubicBezTo>
                    <a:pt x="28552" y="34635"/>
                    <a:pt x="27135" y="35826"/>
                    <a:pt x="25492" y="36743"/>
                  </a:cubicBezTo>
                  <a:cubicBezTo>
                    <a:pt x="24980" y="37028"/>
                    <a:pt x="24432" y="37171"/>
                    <a:pt x="23849" y="37195"/>
                  </a:cubicBezTo>
                  <a:cubicBezTo>
                    <a:pt x="23791" y="37196"/>
                    <a:pt x="23733" y="37197"/>
                    <a:pt x="23676" y="37197"/>
                  </a:cubicBezTo>
                  <a:cubicBezTo>
                    <a:pt x="22760" y="37197"/>
                    <a:pt x="21866" y="37019"/>
                    <a:pt x="21003" y="36683"/>
                  </a:cubicBezTo>
                  <a:cubicBezTo>
                    <a:pt x="19824" y="36219"/>
                    <a:pt x="18669" y="35719"/>
                    <a:pt x="17503" y="35207"/>
                  </a:cubicBezTo>
                  <a:cubicBezTo>
                    <a:pt x="15681" y="34421"/>
                    <a:pt x="13859" y="33599"/>
                    <a:pt x="12038" y="32825"/>
                  </a:cubicBezTo>
                  <a:cubicBezTo>
                    <a:pt x="10954" y="32373"/>
                    <a:pt x="9823" y="32040"/>
                    <a:pt x="8656" y="31873"/>
                  </a:cubicBezTo>
                  <a:cubicBezTo>
                    <a:pt x="8268" y="31821"/>
                    <a:pt x="7880" y="31791"/>
                    <a:pt x="7494" y="31791"/>
                  </a:cubicBezTo>
                  <a:cubicBezTo>
                    <a:pt x="6827" y="31791"/>
                    <a:pt x="6166" y="31880"/>
                    <a:pt x="5525" y="32099"/>
                  </a:cubicBezTo>
                  <a:cubicBezTo>
                    <a:pt x="5144" y="32230"/>
                    <a:pt x="4763" y="32385"/>
                    <a:pt x="4453" y="32671"/>
                  </a:cubicBezTo>
                  <a:cubicBezTo>
                    <a:pt x="4346" y="32766"/>
                    <a:pt x="4251" y="32861"/>
                    <a:pt x="4156" y="32980"/>
                  </a:cubicBezTo>
                  <a:cubicBezTo>
                    <a:pt x="3834" y="33421"/>
                    <a:pt x="3858" y="33897"/>
                    <a:pt x="4263" y="34278"/>
                  </a:cubicBezTo>
                  <a:cubicBezTo>
                    <a:pt x="4549" y="34516"/>
                    <a:pt x="4858" y="34719"/>
                    <a:pt x="5168" y="34897"/>
                  </a:cubicBezTo>
                  <a:cubicBezTo>
                    <a:pt x="5811" y="35254"/>
                    <a:pt x="6513" y="35445"/>
                    <a:pt x="7227" y="35600"/>
                  </a:cubicBezTo>
                  <a:cubicBezTo>
                    <a:pt x="8442" y="35850"/>
                    <a:pt x="9668" y="36064"/>
                    <a:pt x="10871" y="36314"/>
                  </a:cubicBezTo>
                  <a:cubicBezTo>
                    <a:pt x="13192" y="36802"/>
                    <a:pt x="15502" y="37314"/>
                    <a:pt x="17800" y="37790"/>
                  </a:cubicBezTo>
                  <a:cubicBezTo>
                    <a:pt x="18839" y="38000"/>
                    <a:pt x="19878" y="38126"/>
                    <a:pt x="20923" y="38126"/>
                  </a:cubicBezTo>
                  <a:cubicBezTo>
                    <a:pt x="21124" y="38126"/>
                    <a:pt x="21325" y="38121"/>
                    <a:pt x="21527" y="38112"/>
                  </a:cubicBezTo>
                  <a:cubicBezTo>
                    <a:pt x="23432" y="38028"/>
                    <a:pt x="25134" y="37386"/>
                    <a:pt x="26694" y="36314"/>
                  </a:cubicBezTo>
                  <a:cubicBezTo>
                    <a:pt x="28016" y="35409"/>
                    <a:pt x="29194" y="34338"/>
                    <a:pt x="30159" y="33052"/>
                  </a:cubicBezTo>
                  <a:lnTo>
                    <a:pt x="30236" y="32975"/>
                  </a:lnTo>
                  <a:lnTo>
                    <a:pt x="30236" y="32975"/>
                  </a:lnTo>
                  <a:cubicBezTo>
                    <a:pt x="30149" y="33233"/>
                    <a:pt x="30054" y="33498"/>
                    <a:pt x="29968" y="33754"/>
                  </a:cubicBezTo>
                  <a:cubicBezTo>
                    <a:pt x="29492" y="35016"/>
                    <a:pt x="28897" y="36243"/>
                    <a:pt x="28218" y="37433"/>
                  </a:cubicBezTo>
                  <a:cubicBezTo>
                    <a:pt x="26778" y="40017"/>
                    <a:pt x="25480" y="42696"/>
                    <a:pt x="24313" y="45434"/>
                  </a:cubicBezTo>
                  <a:cubicBezTo>
                    <a:pt x="24075" y="46006"/>
                    <a:pt x="23753" y="46518"/>
                    <a:pt x="23491" y="47053"/>
                  </a:cubicBezTo>
                  <a:cubicBezTo>
                    <a:pt x="23409" y="47210"/>
                    <a:pt x="23312" y="47288"/>
                    <a:pt x="23184" y="47288"/>
                  </a:cubicBezTo>
                  <a:cubicBezTo>
                    <a:pt x="23146" y="47288"/>
                    <a:pt x="23106" y="47281"/>
                    <a:pt x="23063" y="47268"/>
                  </a:cubicBezTo>
                  <a:cubicBezTo>
                    <a:pt x="22801" y="47196"/>
                    <a:pt x="22539" y="47113"/>
                    <a:pt x="22313" y="46982"/>
                  </a:cubicBezTo>
                  <a:cubicBezTo>
                    <a:pt x="21539" y="46518"/>
                    <a:pt x="20777" y="46041"/>
                    <a:pt x="20003" y="45589"/>
                  </a:cubicBezTo>
                  <a:cubicBezTo>
                    <a:pt x="17776" y="44220"/>
                    <a:pt x="15359" y="43279"/>
                    <a:pt x="12788" y="42767"/>
                  </a:cubicBezTo>
                  <a:cubicBezTo>
                    <a:pt x="12065" y="42633"/>
                    <a:pt x="11342" y="42563"/>
                    <a:pt x="10621" y="42563"/>
                  </a:cubicBezTo>
                  <a:cubicBezTo>
                    <a:pt x="9549" y="42563"/>
                    <a:pt x="8483" y="42718"/>
                    <a:pt x="7430" y="43053"/>
                  </a:cubicBezTo>
                  <a:cubicBezTo>
                    <a:pt x="6227" y="43446"/>
                    <a:pt x="5227" y="44124"/>
                    <a:pt x="4489" y="45148"/>
                  </a:cubicBezTo>
                  <a:cubicBezTo>
                    <a:pt x="3596" y="46387"/>
                    <a:pt x="3013" y="47744"/>
                    <a:pt x="2834" y="49256"/>
                  </a:cubicBezTo>
                  <a:cubicBezTo>
                    <a:pt x="2739" y="49959"/>
                    <a:pt x="2786" y="50673"/>
                    <a:pt x="3036" y="51340"/>
                  </a:cubicBezTo>
                  <a:cubicBezTo>
                    <a:pt x="3370" y="52268"/>
                    <a:pt x="4013" y="52887"/>
                    <a:pt x="4846" y="53352"/>
                  </a:cubicBezTo>
                  <a:cubicBezTo>
                    <a:pt x="5334" y="53626"/>
                    <a:pt x="5882" y="53780"/>
                    <a:pt x="6430" y="53888"/>
                  </a:cubicBezTo>
                  <a:cubicBezTo>
                    <a:pt x="7062" y="54004"/>
                    <a:pt x="7713" y="54082"/>
                    <a:pt x="8366" y="54082"/>
                  </a:cubicBezTo>
                  <a:cubicBezTo>
                    <a:pt x="8451" y="54082"/>
                    <a:pt x="8536" y="54081"/>
                    <a:pt x="8620" y="54078"/>
                  </a:cubicBezTo>
                  <a:cubicBezTo>
                    <a:pt x="10287" y="54042"/>
                    <a:pt x="11966" y="53995"/>
                    <a:pt x="13633" y="53899"/>
                  </a:cubicBezTo>
                  <a:cubicBezTo>
                    <a:pt x="15300" y="53816"/>
                    <a:pt x="16848" y="53328"/>
                    <a:pt x="18300" y="52506"/>
                  </a:cubicBezTo>
                  <a:cubicBezTo>
                    <a:pt x="20039" y="51518"/>
                    <a:pt x="21515" y="50256"/>
                    <a:pt x="22682" y="48649"/>
                  </a:cubicBezTo>
                  <a:cubicBezTo>
                    <a:pt x="22729" y="48577"/>
                    <a:pt x="22801" y="48506"/>
                    <a:pt x="22860" y="48423"/>
                  </a:cubicBezTo>
                  <a:cubicBezTo>
                    <a:pt x="22896" y="48423"/>
                    <a:pt x="22908" y="48446"/>
                    <a:pt x="22920" y="48458"/>
                  </a:cubicBezTo>
                  <a:cubicBezTo>
                    <a:pt x="22313" y="49661"/>
                    <a:pt x="21717" y="50887"/>
                    <a:pt x="21122" y="52090"/>
                  </a:cubicBezTo>
                  <a:cubicBezTo>
                    <a:pt x="20479" y="52173"/>
                    <a:pt x="19884" y="52387"/>
                    <a:pt x="19312" y="52614"/>
                  </a:cubicBezTo>
                  <a:cubicBezTo>
                    <a:pt x="18384" y="52983"/>
                    <a:pt x="17562" y="53542"/>
                    <a:pt x="16872" y="54257"/>
                  </a:cubicBezTo>
                  <a:cubicBezTo>
                    <a:pt x="16276" y="54876"/>
                    <a:pt x="15693" y="55495"/>
                    <a:pt x="15276" y="56269"/>
                  </a:cubicBezTo>
                  <a:cubicBezTo>
                    <a:pt x="14883" y="56995"/>
                    <a:pt x="14705" y="57757"/>
                    <a:pt x="14764" y="58579"/>
                  </a:cubicBezTo>
                  <a:cubicBezTo>
                    <a:pt x="14812" y="59186"/>
                    <a:pt x="14907" y="59793"/>
                    <a:pt x="15109" y="60376"/>
                  </a:cubicBezTo>
                  <a:cubicBezTo>
                    <a:pt x="15145" y="60448"/>
                    <a:pt x="15157" y="60507"/>
                    <a:pt x="15169" y="60603"/>
                  </a:cubicBezTo>
                  <a:cubicBezTo>
                    <a:pt x="15109" y="60674"/>
                    <a:pt x="15050" y="60746"/>
                    <a:pt x="14978" y="60829"/>
                  </a:cubicBezTo>
                  <a:cubicBezTo>
                    <a:pt x="13633" y="62234"/>
                    <a:pt x="12311" y="63651"/>
                    <a:pt x="10978" y="65056"/>
                  </a:cubicBezTo>
                  <a:cubicBezTo>
                    <a:pt x="10383" y="65675"/>
                    <a:pt x="9668" y="66127"/>
                    <a:pt x="8835" y="66401"/>
                  </a:cubicBezTo>
                  <a:cubicBezTo>
                    <a:pt x="8144" y="66627"/>
                    <a:pt x="7489" y="66937"/>
                    <a:pt x="6811" y="67199"/>
                  </a:cubicBezTo>
                  <a:cubicBezTo>
                    <a:pt x="6108" y="67449"/>
                    <a:pt x="5382" y="67675"/>
                    <a:pt x="4668" y="67925"/>
                  </a:cubicBezTo>
                  <a:cubicBezTo>
                    <a:pt x="3787" y="68235"/>
                    <a:pt x="2953" y="68627"/>
                    <a:pt x="2191" y="69187"/>
                  </a:cubicBezTo>
                  <a:cubicBezTo>
                    <a:pt x="1405" y="69770"/>
                    <a:pt x="870" y="70544"/>
                    <a:pt x="524" y="71449"/>
                  </a:cubicBezTo>
                  <a:cubicBezTo>
                    <a:pt x="167" y="72402"/>
                    <a:pt x="0" y="73390"/>
                    <a:pt x="0" y="74402"/>
                  </a:cubicBezTo>
                  <a:cubicBezTo>
                    <a:pt x="0" y="74878"/>
                    <a:pt x="84" y="75355"/>
                    <a:pt x="322" y="75783"/>
                  </a:cubicBezTo>
                  <a:cubicBezTo>
                    <a:pt x="524" y="76152"/>
                    <a:pt x="834" y="76331"/>
                    <a:pt x="1274" y="76343"/>
                  </a:cubicBezTo>
                  <a:cubicBezTo>
                    <a:pt x="1307" y="76344"/>
                    <a:pt x="1340" y="76345"/>
                    <a:pt x="1373" y="76345"/>
                  </a:cubicBezTo>
                  <a:cubicBezTo>
                    <a:pt x="1825" y="76345"/>
                    <a:pt x="2255" y="76196"/>
                    <a:pt x="2644" y="75974"/>
                  </a:cubicBezTo>
                  <a:cubicBezTo>
                    <a:pt x="3120" y="75712"/>
                    <a:pt x="3608" y="75414"/>
                    <a:pt x="4072" y="75093"/>
                  </a:cubicBezTo>
                  <a:cubicBezTo>
                    <a:pt x="4691" y="74676"/>
                    <a:pt x="5322" y="74235"/>
                    <a:pt x="5942" y="73783"/>
                  </a:cubicBezTo>
                  <a:cubicBezTo>
                    <a:pt x="6989" y="73057"/>
                    <a:pt x="7620" y="72033"/>
                    <a:pt x="8061" y="70854"/>
                  </a:cubicBezTo>
                  <a:cubicBezTo>
                    <a:pt x="8239" y="70366"/>
                    <a:pt x="8382" y="69890"/>
                    <a:pt x="8549" y="69401"/>
                  </a:cubicBezTo>
                  <a:cubicBezTo>
                    <a:pt x="8632" y="69116"/>
                    <a:pt x="8740" y="68830"/>
                    <a:pt x="8847" y="68532"/>
                  </a:cubicBezTo>
                  <a:cubicBezTo>
                    <a:pt x="9192" y="67520"/>
                    <a:pt x="9740" y="66663"/>
                    <a:pt x="10478" y="65901"/>
                  </a:cubicBezTo>
                  <a:cubicBezTo>
                    <a:pt x="11371" y="64996"/>
                    <a:pt x="12228" y="64056"/>
                    <a:pt x="13085" y="63127"/>
                  </a:cubicBezTo>
                  <a:cubicBezTo>
                    <a:pt x="13181" y="63032"/>
                    <a:pt x="13276" y="62936"/>
                    <a:pt x="13419" y="62877"/>
                  </a:cubicBezTo>
                  <a:lnTo>
                    <a:pt x="13419" y="62877"/>
                  </a:lnTo>
                  <a:cubicBezTo>
                    <a:pt x="13395" y="62948"/>
                    <a:pt x="13395" y="63008"/>
                    <a:pt x="13383" y="63067"/>
                  </a:cubicBezTo>
                  <a:cubicBezTo>
                    <a:pt x="13133" y="63889"/>
                    <a:pt x="13026" y="64722"/>
                    <a:pt x="13085" y="65591"/>
                  </a:cubicBezTo>
                  <a:cubicBezTo>
                    <a:pt x="13121" y="66068"/>
                    <a:pt x="12942" y="66496"/>
                    <a:pt x="12788" y="66925"/>
                  </a:cubicBezTo>
                  <a:cubicBezTo>
                    <a:pt x="12442" y="67925"/>
                    <a:pt x="11823" y="68723"/>
                    <a:pt x="11061" y="69425"/>
                  </a:cubicBezTo>
                  <a:cubicBezTo>
                    <a:pt x="10621" y="69830"/>
                    <a:pt x="10180" y="70271"/>
                    <a:pt x="9763" y="70723"/>
                  </a:cubicBezTo>
                  <a:cubicBezTo>
                    <a:pt x="9525" y="70973"/>
                    <a:pt x="9323" y="71247"/>
                    <a:pt x="9109" y="71521"/>
                  </a:cubicBezTo>
                  <a:cubicBezTo>
                    <a:pt x="8180" y="72735"/>
                    <a:pt x="7823" y="74128"/>
                    <a:pt x="7882" y="75628"/>
                  </a:cubicBezTo>
                  <a:cubicBezTo>
                    <a:pt x="7906" y="76724"/>
                    <a:pt x="8180" y="77748"/>
                    <a:pt x="8454" y="78784"/>
                  </a:cubicBezTo>
                  <a:cubicBezTo>
                    <a:pt x="8478" y="78819"/>
                    <a:pt x="8478" y="78843"/>
                    <a:pt x="8490" y="78879"/>
                  </a:cubicBezTo>
                  <a:cubicBezTo>
                    <a:pt x="8716" y="79390"/>
                    <a:pt x="9036" y="79724"/>
                    <a:pt x="9517" y="79724"/>
                  </a:cubicBezTo>
                  <a:cubicBezTo>
                    <a:pt x="9720" y="79724"/>
                    <a:pt x="9951" y="79664"/>
                    <a:pt x="10216" y="79534"/>
                  </a:cubicBezTo>
                  <a:cubicBezTo>
                    <a:pt x="10680" y="79307"/>
                    <a:pt x="11061" y="78962"/>
                    <a:pt x="11430" y="78629"/>
                  </a:cubicBezTo>
                  <a:cubicBezTo>
                    <a:pt x="12121" y="77998"/>
                    <a:pt x="12728" y="77295"/>
                    <a:pt x="13240" y="76509"/>
                  </a:cubicBezTo>
                  <a:cubicBezTo>
                    <a:pt x="14228" y="74974"/>
                    <a:pt x="14550" y="73307"/>
                    <a:pt x="14288" y="71521"/>
                  </a:cubicBezTo>
                  <a:cubicBezTo>
                    <a:pt x="14097" y="70199"/>
                    <a:pt x="13859" y="68901"/>
                    <a:pt x="13609" y="67592"/>
                  </a:cubicBezTo>
                  <a:cubicBezTo>
                    <a:pt x="13443" y="66687"/>
                    <a:pt x="13312" y="65794"/>
                    <a:pt x="13312" y="64889"/>
                  </a:cubicBezTo>
                  <a:cubicBezTo>
                    <a:pt x="13312" y="64056"/>
                    <a:pt x="13478" y="63246"/>
                    <a:pt x="13812" y="62472"/>
                  </a:cubicBezTo>
                  <a:cubicBezTo>
                    <a:pt x="13847" y="62389"/>
                    <a:pt x="13907" y="62293"/>
                    <a:pt x="13978" y="62222"/>
                  </a:cubicBezTo>
                  <a:cubicBezTo>
                    <a:pt x="14371" y="61817"/>
                    <a:pt x="14752" y="61400"/>
                    <a:pt x="15145" y="61008"/>
                  </a:cubicBezTo>
                  <a:cubicBezTo>
                    <a:pt x="15181" y="60960"/>
                    <a:pt x="15228" y="60924"/>
                    <a:pt x="15300" y="60865"/>
                  </a:cubicBezTo>
                  <a:cubicBezTo>
                    <a:pt x="15419" y="61127"/>
                    <a:pt x="15538" y="61365"/>
                    <a:pt x="15657" y="61603"/>
                  </a:cubicBezTo>
                  <a:cubicBezTo>
                    <a:pt x="16169" y="62591"/>
                    <a:pt x="16776" y="63484"/>
                    <a:pt x="17657" y="64175"/>
                  </a:cubicBezTo>
                  <a:lnTo>
                    <a:pt x="18276" y="64663"/>
                  </a:lnTo>
                  <a:cubicBezTo>
                    <a:pt x="18848" y="65139"/>
                    <a:pt x="19527" y="65306"/>
                    <a:pt x="20241" y="65353"/>
                  </a:cubicBezTo>
                  <a:cubicBezTo>
                    <a:pt x="20368" y="65361"/>
                    <a:pt x="20495" y="65365"/>
                    <a:pt x="20621" y="65365"/>
                  </a:cubicBezTo>
                  <a:cubicBezTo>
                    <a:pt x="21460" y="65365"/>
                    <a:pt x="22269" y="65200"/>
                    <a:pt x="23087" y="64972"/>
                  </a:cubicBezTo>
                  <a:cubicBezTo>
                    <a:pt x="24134" y="64710"/>
                    <a:pt x="25111" y="64294"/>
                    <a:pt x="26016" y="63698"/>
                  </a:cubicBezTo>
                  <a:cubicBezTo>
                    <a:pt x="28004" y="62389"/>
                    <a:pt x="29409" y="60650"/>
                    <a:pt x="30099" y="58352"/>
                  </a:cubicBezTo>
                  <a:cubicBezTo>
                    <a:pt x="30576" y="56793"/>
                    <a:pt x="30564" y="55209"/>
                    <a:pt x="30028" y="53649"/>
                  </a:cubicBezTo>
                  <a:cubicBezTo>
                    <a:pt x="29861" y="53173"/>
                    <a:pt x="29635" y="52733"/>
                    <a:pt x="29314" y="52340"/>
                  </a:cubicBezTo>
                  <a:cubicBezTo>
                    <a:pt x="29016" y="51994"/>
                    <a:pt x="28635" y="51744"/>
                    <a:pt x="28182" y="51673"/>
                  </a:cubicBezTo>
                  <a:cubicBezTo>
                    <a:pt x="27889" y="51630"/>
                    <a:pt x="27589" y="51599"/>
                    <a:pt x="27293" y="51599"/>
                  </a:cubicBezTo>
                  <a:cubicBezTo>
                    <a:pt x="27180" y="51599"/>
                    <a:pt x="27068" y="51604"/>
                    <a:pt x="26956" y="51613"/>
                  </a:cubicBezTo>
                  <a:cubicBezTo>
                    <a:pt x="25920" y="51709"/>
                    <a:pt x="24884" y="51864"/>
                    <a:pt x="23849" y="51971"/>
                  </a:cubicBezTo>
                  <a:cubicBezTo>
                    <a:pt x="23075" y="52042"/>
                    <a:pt x="22289" y="52078"/>
                    <a:pt x="21467" y="52114"/>
                  </a:cubicBezTo>
                  <a:cubicBezTo>
                    <a:pt x="21491" y="52006"/>
                    <a:pt x="21515" y="51935"/>
                    <a:pt x="21539" y="51875"/>
                  </a:cubicBezTo>
                  <a:cubicBezTo>
                    <a:pt x="23075" y="48923"/>
                    <a:pt x="24396" y="45863"/>
                    <a:pt x="25754" y="42815"/>
                  </a:cubicBezTo>
                  <a:cubicBezTo>
                    <a:pt x="26527" y="41065"/>
                    <a:pt x="27444" y="39374"/>
                    <a:pt x="28361" y="37683"/>
                  </a:cubicBezTo>
                  <a:cubicBezTo>
                    <a:pt x="28909" y="36659"/>
                    <a:pt x="29385" y="35600"/>
                    <a:pt x="29909" y="34552"/>
                  </a:cubicBezTo>
                  <a:cubicBezTo>
                    <a:pt x="29933" y="34492"/>
                    <a:pt x="29980" y="34433"/>
                    <a:pt x="30004" y="34373"/>
                  </a:cubicBezTo>
                  <a:cubicBezTo>
                    <a:pt x="30183" y="34838"/>
                    <a:pt x="30397" y="35254"/>
                    <a:pt x="30528" y="35707"/>
                  </a:cubicBezTo>
                  <a:cubicBezTo>
                    <a:pt x="30623" y="36016"/>
                    <a:pt x="30647" y="36374"/>
                    <a:pt x="30635" y="36695"/>
                  </a:cubicBezTo>
                  <a:cubicBezTo>
                    <a:pt x="30623" y="37052"/>
                    <a:pt x="30528" y="37409"/>
                    <a:pt x="30445" y="37755"/>
                  </a:cubicBezTo>
                  <a:cubicBezTo>
                    <a:pt x="30266" y="38421"/>
                    <a:pt x="30052" y="39076"/>
                    <a:pt x="29861" y="39731"/>
                  </a:cubicBezTo>
                  <a:cubicBezTo>
                    <a:pt x="29171" y="42005"/>
                    <a:pt x="29290" y="44255"/>
                    <a:pt x="30147" y="46494"/>
                  </a:cubicBezTo>
                  <a:cubicBezTo>
                    <a:pt x="30718" y="48042"/>
                    <a:pt x="31421" y="49530"/>
                    <a:pt x="32183" y="50982"/>
                  </a:cubicBezTo>
                  <a:cubicBezTo>
                    <a:pt x="32671" y="51923"/>
                    <a:pt x="33135" y="52840"/>
                    <a:pt x="33624" y="53769"/>
                  </a:cubicBezTo>
                  <a:cubicBezTo>
                    <a:pt x="33897" y="54280"/>
                    <a:pt x="34219" y="54757"/>
                    <a:pt x="34624" y="55173"/>
                  </a:cubicBezTo>
                  <a:cubicBezTo>
                    <a:pt x="34975" y="55551"/>
                    <a:pt x="35410" y="55761"/>
                    <a:pt x="35886" y="55761"/>
                  </a:cubicBezTo>
                  <a:cubicBezTo>
                    <a:pt x="36250" y="55761"/>
                    <a:pt x="36637" y="55639"/>
                    <a:pt x="37029" y="55376"/>
                  </a:cubicBezTo>
                  <a:cubicBezTo>
                    <a:pt x="37481" y="55066"/>
                    <a:pt x="37838" y="54661"/>
                    <a:pt x="38100" y="54185"/>
                  </a:cubicBezTo>
                  <a:cubicBezTo>
                    <a:pt x="39386" y="51935"/>
                    <a:pt x="39827" y="49542"/>
                    <a:pt x="39470" y="46994"/>
                  </a:cubicBezTo>
                  <a:cubicBezTo>
                    <a:pt x="39315" y="45803"/>
                    <a:pt x="38850" y="44720"/>
                    <a:pt x="38160" y="43720"/>
                  </a:cubicBezTo>
                  <a:cubicBezTo>
                    <a:pt x="37267" y="42434"/>
                    <a:pt x="36160" y="41327"/>
                    <a:pt x="35029" y="40255"/>
                  </a:cubicBezTo>
                  <a:cubicBezTo>
                    <a:pt x="34028" y="39314"/>
                    <a:pt x="33040" y="38350"/>
                    <a:pt x="32064" y="37386"/>
                  </a:cubicBezTo>
                  <a:cubicBezTo>
                    <a:pt x="31373" y="36695"/>
                    <a:pt x="30826" y="35909"/>
                    <a:pt x="30468" y="35004"/>
                  </a:cubicBezTo>
                  <a:cubicBezTo>
                    <a:pt x="30349" y="34707"/>
                    <a:pt x="30278" y="34373"/>
                    <a:pt x="30207" y="34064"/>
                  </a:cubicBezTo>
                  <a:cubicBezTo>
                    <a:pt x="30183" y="33992"/>
                    <a:pt x="30183" y="33897"/>
                    <a:pt x="30218" y="33826"/>
                  </a:cubicBezTo>
                  <a:cubicBezTo>
                    <a:pt x="30516" y="32873"/>
                    <a:pt x="30802" y="31933"/>
                    <a:pt x="31099" y="30980"/>
                  </a:cubicBezTo>
                  <a:cubicBezTo>
                    <a:pt x="31111" y="30920"/>
                    <a:pt x="31135" y="30885"/>
                    <a:pt x="31171" y="30801"/>
                  </a:cubicBezTo>
                  <a:cubicBezTo>
                    <a:pt x="31278" y="30837"/>
                    <a:pt x="31397" y="30849"/>
                    <a:pt x="31492" y="30885"/>
                  </a:cubicBezTo>
                  <a:cubicBezTo>
                    <a:pt x="32290" y="31063"/>
                    <a:pt x="33064" y="31194"/>
                    <a:pt x="33862" y="31218"/>
                  </a:cubicBezTo>
                  <a:cubicBezTo>
                    <a:pt x="33967" y="31223"/>
                    <a:pt x="34072" y="31225"/>
                    <a:pt x="34176" y="31225"/>
                  </a:cubicBezTo>
                  <a:cubicBezTo>
                    <a:pt x="34911" y="31225"/>
                    <a:pt x="35629" y="31114"/>
                    <a:pt x="36338" y="30885"/>
                  </a:cubicBezTo>
                  <a:cubicBezTo>
                    <a:pt x="36826" y="30730"/>
                    <a:pt x="37291" y="30492"/>
                    <a:pt x="37731" y="30254"/>
                  </a:cubicBezTo>
                  <a:cubicBezTo>
                    <a:pt x="38434" y="29885"/>
                    <a:pt x="39077" y="29420"/>
                    <a:pt x="39648" y="28885"/>
                  </a:cubicBezTo>
                  <a:cubicBezTo>
                    <a:pt x="40482" y="28111"/>
                    <a:pt x="41005" y="27146"/>
                    <a:pt x="41422" y="26122"/>
                  </a:cubicBezTo>
                  <a:cubicBezTo>
                    <a:pt x="42268" y="24003"/>
                    <a:pt x="42268" y="21872"/>
                    <a:pt x="41482" y="19752"/>
                  </a:cubicBezTo>
                  <a:cubicBezTo>
                    <a:pt x="41172" y="18895"/>
                    <a:pt x="40720" y="18145"/>
                    <a:pt x="40089" y="17502"/>
                  </a:cubicBezTo>
                  <a:cubicBezTo>
                    <a:pt x="39267" y="16669"/>
                    <a:pt x="38243" y="16216"/>
                    <a:pt x="37076" y="16157"/>
                  </a:cubicBezTo>
                  <a:cubicBezTo>
                    <a:pt x="36906" y="16150"/>
                    <a:pt x="36736" y="16147"/>
                    <a:pt x="36566" y="16147"/>
                  </a:cubicBezTo>
                  <a:cubicBezTo>
                    <a:pt x="36157" y="16147"/>
                    <a:pt x="35751" y="16164"/>
                    <a:pt x="35338" y="16181"/>
                  </a:cubicBezTo>
                  <a:cubicBezTo>
                    <a:pt x="34576" y="16204"/>
                    <a:pt x="33802" y="16252"/>
                    <a:pt x="33040" y="16276"/>
                  </a:cubicBezTo>
                  <a:lnTo>
                    <a:pt x="32719" y="16276"/>
                  </a:lnTo>
                  <a:cubicBezTo>
                    <a:pt x="32707" y="16145"/>
                    <a:pt x="32683" y="16026"/>
                    <a:pt x="32683" y="15907"/>
                  </a:cubicBezTo>
                  <a:cubicBezTo>
                    <a:pt x="32540" y="12930"/>
                    <a:pt x="32433" y="9954"/>
                    <a:pt x="32242" y="6977"/>
                  </a:cubicBezTo>
                  <a:cubicBezTo>
                    <a:pt x="32123" y="4941"/>
                    <a:pt x="31873" y="2917"/>
                    <a:pt x="31671" y="869"/>
                  </a:cubicBezTo>
                  <a:cubicBezTo>
                    <a:pt x="31659" y="726"/>
                    <a:pt x="31647" y="572"/>
                    <a:pt x="31611" y="441"/>
                  </a:cubicBezTo>
                  <a:cubicBezTo>
                    <a:pt x="31576" y="262"/>
                    <a:pt x="31540" y="95"/>
                    <a:pt x="3135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77"/>
            <p:cNvSpPr/>
            <p:nvPr/>
          </p:nvSpPr>
          <p:spPr>
            <a:xfrm>
              <a:off x="2348200" y="3495200"/>
              <a:ext cx="135750" cy="341150"/>
            </a:xfrm>
            <a:custGeom>
              <a:avLst/>
              <a:gdLst/>
              <a:ahLst/>
              <a:cxnLst/>
              <a:rect l="l" t="t" r="r" b="b"/>
              <a:pathLst>
                <a:path w="5430" h="13646" extrusionOk="0">
                  <a:moveTo>
                    <a:pt x="5132" y="1"/>
                  </a:moveTo>
                  <a:cubicBezTo>
                    <a:pt x="5096" y="334"/>
                    <a:pt x="4965" y="655"/>
                    <a:pt x="4822" y="953"/>
                  </a:cubicBezTo>
                  <a:cubicBezTo>
                    <a:pt x="4001" y="2537"/>
                    <a:pt x="3048" y="4049"/>
                    <a:pt x="2024" y="5501"/>
                  </a:cubicBezTo>
                  <a:cubicBezTo>
                    <a:pt x="1465" y="6275"/>
                    <a:pt x="953" y="7061"/>
                    <a:pt x="572" y="7942"/>
                  </a:cubicBezTo>
                  <a:cubicBezTo>
                    <a:pt x="250" y="8704"/>
                    <a:pt x="96" y="9502"/>
                    <a:pt x="0" y="10311"/>
                  </a:cubicBezTo>
                  <a:cubicBezTo>
                    <a:pt x="0" y="10323"/>
                    <a:pt x="12" y="10335"/>
                    <a:pt x="36" y="10395"/>
                  </a:cubicBezTo>
                  <a:cubicBezTo>
                    <a:pt x="84" y="10192"/>
                    <a:pt x="119" y="10014"/>
                    <a:pt x="143" y="9835"/>
                  </a:cubicBezTo>
                  <a:cubicBezTo>
                    <a:pt x="334" y="8549"/>
                    <a:pt x="870" y="7406"/>
                    <a:pt x="1584" y="6347"/>
                  </a:cubicBezTo>
                  <a:cubicBezTo>
                    <a:pt x="2048" y="5668"/>
                    <a:pt x="2536" y="5001"/>
                    <a:pt x="2977" y="4299"/>
                  </a:cubicBezTo>
                  <a:cubicBezTo>
                    <a:pt x="3489" y="3465"/>
                    <a:pt x="3989" y="2620"/>
                    <a:pt x="4489" y="1787"/>
                  </a:cubicBezTo>
                  <a:cubicBezTo>
                    <a:pt x="4537" y="1691"/>
                    <a:pt x="4596" y="1620"/>
                    <a:pt x="4644" y="1525"/>
                  </a:cubicBezTo>
                  <a:cubicBezTo>
                    <a:pt x="4656" y="1548"/>
                    <a:pt x="4680" y="1548"/>
                    <a:pt x="4703" y="1560"/>
                  </a:cubicBezTo>
                  <a:cubicBezTo>
                    <a:pt x="4549" y="1965"/>
                    <a:pt x="4418" y="2382"/>
                    <a:pt x="4251" y="2775"/>
                  </a:cubicBezTo>
                  <a:cubicBezTo>
                    <a:pt x="3453" y="4644"/>
                    <a:pt x="2620" y="6489"/>
                    <a:pt x="1822" y="8347"/>
                  </a:cubicBezTo>
                  <a:cubicBezTo>
                    <a:pt x="1513" y="9085"/>
                    <a:pt x="1227" y="9847"/>
                    <a:pt x="953" y="10609"/>
                  </a:cubicBezTo>
                  <a:cubicBezTo>
                    <a:pt x="715" y="11288"/>
                    <a:pt x="572" y="11990"/>
                    <a:pt x="620" y="12716"/>
                  </a:cubicBezTo>
                  <a:cubicBezTo>
                    <a:pt x="631" y="12955"/>
                    <a:pt x="727" y="13193"/>
                    <a:pt x="786" y="13419"/>
                  </a:cubicBezTo>
                  <a:cubicBezTo>
                    <a:pt x="798" y="13467"/>
                    <a:pt x="858" y="13490"/>
                    <a:pt x="929" y="13586"/>
                  </a:cubicBezTo>
                  <a:cubicBezTo>
                    <a:pt x="548" y="12585"/>
                    <a:pt x="751" y="11669"/>
                    <a:pt x="1024" y="10752"/>
                  </a:cubicBezTo>
                  <a:cubicBezTo>
                    <a:pt x="1334" y="9728"/>
                    <a:pt x="1763" y="8752"/>
                    <a:pt x="2203" y="7763"/>
                  </a:cubicBezTo>
                  <a:cubicBezTo>
                    <a:pt x="2917" y="6156"/>
                    <a:pt x="3608" y="4549"/>
                    <a:pt x="4299" y="2930"/>
                  </a:cubicBezTo>
                  <a:cubicBezTo>
                    <a:pt x="4477" y="2513"/>
                    <a:pt x="4596" y="2060"/>
                    <a:pt x="4739" y="1620"/>
                  </a:cubicBezTo>
                  <a:cubicBezTo>
                    <a:pt x="4799" y="1453"/>
                    <a:pt x="4846" y="1286"/>
                    <a:pt x="4953" y="1144"/>
                  </a:cubicBezTo>
                  <a:lnTo>
                    <a:pt x="4953" y="1394"/>
                  </a:lnTo>
                  <a:cubicBezTo>
                    <a:pt x="4799" y="3370"/>
                    <a:pt x="4406" y="5299"/>
                    <a:pt x="3822" y="7180"/>
                  </a:cubicBezTo>
                  <a:cubicBezTo>
                    <a:pt x="3358" y="8704"/>
                    <a:pt x="2751" y="10157"/>
                    <a:pt x="2048" y="11585"/>
                  </a:cubicBezTo>
                  <a:cubicBezTo>
                    <a:pt x="1822" y="12050"/>
                    <a:pt x="1643" y="12562"/>
                    <a:pt x="1465" y="13038"/>
                  </a:cubicBezTo>
                  <a:cubicBezTo>
                    <a:pt x="1393" y="13228"/>
                    <a:pt x="1346" y="13431"/>
                    <a:pt x="1441" y="13645"/>
                  </a:cubicBezTo>
                  <a:cubicBezTo>
                    <a:pt x="1560" y="12836"/>
                    <a:pt x="1929" y="12109"/>
                    <a:pt x="2275" y="11395"/>
                  </a:cubicBezTo>
                  <a:cubicBezTo>
                    <a:pt x="3715" y="8466"/>
                    <a:pt x="4608" y="5382"/>
                    <a:pt x="5001" y="2156"/>
                  </a:cubicBezTo>
                  <a:cubicBezTo>
                    <a:pt x="5025" y="1929"/>
                    <a:pt x="5037" y="1703"/>
                    <a:pt x="5061" y="1489"/>
                  </a:cubicBezTo>
                  <a:cubicBezTo>
                    <a:pt x="5061" y="1465"/>
                    <a:pt x="5072" y="1453"/>
                    <a:pt x="5084" y="1429"/>
                  </a:cubicBezTo>
                  <a:cubicBezTo>
                    <a:pt x="5120" y="1465"/>
                    <a:pt x="5144" y="1465"/>
                    <a:pt x="5156" y="1465"/>
                  </a:cubicBezTo>
                  <a:cubicBezTo>
                    <a:pt x="5180" y="1977"/>
                    <a:pt x="5203" y="2477"/>
                    <a:pt x="5215" y="2989"/>
                  </a:cubicBezTo>
                  <a:cubicBezTo>
                    <a:pt x="5263" y="4823"/>
                    <a:pt x="5132" y="6644"/>
                    <a:pt x="4763" y="8430"/>
                  </a:cubicBezTo>
                  <a:cubicBezTo>
                    <a:pt x="4418" y="10097"/>
                    <a:pt x="3703" y="11573"/>
                    <a:pt x="2584" y="12871"/>
                  </a:cubicBezTo>
                  <a:cubicBezTo>
                    <a:pt x="2382" y="13109"/>
                    <a:pt x="2179" y="13371"/>
                    <a:pt x="1882" y="13526"/>
                  </a:cubicBezTo>
                  <a:cubicBezTo>
                    <a:pt x="1892" y="13527"/>
                    <a:pt x="1901" y="13527"/>
                    <a:pt x="1911" y="13527"/>
                  </a:cubicBezTo>
                  <a:cubicBezTo>
                    <a:pt x="2109" y="13527"/>
                    <a:pt x="2245" y="13413"/>
                    <a:pt x="2382" y="13288"/>
                  </a:cubicBezTo>
                  <a:cubicBezTo>
                    <a:pt x="3715" y="11823"/>
                    <a:pt x="4596" y="10145"/>
                    <a:pt x="4942" y="8180"/>
                  </a:cubicBezTo>
                  <a:cubicBezTo>
                    <a:pt x="5323" y="5989"/>
                    <a:pt x="5430" y="3811"/>
                    <a:pt x="5275" y="1584"/>
                  </a:cubicBezTo>
                  <a:cubicBezTo>
                    <a:pt x="5251" y="1155"/>
                    <a:pt x="5239" y="739"/>
                    <a:pt x="5203" y="310"/>
                  </a:cubicBezTo>
                  <a:cubicBezTo>
                    <a:pt x="5203" y="203"/>
                    <a:pt x="5180" y="96"/>
                    <a:pt x="513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77"/>
            <p:cNvSpPr/>
            <p:nvPr/>
          </p:nvSpPr>
          <p:spPr>
            <a:xfrm>
              <a:off x="2228250" y="2939700"/>
              <a:ext cx="501275" cy="112975"/>
            </a:xfrm>
            <a:custGeom>
              <a:avLst/>
              <a:gdLst/>
              <a:ahLst/>
              <a:cxnLst/>
              <a:rect l="l" t="t" r="r" b="b"/>
              <a:pathLst>
                <a:path w="20051" h="4519" extrusionOk="0">
                  <a:moveTo>
                    <a:pt x="5309" y="0"/>
                  </a:moveTo>
                  <a:cubicBezTo>
                    <a:pt x="4937" y="0"/>
                    <a:pt x="4565" y="13"/>
                    <a:pt x="4191" y="39"/>
                  </a:cubicBezTo>
                  <a:cubicBezTo>
                    <a:pt x="3632" y="87"/>
                    <a:pt x="3096" y="170"/>
                    <a:pt x="2608" y="468"/>
                  </a:cubicBezTo>
                  <a:cubicBezTo>
                    <a:pt x="2536" y="516"/>
                    <a:pt x="2465" y="587"/>
                    <a:pt x="2405" y="658"/>
                  </a:cubicBezTo>
                  <a:cubicBezTo>
                    <a:pt x="3251" y="182"/>
                    <a:pt x="4167" y="146"/>
                    <a:pt x="5108" y="146"/>
                  </a:cubicBezTo>
                  <a:cubicBezTo>
                    <a:pt x="5166" y="146"/>
                    <a:pt x="5224" y="145"/>
                    <a:pt x="5282" y="145"/>
                  </a:cubicBezTo>
                  <a:cubicBezTo>
                    <a:pt x="7233" y="145"/>
                    <a:pt x="9128" y="532"/>
                    <a:pt x="10990" y="1099"/>
                  </a:cubicBezTo>
                  <a:cubicBezTo>
                    <a:pt x="12716" y="1611"/>
                    <a:pt x="14383" y="2266"/>
                    <a:pt x="16050" y="2968"/>
                  </a:cubicBezTo>
                  <a:cubicBezTo>
                    <a:pt x="16943" y="3337"/>
                    <a:pt x="17848" y="3683"/>
                    <a:pt x="18812" y="3861"/>
                  </a:cubicBezTo>
                  <a:cubicBezTo>
                    <a:pt x="19014" y="3897"/>
                    <a:pt x="19217" y="3921"/>
                    <a:pt x="19431" y="3992"/>
                  </a:cubicBezTo>
                  <a:cubicBezTo>
                    <a:pt x="19288" y="4040"/>
                    <a:pt x="19157" y="4087"/>
                    <a:pt x="19014" y="4111"/>
                  </a:cubicBezTo>
                  <a:cubicBezTo>
                    <a:pt x="18038" y="4326"/>
                    <a:pt x="17074" y="4349"/>
                    <a:pt x="16097" y="4385"/>
                  </a:cubicBezTo>
                  <a:cubicBezTo>
                    <a:pt x="15836" y="4391"/>
                    <a:pt x="15574" y="4394"/>
                    <a:pt x="15313" y="4394"/>
                  </a:cubicBezTo>
                  <a:cubicBezTo>
                    <a:pt x="13577" y="4394"/>
                    <a:pt x="11849" y="4263"/>
                    <a:pt x="10121" y="4087"/>
                  </a:cubicBezTo>
                  <a:cubicBezTo>
                    <a:pt x="8192" y="3873"/>
                    <a:pt x="6251" y="3611"/>
                    <a:pt x="4322" y="3373"/>
                  </a:cubicBezTo>
                  <a:cubicBezTo>
                    <a:pt x="3781" y="3303"/>
                    <a:pt x="3239" y="3254"/>
                    <a:pt x="2697" y="3254"/>
                  </a:cubicBezTo>
                  <a:cubicBezTo>
                    <a:pt x="2405" y="3254"/>
                    <a:pt x="2114" y="3268"/>
                    <a:pt x="1822" y="3302"/>
                  </a:cubicBezTo>
                  <a:cubicBezTo>
                    <a:pt x="1286" y="3361"/>
                    <a:pt x="774" y="3504"/>
                    <a:pt x="334" y="3814"/>
                  </a:cubicBezTo>
                  <a:cubicBezTo>
                    <a:pt x="215" y="3909"/>
                    <a:pt x="107" y="4016"/>
                    <a:pt x="0" y="4099"/>
                  </a:cubicBezTo>
                  <a:lnTo>
                    <a:pt x="48" y="4147"/>
                  </a:lnTo>
                  <a:cubicBezTo>
                    <a:pt x="107" y="4099"/>
                    <a:pt x="203" y="4087"/>
                    <a:pt x="238" y="4028"/>
                  </a:cubicBezTo>
                  <a:cubicBezTo>
                    <a:pt x="619" y="3683"/>
                    <a:pt x="1060" y="3552"/>
                    <a:pt x="1536" y="3456"/>
                  </a:cubicBezTo>
                  <a:cubicBezTo>
                    <a:pt x="1884" y="3402"/>
                    <a:pt x="2235" y="3380"/>
                    <a:pt x="2586" y="3380"/>
                  </a:cubicBezTo>
                  <a:cubicBezTo>
                    <a:pt x="3003" y="3380"/>
                    <a:pt x="3420" y="3411"/>
                    <a:pt x="3834" y="3456"/>
                  </a:cubicBezTo>
                  <a:cubicBezTo>
                    <a:pt x="5465" y="3659"/>
                    <a:pt x="7120" y="3873"/>
                    <a:pt x="8751" y="4076"/>
                  </a:cubicBezTo>
                  <a:cubicBezTo>
                    <a:pt x="10874" y="4326"/>
                    <a:pt x="13004" y="4518"/>
                    <a:pt x="15141" y="4518"/>
                  </a:cubicBezTo>
                  <a:cubicBezTo>
                    <a:pt x="15749" y="4518"/>
                    <a:pt x="16357" y="4503"/>
                    <a:pt x="16967" y="4468"/>
                  </a:cubicBezTo>
                  <a:cubicBezTo>
                    <a:pt x="17717" y="4433"/>
                    <a:pt x="18455" y="4397"/>
                    <a:pt x="19169" y="4171"/>
                  </a:cubicBezTo>
                  <a:cubicBezTo>
                    <a:pt x="19467" y="4087"/>
                    <a:pt x="19765" y="3945"/>
                    <a:pt x="20050" y="3837"/>
                  </a:cubicBezTo>
                  <a:cubicBezTo>
                    <a:pt x="20038" y="3802"/>
                    <a:pt x="20038" y="3778"/>
                    <a:pt x="20027" y="3742"/>
                  </a:cubicBezTo>
                  <a:cubicBezTo>
                    <a:pt x="19854" y="3787"/>
                    <a:pt x="19684" y="3805"/>
                    <a:pt x="19515" y="3805"/>
                  </a:cubicBezTo>
                  <a:cubicBezTo>
                    <a:pt x="19239" y="3805"/>
                    <a:pt x="18966" y="3758"/>
                    <a:pt x="18693" y="3706"/>
                  </a:cubicBezTo>
                  <a:cubicBezTo>
                    <a:pt x="17764" y="3504"/>
                    <a:pt x="16848" y="3159"/>
                    <a:pt x="15978" y="2790"/>
                  </a:cubicBezTo>
                  <a:cubicBezTo>
                    <a:pt x="13931" y="1920"/>
                    <a:pt x="11847" y="1135"/>
                    <a:pt x="9704" y="587"/>
                  </a:cubicBezTo>
                  <a:cubicBezTo>
                    <a:pt x="8256" y="206"/>
                    <a:pt x="6793" y="0"/>
                    <a:pt x="5309"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77"/>
            <p:cNvSpPr/>
            <p:nvPr/>
          </p:nvSpPr>
          <p:spPr>
            <a:xfrm>
              <a:off x="2233600" y="3029975"/>
              <a:ext cx="501575" cy="117300"/>
            </a:xfrm>
            <a:custGeom>
              <a:avLst/>
              <a:gdLst/>
              <a:ahLst/>
              <a:cxnLst/>
              <a:rect l="l" t="t" r="r" b="b"/>
              <a:pathLst>
                <a:path w="20063" h="4692" extrusionOk="0">
                  <a:moveTo>
                    <a:pt x="8804" y="2783"/>
                  </a:moveTo>
                  <a:cubicBezTo>
                    <a:pt x="8901" y="2783"/>
                    <a:pt x="8999" y="2784"/>
                    <a:pt x="9097" y="2786"/>
                  </a:cubicBezTo>
                  <a:cubicBezTo>
                    <a:pt x="10323" y="2810"/>
                    <a:pt x="11561" y="2893"/>
                    <a:pt x="12800" y="2953"/>
                  </a:cubicBezTo>
                  <a:cubicBezTo>
                    <a:pt x="13377" y="2971"/>
                    <a:pt x="13958" y="2995"/>
                    <a:pt x="14538" y="2995"/>
                  </a:cubicBezTo>
                  <a:cubicBezTo>
                    <a:pt x="15118" y="2995"/>
                    <a:pt x="15699" y="2971"/>
                    <a:pt x="16276" y="2893"/>
                  </a:cubicBezTo>
                  <a:cubicBezTo>
                    <a:pt x="16324" y="2893"/>
                    <a:pt x="16348" y="2905"/>
                    <a:pt x="16443" y="2905"/>
                  </a:cubicBezTo>
                  <a:cubicBezTo>
                    <a:pt x="16276" y="2977"/>
                    <a:pt x="16169" y="3024"/>
                    <a:pt x="16050" y="3072"/>
                  </a:cubicBezTo>
                  <a:cubicBezTo>
                    <a:pt x="15943" y="3108"/>
                    <a:pt x="15836" y="3155"/>
                    <a:pt x="15717" y="3203"/>
                  </a:cubicBezTo>
                  <a:cubicBezTo>
                    <a:pt x="14359" y="3763"/>
                    <a:pt x="12943" y="4084"/>
                    <a:pt x="11478" y="4155"/>
                  </a:cubicBezTo>
                  <a:cubicBezTo>
                    <a:pt x="11228" y="4167"/>
                    <a:pt x="10978" y="4172"/>
                    <a:pt x="10730" y="4172"/>
                  </a:cubicBezTo>
                  <a:cubicBezTo>
                    <a:pt x="9713" y="4172"/>
                    <a:pt x="8708" y="4084"/>
                    <a:pt x="7704" y="3989"/>
                  </a:cubicBezTo>
                  <a:cubicBezTo>
                    <a:pt x="6655" y="3895"/>
                    <a:pt x="5599" y="3831"/>
                    <a:pt x="4542" y="3831"/>
                  </a:cubicBezTo>
                  <a:cubicBezTo>
                    <a:pt x="4255" y="3831"/>
                    <a:pt x="3967" y="3836"/>
                    <a:pt x="3680" y="3846"/>
                  </a:cubicBezTo>
                  <a:cubicBezTo>
                    <a:pt x="3227" y="3858"/>
                    <a:pt x="2787" y="3882"/>
                    <a:pt x="2334" y="3893"/>
                  </a:cubicBezTo>
                  <a:lnTo>
                    <a:pt x="2334" y="3858"/>
                  </a:lnTo>
                  <a:cubicBezTo>
                    <a:pt x="2370" y="3846"/>
                    <a:pt x="2382" y="3810"/>
                    <a:pt x="2406" y="3810"/>
                  </a:cubicBezTo>
                  <a:cubicBezTo>
                    <a:pt x="3179" y="3643"/>
                    <a:pt x="3977" y="3489"/>
                    <a:pt x="4763" y="3310"/>
                  </a:cubicBezTo>
                  <a:cubicBezTo>
                    <a:pt x="6096" y="3010"/>
                    <a:pt x="7440" y="2783"/>
                    <a:pt x="8804" y="2783"/>
                  </a:cubicBezTo>
                  <a:close/>
                  <a:moveTo>
                    <a:pt x="20063" y="0"/>
                  </a:moveTo>
                  <a:lnTo>
                    <a:pt x="19836" y="226"/>
                  </a:lnTo>
                  <a:cubicBezTo>
                    <a:pt x="19693" y="393"/>
                    <a:pt x="19539" y="572"/>
                    <a:pt x="19396" y="679"/>
                  </a:cubicBezTo>
                  <a:cubicBezTo>
                    <a:pt x="18991" y="1084"/>
                    <a:pt x="18586" y="1488"/>
                    <a:pt x="18158" y="1858"/>
                  </a:cubicBezTo>
                  <a:cubicBezTo>
                    <a:pt x="17562" y="2393"/>
                    <a:pt x="16860" y="2679"/>
                    <a:pt x="16074" y="2762"/>
                  </a:cubicBezTo>
                  <a:cubicBezTo>
                    <a:pt x="15580" y="2822"/>
                    <a:pt x="15092" y="2843"/>
                    <a:pt x="14605" y="2843"/>
                  </a:cubicBezTo>
                  <a:cubicBezTo>
                    <a:pt x="14118" y="2843"/>
                    <a:pt x="13633" y="2822"/>
                    <a:pt x="13145" y="2798"/>
                  </a:cubicBezTo>
                  <a:cubicBezTo>
                    <a:pt x="12407" y="2774"/>
                    <a:pt x="11692" y="2739"/>
                    <a:pt x="10966" y="2679"/>
                  </a:cubicBezTo>
                  <a:cubicBezTo>
                    <a:pt x="10468" y="2641"/>
                    <a:pt x="9972" y="2622"/>
                    <a:pt x="9477" y="2622"/>
                  </a:cubicBezTo>
                  <a:cubicBezTo>
                    <a:pt x="7828" y="2622"/>
                    <a:pt x="6193" y="2830"/>
                    <a:pt x="4573" y="3215"/>
                  </a:cubicBezTo>
                  <a:cubicBezTo>
                    <a:pt x="3560" y="3453"/>
                    <a:pt x="2525" y="3691"/>
                    <a:pt x="1513" y="3941"/>
                  </a:cubicBezTo>
                  <a:cubicBezTo>
                    <a:pt x="1120" y="4048"/>
                    <a:pt x="679" y="4120"/>
                    <a:pt x="310" y="4358"/>
                  </a:cubicBezTo>
                  <a:cubicBezTo>
                    <a:pt x="191" y="4429"/>
                    <a:pt x="108" y="4536"/>
                    <a:pt x="1" y="4632"/>
                  </a:cubicBezTo>
                  <a:cubicBezTo>
                    <a:pt x="1" y="4644"/>
                    <a:pt x="12" y="4667"/>
                    <a:pt x="24" y="4691"/>
                  </a:cubicBezTo>
                  <a:cubicBezTo>
                    <a:pt x="72" y="4667"/>
                    <a:pt x="120" y="4667"/>
                    <a:pt x="143" y="4644"/>
                  </a:cubicBezTo>
                  <a:cubicBezTo>
                    <a:pt x="358" y="4405"/>
                    <a:pt x="643" y="4334"/>
                    <a:pt x="917" y="4251"/>
                  </a:cubicBezTo>
                  <a:cubicBezTo>
                    <a:pt x="1727" y="4060"/>
                    <a:pt x="2560" y="4013"/>
                    <a:pt x="3382" y="3977"/>
                  </a:cubicBezTo>
                  <a:cubicBezTo>
                    <a:pt x="3768" y="3955"/>
                    <a:pt x="4154" y="3946"/>
                    <a:pt x="4540" y="3946"/>
                  </a:cubicBezTo>
                  <a:cubicBezTo>
                    <a:pt x="5650" y="3946"/>
                    <a:pt x="6757" y="4026"/>
                    <a:pt x="7871" y="4132"/>
                  </a:cubicBezTo>
                  <a:cubicBezTo>
                    <a:pt x="8704" y="4227"/>
                    <a:pt x="9537" y="4274"/>
                    <a:pt x="10371" y="4298"/>
                  </a:cubicBezTo>
                  <a:cubicBezTo>
                    <a:pt x="10498" y="4302"/>
                    <a:pt x="10626" y="4303"/>
                    <a:pt x="10753" y="4303"/>
                  </a:cubicBezTo>
                  <a:cubicBezTo>
                    <a:pt x="12418" y="4303"/>
                    <a:pt x="14051" y="4012"/>
                    <a:pt x="15622" y="3382"/>
                  </a:cubicBezTo>
                  <a:cubicBezTo>
                    <a:pt x="16276" y="3108"/>
                    <a:pt x="16955" y="2858"/>
                    <a:pt x="17562" y="2489"/>
                  </a:cubicBezTo>
                  <a:cubicBezTo>
                    <a:pt x="17979" y="2227"/>
                    <a:pt x="18336" y="1929"/>
                    <a:pt x="18681" y="1596"/>
                  </a:cubicBezTo>
                  <a:cubicBezTo>
                    <a:pt x="18979" y="1298"/>
                    <a:pt x="19277" y="1012"/>
                    <a:pt x="19574" y="715"/>
                  </a:cubicBezTo>
                  <a:cubicBezTo>
                    <a:pt x="19777" y="500"/>
                    <a:pt x="19967" y="298"/>
                    <a:pt x="2006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77"/>
            <p:cNvSpPr/>
            <p:nvPr/>
          </p:nvSpPr>
          <p:spPr>
            <a:xfrm>
              <a:off x="2916725" y="2747500"/>
              <a:ext cx="135450" cy="492625"/>
            </a:xfrm>
            <a:custGeom>
              <a:avLst/>
              <a:gdLst/>
              <a:ahLst/>
              <a:cxnLst/>
              <a:rect l="l" t="t" r="r" b="b"/>
              <a:pathLst>
                <a:path w="5418" h="19705" extrusionOk="0">
                  <a:moveTo>
                    <a:pt x="60" y="0"/>
                  </a:moveTo>
                  <a:cubicBezTo>
                    <a:pt x="48" y="12"/>
                    <a:pt x="12" y="12"/>
                    <a:pt x="0" y="36"/>
                  </a:cubicBezTo>
                  <a:cubicBezTo>
                    <a:pt x="12" y="119"/>
                    <a:pt x="48" y="214"/>
                    <a:pt x="60" y="298"/>
                  </a:cubicBezTo>
                  <a:cubicBezTo>
                    <a:pt x="381" y="1560"/>
                    <a:pt x="500" y="2846"/>
                    <a:pt x="524" y="4144"/>
                  </a:cubicBezTo>
                  <a:cubicBezTo>
                    <a:pt x="548" y="5691"/>
                    <a:pt x="524" y="7239"/>
                    <a:pt x="548" y="8799"/>
                  </a:cubicBezTo>
                  <a:cubicBezTo>
                    <a:pt x="596" y="10644"/>
                    <a:pt x="858" y="12442"/>
                    <a:pt x="1453" y="14204"/>
                  </a:cubicBezTo>
                  <a:cubicBezTo>
                    <a:pt x="1632" y="14704"/>
                    <a:pt x="1834" y="15216"/>
                    <a:pt x="2084" y="15693"/>
                  </a:cubicBezTo>
                  <a:cubicBezTo>
                    <a:pt x="2310" y="16109"/>
                    <a:pt x="2489" y="16550"/>
                    <a:pt x="2691" y="16978"/>
                  </a:cubicBezTo>
                  <a:cubicBezTo>
                    <a:pt x="2703" y="17026"/>
                    <a:pt x="2739" y="17074"/>
                    <a:pt x="2763" y="17121"/>
                  </a:cubicBezTo>
                  <a:cubicBezTo>
                    <a:pt x="2739" y="17074"/>
                    <a:pt x="2739" y="17074"/>
                    <a:pt x="2739" y="17062"/>
                  </a:cubicBezTo>
                  <a:cubicBezTo>
                    <a:pt x="2560" y="16609"/>
                    <a:pt x="2370" y="16157"/>
                    <a:pt x="2179" y="15704"/>
                  </a:cubicBezTo>
                  <a:cubicBezTo>
                    <a:pt x="2084" y="15443"/>
                    <a:pt x="1941" y="15181"/>
                    <a:pt x="1834" y="14931"/>
                  </a:cubicBezTo>
                  <a:cubicBezTo>
                    <a:pt x="1370" y="13811"/>
                    <a:pt x="1084" y="12656"/>
                    <a:pt x="893" y="11466"/>
                  </a:cubicBezTo>
                  <a:cubicBezTo>
                    <a:pt x="643" y="9954"/>
                    <a:pt x="643" y="8442"/>
                    <a:pt x="655" y="6930"/>
                  </a:cubicBezTo>
                  <a:cubicBezTo>
                    <a:pt x="667" y="5417"/>
                    <a:pt x="655" y="3917"/>
                    <a:pt x="524" y="2429"/>
                  </a:cubicBezTo>
                  <a:cubicBezTo>
                    <a:pt x="477" y="1941"/>
                    <a:pt x="381" y="1441"/>
                    <a:pt x="310" y="905"/>
                  </a:cubicBezTo>
                  <a:lnTo>
                    <a:pt x="310" y="905"/>
                  </a:lnTo>
                  <a:cubicBezTo>
                    <a:pt x="358" y="965"/>
                    <a:pt x="405" y="1000"/>
                    <a:pt x="417" y="1048"/>
                  </a:cubicBezTo>
                  <a:cubicBezTo>
                    <a:pt x="560" y="1369"/>
                    <a:pt x="703" y="1703"/>
                    <a:pt x="846" y="2024"/>
                  </a:cubicBezTo>
                  <a:cubicBezTo>
                    <a:pt x="1072" y="2489"/>
                    <a:pt x="1310" y="2965"/>
                    <a:pt x="1560" y="3405"/>
                  </a:cubicBezTo>
                  <a:cubicBezTo>
                    <a:pt x="2941" y="5894"/>
                    <a:pt x="3894" y="8525"/>
                    <a:pt x="4453" y="11323"/>
                  </a:cubicBezTo>
                  <a:cubicBezTo>
                    <a:pt x="4858" y="13407"/>
                    <a:pt x="5061" y="15490"/>
                    <a:pt x="5120" y="17609"/>
                  </a:cubicBezTo>
                  <a:cubicBezTo>
                    <a:pt x="5132" y="18169"/>
                    <a:pt x="5191" y="18729"/>
                    <a:pt x="5251" y="19288"/>
                  </a:cubicBezTo>
                  <a:cubicBezTo>
                    <a:pt x="5263" y="19407"/>
                    <a:pt x="5311" y="19538"/>
                    <a:pt x="5358" y="19705"/>
                  </a:cubicBezTo>
                  <a:cubicBezTo>
                    <a:pt x="5406" y="19645"/>
                    <a:pt x="5418" y="19634"/>
                    <a:pt x="5418" y="19622"/>
                  </a:cubicBezTo>
                  <a:cubicBezTo>
                    <a:pt x="5227" y="18169"/>
                    <a:pt x="5239" y="16716"/>
                    <a:pt x="5132" y="15252"/>
                  </a:cubicBezTo>
                  <a:cubicBezTo>
                    <a:pt x="4941" y="12799"/>
                    <a:pt x="4477" y="10394"/>
                    <a:pt x="3751" y="8037"/>
                  </a:cubicBezTo>
                  <a:cubicBezTo>
                    <a:pt x="3501" y="7215"/>
                    <a:pt x="3203" y="6418"/>
                    <a:pt x="2822" y="5656"/>
                  </a:cubicBezTo>
                  <a:cubicBezTo>
                    <a:pt x="2489" y="4989"/>
                    <a:pt x="2155" y="4298"/>
                    <a:pt x="1810" y="3632"/>
                  </a:cubicBezTo>
                  <a:cubicBezTo>
                    <a:pt x="1429" y="2858"/>
                    <a:pt x="1024" y="2084"/>
                    <a:pt x="643" y="1310"/>
                  </a:cubicBezTo>
                  <a:cubicBezTo>
                    <a:pt x="477" y="988"/>
                    <a:pt x="358" y="631"/>
                    <a:pt x="227" y="298"/>
                  </a:cubicBezTo>
                  <a:cubicBezTo>
                    <a:pt x="179" y="191"/>
                    <a:pt x="108" y="95"/>
                    <a:pt x="6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77"/>
            <p:cNvSpPr/>
            <p:nvPr/>
          </p:nvSpPr>
          <p:spPr>
            <a:xfrm>
              <a:off x="2930425" y="2769225"/>
              <a:ext cx="173850" cy="448300"/>
            </a:xfrm>
            <a:custGeom>
              <a:avLst/>
              <a:gdLst/>
              <a:ahLst/>
              <a:cxnLst/>
              <a:rect l="l" t="t" r="r" b="b"/>
              <a:pathLst>
                <a:path w="6954" h="17932" extrusionOk="0">
                  <a:moveTo>
                    <a:pt x="0" y="0"/>
                  </a:moveTo>
                  <a:lnTo>
                    <a:pt x="0" y="0"/>
                  </a:lnTo>
                  <a:cubicBezTo>
                    <a:pt x="155" y="179"/>
                    <a:pt x="310" y="346"/>
                    <a:pt x="464" y="536"/>
                  </a:cubicBezTo>
                  <a:cubicBezTo>
                    <a:pt x="810" y="977"/>
                    <a:pt x="1143" y="1417"/>
                    <a:pt x="1476" y="1870"/>
                  </a:cubicBezTo>
                  <a:cubicBezTo>
                    <a:pt x="1905" y="2489"/>
                    <a:pt x="2310" y="3108"/>
                    <a:pt x="2727" y="3715"/>
                  </a:cubicBezTo>
                  <a:cubicBezTo>
                    <a:pt x="2989" y="4120"/>
                    <a:pt x="3262" y="4537"/>
                    <a:pt x="3512" y="4965"/>
                  </a:cubicBezTo>
                  <a:cubicBezTo>
                    <a:pt x="3870" y="5561"/>
                    <a:pt x="4215" y="6180"/>
                    <a:pt x="4536" y="6787"/>
                  </a:cubicBezTo>
                  <a:cubicBezTo>
                    <a:pt x="5763" y="9109"/>
                    <a:pt x="6560" y="11561"/>
                    <a:pt x="6775" y="14193"/>
                  </a:cubicBezTo>
                  <a:cubicBezTo>
                    <a:pt x="6858" y="15478"/>
                    <a:pt x="6691" y="16729"/>
                    <a:pt x="6132" y="17907"/>
                  </a:cubicBezTo>
                  <a:cubicBezTo>
                    <a:pt x="6120" y="17907"/>
                    <a:pt x="6132" y="17919"/>
                    <a:pt x="6144" y="17931"/>
                  </a:cubicBezTo>
                  <a:cubicBezTo>
                    <a:pt x="6203" y="17824"/>
                    <a:pt x="6287" y="17741"/>
                    <a:pt x="6346" y="17633"/>
                  </a:cubicBezTo>
                  <a:cubicBezTo>
                    <a:pt x="6691" y="16895"/>
                    <a:pt x="6846" y="16086"/>
                    <a:pt x="6894" y="15252"/>
                  </a:cubicBezTo>
                  <a:cubicBezTo>
                    <a:pt x="6953" y="13883"/>
                    <a:pt x="6763" y="12549"/>
                    <a:pt x="6382" y="11240"/>
                  </a:cubicBezTo>
                  <a:cubicBezTo>
                    <a:pt x="6144" y="10371"/>
                    <a:pt x="5870" y="9525"/>
                    <a:pt x="5572" y="8680"/>
                  </a:cubicBezTo>
                  <a:cubicBezTo>
                    <a:pt x="5370" y="8120"/>
                    <a:pt x="5108" y="7596"/>
                    <a:pt x="4822" y="7096"/>
                  </a:cubicBezTo>
                  <a:cubicBezTo>
                    <a:pt x="4358" y="6251"/>
                    <a:pt x="3905" y="5418"/>
                    <a:pt x="3405" y="4584"/>
                  </a:cubicBezTo>
                  <a:cubicBezTo>
                    <a:pt x="2989" y="3894"/>
                    <a:pt x="2512" y="3239"/>
                    <a:pt x="2084" y="2572"/>
                  </a:cubicBezTo>
                  <a:cubicBezTo>
                    <a:pt x="1893" y="2274"/>
                    <a:pt x="1679" y="1977"/>
                    <a:pt x="1488" y="1679"/>
                  </a:cubicBezTo>
                  <a:cubicBezTo>
                    <a:pt x="1084" y="1036"/>
                    <a:pt x="595" y="488"/>
                    <a:pt x="0"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77"/>
            <p:cNvSpPr/>
            <p:nvPr/>
          </p:nvSpPr>
          <p:spPr>
            <a:xfrm>
              <a:off x="2518450" y="3266300"/>
              <a:ext cx="333100" cy="122750"/>
            </a:xfrm>
            <a:custGeom>
              <a:avLst/>
              <a:gdLst/>
              <a:ahLst/>
              <a:cxnLst/>
              <a:rect l="l" t="t" r="r" b="b"/>
              <a:pathLst>
                <a:path w="13324" h="4910" extrusionOk="0">
                  <a:moveTo>
                    <a:pt x="13300" y="1"/>
                  </a:moveTo>
                  <a:cubicBezTo>
                    <a:pt x="12919" y="441"/>
                    <a:pt x="12562" y="917"/>
                    <a:pt x="12181" y="1370"/>
                  </a:cubicBezTo>
                  <a:cubicBezTo>
                    <a:pt x="11669" y="1953"/>
                    <a:pt x="11109" y="2465"/>
                    <a:pt x="10466" y="2870"/>
                  </a:cubicBezTo>
                  <a:cubicBezTo>
                    <a:pt x="9943" y="3215"/>
                    <a:pt x="9431" y="3573"/>
                    <a:pt x="8871" y="3823"/>
                  </a:cubicBezTo>
                  <a:cubicBezTo>
                    <a:pt x="7557" y="4431"/>
                    <a:pt x="6232" y="4762"/>
                    <a:pt x="4897" y="4762"/>
                  </a:cubicBezTo>
                  <a:cubicBezTo>
                    <a:pt x="3800" y="4762"/>
                    <a:pt x="2696" y="4539"/>
                    <a:pt x="1584" y="4061"/>
                  </a:cubicBezTo>
                  <a:cubicBezTo>
                    <a:pt x="941" y="3799"/>
                    <a:pt x="537" y="3263"/>
                    <a:pt x="275" y="2632"/>
                  </a:cubicBezTo>
                  <a:cubicBezTo>
                    <a:pt x="167" y="2382"/>
                    <a:pt x="96" y="2108"/>
                    <a:pt x="1" y="1834"/>
                  </a:cubicBezTo>
                  <a:lnTo>
                    <a:pt x="1" y="2025"/>
                  </a:lnTo>
                  <a:cubicBezTo>
                    <a:pt x="179" y="3144"/>
                    <a:pt x="810" y="3882"/>
                    <a:pt x="1846" y="4311"/>
                  </a:cubicBezTo>
                  <a:cubicBezTo>
                    <a:pt x="2847" y="4720"/>
                    <a:pt x="3853" y="4909"/>
                    <a:pt x="4865" y="4909"/>
                  </a:cubicBezTo>
                  <a:cubicBezTo>
                    <a:pt x="5768" y="4909"/>
                    <a:pt x="6675" y="4758"/>
                    <a:pt x="7585" y="4477"/>
                  </a:cubicBezTo>
                  <a:cubicBezTo>
                    <a:pt x="8180" y="4299"/>
                    <a:pt x="8752" y="4061"/>
                    <a:pt x="9311" y="3763"/>
                  </a:cubicBezTo>
                  <a:cubicBezTo>
                    <a:pt x="10978" y="2870"/>
                    <a:pt x="12312" y="1620"/>
                    <a:pt x="13324" y="13"/>
                  </a:cubicBezTo>
                  <a:cubicBezTo>
                    <a:pt x="13312" y="13"/>
                    <a:pt x="13300" y="1"/>
                    <a:pt x="13300"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77"/>
            <p:cNvSpPr/>
            <p:nvPr/>
          </p:nvSpPr>
          <p:spPr>
            <a:xfrm>
              <a:off x="2900350" y="2256350"/>
              <a:ext cx="125050" cy="323875"/>
            </a:xfrm>
            <a:custGeom>
              <a:avLst/>
              <a:gdLst/>
              <a:ahLst/>
              <a:cxnLst/>
              <a:rect l="l" t="t" r="r" b="b"/>
              <a:pathLst>
                <a:path w="5002" h="12955" extrusionOk="0">
                  <a:moveTo>
                    <a:pt x="2501" y="1"/>
                  </a:moveTo>
                  <a:cubicBezTo>
                    <a:pt x="2489" y="25"/>
                    <a:pt x="2489" y="49"/>
                    <a:pt x="2465" y="60"/>
                  </a:cubicBezTo>
                  <a:cubicBezTo>
                    <a:pt x="2513" y="96"/>
                    <a:pt x="2548" y="120"/>
                    <a:pt x="2584" y="132"/>
                  </a:cubicBezTo>
                  <a:cubicBezTo>
                    <a:pt x="3215" y="346"/>
                    <a:pt x="3644" y="751"/>
                    <a:pt x="3989" y="1311"/>
                  </a:cubicBezTo>
                  <a:cubicBezTo>
                    <a:pt x="4549" y="2251"/>
                    <a:pt x="4751" y="3287"/>
                    <a:pt x="4727" y="4359"/>
                  </a:cubicBezTo>
                  <a:cubicBezTo>
                    <a:pt x="4715" y="6954"/>
                    <a:pt x="3930" y="9276"/>
                    <a:pt x="2287" y="11300"/>
                  </a:cubicBezTo>
                  <a:cubicBezTo>
                    <a:pt x="1739" y="11990"/>
                    <a:pt x="1036" y="12491"/>
                    <a:pt x="239" y="12860"/>
                  </a:cubicBezTo>
                  <a:cubicBezTo>
                    <a:pt x="179" y="12895"/>
                    <a:pt x="84" y="12919"/>
                    <a:pt x="1" y="12955"/>
                  </a:cubicBezTo>
                  <a:cubicBezTo>
                    <a:pt x="596" y="12883"/>
                    <a:pt x="1072" y="12586"/>
                    <a:pt x="1513" y="12229"/>
                  </a:cubicBezTo>
                  <a:cubicBezTo>
                    <a:pt x="2870" y="11121"/>
                    <a:pt x="3691" y="9681"/>
                    <a:pt x="4251" y="8061"/>
                  </a:cubicBezTo>
                  <a:cubicBezTo>
                    <a:pt x="4775" y="6585"/>
                    <a:pt x="5001" y="5061"/>
                    <a:pt x="4811" y="3501"/>
                  </a:cubicBezTo>
                  <a:cubicBezTo>
                    <a:pt x="4703" y="2704"/>
                    <a:pt x="4513" y="1918"/>
                    <a:pt x="4061" y="1227"/>
                  </a:cubicBezTo>
                  <a:cubicBezTo>
                    <a:pt x="3751" y="751"/>
                    <a:pt x="3346" y="358"/>
                    <a:pt x="2822" y="120"/>
                  </a:cubicBezTo>
                  <a:cubicBezTo>
                    <a:pt x="2727" y="84"/>
                    <a:pt x="2608" y="49"/>
                    <a:pt x="2501"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77"/>
            <p:cNvSpPr/>
            <p:nvPr/>
          </p:nvSpPr>
          <p:spPr>
            <a:xfrm>
              <a:off x="2463400" y="2452800"/>
              <a:ext cx="308100" cy="160175"/>
            </a:xfrm>
            <a:custGeom>
              <a:avLst/>
              <a:gdLst/>
              <a:ahLst/>
              <a:cxnLst/>
              <a:rect l="l" t="t" r="r" b="b"/>
              <a:pathLst>
                <a:path w="12324" h="6407" extrusionOk="0">
                  <a:moveTo>
                    <a:pt x="12287" y="1"/>
                  </a:moveTo>
                  <a:cubicBezTo>
                    <a:pt x="12240" y="25"/>
                    <a:pt x="12192" y="37"/>
                    <a:pt x="12168" y="61"/>
                  </a:cubicBezTo>
                  <a:cubicBezTo>
                    <a:pt x="11716" y="465"/>
                    <a:pt x="11180" y="692"/>
                    <a:pt x="10632" y="882"/>
                  </a:cubicBezTo>
                  <a:cubicBezTo>
                    <a:pt x="9227" y="1394"/>
                    <a:pt x="7799" y="1846"/>
                    <a:pt x="6394" y="2347"/>
                  </a:cubicBezTo>
                  <a:cubicBezTo>
                    <a:pt x="5417" y="2680"/>
                    <a:pt x="4453" y="3025"/>
                    <a:pt x="3536" y="3501"/>
                  </a:cubicBezTo>
                  <a:cubicBezTo>
                    <a:pt x="3120" y="3728"/>
                    <a:pt x="2679" y="3918"/>
                    <a:pt x="2286" y="4156"/>
                  </a:cubicBezTo>
                  <a:cubicBezTo>
                    <a:pt x="1524" y="4621"/>
                    <a:pt x="834" y="5168"/>
                    <a:pt x="262" y="5859"/>
                  </a:cubicBezTo>
                  <a:cubicBezTo>
                    <a:pt x="60" y="6121"/>
                    <a:pt x="48" y="6157"/>
                    <a:pt x="0" y="6407"/>
                  </a:cubicBezTo>
                  <a:cubicBezTo>
                    <a:pt x="381" y="5871"/>
                    <a:pt x="834" y="5406"/>
                    <a:pt x="1334" y="4990"/>
                  </a:cubicBezTo>
                  <a:cubicBezTo>
                    <a:pt x="1774" y="4621"/>
                    <a:pt x="2262" y="4311"/>
                    <a:pt x="2774" y="4025"/>
                  </a:cubicBezTo>
                  <a:cubicBezTo>
                    <a:pt x="4144" y="3263"/>
                    <a:pt x="5596" y="2728"/>
                    <a:pt x="7084" y="2239"/>
                  </a:cubicBezTo>
                  <a:cubicBezTo>
                    <a:pt x="7977" y="1942"/>
                    <a:pt x="8894" y="1656"/>
                    <a:pt x="9787" y="1346"/>
                  </a:cubicBezTo>
                  <a:cubicBezTo>
                    <a:pt x="10537" y="1073"/>
                    <a:pt x="11287" y="775"/>
                    <a:pt x="11966" y="346"/>
                  </a:cubicBezTo>
                  <a:cubicBezTo>
                    <a:pt x="12109" y="263"/>
                    <a:pt x="12204" y="156"/>
                    <a:pt x="12323" y="61"/>
                  </a:cubicBezTo>
                  <a:cubicBezTo>
                    <a:pt x="12311" y="49"/>
                    <a:pt x="12299" y="25"/>
                    <a:pt x="12287"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77"/>
            <p:cNvSpPr/>
            <p:nvPr/>
          </p:nvSpPr>
          <p:spPr>
            <a:xfrm>
              <a:off x="2468750" y="2507575"/>
              <a:ext cx="320000" cy="120050"/>
            </a:xfrm>
            <a:custGeom>
              <a:avLst/>
              <a:gdLst/>
              <a:ahLst/>
              <a:cxnLst/>
              <a:rect l="l" t="t" r="r" b="b"/>
              <a:pathLst>
                <a:path w="12800" h="4802" extrusionOk="0">
                  <a:moveTo>
                    <a:pt x="12788" y="1"/>
                  </a:moveTo>
                  <a:cubicBezTo>
                    <a:pt x="12573" y="156"/>
                    <a:pt x="12383" y="286"/>
                    <a:pt x="12169" y="429"/>
                  </a:cubicBezTo>
                  <a:cubicBezTo>
                    <a:pt x="11859" y="644"/>
                    <a:pt x="11561" y="882"/>
                    <a:pt x="11240" y="1072"/>
                  </a:cubicBezTo>
                  <a:cubicBezTo>
                    <a:pt x="10621" y="1429"/>
                    <a:pt x="10014" y="1787"/>
                    <a:pt x="9394" y="2120"/>
                  </a:cubicBezTo>
                  <a:cubicBezTo>
                    <a:pt x="8763" y="2442"/>
                    <a:pt x="8109" y="2715"/>
                    <a:pt x="7489" y="3013"/>
                  </a:cubicBezTo>
                  <a:cubicBezTo>
                    <a:pt x="6323" y="3549"/>
                    <a:pt x="5120" y="3930"/>
                    <a:pt x="3882" y="4239"/>
                  </a:cubicBezTo>
                  <a:cubicBezTo>
                    <a:pt x="2989" y="4477"/>
                    <a:pt x="2096" y="4644"/>
                    <a:pt x="1179" y="4668"/>
                  </a:cubicBezTo>
                  <a:cubicBezTo>
                    <a:pt x="1062" y="4675"/>
                    <a:pt x="946" y="4677"/>
                    <a:pt x="829" y="4677"/>
                  </a:cubicBezTo>
                  <a:cubicBezTo>
                    <a:pt x="705" y="4677"/>
                    <a:pt x="582" y="4675"/>
                    <a:pt x="458" y="4675"/>
                  </a:cubicBezTo>
                  <a:cubicBezTo>
                    <a:pt x="305" y="4675"/>
                    <a:pt x="153" y="4678"/>
                    <a:pt x="0" y="4692"/>
                  </a:cubicBezTo>
                  <a:cubicBezTo>
                    <a:pt x="131" y="4716"/>
                    <a:pt x="262" y="4751"/>
                    <a:pt x="381" y="4763"/>
                  </a:cubicBezTo>
                  <a:cubicBezTo>
                    <a:pt x="600" y="4790"/>
                    <a:pt x="818" y="4802"/>
                    <a:pt x="1034" y="4802"/>
                  </a:cubicBezTo>
                  <a:cubicBezTo>
                    <a:pt x="1585" y="4802"/>
                    <a:pt x="2129" y="4726"/>
                    <a:pt x="2667" y="4632"/>
                  </a:cubicBezTo>
                  <a:cubicBezTo>
                    <a:pt x="3834" y="4418"/>
                    <a:pt x="4989" y="4096"/>
                    <a:pt x="6096" y="3692"/>
                  </a:cubicBezTo>
                  <a:cubicBezTo>
                    <a:pt x="6978" y="3382"/>
                    <a:pt x="7823" y="3037"/>
                    <a:pt x="8644" y="2596"/>
                  </a:cubicBezTo>
                  <a:cubicBezTo>
                    <a:pt x="9597" y="2084"/>
                    <a:pt x="10561" y="1584"/>
                    <a:pt x="11490" y="1025"/>
                  </a:cubicBezTo>
                  <a:cubicBezTo>
                    <a:pt x="11919" y="775"/>
                    <a:pt x="12288" y="453"/>
                    <a:pt x="12693" y="156"/>
                  </a:cubicBezTo>
                  <a:cubicBezTo>
                    <a:pt x="12728" y="120"/>
                    <a:pt x="12752" y="72"/>
                    <a:pt x="12788" y="48"/>
                  </a:cubicBezTo>
                  <a:cubicBezTo>
                    <a:pt x="12800" y="36"/>
                    <a:pt x="12788" y="13"/>
                    <a:pt x="12788"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77"/>
            <p:cNvSpPr/>
            <p:nvPr/>
          </p:nvSpPr>
          <p:spPr>
            <a:xfrm>
              <a:off x="2500900" y="2533775"/>
              <a:ext cx="302725" cy="107525"/>
            </a:xfrm>
            <a:custGeom>
              <a:avLst/>
              <a:gdLst/>
              <a:ahLst/>
              <a:cxnLst/>
              <a:rect l="l" t="t" r="r" b="b"/>
              <a:pathLst>
                <a:path w="12109" h="4301" extrusionOk="0">
                  <a:moveTo>
                    <a:pt x="12073" y="0"/>
                  </a:moveTo>
                  <a:cubicBezTo>
                    <a:pt x="12038" y="12"/>
                    <a:pt x="11990" y="36"/>
                    <a:pt x="11942" y="60"/>
                  </a:cubicBezTo>
                  <a:cubicBezTo>
                    <a:pt x="11502" y="358"/>
                    <a:pt x="11049" y="667"/>
                    <a:pt x="10585" y="953"/>
                  </a:cubicBezTo>
                  <a:cubicBezTo>
                    <a:pt x="9978" y="1322"/>
                    <a:pt x="9371" y="1679"/>
                    <a:pt x="8728" y="2001"/>
                  </a:cubicBezTo>
                  <a:cubicBezTo>
                    <a:pt x="8097" y="2322"/>
                    <a:pt x="7466" y="2596"/>
                    <a:pt x="6811" y="2870"/>
                  </a:cubicBezTo>
                  <a:cubicBezTo>
                    <a:pt x="6192" y="3108"/>
                    <a:pt x="5572" y="3346"/>
                    <a:pt x="4930" y="3513"/>
                  </a:cubicBezTo>
                  <a:cubicBezTo>
                    <a:pt x="3977" y="3751"/>
                    <a:pt x="3013" y="3953"/>
                    <a:pt x="2048" y="4120"/>
                  </a:cubicBezTo>
                  <a:cubicBezTo>
                    <a:pt x="1512" y="4203"/>
                    <a:pt x="941" y="4191"/>
                    <a:pt x="393" y="4227"/>
                  </a:cubicBezTo>
                  <a:lnTo>
                    <a:pt x="0" y="4227"/>
                  </a:lnTo>
                  <a:lnTo>
                    <a:pt x="12" y="4251"/>
                  </a:lnTo>
                  <a:cubicBezTo>
                    <a:pt x="227" y="4263"/>
                    <a:pt x="465" y="4287"/>
                    <a:pt x="691" y="4299"/>
                  </a:cubicBezTo>
                  <a:cubicBezTo>
                    <a:pt x="747" y="4300"/>
                    <a:pt x="803" y="4300"/>
                    <a:pt x="859" y="4300"/>
                  </a:cubicBezTo>
                  <a:cubicBezTo>
                    <a:pt x="2062" y="4300"/>
                    <a:pt x="3233" y="4060"/>
                    <a:pt x="4394" y="3787"/>
                  </a:cubicBezTo>
                  <a:cubicBezTo>
                    <a:pt x="5406" y="3549"/>
                    <a:pt x="6382" y="3168"/>
                    <a:pt x="7335" y="2775"/>
                  </a:cubicBezTo>
                  <a:cubicBezTo>
                    <a:pt x="8251" y="2406"/>
                    <a:pt x="9144" y="1989"/>
                    <a:pt x="9990" y="1465"/>
                  </a:cubicBezTo>
                  <a:cubicBezTo>
                    <a:pt x="10609" y="1096"/>
                    <a:pt x="11216" y="691"/>
                    <a:pt x="11823" y="298"/>
                  </a:cubicBezTo>
                  <a:cubicBezTo>
                    <a:pt x="11930" y="215"/>
                    <a:pt x="12014" y="120"/>
                    <a:pt x="12109" y="36"/>
                  </a:cubicBezTo>
                  <a:cubicBezTo>
                    <a:pt x="12097" y="24"/>
                    <a:pt x="12073" y="12"/>
                    <a:pt x="120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77"/>
            <p:cNvSpPr/>
            <p:nvPr/>
          </p:nvSpPr>
          <p:spPr>
            <a:xfrm>
              <a:off x="2533350" y="2425725"/>
              <a:ext cx="231900" cy="84550"/>
            </a:xfrm>
            <a:custGeom>
              <a:avLst/>
              <a:gdLst/>
              <a:ahLst/>
              <a:cxnLst/>
              <a:rect l="l" t="t" r="r" b="b"/>
              <a:pathLst>
                <a:path w="9276" h="3382" extrusionOk="0">
                  <a:moveTo>
                    <a:pt x="9275" y="1"/>
                  </a:moveTo>
                  <a:lnTo>
                    <a:pt x="9275" y="1"/>
                  </a:lnTo>
                  <a:cubicBezTo>
                    <a:pt x="8263" y="108"/>
                    <a:pt x="7239" y="155"/>
                    <a:pt x="6251" y="417"/>
                  </a:cubicBezTo>
                  <a:cubicBezTo>
                    <a:pt x="5358" y="667"/>
                    <a:pt x="4465" y="893"/>
                    <a:pt x="3596" y="1179"/>
                  </a:cubicBezTo>
                  <a:cubicBezTo>
                    <a:pt x="2727" y="1465"/>
                    <a:pt x="1905" y="1858"/>
                    <a:pt x="1179" y="2429"/>
                  </a:cubicBezTo>
                  <a:cubicBezTo>
                    <a:pt x="774" y="2739"/>
                    <a:pt x="381" y="3037"/>
                    <a:pt x="0" y="3382"/>
                  </a:cubicBezTo>
                  <a:lnTo>
                    <a:pt x="941" y="2751"/>
                  </a:lnTo>
                  <a:cubicBezTo>
                    <a:pt x="1512" y="2358"/>
                    <a:pt x="2072" y="1953"/>
                    <a:pt x="2715" y="1679"/>
                  </a:cubicBezTo>
                  <a:cubicBezTo>
                    <a:pt x="4560" y="905"/>
                    <a:pt x="6465" y="405"/>
                    <a:pt x="8454" y="191"/>
                  </a:cubicBezTo>
                  <a:cubicBezTo>
                    <a:pt x="8739" y="179"/>
                    <a:pt x="9025" y="155"/>
                    <a:pt x="927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77"/>
            <p:cNvSpPr/>
            <p:nvPr/>
          </p:nvSpPr>
          <p:spPr>
            <a:xfrm>
              <a:off x="2220800" y="3513650"/>
              <a:ext cx="168500" cy="165525"/>
            </a:xfrm>
            <a:custGeom>
              <a:avLst/>
              <a:gdLst/>
              <a:ahLst/>
              <a:cxnLst/>
              <a:rect l="l" t="t" r="r" b="b"/>
              <a:pathLst>
                <a:path w="6740" h="6621" extrusionOk="0">
                  <a:moveTo>
                    <a:pt x="6739" y="1"/>
                  </a:moveTo>
                  <a:lnTo>
                    <a:pt x="6739" y="1"/>
                  </a:lnTo>
                  <a:cubicBezTo>
                    <a:pt x="6489" y="36"/>
                    <a:pt x="6347" y="191"/>
                    <a:pt x="6204" y="334"/>
                  </a:cubicBezTo>
                  <a:cubicBezTo>
                    <a:pt x="5287" y="1203"/>
                    <a:pt x="4358" y="2072"/>
                    <a:pt x="3465" y="2977"/>
                  </a:cubicBezTo>
                  <a:cubicBezTo>
                    <a:pt x="2382" y="4085"/>
                    <a:pt x="1310" y="5228"/>
                    <a:pt x="239" y="6359"/>
                  </a:cubicBezTo>
                  <a:cubicBezTo>
                    <a:pt x="155" y="6442"/>
                    <a:pt x="84" y="6537"/>
                    <a:pt x="1" y="6621"/>
                  </a:cubicBezTo>
                  <a:cubicBezTo>
                    <a:pt x="2263" y="4430"/>
                    <a:pt x="4358" y="2120"/>
                    <a:pt x="6739"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77"/>
            <p:cNvSpPr/>
            <p:nvPr/>
          </p:nvSpPr>
          <p:spPr>
            <a:xfrm>
              <a:off x="2333025" y="2696525"/>
              <a:ext cx="210750" cy="68550"/>
            </a:xfrm>
            <a:custGeom>
              <a:avLst/>
              <a:gdLst/>
              <a:ahLst/>
              <a:cxnLst/>
              <a:rect l="l" t="t" r="r" b="b"/>
              <a:pathLst>
                <a:path w="8430" h="2742" extrusionOk="0">
                  <a:moveTo>
                    <a:pt x="73" y="0"/>
                  </a:moveTo>
                  <a:cubicBezTo>
                    <a:pt x="49" y="0"/>
                    <a:pt x="25" y="1"/>
                    <a:pt x="0" y="3"/>
                  </a:cubicBezTo>
                  <a:cubicBezTo>
                    <a:pt x="298" y="110"/>
                    <a:pt x="596" y="229"/>
                    <a:pt x="905" y="313"/>
                  </a:cubicBezTo>
                  <a:cubicBezTo>
                    <a:pt x="2381" y="765"/>
                    <a:pt x="3846" y="1206"/>
                    <a:pt x="5322" y="1670"/>
                  </a:cubicBezTo>
                  <a:cubicBezTo>
                    <a:pt x="6322" y="1980"/>
                    <a:pt x="7287" y="2361"/>
                    <a:pt x="8275" y="2694"/>
                  </a:cubicBezTo>
                  <a:lnTo>
                    <a:pt x="8406" y="2742"/>
                  </a:lnTo>
                  <a:cubicBezTo>
                    <a:pt x="8406" y="2730"/>
                    <a:pt x="8418" y="2694"/>
                    <a:pt x="8430" y="2682"/>
                  </a:cubicBezTo>
                  <a:cubicBezTo>
                    <a:pt x="8037" y="2444"/>
                    <a:pt x="7596" y="2265"/>
                    <a:pt x="7156" y="2122"/>
                  </a:cubicBezTo>
                  <a:cubicBezTo>
                    <a:pt x="6215" y="1825"/>
                    <a:pt x="5263" y="1527"/>
                    <a:pt x="4310" y="1241"/>
                  </a:cubicBezTo>
                  <a:cubicBezTo>
                    <a:pt x="3012" y="849"/>
                    <a:pt x="1703" y="468"/>
                    <a:pt x="405" y="63"/>
                  </a:cubicBezTo>
                  <a:cubicBezTo>
                    <a:pt x="297" y="23"/>
                    <a:pt x="188" y="0"/>
                    <a:pt x="73" y="0"/>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77"/>
            <p:cNvSpPr/>
            <p:nvPr/>
          </p:nvSpPr>
          <p:spPr>
            <a:xfrm>
              <a:off x="2975950" y="2335825"/>
              <a:ext cx="67300" cy="192025"/>
            </a:xfrm>
            <a:custGeom>
              <a:avLst/>
              <a:gdLst/>
              <a:ahLst/>
              <a:cxnLst/>
              <a:rect l="l" t="t" r="r" b="b"/>
              <a:pathLst>
                <a:path w="2692" h="7681" extrusionOk="0">
                  <a:moveTo>
                    <a:pt x="2025" y="1"/>
                  </a:moveTo>
                  <a:lnTo>
                    <a:pt x="2025" y="1"/>
                  </a:lnTo>
                  <a:cubicBezTo>
                    <a:pt x="2382" y="2811"/>
                    <a:pt x="1668" y="5335"/>
                    <a:pt x="1" y="7680"/>
                  </a:cubicBezTo>
                  <a:cubicBezTo>
                    <a:pt x="1513" y="6466"/>
                    <a:pt x="2692" y="1977"/>
                    <a:pt x="2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77"/>
            <p:cNvSpPr/>
            <p:nvPr/>
          </p:nvSpPr>
          <p:spPr>
            <a:xfrm>
              <a:off x="2611925" y="3301125"/>
              <a:ext cx="200650" cy="78875"/>
            </a:xfrm>
            <a:custGeom>
              <a:avLst/>
              <a:gdLst/>
              <a:ahLst/>
              <a:cxnLst/>
              <a:rect l="l" t="t" r="r" b="b"/>
              <a:pathLst>
                <a:path w="8026" h="3155" extrusionOk="0">
                  <a:moveTo>
                    <a:pt x="8025" y="1"/>
                  </a:moveTo>
                  <a:lnTo>
                    <a:pt x="8025" y="1"/>
                  </a:lnTo>
                  <a:cubicBezTo>
                    <a:pt x="5974" y="2063"/>
                    <a:pt x="3534" y="3104"/>
                    <a:pt x="686" y="3104"/>
                  </a:cubicBezTo>
                  <a:cubicBezTo>
                    <a:pt x="460" y="3104"/>
                    <a:pt x="232" y="3098"/>
                    <a:pt x="0" y="3084"/>
                  </a:cubicBezTo>
                  <a:lnTo>
                    <a:pt x="0" y="3084"/>
                  </a:lnTo>
                  <a:cubicBezTo>
                    <a:pt x="371" y="3132"/>
                    <a:pt x="739" y="3155"/>
                    <a:pt x="1104" y="3155"/>
                  </a:cubicBezTo>
                  <a:cubicBezTo>
                    <a:pt x="2217" y="3155"/>
                    <a:pt x="3306" y="2940"/>
                    <a:pt x="4382" y="2537"/>
                  </a:cubicBezTo>
                  <a:cubicBezTo>
                    <a:pt x="5787" y="1989"/>
                    <a:pt x="7013" y="1168"/>
                    <a:pt x="8025"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77"/>
            <p:cNvSpPr/>
            <p:nvPr/>
          </p:nvSpPr>
          <p:spPr>
            <a:xfrm>
              <a:off x="2266950" y="3565750"/>
              <a:ext cx="77400" cy="81575"/>
            </a:xfrm>
            <a:custGeom>
              <a:avLst/>
              <a:gdLst/>
              <a:ahLst/>
              <a:cxnLst/>
              <a:rect l="l" t="t" r="r" b="b"/>
              <a:pathLst>
                <a:path w="3096" h="3263" extrusionOk="0">
                  <a:moveTo>
                    <a:pt x="3060" y="0"/>
                  </a:moveTo>
                  <a:cubicBezTo>
                    <a:pt x="1965" y="1000"/>
                    <a:pt x="1000" y="2120"/>
                    <a:pt x="0" y="3215"/>
                  </a:cubicBezTo>
                  <a:cubicBezTo>
                    <a:pt x="24" y="3215"/>
                    <a:pt x="36" y="3227"/>
                    <a:pt x="48" y="3263"/>
                  </a:cubicBezTo>
                  <a:cubicBezTo>
                    <a:pt x="1060" y="2191"/>
                    <a:pt x="2072" y="1120"/>
                    <a:pt x="3096" y="48"/>
                  </a:cubicBezTo>
                  <a:lnTo>
                    <a:pt x="3060" y="0"/>
                  </a:ln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92" name="Google Shape;1592;p77"/>
          <p:cNvPicPr preferRelativeResize="0"/>
          <p:nvPr/>
        </p:nvPicPr>
        <p:blipFill rotWithShape="1">
          <a:blip r:embed="rId7">
            <a:alphaModFix/>
          </a:blip>
          <a:srcRect l="28680" t="19555" r="23804" b="32703"/>
          <a:stretch/>
        </p:blipFill>
        <p:spPr>
          <a:xfrm rot="-2342612">
            <a:off x="146498" y="2567909"/>
            <a:ext cx="1287878" cy="727829"/>
          </a:xfrm>
          <a:prstGeom prst="rect">
            <a:avLst/>
          </a:prstGeom>
          <a:noFill/>
          <a:ln>
            <a:noFill/>
          </a:ln>
        </p:spPr>
      </p:pic>
      <p:sp>
        <p:nvSpPr>
          <p:cNvPr id="1593" name="Google Shape;1593;p77"/>
          <p:cNvSpPr/>
          <p:nvPr/>
        </p:nvSpPr>
        <p:spPr>
          <a:xfrm>
            <a:off x="214488" y="-316274"/>
            <a:ext cx="477279" cy="5796145"/>
          </a:xfrm>
          <a:custGeom>
            <a:avLst/>
            <a:gdLst/>
            <a:ahLst/>
            <a:cxnLst/>
            <a:rect l="l" t="t" r="r" b="b"/>
            <a:pathLst>
              <a:path w="7860" h="95453" extrusionOk="0">
                <a:moveTo>
                  <a:pt x="3582" y="28084"/>
                </a:moveTo>
                <a:cubicBezTo>
                  <a:pt x="3748" y="28084"/>
                  <a:pt x="3914" y="28121"/>
                  <a:pt x="4037" y="28254"/>
                </a:cubicBezTo>
                <a:cubicBezTo>
                  <a:pt x="4049" y="28265"/>
                  <a:pt x="4061" y="28301"/>
                  <a:pt x="4061" y="28313"/>
                </a:cubicBezTo>
                <a:cubicBezTo>
                  <a:pt x="4120" y="28361"/>
                  <a:pt x="4132" y="28432"/>
                  <a:pt x="4132" y="28504"/>
                </a:cubicBezTo>
                <a:cubicBezTo>
                  <a:pt x="4156" y="28599"/>
                  <a:pt x="4132" y="28682"/>
                  <a:pt x="4120" y="28754"/>
                </a:cubicBezTo>
                <a:cubicBezTo>
                  <a:pt x="4025" y="29182"/>
                  <a:pt x="3728" y="29575"/>
                  <a:pt x="3454" y="29920"/>
                </a:cubicBezTo>
                <a:cubicBezTo>
                  <a:pt x="2966" y="30540"/>
                  <a:pt x="2335" y="31075"/>
                  <a:pt x="1620" y="31409"/>
                </a:cubicBezTo>
                <a:cubicBezTo>
                  <a:pt x="1471" y="31483"/>
                  <a:pt x="1249" y="31573"/>
                  <a:pt x="1045" y="31573"/>
                </a:cubicBezTo>
                <a:cubicBezTo>
                  <a:pt x="891" y="31573"/>
                  <a:pt x="748" y="31522"/>
                  <a:pt x="656" y="31373"/>
                </a:cubicBezTo>
                <a:cubicBezTo>
                  <a:pt x="549" y="31218"/>
                  <a:pt x="584" y="30980"/>
                  <a:pt x="632" y="30802"/>
                </a:cubicBezTo>
                <a:cubicBezTo>
                  <a:pt x="644" y="30706"/>
                  <a:pt x="691" y="30635"/>
                  <a:pt x="715" y="30563"/>
                </a:cubicBezTo>
                <a:cubicBezTo>
                  <a:pt x="846" y="30004"/>
                  <a:pt x="1180" y="29504"/>
                  <a:pt x="1549" y="29099"/>
                </a:cubicBezTo>
                <a:cubicBezTo>
                  <a:pt x="2049" y="28563"/>
                  <a:pt x="2751" y="28135"/>
                  <a:pt x="3501" y="28087"/>
                </a:cubicBezTo>
                <a:cubicBezTo>
                  <a:pt x="3528" y="28085"/>
                  <a:pt x="3555" y="28084"/>
                  <a:pt x="3582" y="28084"/>
                </a:cubicBezTo>
                <a:close/>
                <a:moveTo>
                  <a:pt x="4752" y="0"/>
                </a:moveTo>
                <a:cubicBezTo>
                  <a:pt x="3799" y="893"/>
                  <a:pt x="3085" y="1953"/>
                  <a:pt x="2442" y="3084"/>
                </a:cubicBezTo>
                <a:cubicBezTo>
                  <a:pt x="2311" y="3143"/>
                  <a:pt x="2251" y="3250"/>
                  <a:pt x="2204" y="3381"/>
                </a:cubicBezTo>
                <a:cubicBezTo>
                  <a:pt x="2120" y="3727"/>
                  <a:pt x="1882" y="3989"/>
                  <a:pt x="1715" y="4298"/>
                </a:cubicBezTo>
                <a:cubicBezTo>
                  <a:pt x="1084" y="5525"/>
                  <a:pt x="608" y="6787"/>
                  <a:pt x="525" y="8156"/>
                </a:cubicBezTo>
                <a:cubicBezTo>
                  <a:pt x="418" y="9775"/>
                  <a:pt x="1013" y="11192"/>
                  <a:pt x="1834" y="12537"/>
                </a:cubicBezTo>
                <a:cubicBezTo>
                  <a:pt x="3037" y="14538"/>
                  <a:pt x="4275" y="16538"/>
                  <a:pt x="5133" y="18740"/>
                </a:cubicBezTo>
                <a:cubicBezTo>
                  <a:pt x="5573" y="19860"/>
                  <a:pt x="5906" y="21003"/>
                  <a:pt x="5990" y="22205"/>
                </a:cubicBezTo>
                <a:cubicBezTo>
                  <a:pt x="6061" y="22717"/>
                  <a:pt x="6061" y="23217"/>
                  <a:pt x="5990" y="23729"/>
                </a:cubicBezTo>
                <a:cubicBezTo>
                  <a:pt x="6025" y="23979"/>
                  <a:pt x="5930" y="24217"/>
                  <a:pt x="5895" y="24455"/>
                </a:cubicBezTo>
                <a:cubicBezTo>
                  <a:pt x="5775" y="25551"/>
                  <a:pt x="5430" y="26587"/>
                  <a:pt x="4978" y="27575"/>
                </a:cubicBezTo>
                <a:cubicBezTo>
                  <a:pt x="4902" y="27727"/>
                  <a:pt x="4826" y="27801"/>
                  <a:pt x="4719" y="27801"/>
                </a:cubicBezTo>
                <a:cubicBezTo>
                  <a:pt x="4658" y="27801"/>
                  <a:pt x="4588" y="27777"/>
                  <a:pt x="4501" y="27730"/>
                </a:cubicBezTo>
                <a:cubicBezTo>
                  <a:pt x="4183" y="27544"/>
                  <a:pt x="3851" y="27479"/>
                  <a:pt x="3507" y="27479"/>
                </a:cubicBezTo>
                <a:cubicBezTo>
                  <a:pt x="3299" y="27479"/>
                  <a:pt x="3086" y="27503"/>
                  <a:pt x="2870" y="27539"/>
                </a:cubicBezTo>
                <a:cubicBezTo>
                  <a:pt x="1418" y="27789"/>
                  <a:pt x="96" y="29480"/>
                  <a:pt x="49" y="30932"/>
                </a:cubicBezTo>
                <a:cubicBezTo>
                  <a:pt x="1" y="31123"/>
                  <a:pt x="1" y="31325"/>
                  <a:pt x="49" y="31540"/>
                </a:cubicBezTo>
                <a:cubicBezTo>
                  <a:pt x="188" y="32078"/>
                  <a:pt x="478" y="32357"/>
                  <a:pt x="918" y="32357"/>
                </a:cubicBezTo>
                <a:cubicBezTo>
                  <a:pt x="1003" y="32357"/>
                  <a:pt x="1095" y="32347"/>
                  <a:pt x="1192" y="32325"/>
                </a:cubicBezTo>
                <a:cubicBezTo>
                  <a:pt x="1501" y="32254"/>
                  <a:pt x="1799" y="32147"/>
                  <a:pt x="2085" y="31968"/>
                </a:cubicBezTo>
                <a:cubicBezTo>
                  <a:pt x="3216" y="31242"/>
                  <a:pt x="3990" y="30170"/>
                  <a:pt x="4740" y="29087"/>
                </a:cubicBezTo>
                <a:cubicBezTo>
                  <a:pt x="4864" y="28907"/>
                  <a:pt x="4962" y="28811"/>
                  <a:pt x="5066" y="28811"/>
                </a:cubicBezTo>
                <a:cubicBezTo>
                  <a:pt x="5162" y="28811"/>
                  <a:pt x="5263" y="28892"/>
                  <a:pt x="5394" y="29063"/>
                </a:cubicBezTo>
                <a:cubicBezTo>
                  <a:pt x="5704" y="29480"/>
                  <a:pt x="6025" y="29885"/>
                  <a:pt x="6264" y="30361"/>
                </a:cubicBezTo>
                <a:cubicBezTo>
                  <a:pt x="6764" y="31373"/>
                  <a:pt x="7180" y="32421"/>
                  <a:pt x="7240" y="33564"/>
                </a:cubicBezTo>
                <a:cubicBezTo>
                  <a:pt x="7299" y="33945"/>
                  <a:pt x="7311" y="34338"/>
                  <a:pt x="7240" y="34719"/>
                </a:cubicBezTo>
                <a:cubicBezTo>
                  <a:pt x="7240" y="35540"/>
                  <a:pt x="7026" y="36314"/>
                  <a:pt x="6764" y="37076"/>
                </a:cubicBezTo>
                <a:cubicBezTo>
                  <a:pt x="6299" y="38445"/>
                  <a:pt x="5537" y="39695"/>
                  <a:pt x="5002" y="41029"/>
                </a:cubicBezTo>
                <a:cubicBezTo>
                  <a:pt x="4466" y="42374"/>
                  <a:pt x="3847" y="43684"/>
                  <a:pt x="3454" y="45077"/>
                </a:cubicBezTo>
                <a:cubicBezTo>
                  <a:pt x="2906" y="47006"/>
                  <a:pt x="2442" y="48935"/>
                  <a:pt x="1894" y="50852"/>
                </a:cubicBezTo>
                <a:cubicBezTo>
                  <a:pt x="1263" y="53078"/>
                  <a:pt x="846" y="55316"/>
                  <a:pt x="703" y="57626"/>
                </a:cubicBezTo>
                <a:cubicBezTo>
                  <a:pt x="632" y="57793"/>
                  <a:pt x="727" y="57995"/>
                  <a:pt x="632" y="58162"/>
                </a:cubicBezTo>
                <a:cubicBezTo>
                  <a:pt x="608" y="59269"/>
                  <a:pt x="549" y="60365"/>
                  <a:pt x="894" y="61424"/>
                </a:cubicBezTo>
                <a:cubicBezTo>
                  <a:pt x="1251" y="62544"/>
                  <a:pt x="1775" y="63532"/>
                  <a:pt x="3108" y="63734"/>
                </a:cubicBezTo>
                <a:cubicBezTo>
                  <a:pt x="3142" y="63738"/>
                  <a:pt x="3176" y="63739"/>
                  <a:pt x="3210" y="63739"/>
                </a:cubicBezTo>
                <a:cubicBezTo>
                  <a:pt x="3411" y="63739"/>
                  <a:pt x="3605" y="63686"/>
                  <a:pt x="3799" y="63686"/>
                </a:cubicBezTo>
                <a:cubicBezTo>
                  <a:pt x="4061" y="63686"/>
                  <a:pt x="4120" y="63758"/>
                  <a:pt x="4037" y="64008"/>
                </a:cubicBezTo>
                <a:cubicBezTo>
                  <a:pt x="3228" y="66068"/>
                  <a:pt x="2894" y="68223"/>
                  <a:pt x="2727" y="70402"/>
                </a:cubicBezTo>
                <a:cubicBezTo>
                  <a:pt x="2656" y="70533"/>
                  <a:pt x="2739" y="70711"/>
                  <a:pt x="2656" y="70842"/>
                </a:cubicBezTo>
                <a:lnTo>
                  <a:pt x="2656" y="72688"/>
                </a:lnTo>
                <a:cubicBezTo>
                  <a:pt x="2632" y="73890"/>
                  <a:pt x="2727" y="75069"/>
                  <a:pt x="3085" y="76236"/>
                </a:cubicBezTo>
                <a:cubicBezTo>
                  <a:pt x="3382" y="77212"/>
                  <a:pt x="3870" y="78105"/>
                  <a:pt x="4275" y="79046"/>
                </a:cubicBezTo>
                <a:cubicBezTo>
                  <a:pt x="4775" y="80260"/>
                  <a:pt x="5228" y="81486"/>
                  <a:pt x="5299" y="82808"/>
                </a:cubicBezTo>
                <a:cubicBezTo>
                  <a:pt x="5406" y="84749"/>
                  <a:pt x="4775" y="86511"/>
                  <a:pt x="4025" y="88261"/>
                </a:cubicBezTo>
                <a:cubicBezTo>
                  <a:pt x="3335" y="89809"/>
                  <a:pt x="2477" y="91261"/>
                  <a:pt x="1501" y="92642"/>
                </a:cubicBezTo>
                <a:cubicBezTo>
                  <a:pt x="1072" y="93273"/>
                  <a:pt x="763" y="93976"/>
                  <a:pt x="715" y="94762"/>
                </a:cubicBezTo>
                <a:cubicBezTo>
                  <a:pt x="703" y="95107"/>
                  <a:pt x="822" y="95321"/>
                  <a:pt x="1144" y="95417"/>
                </a:cubicBezTo>
                <a:cubicBezTo>
                  <a:pt x="1221" y="95440"/>
                  <a:pt x="1293" y="95452"/>
                  <a:pt x="1364" y="95452"/>
                </a:cubicBezTo>
                <a:cubicBezTo>
                  <a:pt x="1436" y="95452"/>
                  <a:pt x="1507" y="95440"/>
                  <a:pt x="1584" y="95417"/>
                </a:cubicBezTo>
                <a:cubicBezTo>
                  <a:pt x="1775" y="95369"/>
                  <a:pt x="1977" y="95345"/>
                  <a:pt x="2180" y="95298"/>
                </a:cubicBezTo>
                <a:cubicBezTo>
                  <a:pt x="2323" y="95250"/>
                  <a:pt x="2382" y="95131"/>
                  <a:pt x="2358" y="94988"/>
                </a:cubicBezTo>
                <a:cubicBezTo>
                  <a:pt x="2323" y="94845"/>
                  <a:pt x="2239" y="94786"/>
                  <a:pt x="2096" y="94774"/>
                </a:cubicBezTo>
                <a:cubicBezTo>
                  <a:pt x="2009" y="94774"/>
                  <a:pt x="1922" y="94768"/>
                  <a:pt x="1834" y="94768"/>
                </a:cubicBezTo>
                <a:cubicBezTo>
                  <a:pt x="1791" y="94768"/>
                  <a:pt x="1747" y="94770"/>
                  <a:pt x="1704" y="94774"/>
                </a:cubicBezTo>
                <a:cubicBezTo>
                  <a:pt x="1652" y="94780"/>
                  <a:pt x="1606" y="94783"/>
                  <a:pt x="1564" y="94783"/>
                </a:cubicBezTo>
                <a:cubicBezTo>
                  <a:pt x="1364" y="94783"/>
                  <a:pt x="1281" y="94698"/>
                  <a:pt x="1370" y="94393"/>
                </a:cubicBezTo>
                <a:cubicBezTo>
                  <a:pt x="1501" y="93869"/>
                  <a:pt x="1727" y="93393"/>
                  <a:pt x="2013" y="92964"/>
                </a:cubicBezTo>
                <a:cubicBezTo>
                  <a:pt x="2954" y="91571"/>
                  <a:pt x="3811" y="90166"/>
                  <a:pt x="4501" y="88630"/>
                </a:cubicBezTo>
                <a:cubicBezTo>
                  <a:pt x="5180" y="87070"/>
                  <a:pt x="5644" y="85439"/>
                  <a:pt x="5811" y="83748"/>
                </a:cubicBezTo>
                <a:cubicBezTo>
                  <a:pt x="5847" y="83463"/>
                  <a:pt x="5847" y="83165"/>
                  <a:pt x="5811" y="82879"/>
                </a:cubicBezTo>
                <a:cubicBezTo>
                  <a:pt x="5728" y="81379"/>
                  <a:pt x="5240" y="80010"/>
                  <a:pt x="4644" y="78641"/>
                </a:cubicBezTo>
                <a:cubicBezTo>
                  <a:pt x="4204" y="77629"/>
                  <a:pt x="3680" y="76652"/>
                  <a:pt x="3406" y="75557"/>
                </a:cubicBezTo>
                <a:cubicBezTo>
                  <a:pt x="3025" y="74009"/>
                  <a:pt x="3156" y="72449"/>
                  <a:pt x="3156" y="70890"/>
                </a:cubicBezTo>
                <a:cubicBezTo>
                  <a:pt x="3228" y="70759"/>
                  <a:pt x="3132" y="70580"/>
                  <a:pt x="3228" y="70437"/>
                </a:cubicBezTo>
                <a:cubicBezTo>
                  <a:pt x="3216" y="69866"/>
                  <a:pt x="3335" y="69282"/>
                  <a:pt x="3406" y="68699"/>
                </a:cubicBezTo>
                <a:cubicBezTo>
                  <a:pt x="3573" y="67306"/>
                  <a:pt x="3859" y="65949"/>
                  <a:pt x="4323" y="64627"/>
                </a:cubicBezTo>
                <a:cubicBezTo>
                  <a:pt x="4561" y="63925"/>
                  <a:pt x="4835" y="63294"/>
                  <a:pt x="5633" y="62913"/>
                </a:cubicBezTo>
                <a:cubicBezTo>
                  <a:pt x="6406" y="62544"/>
                  <a:pt x="6942" y="61805"/>
                  <a:pt x="7276" y="60996"/>
                </a:cubicBezTo>
                <a:cubicBezTo>
                  <a:pt x="7419" y="60662"/>
                  <a:pt x="7716" y="60293"/>
                  <a:pt x="7276" y="59960"/>
                </a:cubicBezTo>
                <a:cubicBezTo>
                  <a:pt x="7198" y="59900"/>
                  <a:pt x="7109" y="59870"/>
                  <a:pt x="7012" y="59870"/>
                </a:cubicBezTo>
                <a:cubicBezTo>
                  <a:pt x="6782" y="59870"/>
                  <a:pt x="6508" y="60038"/>
                  <a:pt x="6240" y="60365"/>
                </a:cubicBezTo>
                <a:cubicBezTo>
                  <a:pt x="5644" y="61079"/>
                  <a:pt x="5037" y="61793"/>
                  <a:pt x="4644" y="62639"/>
                </a:cubicBezTo>
                <a:cubicBezTo>
                  <a:pt x="4561" y="62817"/>
                  <a:pt x="4442" y="62924"/>
                  <a:pt x="4228" y="62996"/>
                </a:cubicBezTo>
                <a:cubicBezTo>
                  <a:pt x="3936" y="63090"/>
                  <a:pt x="3660" y="63137"/>
                  <a:pt x="3402" y="63137"/>
                </a:cubicBezTo>
                <a:cubicBezTo>
                  <a:pt x="2554" y="63137"/>
                  <a:pt x="1902" y="62635"/>
                  <a:pt x="1537" y="61686"/>
                </a:cubicBezTo>
                <a:cubicBezTo>
                  <a:pt x="1120" y="60591"/>
                  <a:pt x="1084" y="59448"/>
                  <a:pt x="1132" y="58281"/>
                </a:cubicBezTo>
                <a:cubicBezTo>
                  <a:pt x="1227" y="58114"/>
                  <a:pt x="1108" y="57912"/>
                  <a:pt x="1203" y="57745"/>
                </a:cubicBezTo>
                <a:cubicBezTo>
                  <a:pt x="1192" y="56388"/>
                  <a:pt x="1465" y="55078"/>
                  <a:pt x="1715" y="53757"/>
                </a:cubicBezTo>
                <a:cubicBezTo>
                  <a:pt x="2073" y="51911"/>
                  <a:pt x="2680" y="50125"/>
                  <a:pt x="3132" y="48292"/>
                </a:cubicBezTo>
                <a:cubicBezTo>
                  <a:pt x="3930" y="45006"/>
                  <a:pt x="5097" y="41850"/>
                  <a:pt x="6597" y="38814"/>
                </a:cubicBezTo>
                <a:cubicBezTo>
                  <a:pt x="7216" y="37540"/>
                  <a:pt x="7633" y="36183"/>
                  <a:pt x="7728" y="34754"/>
                </a:cubicBezTo>
                <a:cubicBezTo>
                  <a:pt x="7800" y="34588"/>
                  <a:pt x="7692" y="34385"/>
                  <a:pt x="7800" y="34219"/>
                </a:cubicBezTo>
                <a:cubicBezTo>
                  <a:pt x="7847" y="34207"/>
                  <a:pt x="7847" y="34159"/>
                  <a:pt x="7847" y="34100"/>
                </a:cubicBezTo>
                <a:cubicBezTo>
                  <a:pt x="7740" y="33909"/>
                  <a:pt x="7859" y="33683"/>
                  <a:pt x="7776" y="33468"/>
                </a:cubicBezTo>
                <a:cubicBezTo>
                  <a:pt x="7549" y="31540"/>
                  <a:pt x="6907" y="29778"/>
                  <a:pt x="5514" y="28373"/>
                </a:cubicBezTo>
                <a:cubicBezTo>
                  <a:pt x="5359" y="28206"/>
                  <a:pt x="5311" y="28099"/>
                  <a:pt x="5418" y="27896"/>
                </a:cubicBezTo>
                <a:cubicBezTo>
                  <a:pt x="6061" y="26432"/>
                  <a:pt x="6502" y="24944"/>
                  <a:pt x="6537" y="23336"/>
                </a:cubicBezTo>
                <a:cubicBezTo>
                  <a:pt x="6585" y="23134"/>
                  <a:pt x="6585" y="22931"/>
                  <a:pt x="6537" y="22729"/>
                </a:cubicBezTo>
                <a:cubicBezTo>
                  <a:pt x="6537" y="21705"/>
                  <a:pt x="6323" y="20705"/>
                  <a:pt x="6025" y="19717"/>
                </a:cubicBezTo>
                <a:cubicBezTo>
                  <a:pt x="5287" y="17300"/>
                  <a:pt x="4037" y="15121"/>
                  <a:pt x="2716" y="12978"/>
                </a:cubicBezTo>
                <a:cubicBezTo>
                  <a:pt x="2120" y="12025"/>
                  <a:pt x="1525" y="11061"/>
                  <a:pt x="1239" y="9954"/>
                </a:cubicBezTo>
                <a:cubicBezTo>
                  <a:pt x="727" y="8037"/>
                  <a:pt x="1227" y="6251"/>
                  <a:pt x="2096" y="4560"/>
                </a:cubicBezTo>
                <a:cubicBezTo>
                  <a:pt x="2882" y="3024"/>
                  <a:pt x="3739" y="1524"/>
                  <a:pt x="4835" y="179"/>
                </a:cubicBezTo>
                <a:cubicBezTo>
                  <a:pt x="4882" y="72"/>
                  <a:pt x="4823" y="36"/>
                  <a:pt x="4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77">
            <a:hlinkClick r:id="rId8" action="ppaction://hlinksldjump"/>
          </p:cNvPr>
          <p:cNvSpPr/>
          <p:nvPr/>
        </p:nvSpPr>
        <p:spPr>
          <a:xfrm>
            <a:off x="10037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8" action="ppaction://hlinksldjump">
                  <a:extLst>
                    <a:ext uri="{A12FA001-AC4F-418D-AE19-62706E023703}">
                      <ahyp:hlinkClr xmlns:ahyp="http://schemas.microsoft.com/office/drawing/2018/hyperlinkcolor" val="tx"/>
                    </a:ext>
                  </a:extLst>
                </a:hlinkClick>
              </a:rPr>
              <a:t>Accueil</a:t>
            </a:r>
            <a:endParaRPr sz="1200">
              <a:solidFill>
                <a:schemeClr val="dk1"/>
              </a:solidFill>
              <a:latin typeface="Cantata One"/>
              <a:ea typeface="Cantata One"/>
              <a:cs typeface="Cantata One"/>
              <a:sym typeface="Cantata One"/>
            </a:endParaRPr>
          </a:p>
        </p:txBody>
      </p:sp>
      <p:sp>
        <p:nvSpPr>
          <p:cNvPr id="1595" name="Google Shape;1595;p77">
            <a:hlinkClick r:id="rId9" action="ppaction://hlinksldjump"/>
          </p:cNvPr>
          <p:cNvSpPr/>
          <p:nvPr/>
        </p:nvSpPr>
        <p:spPr>
          <a:xfrm>
            <a:off x="24474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9" action="ppaction://hlinksldjump">
                  <a:extLst>
                    <a:ext uri="{A12FA001-AC4F-418D-AE19-62706E023703}">
                      <ahyp:hlinkClr xmlns:ahyp="http://schemas.microsoft.com/office/drawing/2018/hyperlinkcolor" val="tx"/>
                    </a:ext>
                  </a:extLst>
                </a:hlinkClick>
              </a:rPr>
              <a:t>Fonds d'écran</a:t>
            </a:r>
            <a:endParaRPr sz="1200">
              <a:solidFill>
                <a:schemeClr val="dk1"/>
              </a:solidFill>
              <a:latin typeface="Cantata One"/>
              <a:ea typeface="Cantata One"/>
              <a:cs typeface="Cantata One"/>
              <a:sym typeface="Cantata One"/>
            </a:endParaRPr>
          </a:p>
        </p:txBody>
      </p:sp>
      <p:sp>
        <p:nvSpPr>
          <p:cNvPr id="1596" name="Google Shape;1596;p77">
            <a:hlinkClick r:id="rId10" action="ppaction://hlinksldjump"/>
          </p:cNvPr>
          <p:cNvSpPr/>
          <p:nvPr/>
        </p:nvSpPr>
        <p:spPr>
          <a:xfrm>
            <a:off x="38911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0" action="ppaction://hlinksldjump">
                  <a:extLst>
                    <a:ext uri="{A12FA001-AC4F-418D-AE19-62706E023703}">
                      <ahyp:hlinkClr xmlns:ahyp="http://schemas.microsoft.com/office/drawing/2018/hyperlinkcolor" val="tx"/>
                    </a:ext>
                  </a:extLst>
                </a:hlinkClick>
              </a:rPr>
              <a:t>Kit d’avatar</a:t>
            </a:r>
            <a:endParaRPr sz="1200">
              <a:solidFill>
                <a:schemeClr val="dk1"/>
              </a:solidFill>
              <a:latin typeface="Cantata One"/>
              <a:ea typeface="Cantata One"/>
              <a:cs typeface="Cantata One"/>
              <a:sym typeface="Cantata One"/>
            </a:endParaRPr>
          </a:p>
        </p:txBody>
      </p:sp>
      <p:sp>
        <p:nvSpPr>
          <p:cNvPr id="1597" name="Google Shape;1597;p77">
            <a:hlinkClick r:id="rId11" action="ppaction://hlinksldjump"/>
          </p:cNvPr>
          <p:cNvSpPr/>
          <p:nvPr/>
        </p:nvSpPr>
        <p:spPr>
          <a:xfrm>
            <a:off x="53348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1" action="ppaction://hlinksldjump">
                  <a:extLst>
                    <a:ext uri="{A12FA001-AC4F-418D-AE19-62706E023703}">
                      <ahyp:hlinkClr xmlns:ahyp="http://schemas.microsoft.com/office/drawing/2018/hyperlinkcolor" val="tx"/>
                    </a:ext>
                  </a:extLst>
                </a:hlinkClick>
              </a:rPr>
              <a:t>Planificateurs</a:t>
            </a:r>
            <a:endParaRPr sz="1200">
              <a:solidFill>
                <a:schemeClr val="dk1"/>
              </a:solidFill>
              <a:latin typeface="Cantata One"/>
              <a:ea typeface="Cantata One"/>
              <a:cs typeface="Cantata One"/>
              <a:sym typeface="Cantata One"/>
            </a:endParaRPr>
          </a:p>
        </p:txBody>
      </p:sp>
      <p:sp>
        <p:nvSpPr>
          <p:cNvPr id="1598" name="Google Shape;1598;p77">
            <a:hlinkClick r:id="rId12" action="ppaction://hlinksldjump"/>
          </p:cNvPr>
          <p:cNvSpPr/>
          <p:nvPr/>
        </p:nvSpPr>
        <p:spPr>
          <a:xfrm>
            <a:off x="6778550" y="4375275"/>
            <a:ext cx="1361700" cy="339300"/>
          </a:xfrm>
          <a:prstGeom prst="rect">
            <a:avLst/>
          </a:prstGeom>
          <a:solidFill>
            <a:srgbClr val="FAC9BF">
              <a:alpha val="486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uFill>
                  <a:noFill/>
                </a:uFill>
                <a:latin typeface="Cantata One"/>
                <a:ea typeface="Cantata One"/>
                <a:cs typeface="Cantata One"/>
                <a:sym typeface="Cantata One"/>
                <a:hlinkClick r:id="rId12" action="ppaction://hlinksldjump">
                  <a:extLst>
                    <a:ext uri="{A12FA001-AC4F-418D-AE19-62706E023703}">
                      <ahyp:hlinkClr xmlns:ahyp="http://schemas.microsoft.com/office/drawing/2018/hyperlinkcolor" val="tx"/>
                    </a:ext>
                  </a:extLst>
                </a:hlinkClick>
              </a:rPr>
              <a:t>Les devoirs</a:t>
            </a:r>
            <a:endParaRPr sz="1200">
              <a:solidFill>
                <a:schemeClr val="dk1"/>
              </a:solidFill>
              <a:latin typeface="Cantata One"/>
              <a:ea typeface="Cantata One"/>
              <a:cs typeface="Cantata One"/>
              <a:sym typeface="Cantata One"/>
            </a:endParaRPr>
          </a:p>
        </p:txBody>
      </p:sp>
    </p:spTree>
  </p:cSld>
  <p:clrMapOvr>
    <a:masterClrMapping/>
  </p:clrMapOvr>
</p:sld>
</file>

<file path=ppt/theme/theme1.xml><?xml version="1.0" encoding="utf-8"?>
<a:theme xmlns:a="http://schemas.openxmlformats.org/drawingml/2006/main" name="Elegant Rosé Watercolor Stains Student Pack for High School by Slidesgo">
  <a:themeElements>
    <a:clrScheme name="Simple Light">
      <a:dk1>
        <a:srgbClr val="000000"/>
      </a:dk1>
      <a:lt1>
        <a:srgbClr val="FFFFFF"/>
      </a:lt1>
      <a:dk2>
        <a:srgbClr val="FFE4E4"/>
      </a:dk2>
      <a:lt2>
        <a:srgbClr val="FFC5C5"/>
      </a:lt2>
      <a:accent1>
        <a:srgbClr val="E77A7A"/>
      </a:accent1>
      <a:accent2>
        <a:srgbClr val="FFF6F6"/>
      </a:accent2>
      <a:accent3>
        <a:srgbClr val="CBBCA0"/>
      </a:accent3>
      <a:accent4>
        <a:srgbClr val="FFFBF5"/>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528</TotalTime>
  <Words>1851</Words>
  <Application>Microsoft Office PowerPoint</Application>
  <PresentationFormat>Presentación en pantalla (16:9)</PresentationFormat>
  <Paragraphs>543</Paragraphs>
  <Slides>44</Slides>
  <Notes>43</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44</vt:i4>
      </vt:variant>
    </vt:vector>
  </HeadingPairs>
  <TitlesOfParts>
    <vt:vector size="54" baseType="lpstr">
      <vt:lpstr>Amatic SC</vt:lpstr>
      <vt:lpstr>Actor</vt:lpstr>
      <vt:lpstr>Dreaming Outloud Pro</vt:lpstr>
      <vt:lpstr>Arial</vt:lpstr>
      <vt:lpstr>Cambria Math</vt:lpstr>
      <vt:lpstr>Catamaran</vt:lpstr>
      <vt:lpstr>Cantata One</vt:lpstr>
      <vt:lpstr>Modern Love Grunge</vt:lpstr>
      <vt:lpstr>Karla</vt:lpstr>
      <vt:lpstr>Elegant Rosé Watercolor Stains Student Pack for High School by Slidesgo</vt:lpstr>
      <vt:lpstr>SISTEMA DE EMPAREJAMIENTO Para estudiantes de la facultad de ciencias, UNAM</vt:lpstr>
      <vt:lpstr>Preguntas de investigación</vt:lpstr>
      <vt:lpstr>Objetivos</vt:lpstr>
      <vt:lpstr>Metodología</vt:lpstr>
      <vt:lpstr>Metodología</vt:lpstr>
      <vt:lpstr>Análisis descriptivo</vt:lpstr>
      <vt:lpstr>Presentación de PowerPoint</vt:lpstr>
      <vt:lpstr>Presentación de PowerPoint</vt:lpstr>
      <vt:lpstr>Presentación de PowerPoint</vt:lpstr>
      <vt:lpstr>Presentación de PowerPoint</vt:lpstr>
      <vt:lpstr>Metodología</vt:lpstr>
      <vt:lpstr>Presentación de PowerPoint</vt:lpstr>
      <vt:lpstr>Presentación de PowerPoint</vt:lpstr>
      <vt:lpstr>Presentación de PowerPoint</vt:lpstr>
      <vt:lpstr>Presentación de PowerPoint</vt:lpstr>
      <vt:lpstr>Introduction</vt:lpstr>
      <vt:lpstr>Presentación de PowerPoint</vt:lpstr>
      <vt:lpstr>Presentación de PowerPoint</vt:lpstr>
      <vt:lpstr>Kit d'avatar</vt:lpstr>
      <vt:lpstr>Comment créer votre avatar</vt:lpstr>
      <vt:lpstr>Personnalisez votre avatar</vt:lpstr>
      <vt:lpstr>Personnalisez votre avatar</vt:lpstr>
      <vt:lpstr>Une image renforce toujours le concept</vt:lpstr>
      <vt:lpstr>Une image vaut mille mots</vt:lpstr>
      <vt:lpstr>Planificateurs</vt:lpstr>
      <vt:lpstr>Evaluación</vt:lpstr>
      <vt:lpstr>Planificateur quotidien</vt:lpstr>
      <vt:lpstr>Planificateur hebdomadaire</vt:lpstr>
      <vt:lpstr>Planificateur mensuel</vt:lpstr>
      <vt:lpstr>Planificateur annuel</vt:lpstr>
      <vt:lpstr>Les devoirs</vt:lpstr>
      <vt:lpstr>Apprenez la leçon</vt:lpstr>
      <vt:lpstr>Des devoirs à faire !</vt:lpstr>
      <vt:lpstr>Revoir les concepts est une bonne idée</vt:lpstr>
      <vt:lpstr>C'est une carte</vt:lpstr>
      <vt:lpstr>Il s'agit d'un graphique</vt:lpstr>
      <vt:lpstr>Il s'agit d'une infographie</vt:lpstr>
      <vt:lpstr>Une chronologie fonctionne toujours bien</vt:lpstr>
      <vt:lpstr>60 min</vt:lpstr>
      <vt:lpstr>Test 1</vt:lpstr>
      <vt:lpstr>Test 2</vt:lpstr>
      <vt:lpstr>Mots géniaux</vt:lpstr>
      <vt:lpstr>Pourcentages des tests</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Jazmín Jones</cp:lastModifiedBy>
  <cp:revision>11</cp:revision>
  <dcterms:modified xsi:type="dcterms:W3CDTF">2025-11-12T07:47:08Z</dcterms:modified>
</cp:coreProperties>
</file>